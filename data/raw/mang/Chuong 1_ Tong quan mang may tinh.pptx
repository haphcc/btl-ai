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 id="2147483662" r:id="rId6"/>
    <p:sldMasterId id="2147483674" r:id="rId7"/>
    <p:sldMasterId id="2147483676" r:id="rId8"/>
    <p:sldMasterId id="2147483678" r:id="rId9"/>
  </p:sldMasterIdLst>
  <p:notesMasterIdLst>
    <p:notesMasterId r:id="rId10"/>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Lst>
  <p:sldSz cy="6858000" cx="9144000"/>
  <p:notesSz cx="6858000" cy="9207500"/>
  <p:embeddedFontLst>
    <p:embeddedFont>
      <p:font typeface="Constantia"/>
      <p:regular r:id="rId56"/>
      <p:bold r:id="rId57"/>
      <p:italic r:id="rId58"/>
      <p:boldItalic r:id="rId59"/>
    </p:embeddedFont>
    <p:embeddedFont>
      <p:font typeface="Book Antiqua"/>
      <p:regular r:id="rId60"/>
      <p:bold r:id="rId61"/>
      <p:italic r:id="rId62"/>
      <p:boldItalic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2900">
          <p15:clr>
            <a:srgbClr val="000000"/>
          </p15:clr>
        </p15:guide>
        <p15:guide id="2" pos="2160">
          <p15:clr>
            <a:srgbClr val="000000"/>
          </p15:clr>
        </p15:guide>
      </p15:notesGuideLst>
    </p:ext>
    <p:ext uri="GoogleSlidesCustomDataVersion2">
      <go:slidesCustomData xmlns:go="http://customooxmlschemas.google.com/" r:id="rId64" roundtripDataSignature="AMtx7mgJkTBnLrGWMrIUW0QDFraexI/cA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71D3E0D-A440-47C4-B6F4-1FC45E98B52C}">
  <a:tblStyle styleId="{071D3E0D-A440-47C4-B6F4-1FC45E98B52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90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0.xml"/><Relationship Id="rId42" Type="http://schemas.openxmlformats.org/officeDocument/2006/relationships/slide" Target="slides/slide32.xml"/><Relationship Id="rId41" Type="http://schemas.openxmlformats.org/officeDocument/2006/relationships/slide" Target="slides/slide31.xml"/><Relationship Id="rId44" Type="http://schemas.openxmlformats.org/officeDocument/2006/relationships/slide" Target="slides/slide34.xml"/><Relationship Id="rId43" Type="http://schemas.openxmlformats.org/officeDocument/2006/relationships/slide" Target="slides/slide33.xml"/><Relationship Id="rId46" Type="http://schemas.openxmlformats.org/officeDocument/2006/relationships/slide" Target="slides/slide36.xml"/><Relationship Id="rId45" Type="http://schemas.openxmlformats.org/officeDocument/2006/relationships/slide" Target="slides/slide35.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48" Type="http://schemas.openxmlformats.org/officeDocument/2006/relationships/slide" Target="slides/slide38.xml"/><Relationship Id="rId47" Type="http://schemas.openxmlformats.org/officeDocument/2006/relationships/slide" Target="slides/slide37.xml"/><Relationship Id="rId49" Type="http://schemas.openxmlformats.org/officeDocument/2006/relationships/slide" Target="slides/slide39.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slide" Target="slides/slide21.xml"/><Relationship Id="rId30" Type="http://schemas.openxmlformats.org/officeDocument/2006/relationships/slide" Target="slides/slide20.xml"/><Relationship Id="rId33" Type="http://schemas.openxmlformats.org/officeDocument/2006/relationships/slide" Target="slides/slide23.xml"/><Relationship Id="rId32" Type="http://schemas.openxmlformats.org/officeDocument/2006/relationships/slide" Target="slides/slide22.xml"/><Relationship Id="rId35" Type="http://schemas.openxmlformats.org/officeDocument/2006/relationships/slide" Target="slides/slide25.xml"/><Relationship Id="rId34" Type="http://schemas.openxmlformats.org/officeDocument/2006/relationships/slide" Target="slides/slide24.xml"/><Relationship Id="rId37" Type="http://schemas.openxmlformats.org/officeDocument/2006/relationships/slide" Target="slides/slide27.xml"/><Relationship Id="rId36" Type="http://schemas.openxmlformats.org/officeDocument/2006/relationships/slide" Target="slides/slide26.xml"/><Relationship Id="rId39" Type="http://schemas.openxmlformats.org/officeDocument/2006/relationships/slide" Target="slides/slide29.xml"/><Relationship Id="rId38" Type="http://schemas.openxmlformats.org/officeDocument/2006/relationships/slide" Target="slides/slide28.xml"/><Relationship Id="rId62" Type="http://schemas.openxmlformats.org/officeDocument/2006/relationships/font" Target="fonts/BookAntiqua-italic.fntdata"/><Relationship Id="rId61" Type="http://schemas.openxmlformats.org/officeDocument/2006/relationships/font" Target="fonts/BookAntiqua-bold.fntdata"/><Relationship Id="rId20" Type="http://schemas.openxmlformats.org/officeDocument/2006/relationships/slide" Target="slides/slide10.xml"/><Relationship Id="rId64" Type="http://customschemas.google.com/relationships/presentationmetadata" Target="metadata"/><Relationship Id="rId63" Type="http://schemas.openxmlformats.org/officeDocument/2006/relationships/font" Target="fonts/BookAntiqua-boldItalic.fntdata"/><Relationship Id="rId22" Type="http://schemas.openxmlformats.org/officeDocument/2006/relationships/slide" Target="slides/slide12.xml"/><Relationship Id="rId21" Type="http://schemas.openxmlformats.org/officeDocument/2006/relationships/slide" Target="slides/slide11.xml"/><Relationship Id="rId24" Type="http://schemas.openxmlformats.org/officeDocument/2006/relationships/slide" Target="slides/slide14.xml"/><Relationship Id="rId23" Type="http://schemas.openxmlformats.org/officeDocument/2006/relationships/slide" Target="slides/slide13.xml"/><Relationship Id="rId60" Type="http://schemas.openxmlformats.org/officeDocument/2006/relationships/font" Target="fonts/BookAntiqua-regular.fntdata"/><Relationship Id="rId26" Type="http://schemas.openxmlformats.org/officeDocument/2006/relationships/slide" Target="slides/slide16.xml"/><Relationship Id="rId25" Type="http://schemas.openxmlformats.org/officeDocument/2006/relationships/slide" Target="slides/slide15.xml"/><Relationship Id="rId28" Type="http://schemas.openxmlformats.org/officeDocument/2006/relationships/slide" Target="slides/slide18.xml"/><Relationship Id="rId27" Type="http://schemas.openxmlformats.org/officeDocument/2006/relationships/slide" Target="slides/slide17.xml"/><Relationship Id="rId29" Type="http://schemas.openxmlformats.org/officeDocument/2006/relationships/slide" Target="slides/slide19.xml"/><Relationship Id="rId51" Type="http://schemas.openxmlformats.org/officeDocument/2006/relationships/slide" Target="slides/slide41.xml"/><Relationship Id="rId50" Type="http://schemas.openxmlformats.org/officeDocument/2006/relationships/slide" Target="slides/slide40.xml"/><Relationship Id="rId53" Type="http://schemas.openxmlformats.org/officeDocument/2006/relationships/slide" Target="slides/slide43.xml"/><Relationship Id="rId52" Type="http://schemas.openxmlformats.org/officeDocument/2006/relationships/slide" Target="slides/slide42.xml"/><Relationship Id="rId11" Type="http://schemas.openxmlformats.org/officeDocument/2006/relationships/slide" Target="slides/slide1.xml"/><Relationship Id="rId55" Type="http://schemas.openxmlformats.org/officeDocument/2006/relationships/slide" Target="slides/slide45.xml"/><Relationship Id="rId10" Type="http://schemas.openxmlformats.org/officeDocument/2006/relationships/notesMaster" Target="notesMasters/notesMaster1.xml"/><Relationship Id="rId54" Type="http://schemas.openxmlformats.org/officeDocument/2006/relationships/slide" Target="slides/slide44.xml"/><Relationship Id="rId13" Type="http://schemas.openxmlformats.org/officeDocument/2006/relationships/slide" Target="slides/slide3.xml"/><Relationship Id="rId57" Type="http://schemas.openxmlformats.org/officeDocument/2006/relationships/font" Target="fonts/Constantia-bold.fntdata"/><Relationship Id="rId12" Type="http://schemas.openxmlformats.org/officeDocument/2006/relationships/slide" Target="slides/slide2.xml"/><Relationship Id="rId56" Type="http://schemas.openxmlformats.org/officeDocument/2006/relationships/font" Target="fonts/Constantia-regular.fntdata"/><Relationship Id="rId15" Type="http://schemas.openxmlformats.org/officeDocument/2006/relationships/slide" Target="slides/slide5.xml"/><Relationship Id="rId59" Type="http://schemas.openxmlformats.org/officeDocument/2006/relationships/font" Target="fonts/Constantia-boldItalic.fntdata"/><Relationship Id="rId14" Type="http://schemas.openxmlformats.org/officeDocument/2006/relationships/slide" Target="slides/slide4.xml"/><Relationship Id="rId58" Type="http://schemas.openxmlformats.org/officeDocument/2006/relationships/font" Target="fonts/Constantia-italic.fntdata"/><Relationship Id="rId17" Type="http://schemas.openxmlformats.org/officeDocument/2006/relationships/slide" Target="slides/slide7.xml"/><Relationship Id="rId16" Type="http://schemas.openxmlformats.org/officeDocument/2006/relationships/slide" Target="slides/slide6.xml"/><Relationship Id="rId19" Type="http://schemas.openxmlformats.org/officeDocument/2006/relationships/slide" Target="slides/slide9.xml"/><Relationship Id="rId18"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6037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6200" y="0"/>
            <a:ext cx="2971800" cy="460375"/>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Times New Roman"/>
                <a:ea typeface="Times New Roman"/>
                <a:cs typeface="Times New Roman"/>
                <a:sym typeface="Times New Roman"/>
              </a:defRPr>
            </a:lvl1pPr>
            <a:lvl2pPr lvl="1" marR="0" rtl="0" algn="ctr">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27125" y="690562"/>
            <a:ext cx="4603750" cy="34528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373562"/>
            <a:ext cx="5029200" cy="4143375"/>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747125"/>
            <a:ext cx="2971800" cy="46037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200" u="none" cap="none" strike="noStrike">
                <a:solidFill>
                  <a:srgbClr val="000000"/>
                </a:solidFill>
                <a:latin typeface="Times New Roman"/>
                <a:ea typeface="Times New Roman"/>
                <a:cs typeface="Times New Roman"/>
                <a:sym typeface="Times New Roman"/>
              </a:defRPr>
            </a:lvl1pPr>
            <a:lvl2pPr lvl="1" marR="0" rtl="0" algn="ctr">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6200" y="8747125"/>
            <a:ext cx="2971800" cy="46037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notes"/>
          <p:cNvSpPr txBox="1"/>
          <p:nvPr>
            <p:ph idx="1" type="body"/>
          </p:nvPr>
        </p:nvSpPr>
        <p:spPr>
          <a:xfrm>
            <a:off x="914400" y="4373562"/>
            <a:ext cx="5029200" cy="41433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1:notes"/>
          <p:cNvSpPr/>
          <p:nvPr>
            <p:ph idx="2" type="sldImg"/>
          </p:nvPr>
        </p:nvSpPr>
        <p:spPr>
          <a:xfrm>
            <a:off x="1127125" y="690562"/>
            <a:ext cx="4603750" cy="34528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notes"/>
          <p:cNvSpPr txBox="1"/>
          <p:nvPr>
            <p:ph idx="1" type="body"/>
          </p:nvPr>
        </p:nvSpPr>
        <p:spPr>
          <a:xfrm>
            <a:off x="914400" y="4373562"/>
            <a:ext cx="5029200" cy="41433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2:notes"/>
          <p:cNvSpPr/>
          <p:nvPr>
            <p:ph idx="2" type="sldImg"/>
          </p:nvPr>
        </p:nvSpPr>
        <p:spPr>
          <a:xfrm>
            <a:off x="1127125" y="690562"/>
            <a:ext cx="4603750" cy="34528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3:notes"/>
          <p:cNvSpPr txBox="1"/>
          <p:nvPr>
            <p:ph idx="1" type="body"/>
          </p:nvPr>
        </p:nvSpPr>
        <p:spPr>
          <a:xfrm>
            <a:off x="914400" y="4373562"/>
            <a:ext cx="5029200" cy="41433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3:notes"/>
          <p:cNvSpPr/>
          <p:nvPr>
            <p:ph idx="2" type="sldImg"/>
          </p:nvPr>
        </p:nvSpPr>
        <p:spPr>
          <a:xfrm>
            <a:off x="1127125" y="690562"/>
            <a:ext cx="4603750" cy="34528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4:notes"/>
          <p:cNvSpPr txBox="1"/>
          <p:nvPr/>
        </p:nvSpPr>
        <p:spPr>
          <a:xfrm>
            <a:off x="3886200" y="8747125"/>
            <a:ext cx="2971800" cy="46037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72" name="Google Shape;272;p4:notes"/>
          <p:cNvSpPr/>
          <p:nvPr>
            <p:ph idx="2" type="sldImg"/>
          </p:nvPr>
        </p:nvSpPr>
        <p:spPr>
          <a:xfrm>
            <a:off x="1127125" y="690562"/>
            <a:ext cx="4603750" cy="34528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3" name="Google Shape;273;p4:notes"/>
          <p:cNvSpPr txBox="1"/>
          <p:nvPr>
            <p:ph idx="1" type="body"/>
          </p:nvPr>
        </p:nvSpPr>
        <p:spPr>
          <a:xfrm>
            <a:off x="914400" y="4373562"/>
            <a:ext cx="5029200" cy="41433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4:notes"/>
          <p:cNvSpPr txBox="1"/>
          <p:nvPr/>
        </p:nvSpPr>
        <p:spPr>
          <a:xfrm>
            <a:off x="0" y="8747125"/>
            <a:ext cx="2971800" cy="460375"/>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GV Lê Văn Hùng</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5:notes"/>
          <p:cNvSpPr txBox="1"/>
          <p:nvPr>
            <p:ph idx="1" type="body"/>
          </p:nvPr>
        </p:nvSpPr>
        <p:spPr>
          <a:xfrm>
            <a:off x="914400" y="4373562"/>
            <a:ext cx="5029200" cy="41433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p5:notes"/>
          <p:cNvSpPr/>
          <p:nvPr>
            <p:ph idx="2" type="sldImg"/>
          </p:nvPr>
        </p:nvSpPr>
        <p:spPr>
          <a:xfrm>
            <a:off x="1127125" y="690562"/>
            <a:ext cx="4603750" cy="34528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6:notes"/>
          <p:cNvSpPr/>
          <p:nvPr>
            <p:ph idx="2" type="sldImg"/>
          </p:nvPr>
        </p:nvSpPr>
        <p:spPr>
          <a:xfrm>
            <a:off x="1127125" y="690562"/>
            <a:ext cx="4603750" cy="34528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2" name="Google Shape;292;p6:notes"/>
          <p:cNvSpPr txBox="1"/>
          <p:nvPr>
            <p:ph idx="1" type="body"/>
          </p:nvPr>
        </p:nvSpPr>
        <p:spPr>
          <a:xfrm>
            <a:off x="914400" y="4373562"/>
            <a:ext cx="5029200" cy="41433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6:notes"/>
          <p:cNvSpPr txBox="1"/>
          <p:nvPr/>
        </p:nvSpPr>
        <p:spPr>
          <a:xfrm>
            <a:off x="0" y="8747125"/>
            <a:ext cx="2971800" cy="460375"/>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GV Lê Văn Hùng</a:t>
            </a:r>
            <a:endParaRPr/>
          </a:p>
        </p:txBody>
      </p:sp>
      <p:sp>
        <p:nvSpPr>
          <p:cNvPr id="294" name="Google Shape;294;p6:notes"/>
          <p:cNvSpPr txBox="1"/>
          <p:nvPr/>
        </p:nvSpPr>
        <p:spPr>
          <a:xfrm>
            <a:off x="3886200" y="8747125"/>
            <a:ext cx="2971800" cy="46037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7:notes"/>
          <p:cNvSpPr txBox="1"/>
          <p:nvPr>
            <p:ph idx="1" type="body"/>
          </p:nvPr>
        </p:nvSpPr>
        <p:spPr>
          <a:xfrm>
            <a:off x="914400" y="4373562"/>
            <a:ext cx="5029200" cy="41433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p7:notes"/>
          <p:cNvSpPr/>
          <p:nvPr>
            <p:ph idx="2" type="sldImg"/>
          </p:nvPr>
        </p:nvSpPr>
        <p:spPr>
          <a:xfrm>
            <a:off x="1127125" y="690562"/>
            <a:ext cx="4603750" cy="34528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8:notes"/>
          <p:cNvSpPr txBox="1"/>
          <p:nvPr>
            <p:ph idx="1" type="body"/>
          </p:nvPr>
        </p:nvSpPr>
        <p:spPr>
          <a:xfrm>
            <a:off x="914400" y="4373562"/>
            <a:ext cx="5029200" cy="41433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p8:notes"/>
          <p:cNvSpPr/>
          <p:nvPr>
            <p:ph idx="2" type="sldImg"/>
          </p:nvPr>
        </p:nvSpPr>
        <p:spPr>
          <a:xfrm>
            <a:off x="1127125" y="690562"/>
            <a:ext cx="4603750" cy="34528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9:notes"/>
          <p:cNvSpPr txBox="1"/>
          <p:nvPr>
            <p:ph idx="1" type="body"/>
          </p:nvPr>
        </p:nvSpPr>
        <p:spPr>
          <a:xfrm>
            <a:off x="914400" y="4373562"/>
            <a:ext cx="5029200" cy="41433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p9:notes"/>
          <p:cNvSpPr/>
          <p:nvPr>
            <p:ph idx="2" type="sldImg"/>
          </p:nvPr>
        </p:nvSpPr>
        <p:spPr>
          <a:xfrm>
            <a:off x="1127125" y="690562"/>
            <a:ext cx="4603750" cy="34528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0:notes"/>
          <p:cNvSpPr txBox="1"/>
          <p:nvPr>
            <p:ph idx="1" type="body"/>
          </p:nvPr>
        </p:nvSpPr>
        <p:spPr>
          <a:xfrm>
            <a:off x="914400" y="4373562"/>
            <a:ext cx="5029200" cy="41433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p10:notes"/>
          <p:cNvSpPr/>
          <p:nvPr>
            <p:ph idx="2" type="sldImg"/>
          </p:nvPr>
        </p:nvSpPr>
        <p:spPr>
          <a:xfrm>
            <a:off x="1127125" y="690562"/>
            <a:ext cx="4603750" cy="34528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11:notes"/>
          <p:cNvSpPr/>
          <p:nvPr>
            <p:ph idx="2" type="sldImg"/>
          </p:nvPr>
        </p:nvSpPr>
        <p:spPr>
          <a:xfrm>
            <a:off x="1127125" y="690562"/>
            <a:ext cx="4603750" cy="34528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5" name="Google Shape;415;p11:notes"/>
          <p:cNvSpPr txBox="1"/>
          <p:nvPr>
            <p:ph idx="1" type="body"/>
          </p:nvPr>
        </p:nvSpPr>
        <p:spPr>
          <a:xfrm>
            <a:off x="914400" y="4373562"/>
            <a:ext cx="5029200" cy="4143375"/>
          </a:xfrm>
          <a:prstGeom prst="rect">
            <a:avLst/>
          </a:prstGeom>
          <a:noFill/>
          <a:ln>
            <a:noFill/>
          </a:ln>
        </p:spPr>
        <p:txBody>
          <a:bodyPr anchorCtr="0" anchor="t" bIns="45700" lIns="91425" spcFirstLastPara="1" rIns="91425" wrap="square" tIns="45700">
            <a:noAutofit/>
          </a:bodyPr>
          <a:lstStyle/>
          <a:p>
            <a:pPr indent="0" lvl="3" marL="0" rtl="0" algn="l">
              <a:lnSpc>
                <a:spcPct val="90000"/>
              </a:lnSpc>
              <a:spcBef>
                <a:spcPts val="0"/>
              </a:spcBef>
              <a:spcAft>
                <a:spcPts val="0"/>
              </a:spcAft>
              <a:buSzPts val="1000"/>
              <a:buNone/>
            </a:pPr>
            <a:r>
              <a:rPr b="1" lang="en-US" sz="1000"/>
              <a:t>Mạng tạo khả năng dùng chung tài nguyên cho các người dùng. </a:t>
            </a:r>
            <a:endParaRPr/>
          </a:p>
          <a:p>
            <a:pPr indent="0" lvl="0" marL="0" rtl="0" algn="l">
              <a:lnSpc>
                <a:spcPct val="90000"/>
              </a:lnSpc>
              <a:spcBef>
                <a:spcPts val="0"/>
              </a:spcBef>
              <a:spcAft>
                <a:spcPts val="0"/>
              </a:spcAft>
              <a:buSzPts val="1000"/>
              <a:buNone/>
            </a:pPr>
            <a:r>
              <a:rPr lang="en-US" sz="1000"/>
              <a:t>Vấn đề là làm cho các tài nguyên trên mạng như chương trình, dữ liệu và thiết bị, đặc biệt là các thiết bị đắt tiền, có thể sẵn dùng cho mọi người trên mạng mà không cần quan tâm đến vị trí thực của tài nguyên và người dùng. </a:t>
            </a:r>
            <a:endParaRPr/>
          </a:p>
          <a:p>
            <a:pPr indent="0" lvl="0" marL="0" rtl="0" algn="l">
              <a:lnSpc>
                <a:spcPct val="90000"/>
              </a:lnSpc>
              <a:spcBef>
                <a:spcPts val="0"/>
              </a:spcBef>
              <a:spcAft>
                <a:spcPts val="0"/>
              </a:spcAft>
              <a:buSzPts val="1000"/>
              <a:buNone/>
            </a:pPr>
            <a:r>
              <a:rPr lang="en-US" sz="1000"/>
              <a:t>Về mặt thiết bị, các thiết bị chất lượng cao thường đắt tiền, chúng thường được dùng chung cho nhiều người nhằm giảm chi phí và dễ bảo quản. </a:t>
            </a:r>
            <a:endParaRPr/>
          </a:p>
          <a:p>
            <a:pPr indent="0" lvl="0" marL="0" rtl="0" algn="l">
              <a:lnSpc>
                <a:spcPct val="90000"/>
              </a:lnSpc>
              <a:spcBef>
                <a:spcPts val="0"/>
              </a:spcBef>
              <a:spcAft>
                <a:spcPts val="0"/>
              </a:spcAft>
              <a:buSzPts val="1000"/>
              <a:buNone/>
            </a:pPr>
            <a:r>
              <a:rPr lang="en-US" sz="1000"/>
              <a:t>Về mặt chương trình và dữ liệu, khi được dùng chung, mỗi thay đổi sẽ sẵn dùng cho mọi thành viên trên mạng ngay lập tức. Điều này thể hiện rất rõ tại các nơi như ngân hàng, các đại lý bán vé máy bay... </a:t>
            </a:r>
            <a:r>
              <a:rPr b="1" lang="en-US" sz="1000"/>
              <a:t>1.4.3.2 	</a:t>
            </a:r>
            <a:endParaRPr/>
          </a:p>
          <a:p>
            <a:pPr indent="0" lvl="0" marL="0" rtl="0" algn="l">
              <a:lnSpc>
                <a:spcPct val="90000"/>
              </a:lnSpc>
              <a:spcBef>
                <a:spcPts val="0"/>
              </a:spcBef>
              <a:spcAft>
                <a:spcPts val="0"/>
              </a:spcAft>
              <a:buSzPts val="1000"/>
              <a:buNone/>
            </a:pPr>
            <a:r>
              <a:rPr b="1" lang="en-US" sz="1000"/>
              <a:t>	Mạng cho phép nâng cao độ tin cậy. </a:t>
            </a:r>
            <a:endParaRPr/>
          </a:p>
          <a:p>
            <a:pPr indent="0" lvl="0" marL="0" rtl="0" algn="l">
              <a:lnSpc>
                <a:spcPct val="90000"/>
              </a:lnSpc>
              <a:spcBef>
                <a:spcPts val="0"/>
              </a:spcBef>
              <a:spcAft>
                <a:spcPts val="0"/>
              </a:spcAft>
              <a:buSzPts val="1000"/>
              <a:buNone/>
            </a:pPr>
            <a:r>
              <a:rPr lang="en-US" sz="1000"/>
              <a:t>khi có máy tính hoặc thiết bị bị hỏng, công việc vẫn có thể tiếp tục với các máy tính hoặc thiết bị khác trên mạng trong khi chờ sửa chữa. </a:t>
            </a:r>
            <a:endParaRPr/>
          </a:p>
          <a:p>
            <a:pPr indent="0" lvl="0" marL="0" rtl="0" algn="l">
              <a:lnSpc>
                <a:spcPct val="90000"/>
              </a:lnSpc>
              <a:spcBef>
                <a:spcPts val="0"/>
              </a:spcBef>
              <a:spcAft>
                <a:spcPts val="0"/>
              </a:spcAft>
              <a:buSzPts val="1000"/>
              <a:buNone/>
            </a:pPr>
            <a:r>
              <a:rPr b="1" lang="en-US" sz="1000"/>
              <a:t>	 Mạng giúp cho công việc đạt hiệu suất cao hơn. </a:t>
            </a:r>
            <a:endParaRPr/>
          </a:p>
          <a:p>
            <a:pPr indent="0" lvl="0" marL="0" rtl="0" algn="l">
              <a:lnSpc>
                <a:spcPct val="90000"/>
              </a:lnSpc>
              <a:spcBef>
                <a:spcPts val="0"/>
              </a:spcBef>
              <a:spcAft>
                <a:spcPts val="0"/>
              </a:spcAft>
              <a:buSzPts val="1000"/>
              <a:buNone/>
            </a:pPr>
            <a:r>
              <a:rPr lang="en-US" sz="1000"/>
              <a:t>Khi chương trình và dữ liệu đã dùng chung trên mạng, có thể bỏ qua một số khâu đối chiếu không cần thiết. Việc điều chỉnh chương trình (nếu có) cũng tiết kiệm thời gian hơn do chỉ cần cài đặt lại trên một máy. </a:t>
            </a:r>
            <a:endParaRPr/>
          </a:p>
          <a:p>
            <a:pPr indent="0" lvl="0" marL="0" rtl="0" algn="l">
              <a:lnSpc>
                <a:spcPct val="90000"/>
              </a:lnSpc>
              <a:spcBef>
                <a:spcPts val="0"/>
              </a:spcBef>
              <a:spcAft>
                <a:spcPts val="0"/>
              </a:spcAft>
              <a:buSzPts val="1000"/>
              <a:buNone/>
            </a:pPr>
            <a:r>
              <a:rPr lang="en-US" sz="1000"/>
              <a:t>Về mặt tổ chức, việc sao chép dữ liệu phòng hờ tiện lợi hơn do có thể giao cho chỉ một người thay vì mọi người phải tự sao chép phần của mình. </a:t>
            </a:r>
            <a:endParaRPr/>
          </a:p>
          <a:p>
            <a:pPr indent="0" lvl="3" marL="0" rtl="0" algn="l">
              <a:lnSpc>
                <a:spcPct val="90000"/>
              </a:lnSpc>
              <a:spcBef>
                <a:spcPts val="0"/>
              </a:spcBef>
              <a:spcAft>
                <a:spcPts val="0"/>
              </a:spcAft>
              <a:buSzPts val="1000"/>
              <a:buNone/>
            </a:pPr>
            <a:r>
              <a:rPr b="1" lang="en-US" sz="1000"/>
              <a:t>Tăng cường tính bảo mật thông tin. </a:t>
            </a:r>
            <a:endParaRPr sz="1000"/>
          </a:p>
          <a:p>
            <a:pPr indent="0" lvl="0" marL="0" rtl="0" algn="l">
              <a:lnSpc>
                <a:spcPct val="90000"/>
              </a:lnSpc>
              <a:spcBef>
                <a:spcPts val="0"/>
              </a:spcBef>
              <a:spcAft>
                <a:spcPts val="0"/>
              </a:spcAft>
              <a:buSzPts val="1000"/>
              <a:buNone/>
            </a:pPr>
            <a:r>
              <a:rPr lang="en-US" sz="1000"/>
              <a:t>Dữ liệu được lưu trên các máy phục vụ tập tin (file server) sẽ được bảo vệ tốt hơn so với đặt tại các máy cá nhân nhờ cơ chế bảo mật của các hệ điều hành mạng. </a:t>
            </a:r>
            <a:endParaRPr/>
          </a:p>
          <a:p>
            <a:pPr indent="0" lvl="0" marL="0" rtl="0" algn="l">
              <a:lnSpc>
                <a:spcPct val="90000"/>
              </a:lnSpc>
              <a:spcBef>
                <a:spcPts val="0"/>
              </a:spcBef>
              <a:spcAft>
                <a:spcPts val="0"/>
              </a:spcAft>
              <a:buSzPts val="1000"/>
              <a:buNone/>
            </a:pPr>
            <a:r>
              <a:rPr lang="en-US" sz="1000"/>
              <a:t>	</a:t>
            </a:r>
            <a:r>
              <a:rPr b="1" lang="en-US" sz="1000"/>
              <a:t>Tiết kiệm chi phí. </a:t>
            </a:r>
            <a:endParaRPr/>
          </a:p>
          <a:p>
            <a:pPr indent="0" lvl="0" marL="0" rtl="0" algn="l">
              <a:lnSpc>
                <a:spcPct val="90000"/>
              </a:lnSpc>
              <a:spcBef>
                <a:spcPts val="0"/>
              </a:spcBef>
              <a:spcAft>
                <a:spcPts val="0"/>
              </a:spcAft>
              <a:buSzPts val="1000"/>
              <a:buNone/>
            </a:pPr>
            <a:r>
              <a:rPr lang="en-US" sz="1000"/>
              <a:t>Việc dùng chung các thiết bị ngoại vi cho phép giảm chi phí trang bị tính trên số người dùng. Về phần mềm, nhiều nhà sản xuất phần mềm cung cấp cả những ấn bản cho nhiều người dùng, với chi phí thấp hơn tính trên mỗi người dùng. </a:t>
            </a:r>
            <a:endParaRPr/>
          </a:p>
          <a:p>
            <a:pPr indent="0" lvl="0" marL="0" rtl="0" algn="l">
              <a:lnSpc>
                <a:spcPct val="90000"/>
              </a:lnSpc>
              <a:spcBef>
                <a:spcPts val="0"/>
              </a:spcBef>
              <a:spcAft>
                <a:spcPts val="0"/>
              </a:spcAft>
              <a:buSzPts val="1000"/>
              <a:buNone/>
            </a:pPr>
            <a:r>
              <a:t/>
            </a:r>
            <a:endParaRPr sz="1000"/>
          </a:p>
          <a:p>
            <a:pPr indent="0" lvl="0" marL="0" rtl="0" algn="l">
              <a:spcBef>
                <a:spcPts val="0"/>
              </a:spcBef>
              <a:spcAft>
                <a:spcPts val="0"/>
              </a:spcAft>
              <a:buNone/>
            </a:pPr>
            <a:r>
              <a:t/>
            </a:r>
            <a:endParaRPr sz="1000"/>
          </a:p>
        </p:txBody>
      </p:sp>
      <p:sp>
        <p:nvSpPr>
          <p:cNvPr id="416" name="Google Shape;416;p11:notes"/>
          <p:cNvSpPr txBox="1"/>
          <p:nvPr/>
        </p:nvSpPr>
        <p:spPr>
          <a:xfrm>
            <a:off x="0" y="8747125"/>
            <a:ext cx="2971800" cy="460375"/>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GV Lê Văn Hùng</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12:notes"/>
          <p:cNvSpPr/>
          <p:nvPr>
            <p:ph idx="2" type="sldImg"/>
          </p:nvPr>
        </p:nvSpPr>
        <p:spPr>
          <a:xfrm>
            <a:off x="1127125" y="690562"/>
            <a:ext cx="4603750" cy="34528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5" name="Google Shape;425;p12:notes"/>
          <p:cNvSpPr txBox="1"/>
          <p:nvPr>
            <p:ph idx="1" type="body"/>
          </p:nvPr>
        </p:nvSpPr>
        <p:spPr>
          <a:xfrm>
            <a:off x="914400" y="4373562"/>
            <a:ext cx="5029200" cy="4143375"/>
          </a:xfrm>
          <a:prstGeom prst="rect">
            <a:avLst/>
          </a:prstGeom>
          <a:noFill/>
          <a:ln>
            <a:noFill/>
          </a:ln>
        </p:spPr>
        <p:txBody>
          <a:bodyPr anchorCtr="0" anchor="t" bIns="45700" lIns="91425" spcFirstLastPara="1" rIns="91425" wrap="square" tIns="45700">
            <a:noAutofit/>
          </a:bodyPr>
          <a:lstStyle/>
          <a:p>
            <a:pPr indent="0" lvl="3" marL="0" rtl="0" algn="l">
              <a:lnSpc>
                <a:spcPct val="90000"/>
              </a:lnSpc>
              <a:spcBef>
                <a:spcPts val="0"/>
              </a:spcBef>
              <a:spcAft>
                <a:spcPts val="0"/>
              </a:spcAft>
              <a:buSzPts val="1000"/>
              <a:buNone/>
            </a:pPr>
            <a:r>
              <a:rPr b="1" lang="en-US" sz="1000"/>
              <a:t>Mạng tạo khả năng dùng chung tài nguyên cho các người dùng. </a:t>
            </a:r>
            <a:endParaRPr/>
          </a:p>
          <a:p>
            <a:pPr indent="0" lvl="0" marL="0" rtl="0" algn="l">
              <a:lnSpc>
                <a:spcPct val="90000"/>
              </a:lnSpc>
              <a:spcBef>
                <a:spcPts val="0"/>
              </a:spcBef>
              <a:spcAft>
                <a:spcPts val="0"/>
              </a:spcAft>
              <a:buSzPts val="1000"/>
              <a:buNone/>
            </a:pPr>
            <a:r>
              <a:rPr lang="en-US" sz="1000"/>
              <a:t>Vấn đề là làm cho các tài nguyên trên mạng như chương trình, dữ liệu và thiết bị, đặc biệt là các thiết bị đắt tiền, có thể sẵn dùng cho mọi người trên mạng mà không cần quan tâm đến vị trí thực của tài nguyên và người dùng. </a:t>
            </a:r>
            <a:endParaRPr/>
          </a:p>
          <a:p>
            <a:pPr indent="0" lvl="0" marL="0" rtl="0" algn="l">
              <a:lnSpc>
                <a:spcPct val="90000"/>
              </a:lnSpc>
              <a:spcBef>
                <a:spcPts val="0"/>
              </a:spcBef>
              <a:spcAft>
                <a:spcPts val="0"/>
              </a:spcAft>
              <a:buSzPts val="1000"/>
              <a:buNone/>
            </a:pPr>
            <a:r>
              <a:rPr lang="en-US" sz="1000"/>
              <a:t>Về mặt thiết bị, các thiết bị chất lượng cao thường đắt tiền, chúng thường được dùng chung cho nhiều người nhằm giảm chi phí và dễ bảo quản. </a:t>
            </a:r>
            <a:endParaRPr/>
          </a:p>
          <a:p>
            <a:pPr indent="0" lvl="0" marL="0" rtl="0" algn="l">
              <a:lnSpc>
                <a:spcPct val="90000"/>
              </a:lnSpc>
              <a:spcBef>
                <a:spcPts val="0"/>
              </a:spcBef>
              <a:spcAft>
                <a:spcPts val="0"/>
              </a:spcAft>
              <a:buSzPts val="1000"/>
              <a:buNone/>
            </a:pPr>
            <a:r>
              <a:rPr lang="en-US" sz="1000"/>
              <a:t>Về mặt chương trình và dữ liệu, khi được dùng chung, mỗi thay đổi sẽ sẵn dùng cho mọi thành viên trên mạng ngay lập tức. Điều này thể hiện rất rõ tại các nơi như ngân hàng, các đại lý bán vé máy bay... </a:t>
            </a:r>
            <a:r>
              <a:rPr b="1" lang="en-US" sz="1000"/>
              <a:t>1.4.3.2 	</a:t>
            </a:r>
            <a:endParaRPr/>
          </a:p>
          <a:p>
            <a:pPr indent="0" lvl="0" marL="0" rtl="0" algn="l">
              <a:lnSpc>
                <a:spcPct val="90000"/>
              </a:lnSpc>
              <a:spcBef>
                <a:spcPts val="0"/>
              </a:spcBef>
              <a:spcAft>
                <a:spcPts val="0"/>
              </a:spcAft>
              <a:buSzPts val="1000"/>
              <a:buNone/>
            </a:pPr>
            <a:r>
              <a:rPr b="1" lang="en-US" sz="1000"/>
              <a:t>	Mạng cho phép nâng cao độ tin cậy. </a:t>
            </a:r>
            <a:endParaRPr/>
          </a:p>
          <a:p>
            <a:pPr indent="0" lvl="0" marL="0" rtl="0" algn="l">
              <a:lnSpc>
                <a:spcPct val="90000"/>
              </a:lnSpc>
              <a:spcBef>
                <a:spcPts val="0"/>
              </a:spcBef>
              <a:spcAft>
                <a:spcPts val="0"/>
              </a:spcAft>
              <a:buSzPts val="1000"/>
              <a:buNone/>
            </a:pPr>
            <a:r>
              <a:rPr lang="en-US" sz="1000"/>
              <a:t>khi có máy tính hoặc thiết bị bị hỏng, công việc vẫn có thể tiếp tục với các máy tính hoặc thiết bị khác trên mạng trong khi chờ sửa chữa. </a:t>
            </a:r>
            <a:endParaRPr/>
          </a:p>
          <a:p>
            <a:pPr indent="0" lvl="0" marL="0" rtl="0" algn="l">
              <a:lnSpc>
                <a:spcPct val="90000"/>
              </a:lnSpc>
              <a:spcBef>
                <a:spcPts val="0"/>
              </a:spcBef>
              <a:spcAft>
                <a:spcPts val="0"/>
              </a:spcAft>
              <a:buSzPts val="1000"/>
              <a:buNone/>
            </a:pPr>
            <a:r>
              <a:rPr b="1" lang="en-US" sz="1000"/>
              <a:t>	 Mạng giúp cho công việc đạt hiệu suất cao hơn. </a:t>
            </a:r>
            <a:endParaRPr/>
          </a:p>
          <a:p>
            <a:pPr indent="0" lvl="0" marL="0" rtl="0" algn="l">
              <a:lnSpc>
                <a:spcPct val="90000"/>
              </a:lnSpc>
              <a:spcBef>
                <a:spcPts val="0"/>
              </a:spcBef>
              <a:spcAft>
                <a:spcPts val="0"/>
              </a:spcAft>
              <a:buSzPts val="1000"/>
              <a:buNone/>
            </a:pPr>
            <a:r>
              <a:rPr lang="en-US" sz="1000"/>
              <a:t>Khi chương trình và dữ liệu đã dùng chung trên mạng, có thể bỏ qua một số khâu đối chiếu không cần thiết. Việc điều chỉnh chương trình (nếu có) cũng tiết kiệm thời gian hơn do chỉ cần cài đặt lại trên một máy. </a:t>
            </a:r>
            <a:endParaRPr/>
          </a:p>
          <a:p>
            <a:pPr indent="0" lvl="0" marL="0" rtl="0" algn="l">
              <a:lnSpc>
                <a:spcPct val="90000"/>
              </a:lnSpc>
              <a:spcBef>
                <a:spcPts val="0"/>
              </a:spcBef>
              <a:spcAft>
                <a:spcPts val="0"/>
              </a:spcAft>
              <a:buSzPts val="1000"/>
              <a:buNone/>
            </a:pPr>
            <a:r>
              <a:rPr lang="en-US" sz="1000"/>
              <a:t>Về mặt tổ chức, việc sao chép dữ liệu phòng hờ tiện lợi hơn do có thể giao cho chỉ một người thay vì mọi người phải tự sao chép phần của mình. </a:t>
            </a:r>
            <a:endParaRPr/>
          </a:p>
          <a:p>
            <a:pPr indent="0" lvl="3" marL="0" rtl="0" algn="l">
              <a:lnSpc>
                <a:spcPct val="90000"/>
              </a:lnSpc>
              <a:spcBef>
                <a:spcPts val="0"/>
              </a:spcBef>
              <a:spcAft>
                <a:spcPts val="0"/>
              </a:spcAft>
              <a:buSzPts val="1000"/>
              <a:buNone/>
            </a:pPr>
            <a:r>
              <a:rPr b="1" lang="en-US" sz="1000"/>
              <a:t>Tăng cường tính bảo mật thông tin. </a:t>
            </a:r>
            <a:endParaRPr sz="1000"/>
          </a:p>
          <a:p>
            <a:pPr indent="0" lvl="0" marL="0" rtl="0" algn="l">
              <a:lnSpc>
                <a:spcPct val="90000"/>
              </a:lnSpc>
              <a:spcBef>
                <a:spcPts val="0"/>
              </a:spcBef>
              <a:spcAft>
                <a:spcPts val="0"/>
              </a:spcAft>
              <a:buSzPts val="1000"/>
              <a:buNone/>
            </a:pPr>
            <a:r>
              <a:rPr lang="en-US" sz="1000"/>
              <a:t>Dữ liệu được lưu trên các máy phục vụ tập tin (file server) sẽ được bảo vệ tốt hơn so với đặt tại các máy cá nhân nhờ cơ chế bảo mật của các hệ điều hành mạng. </a:t>
            </a:r>
            <a:endParaRPr/>
          </a:p>
          <a:p>
            <a:pPr indent="0" lvl="0" marL="0" rtl="0" algn="l">
              <a:lnSpc>
                <a:spcPct val="90000"/>
              </a:lnSpc>
              <a:spcBef>
                <a:spcPts val="0"/>
              </a:spcBef>
              <a:spcAft>
                <a:spcPts val="0"/>
              </a:spcAft>
              <a:buSzPts val="1000"/>
              <a:buNone/>
            </a:pPr>
            <a:r>
              <a:rPr lang="en-US" sz="1000"/>
              <a:t>	</a:t>
            </a:r>
            <a:r>
              <a:rPr b="1" lang="en-US" sz="1000"/>
              <a:t>Tiết kiệm chi phí. </a:t>
            </a:r>
            <a:endParaRPr/>
          </a:p>
          <a:p>
            <a:pPr indent="0" lvl="0" marL="0" rtl="0" algn="l">
              <a:lnSpc>
                <a:spcPct val="90000"/>
              </a:lnSpc>
              <a:spcBef>
                <a:spcPts val="0"/>
              </a:spcBef>
              <a:spcAft>
                <a:spcPts val="0"/>
              </a:spcAft>
              <a:buSzPts val="1000"/>
              <a:buNone/>
            </a:pPr>
            <a:r>
              <a:rPr lang="en-US" sz="1000"/>
              <a:t>Việc dùng chung các thiết bị ngoại vi cho phép giảm chi phí trang bị tính trên số người dùng. Về phần mềm, nhiều nhà sản xuất phần mềm cung cấp cả những ấn bản cho nhiều người dùng, với chi phí thấp hơn tính trên mỗi người dùng. </a:t>
            </a:r>
            <a:endParaRPr/>
          </a:p>
          <a:p>
            <a:pPr indent="0" lvl="0" marL="0" rtl="0" algn="l">
              <a:lnSpc>
                <a:spcPct val="90000"/>
              </a:lnSpc>
              <a:spcBef>
                <a:spcPts val="0"/>
              </a:spcBef>
              <a:spcAft>
                <a:spcPts val="0"/>
              </a:spcAft>
              <a:buSzPts val="1000"/>
              <a:buNone/>
            </a:pPr>
            <a:r>
              <a:t/>
            </a:r>
            <a:endParaRPr sz="1000"/>
          </a:p>
          <a:p>
            <a:pPr indent="0" lvl="0" marL="0" rtl="0" algn="l">
              <a:spcBef>
                <a:spcPts val="0"/>
              </a:spcBef>
              <a:spcAft>
                <a:spcPts val="0"/>
              </a:spcAft>
              <a:buNone/>
            </a:pPr>
            <a:r>
              <a:t/>
            </a:r>
            <a:endParaRPr sz="1000"/>
          </a:p>
        </p:txBody>
      </p:sp>
      <p:sp>
        <p:nvSpPr>
          <p:cNvPr id="426" name="Google Shape;426;p12:notes"/>
          <p:cNvSpPr txBox="1"/>
          <p:nvPr/>
        </p:nvSpPr>
        <p:spPr>
          <a:xfrm>
            <a:off x="0" y="8747125"/>
            <a:ext cx="2971800" cy="460375"/>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GV Lê Văn Hùng</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13:notes"/>
          <p:cNvSpPr/>
          <p:nvPr>
            <p:ph idx="2" type="sldImg"/>
          </p:nvPr>
        </p:nvSpPr>
        <p:spPr>
          <a:xfrm>
            <a:off x="1127125" y="690562"/>
            <a:ext cx="4603750" cy="34528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5" name="Google Shape;435;p13:notes"/>
          <p:cNvSpPr txBox="1"/>
          <p:nvPr>
            <p:ph idx="1" type="body"/>
          </p:nvPr>
        </p:nvSpPr>
        <p:spPr>
          <a:xfrm>
            <a:off x="914400" y="4373562"/>
            <a:ext cx="5029200" cy="4143375"/>
          </a:xfrm>
          <a:prstGeom prst="rect">
            <a:avLst/>
          </a:prstGeom>
          <a:noFill/>
          <a:ln>
            <a:noFill/>
          </a:ln>
        </p:spPr>
        <p:txBody>
          <a:bodyPr anchorCtr="0" anchor="t" bIns="45700" lIns="91425" spcFirstLastPara="1" rIns="91425" wrap="square" tIns="45700">
            <a:noAutofit/>
          </a:bodyPr>
          <a:lstStyle/>
          <a:p>
            <a:pPr indent="0" lvl="3" marL="0" rtl="0" algn="l">
              <a:lnSpc>
                <a:spcPct val="90000"/>
              </a:lnSpc>
              <a:spcBef>
                <a:spcPts val="0"/>
              </a:spcBef>
              <a:spcAft>
                <a:spcPts val="0"/>
              </a:spcAft>
              <a:buSzPts val="1000"/>
              <a:buNone/>
            </a:pPr>
            <a:r>
              <a:rPr b="1" lang="en-US" sz="1000"/>
              <a:t>Mạng tạo khả năng dùng chung tài nguyên cho các người dùng. </a:t>
            </a:r>
            <a:endParaRPr/>
          </a:p>
          <a:p>
            <a:pPr indent="0" lvl="0" marL="0" rtl="0" algn="l">
              <a:lnSpc>
                <a:spcPct val="90000"/>
              </a:lnSpc>
              <a:spcBef>
                <a:spcPts val="0"/>
              </a:spcBef>
              <a:spcAft>
                <a:spcPts val="0"/>
              </a:spcAft>
              <a:buSzPts val="1000"/>
              <a:buNone/>
            </a:pPr>
            <a:r>
              <a:rPr lang="en-US" sz="1000"/>
              <a:t>Vấn đề là làm cho các tài nguyên trên mạng như chương trình, dữ liệu và thiết bị, đặc biệt là các thiết bị đắt tiền, có thể sẵn dùng cho mọi người trên mạng mà không cần quan tâm đến vị trí thực của tài nguyên và người dùng. </a:t>
            </a:r>
            <a:endParaRPr/>
          </a:p>
          <a:p>
            <a:pPr indent="0" lvl="0" marL="0" rtl="0" algn="l">
              <a:lnSpc>
                <a:spcPct val="90000"/>
              </a:lnSpc>
              <a:spcBef>
                <a:spcPts val="0"/>
              </a:spcBef>
              <a:spcAft>
                <a:spcPts val="0"/>
              </a:spcAft>
              <a:buSzPts val="1000"/>
              <a:buNone/>
            </a:pPr>
            <a:r>
              <a:rPr lang="en-US" sz="1000"/>
              <a:t>Về mặt thiết bị, các thiết bị chất lượng cao thường đắt tiền, chúng thường được dùng chung cho nhiều người nhằm giảm chi phí và dễ bảo quản. </a:t>
            </a:r>
            <a:endParaRPr/>
          </a:p>
          <a:p>
            <a:pPr indent="0" lvl="0" marL="0" rtl="0" algn="l">
              <a:lnSpc>
                <a:spcPct val="90000"/>
              </a:lnSpc>
              <a:spcBef>
                <a:spcPts val="0"/>
              </a:spcBef>
              <a:spcAft>
                <a:spcPts val="0"/>
              </a:spcAft>
              <a:buSzPts val="1000"/>
              <a:buNone/>
            </a:pPr>
            <a:r>
              <a:rPr lang="en-US" sz="1000"/>
              <a:t>Về mặt chương trình và dữ liệu, khi được dùng chung, mỗi thay đổi sẽ sẵn dùng cho mọi thành viên trên mạng ngay lập tức. Điều này thể hiện rất rõ tại các nơi như ngân hàng, các đại lý bán vé máy bay... </a:t>
            </a:r>
            <a:r>
              <a:rPr b="1" lang="en-US" sz="1000"/>
              <a:t>1.4.3.2 	</a:t>
            </a:r>
            <a:endParaRPr/>
          </a:p>
          <a:p>
            <a:pPr indent="0" lvl="0" marL="0" rtl="0" algn="l">
              <a:lnSpc>
                <a:spcPct val="90000"/>
              </a:lnSpc>
              <a:spcBef>
                <a:spcPts val="0"/>
              </a:spcBef>
              <a:spcAft>
                <a:spcPts val="0"/>
              </a:spcAft>
              <a:buSzPts val="1000"/>
              <a:buNone/>
            </a:pPr>
            <a:r>
              <a:rPr b="1" lang="en-US" sz="1000"/>
              <a:t>	Mạng cho phép nâng cao độ tin cậy. </a:t>
            </a:r>
            <a:endParaRPr/>
          </a:p>
          <a:p>
            <a:pPr indent="0" lvl="0" marL="0" rtl="0" algn="l">
              <a:lnSpc>
                <a:spcPct val="90000"/>
              </a:lnSpc>
              <a:spcBef>
                <a:spcPts val="0"/>
              </a:spcBef>
              <a:spcAft>
                <a:spcPts val="0"/>
              </a:spcAft>
              <a:buSzPts val="1000"/>
              <a:buNone/>
            </a:pPr>
            <a:r>
              <a:rPr lang="en-US" sz="1000"/>
              <a:t>khi có máy tính hoặc thiết bị bị hỏng, công việc vẫn có thể tiếp tục với các máy tính hoặc thiết bị khác trên mạng trong khi chờ sửa chữa. </a:t>
            </a:r>
            <a:endParaRPr/>
          </a:p>
          <a:p>
            <a:pPr indent="0" lvl="0" marL="0" rtl="0" algn="l">
              <a:lnSpc>
                <a:spcPct val="90000"/>
              </a:lnSpc>
              <a:spcBef>
                <a:spcPts val="0"/>
              </a:spcBef>
              <a:spcAft>
                <a:spcPts val="0"/>
              </a:spcAft>
              <a:buSzPts val="1000"/>
              <a:buNone/>
            </a:pPr>
            <a:r>
              <a:rPr b="1" lang="en-US" sz="1000"/>
              <a:t>	 Mạng giúp cho công việc đạt hiệu suất cao hơn. </a:t>
            </a:r>
            <a:endParaRPr/>
          </a:p>
          <a:p>
            <a:pPr indent="0" lvl="0" marL="0" rtl="0" algn="l">
              <a:lnSpc>
                <a:spcPct val="90000"/>
              </a:lnSpc>
              <a:spcBef>
                <a:spcPts val="0"/>
              </a:spcBef>
              <a:spcAft>
                <a:spcPts val="0"/>
              </a:spcAft>
              <a:buSzPts val="1000"/>
              <a:buNone/>
            </a:pPr>
            <a:r>
              <a:rPr lang="en-US" sz="1000"/>
              <a:t>Khi chương trình và dữ liệu đã dùng chung trên mạng, có thể bỏ qua một số khâu đối chiếu không cần thiết. Việc điều chỉnh chương trình (nếu có) cũng tiết kiệm thời gian hơn do chỉ cần cài đặt lại trên một máy. </a:t>
            </a:r>
            <a:endParaRPr/>
          </a:p>
          <a:p>
            <a:pPr indent="0" lvl="0" marL="0" rtl="0" algn="l">
              <a:lnSpc>
                <a:spcPct val="90000"/>
              </a:lnSpc>
              <a:spcBef>
                <a:spcPts val="0"/>
              </a:spcBef>
              <a:spcAft>
                <a:spcPts val="0"/>
              </a:spcAft>
              <a:buSzPts val="1000"/>
              <a:buNone/>
            </a:pPr>
            <a:r>
              <a:rPr lang="en-US" sz="1000"/>
              <a:t>Về mặt tổ chức, việc sao chép dữ liệu phòng hờ tiện lợi hơn do có thể giao cho chỉ một người thay vì mọi người phải tự sao chép phần của mình. </a:t>
            </a:r>
            <a:endParaRPr/>
          </a:p>
          <a:p>
            <a:pPr indent="0" lvl="3" marL="0" rtl="0" algn="l">
              <a:lnSpc>
                <a:spcPct val="90000"/>
              </a:lnSpc>
              <a:spcBef>
                <a:spcPts val="0"/>
              </a:spcBef>
              <a:spcAft>
                <a:spcPts val="0"/>
              </a:spcAft>
              <a:buSzPts val="1000"/>
              <a:buNone/>
            </a:pPr>
            <a:r>
              <a:rPr b="1" lang="en-US" sz="1000"/>
              <a:t>Tăng cường tính bảo mật thông tin. </a:t>
            </a:r>
            <a:endParaRPr sz="1000"/>
          </a:p>
          <a:p>
            <a:pPr indent="0" lvl="0" marL="0" rtl="0" algn="l">
              <a:lnSpc>
                <a:spcPct val="90000"/>
              </a:lnSpc>
              <a:spcBef>
                <a:spcPts val="0"/>
              </a:spcBef>
              <a:spcAft>
                <a:spcPts val="0"/>
              </a:spcAft>
              <a:buSzPts val="1000"/>
              <a:buNone/>
            </a:pPr>
            <a:r>
              <a:rPr lang="en-US" sz="1000"/>
              <a:t>Dữ liệu được lưu trên các máy phục vụ tập tin (file server) sẽ được bảo vệ tốt hơn so với đặt tại các máy cá nhân nhờ cơ chế bảo mật của các hệ điều hành mạng. </a:t>
            </a:r>
            <a:endParaRPr/>
          </a:p>
          <a:p>
            <a:pPr indent="0" lvl="0" marL="0" rtl="0" algn="l">
              <a:lnSpc>
                <a:spcPct val="90000"/>
              </a:lnSpc>
              <a:spcBef>
                <a:spcPts val="0"/>
              </a:spcBef>
              <a:spcAft>
                <a:spcPts val="0"/>
              </a:spcAft>
              <a:buSzPts val="1000"/>
              <a:buNone/>
            </a:pPr>
            <a:r>
              <a:rPr lang="en-US" sz="1000"/>
              <a:t>	</a:t>
            </a:r>
            <a:r>
              <a:rPr b="1" lang="en-US" sz="1000"/>
              <a:t>Tiết kiệm chi phí. </a:t>
            </a:r>
            <a:endParaRPr/>
          </a:p>
          <a:p>
            <a:pPr indent="0" lvl="0" marL="0" rtl="0" algn="l">
              <a:lnSpc>
                <a:spcPct val="90000"/>
              </a:lnSpc>
              <a:spcBef>
                <a:spcPts val="0"/>
              </a:spcBef>
              <a:spcAft>
                <a:spcPts val="0"/>
              </a:spcAft>
              <a:buSzPts val="1000"/>
              <a:buNone/>
            </a:pPr>
            <a:r>
              <a:rPr lang="en-US" sz="1000"/>
              <a:t>Việc dùng chung các thiết bị ngoại vi cho phép giảm chi phí trang bị tính trên số người dùng. Về phần mềm, nhiều nhà sản xuất phần mềm cung cấp cả những ấn bản cho nhiều người dùng, với chi phí thấp hơn tính trên mỗi người dùng. </a:t>
            </a:r>
            <a:endParaRPr/>
          </a:p>
          <a:p>
            <a:pPr indent="0" lvl="0" marL="0" rtl="0" algn="l">
              <a:lnSpc>
                <a:spcPct val="90000"/>
              </a:lnSpc>
              <a:spcBef>
                <a:spcPts val="0"/>
              </a:spcBef>
              <a:spcAft>
                <a:spcPts val="0"/>
              </a:spcAft>
              <a:buSzPts val="1000"/>
              <a:buNone/>
            </a:pPr>
            <a:r>
              <a:t/>
            </a:r>
            <a:endParaRPr sz="1000"/>
          </a:p>
          <a:p>
            <a:pPr indent="0" lvl="0" marL="0" rtl="0" algn="l">
              <a:spcBef>
                <a:spcPts val="0"/>
              </a:spcBef>
              <a:spcAft>
                <a:spcPts val="0"/>
              </a:spcAft>
              <a:buNone/>
            </a:pPr>
            <a:r>
              <a:t/>
            </a:r>
            <a:endParaRPr sz="1000"/>
          </a:p>
        </p:txBody>
      </p:sp>
      <p:sp>
        <p:nvSpPr>
          <p:cNvPr id="436" name="Google Shape;436;p13:notes"/>
          <p:cNvSpPr txBox="1"/>
          <p:nvPr/>
        </p:nvSpPr>
        <p:spPr>
          <a:xfrm>
            <a:off x="0" y="8747125"/>
            <a:ext cx="2971800" cy="460375"/>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GV Lê Văn Hùng</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14:notes"/>
          <p:cNvSpPr/>
          <p:nvPr>
            <p:ph idx="2" type="sldImg"/>
          </p:nvPr>
        </p:nvSpPr>
        <p:spPr>
          <a:xfrm>
            <a:off x="1127125" y="690562"/>
            <a:ext cx="4603750" cy="34528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5" name="Google Shape;445;p14:notes"/>
          <p:cNvSpPr txBox="1"/>
          <p:nvPr>
            <p:ph idx="1" type="body"/>
          </p:nvPr>
        </p:nvSpPr>
        <p:spPr>
          <a:xfrm>
            <a:off x="914400" y="4373562"/>
            <a:ext cx="5029200" cy="4143375"/>
          </a:xfrm>
          <a:prstGeom prst="rect">
            <a:avLst/>
          </a:prstGeom>
          <a:noFill/>
          <a:ln>
            <a:noFill/>
          </a:ln>
        </p:spPr>
        <p:txBody>
          <a:bodyPr anchorCtr="0" anchor="t" bIns="45700" lIns="91425" spcFirstLastPara="1" rIns="91425" wrap="square" tIns="45700">
            <a:noAutofit/>
          </a:bodyPr>
          <a:lstStyle/>
          <a:p>
            <a:pPr indent="0" lvl="3" marL="0" rtl="0" algn="l">
              <a:lnSpc>
                <a:spcPct val="90000"/>
              </a:lnSpc>
              <a:spcBef>
                <a:spcPts val="0"/>
              </a:spcBef>
              <a:spcAft>
                <a:spcPts val="0"/>
              </a:spcAft>
              <a:buSzPts val="1000"/>
              <a:buNone/>
            </a:pPr>
            <a:r>
              <a:rPr b="1" lang="en-US" sz="1000"/>
              <a:t>Mạng tạo khả năng dùng chung tài nguyên cho các người dùng. </a:t>
            </a:r>
            <a:endParaRPr/>
          </a:p>
          <a:p>
            <a:pPr indent="0" lvl="0" marL="0" rtl="0" algn="l">
              <a:lnSpc>
                <a:spcPct val="90000"/>
              </a:lnSpc>
              <a:spcBef>
                <a:spcPts val="0"/>
              </a:spcBef>
              <a:spcAft>
                <a:spcPts val="0"/>
              </a:spcAft>
              <a:buSzPts val="1000"/>
              <a:buNone/>
            </a:pPr>
            <a:r>
              <a:rPr lang="en-US" sz="1000"/>
              <a:t>Vấn đề là làm cho các tài nguyên trên mạng như chương trình, dữ liệu và thiết bị, đặc biệt là các thiết bị đắt tiền, có thể sẵn dùng cho mọi người trên mạng mà không cần quan tâm đến vị trí thực của tài nguyên và người dùng. </a:t>
            </a:r>
            <a:endParaRPr/>
          </a:p>
          <a:p>
            <a:pPr indent="0" lvl="0" marL="0" rtl="0" algn="l">
              <a:lnSpc>
                <a:spcPct val="90000"/>
              </a:lnSpc>
              <a:spcBef>
                <a:spcPts val="0"/>
              </a:spcBef>
              <a:spcAft>
                <a:spcPts val="0"/>
              </a:spcAft>
              <a:buSzPts val="1000"/>
              <a:buNone/>
            </a:pPr>
            <a:r>
              <a:rPr lang="en-US" sz="1000"/>
              <a:t>Về mặt thiết bị, các thiết bị chất lượng cao thường đắt tiền, chúng thường được dùng chung cho nhiều người nhằm giảm chi phí và dễ bảo quản. </a:t>
            </a:r>
            <a:endParaRPr/>
          </a:p>
          <a:p>
            <a:pPr indent="0" lvl="0" marL="0" rtl="0" algn="l">
              <a:lnSpc>
                <a:spcPct val="90000"/>
              </a:lnSpc>
              <a:spcBef>
                <a:spcPts val="0"/>
              </a:spcBef>
              <a:spcAft>
                <a:spcPts val="0"/>
              </a:spcAft>
              <a:buSzPts val="1000"/>
              <a:buNone/>
            </a:pPr>
            <a:r>
              <a:rPr lang="en-US" sz="1000"/>
              <a:t>Về mặt chương trình và dữ liệu, khi được dùng chung, mỗi thay đổi sẽ sẵn dùng cho mọi thành viên trên mạng ngay lập tức. Điều này thể hiện rất rõ tại các nơi như ngân hàng, các đại lý bán vé máy bay... </a:t>
            </a:r>
            <a:r>
              <a:rPr b="1" lang="en-US" sz="1000"/>
              <a:t>1.4.3.2 	</a:t>
            </a:r>
            <a:endParaRPr/>
          </a:p>
          <a:p>
            <a:pPr indent="0" lvl="0" marL="0" rtl="0" algn="l">
              <a:lnSpc>
                <a:spcPct val="90000"/>
              </a:lnSpc>
              <a:spcBef>
                <a:spcPts val="0"/>
              </a:spcBef>
              <a:spcAft>
                <a:spcPts val="0"/>
              </a:spcAft>
              <a:buSzPts val="1000"/>
              <a:buNone/>
            </a:pPr>
            <a:r>
              <a:rPr b="1" lang="en-US" sz="1000"/>
              <a:t>	Mạng cho phép nâng cao độ tin cậy. </a:t>
            </a:r>
            <a:endParaRPr/>
          </a:p>
          <a:p>
            <a:pPr indent="0" lvl="0" marL="0" rtl="0" algn="l">
              <a:lnSpc>
                <a:spcPct val="90000"/>
              </a:lnSpc>
              <a:spcBef>
                <a:spcPts val="0"/>
              </a:spcBef>
              <a:spcAft>
                <a:spcPts val="0"/>
              </a:spcAft>
              <a:buSzPts val="1000"/>
              <a:buNone/>
            </a:pPr>
            <a:r>
              <a:rPr lang="en-US" sz="1000"/>
              <a:t>khi có máy tính hoặc thiết bị bị hỏng, công việc vẫn có thể tiếp tục với các máy tính hoặc thiết bị khác trên mạng trong khi chờ sửa chữa. </a:t>
            </a:r>
            <a:endParaRPr/>
          </a:p>
          <a:p>
            <a:pPr indent="0" lvl="0" marL="0" rtl="0" algn="l">
              <a:lnSpc>
                <a:spcPct val="90000"/>
              </a:lnSpc>
              <a:spcBef>
                <a:spcPts val="0"/>
              </a:spcBef>
              <a:spcAft>
                <a:spcPts val="0"/>
              </a:spcAft>
              <a:buSzPts val="1000"/>
              <a:buNone/>
            </a:pPr>
            <a:r>
              <a:rPr b="1" lang="en-US" sz="1000"/>
              <a:t>	 Mạng giúp cho công việc đạt hiệu suất cao hơn. </a:t>
            </a:r>
            <a:endParaRPr/>
          </a:p>
          <a:p>
            <a:pPr indent="0" lvl="0" marL="0" rtl="0" algn="l">
              <a:lnSpc>
                <a:spcPct val="90000"/>
              </a:lnSpc>
              <a:spcBef>
                <a:spcPts val="0"/>
              </a:spcBef>
              <a:spcAft>
                <a:spcPts val="0"/>
              </a:spcAft>
              <a:buSzPts val="1000"/>
              <a:buNone/>
            </a:pPr>
            <a:r>
              <a:rPr lang="en-US" sz="1000"/>
              <a:t>Khi chương trình và dữ liệu đã dùng chung trên mạng, có thể bỏ qua một số khâu đối chiếu không cần thiết. Việc điều chỉnh chương trình (nếu có) cũng tiết kiệm thời gian hơn do chỉ cần cài đặt lại trên một máy. </a:t>
            </a:r>
            <a:endParaRPr/>
          </a:p>
          <a:p>
            <a:pPr indent="0" lvl="0" marL="0" rtl="0" algn="l">
              <a:lnSpc>
                <a:spcPct val="90000"/>
              </a:lnSpc>
              <a:spcBef>
                <a:spcPts val="0"/>
              </a:spcBef>
              <a:spcAft>
                <a:spcPts val="0"/>
              </a:spcAft>
              <a:buSzPts val="1000"/>
              <a:buNone/>
            </a:pPr>
            <a:r>
              <a:rPr lang="en-US" sz="1000"/>
              <a:t>Về mặt tổ chức, việc sao chép dữ liệu phòng hờ tiện lợi hơn do có thể giao cho chỉ một người thay vì mọi người phải tự sao chép phần của mình. </a:t>
            </a:r>
            <a:endParaRPr/>
          </a:p>
          <a:p>
            <a:pPr indent="0" lvl="3" marL="0" rtl="0" algn="l">
              <a:lnSpc>
                <a:spcPct val="90000"/>
              </a:lnSpc>
              <a:spcBef>
                <a:spcPts val="0"/>
              </a:spcBef>
              <a:spcAft>
                <a:spcPts val="0"/>
              </a:spcAft>
              <a:buSzPts val="1000"/>
              <a:buNone/>
            </a:pPr>
            <a:r>
              <a:rPr b="1" lang="en-US" sz="1000"/>
              <a:t>Tăng cường tính bảo mật thông tin. </a:t>
            </a:r>
            <a:endParaRPr sz="1000"/>
          </a:p>
          <a:p>
            <a:pPr indent="0" lvl="0" marL="0" rtl="0" algn="l">
              <a:lnSpc>
                <a:spcPct val="90000"/>
              </a:lnSpc>
              <a:spcBef>
                <a:spcPts val="0"/>
              </a:spcBef>
              <a:spcAft>
                <a:spcPts val="0"/>
              </a:spcAft>
              <a:buSzPts val="1000"/>
              <a:buNone/>
            </a:pPr>
            <a:r>
              <a:rPr lang="en-US" sz="1000"/>
              <a:t>Dữ liệu được lưu trên các máy phục vụ tập tin (file server) sẽ được bảo vệ tốt hơn so với đặt tại các máy cá nhân nhờ cơ chế bảo mật của các hệ điều hành mạng. </a:t>
            </a:r>
            <a:endParaRPr/>
          </a:p>
          <a:p>
            <a:pPr indent="0" lvl="0" marL="0" rtl="0" algn="l">
              <a:lnSpc>
                <a:spcPct val="90000"/>
              </a:lnSpc>
              <a:spcBef>
                <a:spcPts val="0"/>
              </a:spcBef>
              <a:spcAft>
                <a:spcPts val="0"/>
              </a:spcAft>
              <a:buSzPts val="1000"/>
              <a:buNone/>
            </a:pPr>
            <a:r>
              <a:rPr lang="en-US" sz="1000"/>
              <a:t>	</a:t>
            </a:r>
            <a:r>
              <a:rPr b="1" lang="en-US" sz="1000"/>
              <a:t>Tiết kiệm chi phí. </a:t>
            </a:r>
            <a:endParaRPr/>
          </a:p>
          <a:p>
            <a:pPr indent="0" lvl="0" marL="0" rtl="0" algn="l">
              <a:lnSpc>
                <a:spcPct val="90000"/>
              </a:lnSpc>
              <a:spcBef>
                <a:spcPts val="0"/>
              </a:spcBef>
              <a:spcAft>
                <a:spcPts val="0"/>
              </a:spcAft>
              <a:buSzPts val="1000"/>
              <a:buNone/>
            </a:pPr>
            <a:r>
              <a:rPr lang="en-US" sz="1000"/>
              <a:t>Việc dùng chung các thiết bị ngoại vi cho phép giảm chi phí trang bị tính trên số người dùng. Về phần mềm, nhiều nhà sản xuất phần mềm cung cấp cả những ấn bản cho nhiều người dùng, với chi phí thấp hơn tính trên mỗi người dùng. </a:t>
            </a:r>
            <a:endParaRPr/>
          </a:p>
          <a:p>
            <a:pPr indent="0" lvl="0" marL="0" rtl="0" algn="l">
              <a:lnSpc>
                <a:spcPct val="90000"/>
              </a:lnSpc>
              <a:spcBef>
                <a:spcPts val="0"/>
              </a:spcBef>
              <a:spcAft>
                <a:spcPts val="0"/>
              </a:spcAft>
              <a:buSzPts val="1000"/>
              <a:buNone/>
            </a:pPr>
            <a:r>
              <a:t/>
            </a:r>
            <a:endParaRPr sz="1000"/>
          </a:p>
          <a:p>
            <a:pPr indent="0" lvl="0" marL="0" rtl="0" algn="l">
              <a:spcBef>
                <a:spcPts val="0"/>
              </a:spcBef>
              <a:spcAft>
                <a:spcPts val="0"/>
              </a:spcAft>
              <a:buNone/>
            </a:pPr>
            <a:r>
              <a:t/>
            </a:r>
            <a:endParaRPr sz="1000"/>
          </a:p>
        </p:txBody>
      </p:sp>
      <p:sp>
        <p:nvSpPr>
          <p:cNvPr id="446" name="Google Shape;446;p14:notes"/>
          <p:cNvSpPr txBox="1"/>
          <p:nvPr/>
        </p:nvSpPr>
        <p:spPr>
          <a:xfrm>
            <a:off x="0" y="8747125"/>
            <a:ext cx="2971800" cy="460375"/>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GV Lê Văn Hùng</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5:notes"/>
          <p:cNvSpPr/>
          <p:nvPr>
            <p:ph idx="2" type="sldImg"/>
          </p:nvPr>
        </p:nvSpPr>
        <p:spPr>
          <a:xfrm>
            <a:off x="1127125" y="690562"/>
            <a:ext cx="4603750" cy="34528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6" name="Google Shape;456;p15:notes"/>
          <p:cNvSpPr txBox="1"/>
          <p:nvPr>
            <p:ph idx="1" type="body"/>
          </p:nvPr>
        </p:nvSpPr>
        <p:spPr>
          <a:xfrm>
            <a:off x="914400" y="4373562"/>
            <a:ext cx="5029200" cy="4143375"/>
          </a:xfrm>
          <a:prstGeom prst="rect">
            <a:avLst/>
          </a:prstGeom>
          <a:noFill/>
          <a:ln>
            <a:noFill/>
          </a:ln>
        </p:spPr>
        <p:txBody>
          <a:bodyPr anchorCtr="0" anchor="t" bIns="45700" lIns="91425" spcFirstLastPara="1" rIns="91425" wrap="square" tIns="45700">
            <a:noAutofit/>
          </a:bodyPr>
          <a:lstStyle/>
          <a:p>
            <a:pPr indent="0" lvl="3" marL="0" rtl="0" algn="l">
              <a:lnSpc>
                <a:spcPct val="90000"/>
              </a:lnSpc>
              <a:spcBef>
                <a:spcPts val="0"/>
              </a:spcBef>
              <a:spcAft>
                <a:spcPts val="0"/>
              </a:spcAft>
              <a:buSzPts val="1000"/>
              <a:buNone/>
            </a:pPr>
            <a:r>
              <a:rPr b="1" lang="en-US" sz="1000"/>
              <a:t>Mạng tạo khả năng dùng chung tài nguyên cho các người dùng. </a:t>
            </a:r>
            <a:endParaRPr/>
          </a:p>
          <a:p>
            <a:pPr indent="0" lvl="0" marL="0" rtl="0" algn="l">
              <a:lnSpc>
                <a:spcPct val="90000"/>
              </a:lnSpc>
              <a:spcBef>
                <a:spcPts val="0"/>
              </a:spcBef>
              <a:spcAft>
                <a:spcPts val="0"/>
              </a:spcAft>
              <a:buSzPts val="1000"/>
              <a:buNone/>
            </a:pPr>
            <a:r>
              <a:rPr lang="en-US" sz="1000"/>
              <a:t>Vấn đề là làm cho các tài nguyên trên mạng như chương trình, dữ liệu và thiết bị, đặc biệt là các thiết bị đắt tiền, có thể sẵn dùng cho mọi người trên mạng mà không cần quan tâm đến vị trí thực của tài nguyên và người dùng. </a:t>
            </a:r>
            <a:endParaRPr/>
          </a:p>
          <a:p>
            <a:pPr indent="0" lvl="0" marL="0" rtl="0" algn="l">
              <a:lnSpc>
                <a:spcPct val="90000"/>
              </a:lnSpc>
              <a:spcBef>
                <a:spcPts val="0"/>
              </a:spcBef>
              <a:spcAft>
                <a:spcPts val="0"/>
              </a:spcAft>
              <a:buSzPts val="1000"/>
              <a:buNone/>
            </a:pPr>
            <a:r>
              <a:rPr lang="en-US" sz="1000"/>
              <a:t>Về mặt thiết bị, các thiết bị chất lượng cao thường đắt tiền, chúng thường được dùng chung cho nhiều người nhằm giảm chi phí và dễ bảo quản. </a:t>
            </a:r>
            <a:endParaRPr/>
          </a:p>
          <a:p>
            <a:pPr indent="0" lvl="0" marL="0" rtl="0" algn="l">
              <a:lnSpc>
                <a:spcPct val="90000"/>
              </a:lnSpc>
              <a:spcBef>
                <a:spcPts val="0"/>
              </a:spcBef>
              <a:spcAft>
                <a:spcPts val="0"/>
              </a:spcAft>
              <a:buSzPts val="1000"/>
              <a:buNone/>
            </a:pPr>
            <a:r>
              <a:rPr lang="en-US" sz="1000"/>
              <a:t>Về mặt chương trình và dữ liệu, khi được dùng chung, mỗi thay đổi sẽ sẵn dùng cho mọi thành viên trên mạng ngay lập tức. Điều này thể hiện rất rõ tại các nơi như ngân hàng, các đại lý bán vé máy bay... </a:t>
            </a:r>
            <a:r>
              <a:rPr b="1" lang="en-US" sz="1000"/>
              <a:t>1.4.3.2 	</a:t>
            </a:r>
            <a:endParaRPr/>
          </a:p>
          <a:p>
            <a:pPr indent="0" lvl="0" marL="0" rtl="0" algn="l">
              <a:lnSpc>
                <a:spcPct val="90000"/>
              </a:lnSpc>
              <a:spcBef>
                <a:spcPts val="0"/>
              </a:spcBef>
              <a:spcAft>
                <a:spcPts val="0"/>
              </a:spcAft>
              <a:buSzPts val="1000"/>
              <a:buNone/>
            </a:pPr>
            <a:r>
              <a:rPr b="1" lang="en-US" sz="1000"/>
              <a:t>	Mạng cho phép nâng cao độ tin cậy. </a:t>
            </a:r>
            <a:endParaRPr/>
          </a:p>
          <a:p>
            <a:pPr indent="0" lvl="0" marL="0" rtl="0" algn="l">
              <a:lnSpc>
                <a:spcPct val="90000"/>
              </a:lnSpc>
              <a:spcBef>
                <a:spcPts val="0"/>
              </a:spcBef>
              <a:spcAft>
                <a:spcPts val="0"/>
              </a:spcAft>
              <a:buSzPts val="1000"/>
              <a:buNone/>
            </a:pPr>
            <a:r>
              <a:rPr lang="en-US" sz="1000"/>
              <a:t>khi có máy tính hoặc thiết bị bị hỏng, công việc vẫn có thể tiếp tục với các máy tính hoặc thiết bị khác trên mạng trong khi chờ sửa chữa. </a:t>
            </a:r>
            <a:endParaRPr/>
          </a:p>
          <a:p>
            <a:pPr indent="0" lvl="0" marL="0" rtl="0" algn="l">
              <a:lnSpc>
                <a:spcPct val="90000"/>
              </a:lnSpc>
              <a:spcBef>
                <a:spcPts val="0"/>
              </a:spcBef>
              <a:spcAft>
                <a:spcPts val="0"/>
              </a:spcAft>
              <a:buSzPts val="1000"/>
              <a:buNone/>
            </a:pPr>
            <a:r>
              <a:rPr b="1" lang="en-US" sz="1000"/>
              <a:t>	 Mạng giúp cho công việc đạt hiệu suất cao hơn. </a:t>
            </a:r>
            <a:endParaRPr/>
          </a:p>
          <a:p>
            <a:pPr indent="0" lvl="0" marL="0" rtl="0" algn="l">
              <a:lnSpc>
                <a:spcPct val="90000"/>
              </a:lnSpc>
              <a:spcBef>
                <a:spcPts val="0"/>
              </a:spcBef>
              <a:spcAft>
                <a:spcPts val="0"/>
              </a:spcAft>
              <a:buSzPts val="1000"/>
              <a:buNone/>
            </a:pPr>
            <a:r>
              <a:rPr lang="en-US" sz="1000"/>
              <a:t>Khi chương trình và dữ liệu đã dùng chung trên mạng, có thể bỏ qua một số khâu đối chiếu không cần thiết. Việc điều chỉnh chương trình (nếu có) cũng tiết kiệm thời gian hơn do chỉ cần cài đặt lại trên một máy. </a:t>
            </a:r>
            <a:endParaRPr/>
          </a:p>
          <a:p>
            <a:pPr indent="0" lvl="0" marL="0" rtl="0" algn="l">
              <a:lnSpc>
                <a:spcPct val="90000"/>
              </a:lnSpc>
              <a:spcBef>
                <a:spcPts val="0"/>
              </a:spcBef>
              <a:spcAft>
                <a:spcPts val="0"/>
              </a:spcAft>
              <a:buSzPts val="1000"/>
              <a:buNone/>
            </a:pPr>
            <a:r>
              <a:rPr lang="en-US" sz="1000"/>
              <a:t>Về mặt tổ chức, việc sao chép dữ liệu phòng hờ tiện lợi hơn do có thể giao cho chỉ một người thay vì mọi người phải tự sao chép phần của mình. </a:t>
            </a:r>
            <a:endParaRPr/>
          </a:p>
          <a:p>
            <a:pPr indent="0" lvl="3" marL="0" rtl="0" algn="l">
              <a:lnSpc>
                <a:spcPct val="90000"/>
              </a:lnSpc>
              <a:spcBef>
                <a:spcPts val="0"/>
              </a:spcBef>
              <a:spcAft>
                <a:spcPts val="0"/>
              </a:spcAft>
              <a:buSzPts val="1000"/>
              <a:buNone/>
            </a:pPr>
            <a:r>
              <a:rPr b="1" lang="en-US" sz="1000"/>
              <a:t>Tăng cường tính bảo mật thông tin. </a:t>
            </a:r>
            <a:endParaRPr sz="1000"/>
          </a:p>
          <a:p>
            <a:pPr indent="0" lvl="0" marL="0" rtl="0" algn="l">
              <a:lnSpc>
                <a:spcPct val="90000"/>
              </a:lnSpc>
              <a:spcBef>
                <a:spcPts val="0"/>
              </a:spcBef>
              <a:spcAft>
                <a:spcPts val="0"/>
              </a:spcAft>
              <a:buSzPts val="1000"/>
              <a:buNone/>
            </a:pPr>
            <a:r>
              <a:rPr lang="en-US" sz="1000"/>
              <a:t>Dữ liệu được lưu trên các máy phục vụ tập tin (file server) sẽ được bảo vệ tốt hơn so với đặt tại các máy cá nhân nhờ cơ chế bảo mật của các hệ điều hành mạng. </a:t>
            </a:r>
            <a:endParaRPr/>
          </a:p>
          <a:p>
            <a:pPr indent="0" lvl="0" marL="0" rtl="0" algn="l">
              <a:lnSpc>
                <a:spcPct val="90000"/>
              </a:lnSpc>
              <a:spcBef>
                <a:spcPts val="0"/>
              </a:spcBef>
              <a:spcAft>
                <a:spcPts val="0"/>
              </a:spcAft>
              <a:buSzPts val="1000"/>
              <a:buNone/>
            </a:pPr>
            <a:r>
              <a:rPr lang="en-US" sz="1000"/>
              <a:t>	</a:t>
            </a:r>
            <a:r>
              <a:rPr b="1" lang="en-US" sz="1000"/>
              <a:t>Tiết kiệm chi phí. </a:t>
            </a:r>
            <a:endParaRPr/>
          </a:p>
          <a:p>
            <a:pPr indent="0" lvl="0" marL="0" rtl="0" algn="l">
              <a:lnSpc>
                <a:spcPct val="90000"/>
              </a:lnSpc>
              <a:spcBef>
                <a:spcPts val="0"/>
              </a:spcBef>
              <a:spcAft>
                <a:spcPts val="0"/>
              </a:spcAft>
              <a:buSzPts val="1000"/>
              <a:buNone/>
            </a:pPr>
            <a:r>
              <a:rPr lang="en-US" sz="1000"/>
              <a:t>Việc dùng chung các thiết bị ngoại vi cho phép giảm chi phí trang bị tính trên số người dùng. Về phần mềm, nhiều nhà sản xuất phần mềm cung cấp cả những ấn bản cho nhiều người dùng, với chi phí thấp hơn tính trên mỗi người dùng. </a:t>
            </a:r>
            <a:endParaRPr/>
          </a:p>
          <a:p>
            <a:pPr indent="0" lvl="0" marL="0" rtl="0" algn="l">
              <a:lnSpc>
                <a:spcPct val="90000"/>
              </a:lnSpc>
              <a:spcBef>
                <a:spcPts val="0"/>
              </a:spcBef>
              <a:spcAft>
                <a:spcPts val="0"/>
              </a:spcAft>
              <a:buSzPts val="1000"/>
              <a:buNone/>
            </a:pPr>
            <a:r>
              <a:t/>
            </a:r>
            <a:endParaRPr sz="1000"/>
          </a:p>
          <a:p>
            <a:pPr indent="0" lvl="0" marL="0" rtl="0" algn="l">
              <a:spcBef>
                <a:spcPts val="0"/>
              </a:spcBef>
              <a:spcAft>
                <a:spcPts val="0"/>
              </a:spcAft>
              <a:buNone/>
            </a:pPr>
            <a:r>
              <a:t/>
            </a:r>
            <a:endParaRPr sz="1000"/>
          </a:p>
        </p:txBody>
      </p:sp>
      <p:sp>
        <p:nvSpPr>
          <p:cNvPr id="457" name="Google Shape;457;p15:notes"/>
          <p:cNvSpPr txBox="1"/>
          <p:nvPr/>
        </p:nvSpPr>
        <p:spPr>
          <a:xfrm>
            <a:off x="0" y="8747125"/>
            <a:ext cx="2971800" cy="460375"/>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GV Lê Văn Hùng</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6:notes"/>
          <p:cNvSpPr/>
          <p:nvPr>
            <p:ph idx="2" type="sldImg"/>
          </p:nvPr>
        </p:nvSpPr>
        <p:spPr>
          <a:xfrm>
            <a:off x="1127125" y="690562"/>
            <a:ext cx="4603750" cy="34528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6" name="Google Shape;466;p16:notes"/>
          <p:cNvSpPr txBox="1"/>
          <p:nvPr>
            <p:ph idx="1" type="body"/>
          </p:nvPr>
        </p:nvSpPr>
        <p:spPr>
          <a:xfrm>
            <a:off x="914400" y="4373562"/>
            <a:ext cx="5029200" cy="4143375"/>
          </a:xfrm>
          <a:prstGeom prst="rect">
            <a:avLst/>
          </a:prstGeom>
          <a:noFill/>
          <a:ln>
            <a:noFill/>
          </a:ln>
        </p:spPr>
        <p:txBody>
          <a:bodyPr anchorCtr="0" anchor="t" bIns="45700" lIns="91425" spcFirstLastPara="1" rIns="91425" wrap="square" tIns="45700">
            <a:noAutofit/>
          </a:bodyPr>
          <a:lstStyle/>
          <a:p>
            <a:pPr indent="0" lvl="3" marL="0" rtl="0" algn="l">
              <a:lnSpc>
                <a:spcPct val="90000"/>
              </a:lnSpc>
              <a:spcBef>
                <a:spcPts val="0"/>
              </a:spcBef>
              <a:spcAft>
                <a:spcPts val="0"/>
              </a:spcAft>
              <a:buSzPts val="1000"/>
              <a:buNone/>
            </a:pPr>
            <a:r>
              <a:rPr b="1" lang="en-US" sz="1000"/>
              <a:t>Mạng tạo khả năng dùng chung tài nguyên cho các người dùng. </a:t>
            </a:r>
            <a:endParaRPr/>
          </a:p>
          <a:p>
            <a:pPr indent="0" lvl="0" marL="0" rtl="0" algn="l">
              <a:lnSpc>
                <a:spcPct val="90000"/>
              </a:lnSpc>
              <a:spcBef>
                <a:spcPts val="0"/>
              </a:spcBef>
              <a:spcAft>
                <a:spcPts val="0"/>
              </a:spcAft>
              <a:buSzPts val="1000"/>
              <a:buNone/>
            </a:pPr>
            <a:r>
              <a:rPr lang="en-US" sz="1000"/>
              <a:t>Vấn đề là làm cho các tài nguyên trên mạng như chương trình, dữ liệu và thiết bị, đặc biệt là các thiết bị đắt tiền, có thể sẵn dùng cho mọi người trên mạng mà không cần quan tâm đến vị trí thực của tài nguyên và người dùng. </a:t>
            </a:r>
            <a:endParaRPr/>
          </a:p>
          <a:p>
            <a:pPr indent="0" lvl="0" marL="0" rtl="0" algn="l">
              <a:lnSpc>
                <a:spcPct val="90000"/>
              </a:lnSpc>
              <a:spcBef>
                <a:spcPts val="0"/>
              </a:spcBef>
              <a:spcAft>
                <a:spcPts val="0"/>
              </a:spcAft>
              <a:buSzPts val="1000"/>
              <a:buNone/>
            </a:pPr>
            <a:r>
              <a:rPr lang="en-US" sz="1000"/>
              <a:t>Về mặt thiết bị, các thiết bị chất lượng cao thường đắt tiền, chúng thường được dùng chung cho nhiều người nhằm giảm chi phí và dễ bảo quản. </a:t>
            </a:r>
            <a:endParaRPr/>
          </a:p>
          <a:p>
            <a:pPr indent="0" lvl="0" marL="0" rtl="0" algn="l">
              <a:lnSpc>
                <a:spcPct val="90000"/>
              </a:lnSpc>
              <a:spcBef>
                <a:spcPts val="0"/>
              </a:spcBef>
              <a:spcAft>
                <a:spcPts val="0"/>
              </a:spcAft>
              <a:buSzPts val="1000"/>
              <a:buNone/>
            </a:pPr>
            <a:r>
              <a:rPr lang="en-US" sz="1000"/>
              <a:t>Về mặt chương trình và dữ liệu, khi được dùng chung, mỗi thay đổi sẽ sẵn dùng cho mọi thành viên trên mạng ngay lập tức. Điều này thể hiện rất rõ tại các nơi như ngân hàng, các đại lý bán vé máy bay... </a:t>
            </a:r>
            <a:r>
              <a:rPr b="1" lang="en-US" sz="1000"/>
              <a:t>1.4.3.2 	</a:t>
            </a:r>
            <a:endParaRPr/>
          </a:p>
          <a:p>
            <a:pPr indent="0" lvl="0" marL="0" rtl="0" algn="l">
              <a:lnSpc>
                <a:spcPct val="90000"/>
              </a:lnSpc>
              <a:spcBef>
                <a:spcPts val="0"/>
              </a:spcBef>
              <a:spcAft>
                <a:spcPts val="0"/>
              </a:spcAft>
              <a:buSzPts val="1000"/>
              <a:buNone/>
            </a:pPr>
            <a:r>
              <a:rPr b="1" lang="en-US" sz="1000"/>
              <a:t>	Mạng cho phép nâng cao độ tin cậy. </a:t>
            </a:r>
            <a:endParaRPr/>
          </a:p>
          <a:p>
            <a:pPr indent="0" lvl="0" marL="0" rtl="0" algn="l">
              <a:lnSpc>
                <a:spcPct val="90000"/>
              </a:lnSpc>
              <a:spcBef>
                <a:spcPts val="0"/>
              </a:spcBef>
              <a:spcAft>
                <a:spcPts val="0"/>
              </a:spcAft>
              <a:buSzPts val="1000"/>
              <a:buNone/>
            </a:pPr>
            <a:r>
              <a:rPr lang="en-US" sz="1000"/>
              <a:t>khi có máy tính hoặc thiết bị bị hỏng, công việc vẫn có thể tiếp tục với các máy tính hoặc thiết bị khác trên mạng trong khi chờ sửa chữa. </a:t>
            </a:r>
            <a:endParaRPr/>
          </a:p>
          <a:p>
            <a:pPr indent="0" lvl="0" marL="0" rtl="0" algn="l">
              <a:lnSpc>
                <a:spcPct val="90000"/>
              </a:lnSpc>
              <a:spcBef>
                <a:spcPts val="0"/>
              </a:spcBef>
              <a:spcAft>
                <a:spcPts val="0"/>
              </a:spcAft>
              <a:buSzPts val="1000"/>
              <a:buNone/>
            </a:pPr>
            <a:r>
              <a:rPr b="1" lang="en-US" sz="1000"/>
              <a:t>	 Mạng giúp cho công việc đạt hiệu suất cao hơn. </a:t>
            </a:r>
            <a:endParaRPr/>
          </a:p>
          <a:p>
            <a:pPr indent="0" lvl="0" marL="0" rtl="0" algn="l">
              <a:lnSpc>
                <a:spcPct val="90000"/>
              </a:lnSpc>
              <a:spcBef>
                <a:spcPts val="0"/>
              </a:spcBef>
              <a:spcAft>
                <a:spcPts val="0"/>
              </a:spcAft>
              <a:buSzPts val="1000"/>
              <a:buNone/>
            </a:pPr>
            <a:r>
              <a:rPr lang="en-US" sz="1000"/>
              <a:t>Khi chương trình và dữ liệu đã dùng chung trên mạng, có thể bỏ qua một số khâu đối chiếu không cần thiết. Việc điều chỉnh chương trình (nếu có) cũng tiết kiệm thời gian hơn do chỉ cần cài đặt lại trên một máy. </a:t>
            </a:r>
            <a:endParaRPr/>
          </a:p>
          <a:p>
            <a:pPr indent="0" lvl="0" marL="0" rtl="0" algn="l">
              <a:lnSpc>
                <a:spcPct val="90000"/>
              </a:lnSpc>
              <a:spcBef>
                <a:spcPts val="0"/>
              </a:spcBef>
              <a:spcAft>
                <a:spcPts val="0"/>
              </a:spcAft>
              <a:buSzPts val="1000"/>
              <a:buNone/>
            </a:pPr>
            <a:r>
              <a:rPr lang="en-US" sz="1000"/>
              <a:t>Về mặt tổ chức, việc sao chép dữ liệu phòng hờ tiện lợi hơn do có thể giao cho chỉ một người thay vì mọi người phải tự sao chép phần của mình. </a:t>
            </a:r>
            <a:endParaRPr/>
          </a:p>
          <a:p>
            <a:pPr indent="0" lvl="3" marL="0" rtl="0" algn="l">
              <a:lnSpc>
                <a:spcPct val="90000"/>
              </a:lnSpc>
              <a:spcBef>
                <a:spcPts val="0"/>
              </a:spcBef>
              <a:spcAft>
                <a:spcPts val="0"/>
              </a:spcAft>
              <a:buSzPts val="1000"/>
              <a:buNone/>
            </a:pPr>
            <a:r>
              <a:rPr b="1" lang="en-US" sz="1000"/>
              <a:t>Tăng cường tính bảo mật thông tin. </a:t>
            </a:r>
            <a:endParaRPr sz="1000"/>
          </a:p>
          <a:p>
            <a:pPr indent="0" lvl="0" marL="0" rtl="0" algn="l">
              <a:lnSpc>
                <a:spcPct val="90000"/>
              </a:lnSpc>
              <a:spcBef>
                <a:spcPts val="0"/>
              </a:spcBef>
              <a:spcAft>
                <a:spcPts val="0"/>
              </a:spcAft>
              <a:buSzPts val="1000"/>
              <a:buNone/>
            </a:pPr>
            <a:r>
              <a:rPr lang="en-US" sz="1000"/>
              <a:t>Dữ liệu được lưu trên các máy phục vụ tập tin (file server) sẽ được bảo vệ tốt hơn so với đặt tại các máy cá nhân nhờ cơ chế bảo mật của các hệ điều hành mạng. </a:t>
            </a:r>
            <a:endParaRPr/>
          </a:p>
          <a:p>
            <a:pPr indent="0" lvl="0" marL="0" rtl="0" algn="l">
              <a:lnSpc>
                <a:spcPct val="90000"/>
              </a:lnSpc>
              <a:spcBef>
                <a:spcPts val="0"/>
              </a:spcBef>
              <a:spcAft>
                <a:spcPts val="0"/>
              </a:spcAft>
              <a:buSzPts val="1000"/>
              <a:buNone/>
            </a:pPr>
            <a:r>
              <a:rPr lang="en-US" sz="1000"/>
              <a:t>	</a:t>
            </a:r>
            <a:r>
              <a:rPr b="1" lang="en-US" sz="1000"/>
              <a:t>Tiết kiệm chi phí. </a:t>
            </a:r>
            <a:endParaRPr/>
          </a:p>
          <a:p>
            <a:pPr indent="0" lvl="0" marL="0" rtl="0" algn="l">
              <a:lnSpc>
                <a:spcPct val="90000"/>
              </a:lnSpc>
              <a:spcBef>
                <a:spcPts val="0"/>
              </a:spcBef>
              <a:spcAft>
                <a:spcPts val="0"/>
              </a:spcAft>
              <a:buSzPts val="1000"/>
              <a:buNone/>
            </a:pPr>
            <a:r>
              <a:rPr lang="en-US" sz="1000"/>
              <a:t>Việc dùng chung các thiết bị ngoại vi cho phép giảm chi phí trang bị tính trên số người dùng. Về phần mềm, nhiều nhà sản xuất phần mềm cung cấp cả những ấn bản cho nhiều người dùng, với chi phí thấp hơn tính trên mỗi người dùng. </a:t>
            </a:r>
            <a:endParaRPr/>
          </a:p>
          <a:p>
            <a:pPr indent="0" lvl="0" marL="0" rtl="0" algn="l">
              <a:lnSpc>
                <a:spcPct val="90000"/>
              </a:lnSpc>
              <a:spcBef>
                <a:spcPts val="0"/>
              </a:spcBef>
              <a:spcAft>
                <a:spcPts val="0"/>
              </a:spcAft>
              <a:buSzPts val="1000"/>
              <a:buNone/>
            </a:pPr>
            <a:r>
              <a:t/>
            </a:r>
            <a:endParaRPr sz="1000"/>
          </a:p>
          <a:p>
            <a:pPr indent="0" lvl="0" marL="0" rtl="0" algn="l">
              <a:spcBef>
                <a:spcPts val="0"/>
              </a:spcBef>
              <a:spcAft>
                <a:spcPts val="0"/>
              </a:spcAft>
              <a:buNone/>
            </a:pPr>
            <a:r>
              <a:t/>
            </a:r>
            <a:endParaRPr sz="1000"/>
          </a:p>
        </p:txBody>
      </p:sp>
      <p:sp>
        <p:nvSpPr>
          <p:cNvPr id="467" name="Google Shape;467;p16:notes"/>
          <p:cNvSpPr txBox="1"/>
          <p:nvPr/>
        </p:nvSpPr>
        <p:spPr>
          <a:xfrm>
            <a:off x="0" y="8747125"/>
            <a:ext cx="2971800" cy="460375"/>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GV Lê Văn Hùng</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7:notes"/>
          <p:cNvSpPr/>
          <p:nvPr>
            <p:ph idx="2" type="sldImg"/>
          </p:nvPr>
        </p:nvSpPr>
        <p:spPr>
          <a:xfrm>
            <a:off x="1127125" y="690562"/>
            <a:ext cx="4603750" cy="34528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6" name="Google Shape;476;p17:notes"/>
          <p:cNvSpPr txBox="1"/>
          <p:nvPr>
            <p:ph idx="1" type="body"/>
          </p:nvPr>
        </p:nvSpPr>
        <p:spPr>
          <a:xfrm>
            <a:off x="914400" y="4373562"/>
            <a:ext cx="5029200" cy="41433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7" name="Google Shape;477;p17:notes"/>
          <p:cNvSpPr txBox="1"/>
          <p:nvPr/>
        </p:nvSpPr>
        <p:spPr>
          <a:xfrm>
            <a:off x="0" y="8747125"/>
            <a:ext cx="2971800" cy="460375"/>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GV Lê Văn Hùng</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8:notes"/>
          <p:cNvSpPr/>
          <p:nvPr>
            <p:ph idx="2" type="sldImg"/>
          </p:nvPr>
        </p:nvSpPr>
        <p:spPr>
          <a:xfrm>
            <a:off x="1127125" y="690562"/>
            <a:ext cx="4603750" cy="34528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6" name="Google Shape;486;p18:notes"/>
          <p:cNvSpPr txBox="1"/>
          <p:nvPr>
            <p:ph idx="1" type="body"/>
          </p:nvPr>
        </p:nvSpPr>
        <p:spPr>
          <a:xfrm>
            <a:off x="914400" y="4373562"/>
            <a:ext cx="5029200" cy="41433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7" name="Google Shape;487;p18:notes"/>
          <p:cNvSpPr txBox="1"/>
          <p:nvPr/>
        </p:nvSpPr>
        <p:spPr>
          <a:xfrm>
            <a:off x="0" y="8747125"/>
            <a:ext cx="2971800" cy="460375"/>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GV Lê Văn Hùng</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19:notes"/>
          <p:cNvSpPr/>
          <p:nvPr>
            <p:ph idx="2" type="sldImg"/>
          </p:nvPr>
        </p:nvSpPr>
        <p:spPr>
          <a:xfrm>
            <a:off x="1127125" y="690562"/>
            <a:ext cx="4603750" cy="34528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5" name="Google Shape;495;p19:notes"/>
          <p:cNvSpPr txBox="1"/>
          <p:nvPr>
            <p:ph idx="1" type="body"/>
          </p:nvPr>
        </p:nvSpPr>
        <p:spPr>
          <a:xfrm>
            <a:off x="914400" y="4373562"/>
            <a:ext cx="5029200" cy="41433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6" name="Google Shape;496;p19:notes"/>
          <p:cNvSpPr txBox="1"/>
          <p:nvPr/>
        </p:nvSpPr>
        <p:spPr>
          <a:xfrm>
            <a:off x="0" y="8747125"/>
            <a:ext cx="2971800" cy="460375"/>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GV Lê Văn Hùng</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20:notes"/>
          <p:cNvSpPr/>
          <p:nvPr>
            <p:ph idx="2" type="sldImg"/>
          </p:nvPr>
        </p:nvSpPr>
        <p:spPr>
          <a:xfrm>
            <a:off x="1127125" y="690562"/>
            <a:ext cx="4603750" cy="34528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5" name="Google Shape;505;p20:notes"/>
          <p:cNvSpPr txBox="1"/>
          <p:nvPr>
            <p:ph idx="1" type="body"/>
          </p:nvPr>
        </p:nvSpPr>
        <p:spPr>
          <a:xfrm>
            <a:off x="914400" y="4373562"/>
            <a:ext cx="5029200" cy="41433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6" name="Google Shape;506;p20:notes"/>
          <p:cNvSpPr txBox="1"/>
          <p:nvPr/>
        </p:nvSpPr>
        <p:spPr>
          <a:xfrm>
            <a:off x="0" y="8747125"/>
            <a:ext cx="2971800" cy="460375"/>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GV Lê Văn Hùng</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21:notes"/>
          <p:cNvSpPr/>
          <p:nvPr>
            <p:ph idx="2" type="sldImg"/>
          </p:nvPr>
        </p:nvSpPr>
        <p:spPr>
          <a:xfrm>
            <a:off x="1127125" y="690562"/>
            <a:ext cx="4603750" cy="34528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4" name="Google Shape;514;p21:notes"/>
          <p:cNvSpPr txBox="1"/>
          <p:nvPr>
            <p:ph idx="1" type="body"/>
          </p:nvPr>
        </p:nvSpPr>
        <p:spPr>
          <a:xfrm>
            <a:off x="914400" y="4373562"/>
            <a:ext cx="5029200" cy="41433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5" name="Google Shape;515;p21:notes"/>
          <p:cNvSpPr txBox="1"/>
          <p:nvPr/>
        </p:nvSpPr>
        <p:spPr>
          <a:xfrm>
            <a:off x="0" y="8747125"/>
            <a:ext cx="2971800" cy="460375"/>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GV Lê Văn Hùng</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22:notes"/>
          <p:cNvSpPr/>
          <p:nvPr>
            <p:ph idx="2" type="sldImg"/>
          </p:nvPr>
        </p:nvSpPr>
        <p:spPr>
          <a:xfrm>
            <a:off x="1127125" y="690562"/>
            <a:ext cx="4603750" cy="34528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3" name="Google Shape;523;p22:notes"/>
          <p:cNvSpPr txBox="1"/>
          <p:nvPr>
            <p:ph idx="1" type="body"/>
          </p:nvPr>
        </p:nvSpPr>
        <p:spPr>
          <a:xfrm>
            <a:off x="914400" y="4373562"/>
            <a:ext cx="5029200" cy="41433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4" name="Google Shape;524;p22:notes"/>
          <p:cNvSpPr txBox="1"/>
          <p:nvPr/>
        </p:nvSpPr>
        <p:spPr>
          <a:xfrm>
            <a:off x="0" y="8747125"/>
            <a:ext cx="2971800" cy="460375"/>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GV Lê Văn Hùng</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23:notes"/>
          <p:cNvSpPr/>
          <p:nvPr>
            <p:ph idx="2" type="sldImg"/>
          </p:nvPr>
        </p:nvSpPr>
        <p:spPr>
          <a:xfrm>
            <a:off x="1127125" y="690562"/>
            <a:ext cx="4603750" cy="34528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2" name="Google Shape;532;p23:notes"/>
          <p:cNvSpPr txBox="1"/>
          <p:nvPr>
            <p:ph idx="1" type="body"/>
          </p:nvPr>
        </p:nvSpPr>
        <p:spPr>
          <a:xfrm>
            <a:off x="914400" y="4373562"/>
            <a:ext cx="5029200" cy="4143375"/>
          </a:xfrm>
          <a:prstGeom prst="rect">
            <a:avLst/>
          </a:prstGeom>
          <a:noFill/>
          <a:ln>
            <a:noFill/>
          </a:ln>
        </p:spPr>
        <p:txBody>
          <a:bodyPr anchorCtr="0" anchor="t" bIns="45700" lIns="91425" spcFirstLastPara="1" rIns="91425" wrap="square" tIns="45700">
            <a:noAutofit/>
          </a:bodyPr>
          <a:lstStyle/>
          <a:p>
            <a:pPr indent="0" lvl="3" marL="0" rtl="0" algn="l">
              <a:lnSpc>
                <a:spcPct val="90000"/>
              </a:lnSpc>
              <a:spcBef>
                <a:spcPts val="0"/>
              </a:spcBef>
              <a:spcAft>
                <a:spcPts val="0"/>
              </a:spcAft>
              <a:buSzPts val="1000"/>
              <a:buNone/>
            </a:pPr>
            <a:r>
              <a:rPr b="1" lang="en-US" sz="1000"/>
              <a:t>Mạng tạo khả năng dùng chung tài nguyên cho các người dùng. </a:t>
            </a:r>
            <a:endParaRPr/>
          </a:p>
          <a:p>
            <a:pPr indent="0" lvl="0" marL="0" rtl="0" algn="l">
              <a:lnSpc>
                <a:spcPct val="90000"/>
              </a:lnSpc>
              <a:spcBef>
                <a:spcPts val="0"/>
              </a:spcBef>
              <a:spcAft>
                <a:spcPts val="0"/>
              </a:spcAft>
              <a:buSzPts val="1000"/>
              <a:buNone/>
            </a:pPr>
            <a:r>
              <a:rPr lang="en-US" sz="1000"/>
              <a:t>Vấn đề là làm cho các tài nguyên trên mạng như chương trình, dữ liệu và thiết bị, đặc biệt là các thiết bị đắt tiền, có thể sẵn dùng cho mọi người trên mạng mà không cần quan tâm đến vị trí thực của tài nguyên và người dùng. </a:t>
            </a:r>
            <a:endParaRPr/>
          </a:p>
          <a:p>
            <a:pPr indent="0" lvl="0" marL="0" rtl="0" algn="l">
              <a:lnSpc>
                <a:spcPct val="90000"/>
              </a:lnSpc>
              <a:spcBef>
                <a:spcPts val="0"/>
              </a:spcBef>
              <a:spcAft>
                <a:spcPts val="0"/>
              </a:spcAft>
              <a:buSzPts val="1000"/>
              <a:buNone/>
            </a:pPr>
            <a:r>
              <a:rPr lang="en-US" sz="1000"/>
              <a:t>Về mặt thiết bị, các thiết bị chất lượng cao thường đắt tiền, chúng thường được dùng chung cho nhiều người nhằm giảm chi phí và dễ bảo quản. </a:t>
            </a:r>
            <a:endParaRPr/>
          </a:p>
          <a:p>
            <a:pPr indent="0" lvl="0" marL="0" rtl="0" algn="l">
              <a:lnSpc>
                <a:spcPct val="90000"/>
              </a:lnSpc>
              <a:spcBef>
                <a:spcPts val="0"/>
              </a:spcBef>
              <a:spcAft>
                <a:spcPts val="0"/>
              </a:spcAft>
              <a:buSzPts val="1000"/>
              <a:buNone/>
            </a:pPr>
            <a:r>
              <a:rPr lang="en-US" sz="1000"/>
              <a:t>Về mặt chương trình và dữ liệu, khi được dùng chung, mỗi thay đổi sẽ sẵn dùng cho mọi thành viên trên mạng ngay lập tức. Điều này thể hiện rất rõ tại các nơi như ngân hàng, các đại lý bán vé máy bay... </a:t>
            </a:r>
            <a:r>
              <a:rPr b="1" lang="en-US" sz="1000"/>
              <a:t>1.4.3.2 	</a:t>
            </a:r>
            <a:endParaRPr/>
          </a:p>
          <a:p>
            <a:pPr indent="0" lvl="0" marL="0" rtl="0" algn="l">
              <a:lnSpc>
                <a:spcPct val="90000"/>
              </a:lnSpc>
              <a:spcBef>
                <a:spcPts val="0"/>
              </a:spcBef>
              <a:spcAft>
                <a:spcPts val="0"/>
              </a:spcAft>
              <a:buSzPts val="1000"/>
              <a:buNone/>
            </a:pPr>
            <a:r>
              <a:rPr b="1" lang="en-US" sz="1000"/>
              <a:t>	Mạng cho phép nâng cao độ tin cậy. </a:t>
            </a:r>
            <a:endParaRPr/>
          </a:p>
          <a:p>
            <a:pPr indent="0" lvl="0" marL="0" rtl="0" algn="l">
              <a:lnSpc>
                <a:spcPct val="90000"/>
              </a:lnSpc>
              <a:spcBef>
                <a:spcPts val="0"/>
              </a:spcBef>
              <a:spcAft>
                <a:spcPts val="0"/>
              </a:spcAft>
              <a:buSzPts val="1000"/>
              <a:buNone/>
            </a:pPr>
            <a:r>
              <a:rPr lang="en-US" sz="1000"/>
              <a:t>khi có máy tính hoặc thiết bị bị hỏng, công việc vẫn có thể tiếp tục với các máy tính hoặc thiết bị khác trên mạng trong khi chờ sửa chữa. </a:t>
            </a:r>
            <a:endParaRPr/>
          </a:p>
          <a:p>
            <a:pPr indent="0" lvl="0" marL="0" rtl="0" algn="l">
              <a:lnSpc>
                <a:spcPct val="90000"/>
              </a:lnSpc>
              <a:spcBef>
                <a:spcPts val="0"/>
              </a:spcBef>
              <a:spcAft>
                <a:spcPts val="0"/>
              </a:spcAft>
              <a:buSzPts val="1000"/>
              <a:buNone/>
            </a:pPr>
            <a:r>
              <a:rPr b="1" lang="en-US" sz="1000"/>
              <a:t>	 Mạng giúp cho công việc đạt hiệu suất cao hơn. </a:t>
            </a:r>
            <a:endParaRPr/>
          </a:p>
          <a:p>
            <a:pPr indent="0" lvl="0" marL="0" rtl="0" algn="l">
              <a:lnSpc>
                <a:spcPct val="90000"/>
              </a:lnSpc>
              <a:spcBef>
                <a:spcPts val="0"/>
              </a:spcBef>
              <a:spcAft>
                <a:spcPts val="0"/>
              </a:spcAft>
              <a:buSzPts val="1000"/>
              <a:buNone/>
            </a:pPr>
            <a:r>
              <a:rPr lang="en-US" sz="1000"/>
              <a:t>Khi chương trình và dữ liệu đã dùng chung trên mạng, có thể bỏ qua một số khâu đối chiếu không cần thiết. Việc điều chỉnh chương trình (nếu có) cũng tiết kiệm thời gian hơn do chỉ cần cài đặt lại trên một máy. </a:t>
            </a:r>
            <a:endParaRPr/>
          </a:p>
          <a:p>
            <a:pPr indent="0" lvl="0" marL="0" rtl="0" algn="l">
              <a:lnSpc>
                <a:spcPct val="90000"/>
              </a:lnSpc>
              <a:spcBef>
                <a:spcPts val="0"/>
              </a:spcBef>
              <a:spcAft>
                <a:spcPts val="0"/>
              </a:spcAft>
              <a:buSzPts val="1000"/>
              <a:buNone/>
            </a:pPr>
            <a:r>
              <a:rPr lang="en-US" sz="1000"/>
              <a:t>Về mặt tổ chức, việc sao chép dữ liệu phòng hờ tiện lợi hơn do có thể giao cho chỉ một người thay vì mọi người phải tự sao chép phần của mình. </a:t>
            </a:r>
            <a:endParaRPr/>
          </a:p>
          <a:p>
            <a:pPr indent="0" lvl="3" marL="0" rtl="0" algn="l">
              <a:lnSpc>
                <a:spcPct val="90000"/>
              </a:lnSpc>
              <a:spcBef>
                <a:spcPts val="0"/>
              </a:spcBef>
              <a:spcAft>
                <a:spcPts val="0"/>
              </a:spcAft>
              <a:buSzPts val="1000"/>
              <a:buNone/>
            </a:pPr>
            <a:r>
              <a:rPr b="1" lang="en-US" sz="1000"/>
              <a:t>Tăng cường tính bảo mật thông tin. </a:t>
            </a:r>
            <a:endParaRPr sz="1000"/>
          </a:p>
          <a:p>
            <a:pPr indent="0" lvl="0" marL="0" rtl="0" algn="l">
              <a:lnSpc>
                <a:spcPct val="90000"/>
              </a:lnSpc>
              <a:spcBef>
                <a:spcPts val="0"/>
              </a:spcBef>
              <a:spcAft>
                <a:spcPts val="0"/>
              </a:spcAft>
              <a:buSzPts val="1000"/>
              <a:buNone/>
            </a:pPr>
            <a:r>
              <a:rPr lang="en-US" sz="1000"/>
              <a:t>Dữ liệu được lưu trên các máy phục vụ tập tin (file server) sẽ được bảo vệ tốt hơn so với đặt tại các máy cá nhân nhờ cơ chế bảo mật của các hệ điều hành mạng. </a:t>
            </a:r>
            <a:endParaRPr/>
          </a:p>
          <a:p>
            <a:pPr indent="0" lvl="0" marL="0" rtl="0" algn="l">
              <a:lnSpc>
                <a:spcPct val="90000"/>
              </a:lnSpc>
              <a:spcBef>
                <a:spcPts val="0"/>
              </a:spcBef>
              <a:spcAft>
                <a:spcPts val="0"/>
              </a:spcAft>
              <a:buSzPts val="1000"/>
              <a:buNone/>
            </a:pPr>
            <a:r>
              <a:rPr lang="en-US" sz="1000"/>
              <a:t>	</a:t>
            </a:r>
            <a:r>
              <a:rPr b="1" lang="en-US" sz="1000"/>
              <a:t>Tiết kiệm chi phí. </a:t>
            </a:r>
            <a:endParaRPr/>
          </a:p>
          <a:p>
            <a:pPr indent="0" lvl="0" marL="0" rtl="0" algn="l">
              <a:lnSpc>
                <a:spcPct val="90000"/>
              </a:lnSpc>
              <a:spcBef>
                <a:spcPts val="0"/>
              </a:spcBef>
              <a:spcAft>
                <a:spcPts val="0"/>
              </a:spcAft>
              <a:buSzPts val="1000"/>
              <a:buNone/>
            </a:pPr>
            <a:r>
              <a:rPr lang="en-US" sz="1000"/>
              <a:t>Việc dùng chung các thiết bị ngoại vi cho phép giảm chi phí trang bị tính trên số người dùng. Về phần mềm, nhiều nhà sản xuất phần mềm cung cấp cả những ấn bản cho nhiều người dùng, với chi phí thấp hơn tính trên mỗi người dùng. </a:t>
            </a:r>
            <a:endParaRPr/>
          </a:p>
          <a:p>
            <a:pPr indent="0" lvl="0" marL="0" rtl="0" algn="l">
              <a:lnSpc>
                <a:spcPct val="90000"/>
              </a:lnSpc>
              <a:spcBef>
                <a:spcPts val="0"/>
              </a:spcBef>
              <a:spcAft>
                <a:spcPts val="0"/>
              </a:spcAft>
              <a:buSzPts val="1000"/>
              <a:buNone/>
            </a:pPr>
            <a:r>
              <a:t/>
            </a:r>
            <a:endParaRPr sz="1000"/>
          </a:p>
          <a:p>
            <a:pPr indent="0" lvl="0" marL="0" rtl="0" algn="l">
              <a:spcBef>
                <a:spcPts val="0"/>
              </a:spcBef>
              <a:spcAft>
                <a:spcPts val="0"/>
              </a:spcAft>
              <a:buNone/>
            </a:pPr>
            <a:r>
              <a:t/>
            </a:r>
            <a:endParaRPr sz="1000"/>
          </a:p>
        </p:txBody>
      </p:sp>
      <p:sp>
        <p:nvSpPr>
          <p:cNvPr id="533" name="Google Shape;533;p23:notes"/>
          <p:cNvSpPr txBox="1"/>
          <p:nvPr/>
        </p:nvSpPr>
        <p:spPr>
          <a:xfrm>
            <a:off x="0" y="8747125"/>
            <a:ext cx="2971800" cy="460375"/>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GV Lê Văn Hùng</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24:notes"/>
          <p:cNvSpPr/>
          <p:nvPr>
            <p:ph idx="2" type="sldImg"/>
          </p:nvPr>
        </p:nvSpPr>
        <p:spPr>
          <a:xfrm>
            <a:off x="1127125" y="690562"/>
            <a:ext cx="4603750" cy="34528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3" name="Google Shape;543;p24:notes"/>
          <p:cNvSpPr txBox="1"/>
          <p:nvPr>
            <p:ph idx="1" type="body"/>
          </p:nvPr>
        </p:nvSpPr>
        <p:spPr>
          <a:xfrm>
            <a:off x="914400" y="4373562"/>
            <a:ext cx="5029200" cy="41433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4" name="Google Shape;544;p24:notes"/>
          <p:cNvSpPr txBox="1"/>
          <p:nvPr/>
        </p:nvSpPr>
        <p:spPr>
          <a:xfrm>
            <a:off x="0" y="8747125"/>
            <a:ext cx="2971800" cy="460375"/>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GV Lê Văn Hùng</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25:notes"/>
          <p:cNvSpPr/>
          <p:nvPr>
            <p:ph idx="2" type="sldImg"/>
          </p:nvPr>
        </p:nvSpPr>
        <p:spPr>
          <a:xfrm>
            <a:off x="1127125" y="690562"/>
            <a:ext cx="4603750" cy="34528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2" name="Google Shape;552;p25:notes"/>
          <p:cNvSpPr txBox="1"/>
          <p:nvPr>
            <p:ph idx="1" type="body"/>
          </p:nvPr>
        </p:nvSpPr>
        <p:spPr>
          <a:xfrm>
            <a:off x="914400" y="4373562"/>
            <a:ext cx="5029200" cy="41433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3" name="Google Shape;553;p25:notes"/>
          <p:cNvSpPr txBox="1"/>
          <p:nvPr/>
        </p:nvSpPr>
        <p:spPr>
          <a:xfrm>
            <a:off x="0" y="8747125"/>
            <a:ext cx="2971800" cy="460375"/>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GV Lê Văn Hùng</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26:notes"/>
          <p:cNvSpPr/>
          <p:nvPr>
            <p:ph idx="2" type="sldImg"/>
          </p:nvPr>
        </p:nvSpPr>
        <p:spPr>
          <a:xfrm>
            <a:off x="1127125" y="690562"/>
            <a:ext cx="4603750" cy="34528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1" name="Google Shape;561;p26:notes"/>
          <p:cNvSpPr txBox="1"/>
          <p:nvPr>
            <p:ph idx="1" type="body"/>
          </p:nvPr>
        </p:nvSpPr>
        <p:spPr>
          <a:xfrm>
            <a:off x="914400" y="4373562"/>
            <a:ext cx="5029200" cy="41433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2" name="Google Shape;562;p26:notes"/>
          <p:cNvSpPr txBox="1"/>
          <p:nvPr/>
        </p:nvSpPr>
        <p:spPr>
          <a:xfrm>
            <a:off x="0" y="8747125"/>
            <a:ext cx="2971800" cy="460375"/>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GV Lê Văn Hùng</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27:notes"/>
          <p:cNvSpPr/>
          <p:nvPr>
            <p:ph idx="2" type="sldImg"/>
          </p:nvPr>
        </p:nvSpPr>
        <p:spPr>
          <a:xfrm>
            <a:off x="1127125" y="690562"/>
            <a:ext cx="4603750" cy="34528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0" name="Google Shape;570;p27:notes"/>
          <p:cNvSpPr txBox="1"/>
          <p:nvPr>
            <p:ph idx="1" type="body"/>
          </p:nvPr>
        </p:nvSpPr>
        <p:spPr>
          <a:xfrm>
            <a:off x="914400" y="4373562"/>
            <a:ext cx="5029200" cy="4143375"/>
          </a:xfrm>
          <a:prstGeom prst="rect">
            <a:avLst/>
          </a:prstGeom>
          <a:noFill/>
          <a:ln>
            <a:noFill/>
          </a:ln>
        </p:spPr>
        <p:txBody>
          <a:bodyPr anchorCtr="0" anchor="t" bIns="45700" lIns="91425" spcFirstLastPara="1" rIns="91425" wrap="square" tIns="45700">
            <a:noAutofit/>
          </a:bodyPr>
          <a:lstStyle/>
          <a:p>
            <a:pPr indent="0" lvl="3" marL="0" rtl="0" algn="l">
              <a:lnSpc>
                <a:spcPct val="90000"/>
              </a:lnSpc>
              <a:spcBef>
                <a:spcPts val="0"/>
              </a:spcBef>
              <a:spcAft>
                <a:spcPts val="0"/>
              </a:spcAft>
              <a:buSzPts val="1000"/>
              <a:buNone/>
            </a:pPr>
            <a:r>
              <a:rPr b="1" lang="en-US" sz="1000"/>
              <a:t>Mạng tạo khả năng dùng chung tài nguyên cho các người dùng. </a:t>
            </a:r>
            <a:endParaRPr/>
          </a:p>
          <a:p>
            <a:pPr indent="0" lvl="0" marL="0" rtl="0" algn="l">
              <a:lnSpc>
                <a:spcPct val="90000"/>
              </a:lnSpc>
              <a:spcBef>
                <a:spcPts val="0"/>
              </a:spcBef>
              <a:spcAft>
                <a:spcPts val="0"/>
              </a:spcAft>
              <a:buSzPts val="1000"/>
              <a:buNone/>
            </a:pPr>
            <a:r>
              <a:rPr lang="en-US" sz="1000"/>
              <a:t>Vấn đề là làm cho các tài nguyên trên mạng như chương trình, dữ liệu và thiết bị, đặc biệt là các thiết bị đắt tiền, có thể sẵn dùng cho mọi người trên mạng mà không cần quan tâm đến vị trí thực của tài nguyên và người dùng. </a:t>
            </a:r>
            <a:endParaRPr/>
          </a:p>
          <a:p>
            <a:pPr indent="0" lvl="0" marL="0" rtl="0" algn="l">
              <a:lnSpc>
                <a:spcPct val="90000"/>
              </a:lnSpc>
              <a:spcBef>
                <a:spcPts val="0"/>
              </a:spcBef>
              <a:spcAft>
                <a:spcPts val="0"/>
              </a:spcAft>
              <a:buSzPts val="1000"/>
              <a:buNone/>
            </a:pPr>
            <a:r>
              <a:rPr lang="en-US" sz="1000"/>
              <a:t>Về mặt thiết bị, các thiết bị chất lượng cao thường đắt tiền, chúng thường được dùng chung cho nhiều người nhằm giảm chi phí và dễ bảo quản. </a:t>
            </a:r>
            <a:endParaRPr/>
          </a:p>
          <a:p>
            <a:pPr indent="0" lvl="0" marL="0" rtl="0" algn="l">
              <a:lnSpc>
                <a:spcPct val="90000"/>
              </a:lnSpc>
              <a:spcBef>
                <a:spcPts val="0"/>
              </a:spcBef>
              <a:spcAft>
                <a:spcPts val="0"/>
              </a:spcAft>
              <a:buSzPts val="1000"/>
              <a:buNone/>
            </a:pPr>
            <a:r>
              <a:rPr lang="en-US" sz="1000"/>
              <a:t>Về mặt chương trình và dữ liệu, khi được dùng chung, mỗi thay đổi sẽ sẵn dùng cho mọi thành viên trên mạng ngay lập tức. Điều này thể hiện rất rõ tại các nơi như ngân hàng, các đại lý bán vé máy bay... </a:t>
            </a:r>
            <a:r>
              <a:rPr b="1" lang="en-US" sz="1000"/>
              <a:t>1.4.3.2 	</a:t>
            </a:r>
            <a:endParaRPr/>
          </a:p>
          <a:p>
            <a:pPr indent="0" lvl="0" marL="0" rtl="0" algn="l">
              <a:lnSpc>
                <a:spcPct val="90000"/>
              </a:lnSpc>
              <a:spcBef>
                <a:spcPts val="0"/>
              </a:spcBef>
              <a:spcAft>
                <a:spcPts val="0"/>
              </a:spcAft>
              <a:buSzPts val="1000"/>
              <a:buNone/>
            </a:pPr>
            <a:r>
              <a:rPr b="1" lang="en-US" sz="1000"/>
              <a:t>	Mạng cho phép nâng cao độ tin cậy. </a:t>
            </a:r>
            <a:endParaRPr/>
          </a:p>
          <a:p>
            <a:pPr indent="0" lvl="0" marL="0" rtl="0" algn="l">
              <a:lnSpc>
                <a:spcPct val="90000"/>
              </a:lnSpc>
              <a:spcBef>
                <a:spcPts val="0"/>
              </a:spcBef>
              <a:spcAft>
                <a:spcPts val="0"/>
              </a:spcAft>
              <a:buSzPts val="1000"/>
              <a:buNone/>
            </a:pPr>
            <a:r>
              <a:rPr lang="en-US" sz="1000"/>
              <a:t>khi có máy tính hoặc thiết bị bị hỏng, công việc vẫn có thể tiếp tục với các máy tính hoặc thiết bị khác trên mạng trong khi chờ sửa chữa. </a:t>
            </a:r>
            <a:endParaRPr/>
          </a:p>
          <a:p>
            <a:pPr indent="0" lvl="0" marL="0" rtl="0" algn="l">
              <a:lnSpc>
                <a:spcPct val="90000"/>
              </a:lnSpc>
              <a:spcBef>
                <a:spcPts val="0"/>
              </a:spcBef>
              <a:spcAft>
                <a:spcPts val="0"/>
              </a:spcAft>
              <a:buSzPts val="1000"/>
              <a:buNone/>
            </a:pPr>
            <a:r>
              <a:rPr b="1" lang="en-US" sz="1000"/>
              <a:t>	 Mạng giúp cho công việc đạt hiệu suất cao hơn. </a:t>
            </a:r>
            <a:endParaRPr/>
          </a:p>
          <a:p>
            <a:pPr indent="0" lvl="0" marL="0" rtl="0" algn="l">
              <a:lnSpc>
                <a:spcPct val="90000"/>
              </a:lnSpc>
              <a:spcBef>
                <a:spcPts val="0"/>
              </a:spcBef>
              <a:spcAft>
                <a:spcPts val="0"/>
              </a:spcAft>
              <a:buSzPts val="1000"/>
              <a:buNone/>
            </a:pPr>
            <a:r>
              <a:rPr lang="en-US" sz="1000"/>
              <a:t>Khi chương trình và dữ liệu đã dùng chung trên mạng, có thể bỏ qua một số khâu đối chiếu không cần thiết. Việc điều chỉnh chương trình (nếu có) cũng tiết kiệm thời gian hơn do chỉ cần cài đặt lại trên một máy. </a:t>
            </a:r>
            <a:endParaRPr/>
          </a:p>
          <a:p>
            <a:pPr indent="0" lvl="0" marL="0" rtl="0" algn="l">
              <a:lnSpc>
                <a:spcPct val="90000"/>
              </a:lnSpc>
              <a:spcBef>
                <a:spcPts val="0"/>
              </a:spcBef>
              <a:spcAft>
                <a:spcPts val="0"/>
              </a:spcAft>
              <a:buSzPts val="1000"/>
              <a:buNone/>
            </a:pPr>
            <a:r>
              <a:rPr lang="en-US" sz="1000"/>
              <a:t>Về mặt tổ chức, việc sao chép dữ liệu phòng hờ tiện lợi hơn do có thể giao cho chỉ một người thay vì mọi người phải tự sao chép phần của mình. </a:t>
            </a:r>
            <a:endParaRPr/>
          </a:p>
          <a:p>
            <a:pPr indent="0" lvl="3" marL="0" rtl="0" algn="l">
              <a:lnSpc>
                <a:spcPct val="90000"/>
              </a:lnSpc>
              <a:spcBef>
                <a:spcPts val="0"/>
              </a:spcBef>
              <a:spcAft>
                <a:spcPts val="0"/>
              </a:spcAft>
              <a:buSzPts val="1000"/>
              <a:buNone/>
            </a:pPr>
            <a:r>
              <a:rPr b="1" lang="en-US" sz="1000"/>
              <a:t>Tăng cường tính bảo mật thông tin. </a:t>
            </a:r>
            <a:endParaRPr sz="1000"/>
          </a:p>
          <a:p>
            <a:pPr indent="0" lvl="0" marL="0" rtl="0" algn="l">
              <a:lnSpc>
                <a:spcPct val="90000"/>
              </a:lnSpc>
              <a:spcBef>
                <a:spcPts val="0"/>
              </a:spcBef>
              <a:spcAft>
                <a:spcPts val="0"/>
              </a:spcAft>
              <a:buSzPts val="1000"/>
              <a:buNone/>
            </a:pPr>
            <a:r>
              <a:rPr lang="en-US" sz="1000"/>
              <a:t>Dữ liệu được lưu trên các máy phục vụ tập tin (file server) sẽ được bảo vệ tốt hơn so với đặt tại các máy cá nhân nhờ cơ chế bảo mật của các hệ điều hành mạng. </a:t>
            </a:r>
            <a:endParaRPr/>
          </a:p>
          <a:p>
            <a:pPr indent="0" lvl="0" marL="0" rtl="0" algn="l">
              <a:lnSpc>
                <a:spcPct val="90000"/>
              </a:lnSpc>
              <a:spcBef>
                <a:spcPts val="0"/>
              </a:spcBef>
              <a:spcAft>
                <a:spcPts val="0"/>
              </a:spcAft>
              <a:buSzPts val="1000"/>
              <a:buNone/>
            </a:pPr>
            <a:r>
              <a:rPr lang="en-US" sz="1000"/>
              <a:t>	</a:t>
            </a:r>
            <a:r>
              <a:rPr b="1" lang="en-US" sz="1000"/>
              <a:t>Tiết kiệm chi phí. </a:t>
            </a:r>
            <a:endParaRPr/>
          </a:p>
          <a:p>
            <a:pPr indent="0" lvl="0" marL="0" rtl="0" algn="l">
              <a:lnSpc>
                <a:spcPct val="90000"/>
              </a:lnSpc>
              <a:spcBef>
                <a:spcPts val="0"/>
              </a:spcBef>
              <a:spcAft>
                <a:spcPts val="0"/>
              </a:spcAft>
              <a:buSzPts val="1000"/>
              <a:buNone/>
            </a:pPr>
            <a:r>
              <a:rPr lang="en-US" sz="1000"/>
              <a:t>Việc dùng chung các thiết bị ngoại vi cho phép giảm chi phí trang bị tính trên số người dùng. Về phần mềm, nhiều nhà sản xuất phần mềm cung cấp cả những ấn bản cho nhiều người dùng, với chi phí thấp hơn tính trên mỗi người dùng. </a:t>
            </a:r>
            <a:endParaRPr/>
          </a:p>
          <a:p>
            <a:pPr indent="0" lvl="0" marL="0" rtl="0" algn="l">
              <a:lnSpc>
                <a:spcPct val="90000"/>
              </a:lnSpc>
              <a:spcBef>
                <a:spcPts val="0"/>
              </a:spcBef>
              <a:spcAft>
                <a:spcPts val="0"/>
              </a:spcAft>
              <a:buSzPts val="1000"/>
              <a:buNone/>
            </a:pPr>
            <a:r>
              <a:t/>
            </a:r>
            <a:endParaRPr sz="1000"/>
          </a:p>
          <a:p>
            <a:pPr indent="0" lvl="0" marL="0" rtl="0" algn="l">
              <a:spcBef>
                <a:spcPts val="0"/>
              </a:spcBef>
              <a:spcAft>
                <a:spcPts val="0"/>
              </a:spcAft>
              <a:buNone/>
            </a:pPr>
            <a:r>
              <a:t/>
            </a:r>
            <a:endParaRPr sz="1000"/>
          </a:p>
        </p:txBody>
      </p:sp>
      <p:sp>
        <p:nvSpPr>
          <p:cNvPr id="571" name="Google Shape;571;p27:notes"/>
          <p:cNvSpPr txBox="1"/>
          <p:nvPr/>
        </p:nvSpPr>
        <p:spPr>
          <a:xfrm>
            <a:off x="0" y="8747125"/>
            <a:ext cx="2971800" cy="460375"/>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GV Lê Văn Hùng</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28:notes"/>
          <p:cNvSpPr/>
          <p:nvPr>
            <p:ph idx="2" type="sldImg"/>
          </p:nvPr>
        </p:nvSpPr>
        <p:spPr>
          <a:xfrm>
            <a:off x="1127125" y="690562"/>
            <a:ext cx="4603750" cy="34528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0" name="Google Shape;580;p28:notes"/>
          <p:cNvSpPr txBox="1"/>
          <p:nvPr>
            <p:ph idx="1" type="body"/>
          </p:nvPr>
        </p:nvSpPr>
        <p:spPr>
          <a:xfrm>
            <a:off x="914400" y="4373562"/>
            <a:ext cx="5029200" cy="4143375"/>
          </a:xfrm>
          <a:prstGeom prst="rect">
            <a:avLst/>
          </a:prstGeom>
          <a:noFill/>
          <a:ln>
            <a:noFill/>
          </a:ln>
        </p:spPr>
        <p:txBody>
          <a:bodyPr anchorCtr="0" anchor="t" bIns="45700" lIns="91425" spcFirstLastPara="1" rIns="91425" wrap="square" tIns="45700">
            <a:noAutofit/>
          </a:bodyPr>
          <a:lstStyle/>
          <a:p>
            <a:pPr indent="0" lvl="3" marL="0" rtl="0" algn="l">
              <a:lnSpc>
                <a:spcPct val="90000"/>
              </a:lnSpc>
              <a:spcBef>
                <a:spcPts val="0"/>
              </a:spcBef>
              <a:spcAft>
                <a:spcPts val="0"/>
              </a:spcAft>
              <a:buSzPts val="1000"/>
              <a:buNone/>
            </a:pPr>
            <a:r>
              <a:rPr b="1" lang="en-US" sz="1000"/>
              <a:t>Mạng tạo khả năng dùng chung tài nguyên cho các người dùng. </a:t>
            </a:r>
            <a:endParaRPr/>
          </a:p>
          <a:p>
            <a:pPr indent="0" lvl="0" marL="0" rtl="0" algn="l">
              <a:lnSpc>
                <a:spcPct val="90000"/>
              </a:lnSpc>
              <a:spcBef>
                <a:spcPts val="0"/>
              </a:spcBef>
              <a:spcAft>
                <a:spcPts val="0"/>
              </a:spcAft>
              <a:buSzPts val="1000"/>
              <a:buNone/>
            </a:pPr>
            <a:r>
              <a:rPr lang="en-US" sz="1000"/>
              <a:t>Vấn đề là làm cho các tài nguyên trên mạng như chương trình, dữ liệu và thiết bị, đặc biệt là các thiết bị đắt tiền, có thể sẵn dùng cho mọi người trên mạng mà không cần quan tâm đến vị trí thực của tài nguyên và người dùng. </a:t>
            </a:r>
            <a:endParaRPr/>
          </a:p>
          <a:p>
            <a:pPr indent="0" lvl="0" marL="0" rtl="0" algn="l">
              <a:lnSpc>
                <a:spcPct val="90000"/>
              </a:lnSpc>
              <a:spcBef>
                <a:spcPts val="0"/>
              </a:spcBef>
              <a:spcAft>
                <a:spcPts val="0"/>
              </a:spcAft>
              <a:buSzPts val="1000"/>
              <a:buNone/>
            </a:pPr>
            <a:r>
              <a:rPr lang="en-US" sz="1000"/>
              <a:t>Về mặt thiết bị, các thiết bị chất lượng cao thường đắt tiền, chúng thường được dùng chung cho nhiều người nhằm giảm chi phí và dễ bảo quản. </a:t>
            </a:r>
            <a:endParaRPr/>
          </a:p>
          <a:p>
            <a:pPr indent="0" lvl="0" marL="0" rtl="0" algn="l">
              <a:lnSpc>
                <a:spcPct val="90000"/>
              </a:lnSpc>
              <a:spcBef>
                <a:spcPts val="0"/>
              </a:spcBef>
              <a:spcAft>
                <a:spcPts val="0"/>
              </a:spcAft>
              <a:buSzPts val="1000"/>
              <a:buNone/>
            </a:pPr>
            <a:r>
              <a:rPr lang="en-US" sz="1000"/>
              <a:t>Về mặt chương trình và dữ liệu, khi được dùng chung, mỗi thay đổi sẽ sẵn dùng cho mọi thành viên trên mạng ngay lập tức. Điều này thể hiện rất rõ tại các nơi như ngân hàng, các đại lý bán vé máy bay... </a:t>
            </a:r>
            <a:r>
              <a:rPr b="1" lang="en-US" sz="1000"/>
              <a:t>1.4.3.2 	</a:t>
            </a:r>
            <a:endParaRPr/>
          </a:p>
          <a:p>
            <a:pPr indent="0" lvl="0" marL="0" rtl="0" algn="l">
              <a:lnSpc>
                <a:spcPct val="90000"/>
              </a:lnSpc>
              <a:spcBef>
                <a:spcPts val="0"/>
              </a:spcBef>
              <a:spcAft>
                <a:spcPts val="0"/>
              </a:spcAft>
              <a:buSzPts val="1000"/>
              <a:buNone/>
            </a:pPr>
            <a:r>
              <a:rPr b="1" lang="en-US" sz="1000"/>
              <a:t>	Mạng cho phép nâng cao độ tin cậy. </a:t>
            </a:r>
            <a:endParaRPr/>
          </a:p>
          <a:p>
            <a:pPr indent="0" lvl="0" marL="0" rtl="0" algn="l">
              <a:lnSpc>
                <a:spcPct val="90000"/>
              </a:lnSpc>
              <a:spcBef>
                <a:spcPts val="0"/>
              </a:spcBef>
              <a:spcAft>
                <a:spcPts val="0"/>
              </a:spcAft>
              <a:buSzPts val="1000"/>
              <a:buNone/>
            </a:pPr>
            <a:r>
              <a:rPr lang="en-US" sz="1000"/>
              <a:t>khi có máy tính hoặc thiết bị bị hỏng, công việc vẫn có thể tiếp tục với các máy tính hoặc thiết bị khác trên mạng trong khi chờ sửa chữa. </a:t>
            </a:r>
            <a:endParaRPr/>
          </a:p>
          <a:p>
            <a:pPr indent="0" lvl="0" marL="0" rtl="0" algn="l">
              <a:lnSpc>
                <a:spcPct val="90000"/>
              </a:lnSpc>
              <a:spcBef>
                <a:spcPts val="0"/>
              </a:spcBef>
              <a:spcAft>
                <a:spcPts val="0"/>
              </a:spcAft>
              <a:buSzPts val="1000"/>
              <a:buNone/>
            </a:pPr>
            <a:r>
              <a:rPr b="1" lang="en-US" sz="1000"/>
              <a:t>	 Mạng giúp cho công việc đạt hiệu suất cao hơn. </a:t>
            </a:r>
            <a:endParaRPr/>
          </a:p>
          <a:p>
            <a:pPr indent="0" lvl="0" marL="0" rtl="0" algn="l">
              <a:lnSpc>
                <a:spcPct val="90000"/>
              </a:lnSpc>
              <a:spcBef>
                <a:spcPts val="0"/>
              </a:spcBef>
              <a:spcAft>
                <a:spcPts val="0"/>
              </a:spcAft>
              <a:buSzPts val="1000"/>
              <a:buNone/>
            </a:pPr>
            <a:r>
              <a:rPr lang="en-US" sz="1000"/>
              <a:t>Khi chương trình và dữ liệu đã dùng chung trên mạng, có thể bỏ qua một số khâu đối chiếu không cần thiết. Việc điều chỉnh chương trình (nếu có) cũng tiết kiệm thời gian hơn do chỉ cần cài đặt lại trên một máy. </a:t>
            </a:r>
            <a:endParaRPr/>
          </a:p>
          <a:p>
            <a:pPr indent="0" lvl="0" marL="0" rtl="0" algn="l">
              <a:lnSpc>
                <a:spcPct val="90000"/>
              </a:lnSpc>
              <a:spcBef>
                <a:spcPts val="0"/>
              </a:spcBef>
              <a:spcAft>
                <a:spcPts val="0"/>
              </a:spcAft>
              <a:buSzPts val="1000"/>
              <a:buNone/>
            </a:pPr>
            <a:r>
              <a:rPr lang="en-US" sz="1000"/>
              <a:t>Về mặt tổ chức, việc sao chép dữ liệu phòng hờ tiện lợi hơn do có thể giao cho chỉ một người thay vì mọi người phải tự sao chép phần của mình. </a:t>
            </a:r>
            <a:endParaRPr/>
          </a:p>
          <a:p>
            <a:pPr indent="0" lvl="3" marL="0" rtl="0" algn="l">
              <a:lnSpc>
                <a:spcPct val="90000"/>
              </a:lnSpc>
              <a:spcBef>
                <a:spcPts val="0"/>
              </a:spcBef>
              <a:spcAft>
                <a:spcPts val="0"/>
              </a:spcAft>
              <a:buSzPts val="1000"/>
              <a:buNone/>
            </a:pPr>
            <a:r>
              <a:rPr b="1" lang="en-US" sz="1000"/>
              <a:t>Tăng cường tính bảo mật thông tin. </a:t>
            </a:r>
            <a:endParaRPr sz="1000"/>
          </a:p>
          <a:p>
            <a:pPr indent="0" lvl="0" marL="0" rtl="0" algn="l">
              <a:lnSpc>
                <a:spcPct val="90000"/>
              </a:lnSpc>
              <a:spcBef>
                <a:spcPts val="0"/>
              </a:spcBef>
              <a:spcAft>
                <a:spcPts val="0"/>
              </a:spcAft>
              <a:buSzPts val="1000"/>
              <a:buNone/>
            </a:pPr>
            <a:r>
              <a:rPr lang="en-US" sz="1000"/>
              <a:t>Dữ liệu được lưu trên các máy phục vụ tập tin (file server) sẽ được bảo vệ tốt hơn so với đặt tại các máy cá nhân nhờ cơ chế bảo mật của các hệ điều hành mạng. </a:t>
            </a:r>
            <a:endParaRPr/>
          </a:p>
          <a:p>
            <a:pPr indent="0" lvl="0" marL="0" rtl="0" algn="l">
              <a:lnSpc>
                <a:spcPct val="90000"/>
              </a:lnSpc>
              <a:spcBef>
                <a:spcPts val="0"/>
              </a:spcBef>
              <a:spcAft>
                <a:spcPts val="0"/>
              </a:spcAft>
              <a:buSzPts val="1000"/>
              <a:buNone/>
            </a:pPr>
            <a:r>
              <a:rPr lang="en-US" sz="1000"/>
              <a:t>	</a:t>
            </a:r>
            <a:r>
              <a:rPr b="1" lang="en-US" sz="1000"/>
              <a:t>Tiết kiệm chi phí. </a:t>
            </a:r>
            <a:endParaRPr/>
          </a:p>
          <a:p>
            <a:pPr indent="0" lvl="0" marL="0" rtl="0" algn="l">
              <a:lnSpc>
                <a:spcPct val="90000"/>
              </a:lnSpc>
              <a:spcBef>
                <a:spcPts val="0"/>
              </a:spcBef>
              <a:spcAft>
                <a:spcPts val="0"/>
              </a:spcAft>
              <a:buSzPts val="1000"/>
              <a:buNone/>
            </a:pPr>
            <a:r>
              <a:rPr lang="en-US" sz="1000"/>
              <a:t>Việc dùng chung các thiết bị ngoại vi cho phép giảm chi phí trang bị tính trên số người dùng. Về phần mềm, nhiều nhà sản xuất phần mềm cung cấp cả những ấn bản cho nhiều người dùng, với chi phí thấp hơn tính trên mỗi người dùng. </a:t>
            </a:r>
            <a:endParaRPr/>
          </a:p>
          <a:p>
            <a:pPr indent="0" lvl="0" marL="0" rtl="0" algn="l">
              <a:lnSpc>
                <a:spcPct val="90000"/>
              </a:lnSpc>
              <a:spcBef>
                <a:spcPts val="0"/>
              </a:spcBef>
              <a:spcAft>
                <a:spcPts val="0"/>
              </a:spcAft>
              <a:buSzPts val="1000"/>
              <a:buNone/>
            </a:pPr>
            <a:r>
              <a:t/>
            </a:r>
            <a:endParaRPr sz="1000"/>
          </a:p>
          <a:p>
            <a:pPr indent="0" lvl="0" marL="0" rtl="0" algn="l">
              <a:spcBef>
                <a:spcPts val="0"/>
              </a:spcBef>
              <a:spcAft>
                <a:spcPts val="0"/>
              </a:spcAft>
              <a:buNone/>
            </a:pPr>
            <a:r>
              <a:t/>
            </a:r>
            <a:endParaRPr sz="1000"/>
          </a:p>
        </p:txBody>
      </p:sp>
      <p:sp>
        <p:nvSpPr>
          <p:cNvPr id="581" name="Google Shape;581;p28:notes"/>
          <p:cNvSpPr txBox="1"/>
          <p:nvPr/>
        </p:nvSpPr>
        <p:spPr>
          <a:xfrm>
            <a:off x="0" y="8747125"/>
            <a:ext cx="2971800" cy="460375"/>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GV Lê Văn Hùng</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29:notes"/>
          <p:cNvSpPr/>
          <p:nvPr>
            <p:ph idx="2" type="sldImg"/>
          </p:nvPr>
        </p:nvSpPr>
        <p:spPr>
          <a:xfrm>
            <a:off x="1127125" y="690562"/>
            <a:ext cx="4603750" cy="34528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1" name="Google Shape;591;p29:notes"/>
          <p:cNvSpPr txBox="1"/>
          <p:nvPr>
            <p:ph idx="1" type="body"/>
          </p:nvPr>
        </p:nvSpPr>
        <p:spPr>
          <a:xfrm>
            <a:off x="914400" y="4373562"/>
            <a:ext cx="5029200" cy="4143375"/>
          </a:xfrm>
          <a:prstGeom prst="rect">
            <a:avLst/>
          </a:prstGeom>
          <a:noFill/>
          <a:ln>
            <a:noFill/>
          </a:ln>
        </p:spPr>
        <p:txBody>
          <a:bodyPr anchorCtr="0" anchor="t" bIns="45700" lIns="91425" spcFirstLastPara="1" rIns="91425" wrap="square" tIns="45700">
            <a:noAutofit/>
          </a:bodyPr>
          <a:lstStyle/>
          <a:p>
            <a:pPr indent="0" lvl="3" marL="0" rtl="0" algn="l">
              <a:lnSpc>
                <a:spcPct val="90000"/>
              </a:lnSpc>
              <a:spcBef>
                <a:spcPts val="0"/>
              </a:spcBef>
              <a:spcAft>
                <a:spcPts val="0"/>
              </a:spcAft>
              <a:buSzPts val="1000"/>
              <a:buNone/>
            </a:pPr>
            <a:r>
              <a:rPr b="1" lang="en-US" sz="1000"/>
              <a:t>Mạng tạo khả năng dùng chung tài nguyên cho các người dùng. </a:t>
            </a:r>
            <a:endParaRPr/>
          </a:p>
          <a:p>
            <a:pPr indent="0" lvl="0" marL="0" rtl="0" algn="l">
              <a:lnSpc>
                <a:spcPct val="90000"/>
              </a:lnSpc>
              <a:spcBef>
                <a:spcPts val="0"/>
              </a:spcBef>
              <a:spcAft>
                <a:spcPts val="0"/>
              </a:spcAft>
              <a:buSzPts val="1000"/>
              <a:buNone/>
            </a:pPr>
            <a:r>
              <a:rPr lang="en-US" sz="1000"/>
              <a:t>Vấn đề là làm cho các tài nguyên trên mạng như chương trình, dữ liệu và thiết bị, đặc biệt là các thiết bị đắt tiền, có thể sẵn dùng cho mọi người trên mạng mà không cần quan tâm đến vị trí thực của tài nguyên và người dùng. </a:t>
            </a:r>
            <a:endParaRPr/>
          </a:p>
          <a:p>
            <a:pPr indent="0" lvl="0" marL="0" rtl="0" algn="l">
              <a:lnSpc>
                <a:spcPct val="90000"/>
              </a:lnSpc>
              <a:spcBef>
                <a:spcPts val="0"/>
              </a:spcBef>
              <a:spcAft>
                <a:spcPts val="0"/>
              </a:spcAft>
              <a:buSzPts val="1000"/>
              <a:buNone/>
            </a:pPr>
            <a:r>
              <a:rPr lang="en-US" sz="1000"/>
              <a:t>Về mặt thiết bị, các thiết bị chất lượng cao thường đắt tiền, chúng thường được dùng chung cho nhiều người nhằm giảm chi phí và dễ bảo quản. </a:t>
            </a:r>
            <a:endParaRPr/>
          </a:p>
          <a:p>
            <a:pPr indent="0" lvl="0" marL="0" rtl="0" algn="l">
              <a:lnSpc>
                <a:spcPct val="90000"/>
              </a:lnSpc>
              <a:spcBef>
                <a:spcPts val="0"/>
              </a:spcBef>
              <a:spcAft>
                <a:spcPts val="0"/>
              </a:spcAft>
              <a:buSzPts val="1000"/>
              <a:buNone/>
            </a:pPr>
            <a:r>
              <a:rPr lang="en-US" sz="1000"/>
              <a:t>Về mặt chương trình và dữ liệu, khi được dùng chung, mỗi thay đổi sẽ sẵn dùng cho mọi thành viên trên mạng ngay lập tức. Điều này thể hiện rất rõ tại các nơi như ngân hàng, các đại lý bán vé máy bay... </a:t>
            </a:r>
            <a:r>
              <a:rPr b="1" lang="en-US" sz="1000"/>
              <a:t>1.4.3.2 	</a:t>
            </a:r>
            <a:endParaRPr/>
          </a:p>
          <a:p>
            <a:pPr indent="0" lvl="0" marL="0" rtl="0" algn="l">
              <a:lnSpc>
                <a:spcPct val="90000"/>
              </a:lnSpc>
              <a:spcBef>
                <a:spcPts val="0"/>
              </a:spcBef>
              <a:spcAft>
                <a:spcPts val="0"/>
              </a:spcAft>
              <a:buSzPts val="1000"/>
              <a:buNone/>
            </a:pPr>
            <a:r>
              <a:rPr b="1" lang="en-US" sz="1000"/>
              <a:t>	Mạng cho phép nâng cao độ tin cậy. </a:t>
            </a:r>
            <a:endParaRPr/>
          </a:p>
          <a:p>
            <a:pPr indent="0" lvl="0" marL="0" rtl="0" algn="l">
              <a:lnSpc>
                <a:spcPct val="90000"/>
              </a:lnSpc>
              <a:spcBef>
                <a:spcPts val="0"/>
              </a:spcBef>
              <a:spcAft>
                <a:spcPts val="0"/>
              </a:spcAft>
              <a:buSzPts val="1000"/>
              <a:buNone/>
            </a:pPr>
            <a:r>
              <a:rPr lang="en-US" sz="1000"/>
              <a:t>khi có máy tính hoặc thiết bị bị hỏng, công việc vẫn có thể tiếp tục với các máy tính hoặc thiết bị khác trên mạng trong khi chờ sửa chữa. </a:t>
            </a:r>
            <a:endParaRPr/>
          </a:p>
          <a:p>
            <a:pPr indent="0" lvl="0" marL="0" rtl="0" algn="l">
              <a:lnSpc>
                <a:spcPct val="90000"/>
              </a:lnSpc>
              <a:spcBef>
                <a:spcPts val="0"/>
              </a:spcBef>
              <a:spcAft>
                <a:spcPts val="0"/>
              </a:spcAft>
              <a:buSzPts val="1000"/>
              <a:buNone/>
            </a:pPr>
            <a:r>
              <a:rPr b="1" lang="en-US" sz="1000"/>
              <a:t>	 Mạng giúp cho công việc đạt hiệu suất cao hơn. </a:t>
            </a:r>
            <a:endParaRPr/>
          </a:p>
          <a:p>
            <a:pPr indent="0" lvl="0" marL="0" rtl="0" algn="l">
              <a:lnSpc>
                <a:spcPct val="90000"/>
              </a:lnSpc>
              <a:spcBef>
                <a:spcPts val="0"/>
              </a:spcBef>
              <a:spcAft>
                <a:spcPts val="0"/>
              </a:spcAft>
              <a:buSzPts val="1000"/>
              <a:buNone/>
            </a:pPr>
            <a:r>
              <a:rPr lang="en-US" sz="1000"/>
              <a:t>Khi chương trình và dữ liệu đã dùng chung trên mạng, có thể bỏ qua một số khâu đối chiếu không cần thiết. Việc điều chỉnh chương trình (nếu có) cũng tiết kiệm thời gian hơn do chỉ cần cài đặt lại trên một máy. </a:t>
            </a:r>
            <a:endParaRPr/>
          </a:p>
          <a:p>
            <a:pPr indent="0" lvl="0" marL="0" rtl="0" algn="l">
              <a:lnSpc>
                <a:spcPct val="90000"/>
              </a:lnSpc>
              <a:spcBef>
                <a:spcPts val="0"/>
              </a:spcBef>
              <a:spcAft>
                <a:spcPts val="0"/>
              </a:spcAft>
              <a:buSzPts val="1000"/>
              <a:buNone/>
            </a:pPr>
            <a:r>
              <a:rPr lang="en-US" sz="1000"/>
              <a:t>Về mặt tổ chức, việc sao chép dữ liệu phòng hờ tiện lợi hơn do có thể giao cho chỉ một người thay vì mọi người phải tự sao chép phần của mình. </a:t>
            </a:r>
            <a:endParaRPr/>
          </a:p>
          <a:p>
            <a:pPr indent="0" lvl="3" marL="0" rtl="0" algn="l">
              <a:lnSpc>
                <a:spcPct val="90000"/>
              </a:lnSpc>
              <a:spcBef>
                <a:spcPts val="0"/>
              </a:spcBef>
              <a:spcAft>
                <a:spcPts val="0"/>
              </a:spcAft>
              <a:buSzPts val="1000"/>
              <a:buNone/>
            </a:pPr>
            <a:r>
              <a:rPr b="1" lang="en-US" sz="1000"/>
              <a:t>Tăng cường tính bảo mật thông tin. </a:t>
            </a:r>
            <a:endParaRPr sz="1000"/>
          </a:p>
          <a:p>
            <a:pPr indent="0" lvl="0" marL="0" rtl="0" algn="l">
              <a:lnSpc>
                <a:spcPct val="90000"/>
              </a:lnSpc>
              <a:spcBef>
                <a:spcPts val="0"/>
              </a:spcBef>
              <a:spcAft>
                <a:spcPts val="0"/>
              </a:spcAft>
              <a:buSzPts val="1000"/>
              <a:buNone/>
            </a:pPr>
            <a:r>
              <a:rPr lang="en-US" sz="1000"/>
              <a:t>Dữ liệu được lưu trên các máy phục vụ tập tin (file server) sẽ được bảo vệ tốt hơn so với đặt tại các máy cá nhân nhờ cơ chế bảo mật của các hệ điều hành mạng. </a:t>
            </a:r>
            <a:endParaRPr/>
          </a:p>
          <a:p>
            <a:pPr indent="0" lvl="0" marL="0" rtl="0" algn="l">
              <a:lnSpc>
                <a:spcPct val="90000"/>
              </a:lnSpc>
              <a:spcBef>
                <a:spcPts val="0"/>
              </a:spcBef>
              <a:spcAft>
                <a:spcPts val="0"/>
              </a:spcAft>
              <a:buSzPts val="1000"/>
              <a:buNone/>
            </a:pPr>
            <a:r>
              <a:rPr lang="en-US" sz="1000"/>
              <a:t>	</a:t>
            </a:r>
            <a:r>
              <a:rPr b="1" lang="en-US" sz="1000"/>
              <a:t>Tiết kiệm chi phí. </a:t>
            </a:r>
            <a:endParaRPr/>
          </a:p>
          <a:p>
            <a:pPr indent="0" lvl="0" marL="0" rtl="0" algn="l">
              <a:lnSpc>
                <a:spcPct val="90000"/>
              </a:lnSpc>
              <a:spcBef>
                <a:spcPts val="0"/>
              </a:spcBef>
              <a:spcAft>
                <a:spcPts val="0"/>
              </a:spcAft>
              <a:buSzPts val="1000"/>
              <a:buNone/>
            </a:pPr>
            <a:r>
              <a:rPr lang="en-US" sz="1000"/>
              <a:t>Việc dùng chung các thiết bị ngoại vi cho phép giảm chi phí trang bị tính trên số người dùng. Về phần mềm, nhiều nhà sản xuất phần mềm cung cấp cả những ấn bản cho nhiều người dùng, với chi phí thấp hơn tính trên mỗi người dùng. </a:t>
            </a:r>
            <a:endParaRPr/>
          </a:p>
          <a:p>
            <a:pPr indent="0" lvl="0" marL="0" rtl="0" algn="l">
              <a:lnSpc>
                <a:spcPct val="90000"/>
              </a:lnSpc>
              <a:spcBef>
                <a:spcPts val="0"/>
              </a:spcBef>
              <a:spcAft>
                <a:spcPts val="0"/>
              </a:spcAft>
              <a:buSzPts val="1000"/>
              <a:buNone/>
            </a:pPr>
            <a:r>
              <a:t/>
            </a:r>
            <a:endParaRPr sz="1000"/>
          </a:p>
          <a:p>
            <a:pPr indent="0" lvl="0" marL="0" rtl="0" algn="l">
              <a:spcBef>
                <a:spcPts val="0"/>
              </a:spcBef>
              <a:spcAft>
                <a:spcPts val="0"/>
              </a:spcAft>
              <a:buNone/>
            </a:pPr>
            <a:r>
              <a:t/>
            </a:r>
            <a:endParaRPr sz="1000"/>
          </a:p>
        </p:txBody>
      </p:sp>
      <p:sp>
        <p:nvSpPr>
          <p:cNvPr id="592" name="Google Shape;592;p29:notes"/>
          <p:cNvSpPr txBox="1"/>
          <p:nvPr/>
        </p:nvSpPr>
        <p:spPr>
          <a:xfrm>
            <a:off x="0" y="8747125"/>
            <a:ext cx="2971800" cy="460375"/>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GV Lê Văn Hùng</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30:notes"/>
          <p:cNvSpPr/>
          <p:nvPr>
            <p:ph idx="2" type="sldImg"/>
          </p:nvPr>
        </p:nvSpPr>
        <p:spPr>
          <a:xfrm>
            <a:off x="1127125" y="690562"/>
            <a:ext cx="4603750" cy="34528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2" name="Google Shape;602;p30:notes"/>
          <p:cNvSpPr txBox="1"/>
          <p:nvPr>
            <p:ph idx="1" type="body"/>
          </p:nvPr>
        </p:nvSpPr>
        <p:spPr>
          <a:xfrm>
            <a:off x="914400" y="4373562"/>
            <a:ext cx="5029200" cy="4143375"/>
          </a:xfrm>
          <a:prstGeom prst="rect">
            <a:avLst/>
          </a:prstGeom>
          <a:noFill/>
          <a:ln>
            <a:noFill/>
          </a:ln>
        </p:spPr>
        <p:txBody>
          <a:bodyPr anchorCtr="0" anchor="t" bIns="45700" lIns="91425" spcFirstLastPara="1" rIns="91425" wrap="square" tIns="45700">
            <a:noAutofit/>
          </a:bodyPr>
          <a:lstStyle/>
          <a:p>
            <a:pPr indent="0" lvl="3" marL="0" rtl="0" algn="l">
              <a:lnSpc>
                <a:spcPct val="90000"/>
              </a:lnSpc>
              <a:spcBef>
                <a:spcPts val="0"/>
              </a:spcBef>
              <a:spcAft>
                <a:spcPts val="0"/>
              </a:spcAft>
              <a:buSzPts val="1000"/>
              <a:buNone/>
            </a:pPr>
            <a:r>
              <a:rPr b="1" lang="en-US" sz="1000"/>
              <a:t>Mạng tạo khả năng dùng chung tài nguyên cho các người dùng. </a:t>
            </a:r>
            <a:endParaRPr/>
          </a:p>
          <a:p>
            <a:pPr indent="0" lvl="0" marL="0" rtl="0" algn="l">
              <a:lnSpc>
                <a:spcPct val="90000"/>
              </a:lnSpc>
              <a:spcBef>
                <a:spcPts val="0"/>
              </a:spcBef>
              <a:spcAft>
                <a:spcPts val="0"/>
              </a:spcAft>
              <a:buSzPts val="1000"/>
              <a:buNone/>
            </a:pPr>
            <a:r>
              <a:rPr lang="en-US" sz="1000"/>
              <a:t>Vấn đề là làm cho các tài nguyên trên mạng như chương trình, dữ liệu và thiết bị, đặc biệt là các thiết bị đắt tiền, có thể sẵn dùng cho mọi người trên mạng mà không cần quan tâm đến vị trí thực của tài nguyên và người dùng. </a:t>
            </a:r>
            <a:endParaRPr/>
          </a:p>
          <a:p>
            <a:pPr indent="0" lvl="0" marL="0" rtl="0" algn="l">
              <a:lnSpc>
                <a:spcPct val="90000"/>
              </a:lnSpc>
              <a:spcBef>
                <a:spcPts val="0"/>
              </a:spcBef>
              <a:spcAft>
                <a:spcPts val="0"/>
              </a:spcAft>
              <a:buSzPts val="1000"/>
              <a:buNone/>
            </a:pPr>
            <a:r>
              <a:rPr lang="en-US" sz="1000"/>
              <a:t>Về mặt thiết bị, các thiết bị chất lượng cao thường đắt tiền, chúng thường được dùng chung cho nhiều người nhằm giảm chi phí và dễ bảo quản. </a:t>
            </a:r>
            <a:endParaRPr/>
          </a:p>
          <a:p>
            <a:pPr indent="0" lvl="0" marL="0" rtl="0" algn="l">
              <a:lnSpc>
                <a:spcPct val="90000"/>
              </a:lnSpc>
              <a:spcBef>
                <a:spcPts val="0"/>
              </a:spcBef>
              <a:spcAft>
                <a:spcPts val="0"/>
              </a:spcAft>
              <a:buSzPts val="1000"/>
              <a:buNone/>
            </a:pPr>
            <a:r>
              <a:rPr lang="en-US" sz="1000"/>
              <a:t>Về mặt chương trình và dữ liệu, khi được dùng chung, mỗi thay đổi sẽ sẵn dùng cho mọi thành viên trên mạng ngay lập tức. Điều này thể hiện rất rõ tại các nơi như ngân hàng, các đại lý bán vé máy bay... </a:t>
            </a:r>
            <a:r>
              <a:rPr b="1" lang="en-US" sz="1000"/>
              <a:t>1.4.3.2 	</a:t>
            </a:r>
            <a:endParaRPr/>
          </a:p>
          <a:p>
            <a:pPr indent="0" lvl="0" marL="0" rtl="0" algn="l">
              <a:lnSpc>
                <a:spcPct val="90000"/>
              </a:lnSpc>
              <a:spcBef>
                <a:spcPts val="0"/>
              </a:spcBef>
              <a:spcAft>
                <a:spcPts val="0"/>
              </a:spcAft>
              <a:buSzPts val="1000"/>
              <a:buNone/>
            </a:pPr>
            <a:r>
              <a:rPr b="1" lang="en-US" sz="1000"/>
              <a:t>	Mạng cho phép nâng cao độ tin cậy. </a:t>
            </a:r>
            <a:endParaRPr/>
          </a:p>
          <a:p>
            <a:pPr indent="0" lvl="0" marL="0" rtl="0" algn="l">
              <a:lnSpc>
                <a:spcPct val="90000"/>
              </a:lnSpc>
              <a:spcBef>
                <a:spcPts val="0"/>
              </a:spcBef>
              <a:spcAft>
                <a:spcPts val="0"/>
              </a:spcAft>
              <a:buSzPts val="1000"/>
              <a:buNone/>
            </a:pPr>
            <a:r>
              <a:rPr lang="en-US" sz="1000"/>
              <a:t>khi có máy tính hoặc thiết bị bị hỏng, công việc vẫn có thể tiếp tục với các máy tính hoặc thiết bị khác trên mạng trong khi chờ sửa chữa. </a:t>
            </a:r>
            <a:endParaRPr/>
          </a:p>
          <a:p>
            <a:pPr indent="0" lvl="0" marL="0" rtl="0" algn="l">
              <a:lnSpc>
                <a:spcPct val="90000"/>
              </a:lnSpc>
              <a:spcBef>
                <a:spcPts val="0"/>
              </a:spcBef>
              <a:spcAft>
                <a:spcPts val="0"/>
              </a:spcAft>
              <a:buSzPts val="1000"/>
              <a:buNone/>
            </a:pPr>
            <a:r>
              <a:rPr b="1" lang="en-US" sz="1000"/>
              <a:t>	 Mạng giúp cho công việc đạt hiệu suất cao hơn. </a:t>
            </a:r>
            <a:endParaRPr/>
          </a:p>
          <a:p>
            <a:pPr indent="0" lvl="0" marL="0" rtl="0" algn="l">
              <a:lnSpc>
                <a:spcPct val="90000"/>
              </a:lnSpc>
              <a:spcBef>
                <a:spcPts val="0"/>
              </a:spcBef>
              <a:spcAft>
                <a:spcPts val="0"/>
              </a:spcAft>
              <a:buSzPts val="1000"/>
              <a:buNone/>
            </a:pPr>
            <a:r>
              <a:rPr lang="en-US" sz="1000"/>
              <a:t>Khi chương trình và dữ liệu đã dùng chung trên mạng, có thể bỏ qua một số khâu đối chiếu không cần thiết. Việc điều chỉnh chương trình (nếu có) cũng tiết kiệm thời gian hơn do chỉ cần cài đặt lại trên một máy. </a:t>
            </a:r>
            <a:endParaRPr/>
          </a:p>
          <a:p>
            <a:pPr indent="0" lvl="0" marL="0" rtl="0" algn="l">
              <a:lnSpc>
                <a:spcPct val="90000"/>
              </a:lnSpc>
              <a:spcBef>
                <a:spcPts val="0"/>
              </a:spcBef>
              <a:spcAft>
                <a:spcPts val="0"/>
              </a:spcAft>
              <a:buSzPts val="1000"/>
              <a:buNone/>
            </a:pPr>
            <a:r>
              <a:rPr lang="en-US" sz="1000"/>
              <a:t>Về mặt tổ chức, việc sao chép dữ liệu phòng hờ tiện lợi hơn do có thể giao cho chỉ một người thay vì mọi người phải tự sao chép phần của mình. </a:t>
            </a:r>
            <a:endParaRPr/>
          </a:p>
          <a:p>
            <a:pPr indent="0" lvl="3" marL="0" rtl="0" algn="l">
              <a:lnSpc>
                <a:spcPct val="90000"/>
              </a:lnSpc>
              <a:spcBef>
                <a:spcPts val="0"/>
              </a:spcBef>
              <a:spcAft>
                <a:spcPts val="0"/>
              </a:spcAft>
              <a:buSzPts val="1000"/>
              <a:buNone/>
            </a:pPr>
            <a:r>
              <a:rPr b="1" lang="en-US" sz="1000"/>
              <a:t>Tăng cường tính bảo mật thông tin. </a:t>
            </a:r>
            <a:endParaRPr sz="1000"/>
          </a:p>
          <a:p>
            <a:pPr indent="0" lvl="0" marL="0" rtl="0" algn="l">
              <a:lnSpc>
                <a:spcPct val="90000"/>
              </a:lnSpc>
              <a:spcBef>
                <a:spcPts val="0"/>
              </a:spcBef>
              <a:spcAft>
                <a:spcPts val="0"/>
              </a:spcAft>
              <a:buSzPts val="1000"/>
              <a:buNone/>
            </a:pPr>
            <a:r>
              <a:rPr lang="en-US" sz="1000"/>
              <a:t>Dữ liệu được lưu trên các máy phục vụ tập tin (file server) sẽ được bảo vệ tốt hơn so với đặt tại các máy cá nhân nhờ cơ chế bảo mật của các hệ điều hành mạng. </a:t>
            </a:r>
            <a:endParaRPr/>
          </a:p>
          <a:p>
            <a:pPr indent="0" lvl="0" marL="0" rtl="0" algn="l">
              <a:lnSpc>
                <a:spcPct val="90000"/>
              </a:lnSpc>
              <a:spcBef>
                <a:spcPts val="0"/>
              </a:spcBef>
              <a:spcAft>
                <a:spcPts val="0"/>
              </a:spcAft>
              <a:buSzPts val="1000"/>
              <a:buNone/>
            </a:pPr>
            <a:r>
              <a:rPr lang="en-US" sz="1000"/>
              <a:t>	</a:t>
            </a:r>
            <a:r>
              <a:rPr b="1" lang="en-US" sz="1000"/>
              <a:t>Tiết kiệm chi phí. </a:t>
            </a:r>
            <a:endParaRPr/>
          </a:p>
          <a:p>
            <a:pPr indent="0" lvl="0" marL="0" rtl="0" algn="l">
              <a:lnSpc>
                <a:spcPct val="90000"/>
              </a:lnSpc>
              <a:spcBef>
                <a:spcPts val="0"/>
              </a:spcBef>
              <a:spcAft>
                <a:spcPts val="0"/>
              </a:spcAft>
              <a:buSzPts val="1000"/>
              <a:buNone/>
            </a:pPr>
            <a:r>
              <a:rPr lang="en-US" sz="1000"/>
              <a:t>Việc dùng chung các thiết bị ngoại vi cho phép giảm chi phí trang bị tính trên số người dùng. Về phần mềm, nhiều nhà sản xuất phần mềm cung cấp cả những ấn bản cho nhiều người dùng, với chi phí thấp hơn tính trên mỗi người dùng. </a:t>
            </a:r>
            <a:endParaRPr/>
          </a:p>
          <a:p>
            <a:pPr indent="0" lvl="0" marL="0" rtl="0" algn="l">
              <a:lnSpc>
                <a:spcPct val="90000"/>
              </a:lnSpc>
              <a:spcBef>
                <a:spcPts val="0"/>
              </a:spcBef>
              <a:spcAft>
                <a:spcPts val="0"/>
              </a:spcAft>
              <a:buSzPts val="1000"/>
              <a:buNone/>
            </a:pPr>
            <a:r>
              <a:t/>
            </a:r>
            <a:endParaRPr sz="1000"/>
          </a:p>
          <a:p>
            <a:pPr indent="0" lvl="0" marL="0" rtl="0" algn="l">
              <a:spcBef>
                <a:spcPts val="0"/>
              </a:spcBef>
              <a:spcAft>
                <a:spcPts val="0"/>
              </a:spcAft>
              <a:buNone/>
            </a:pPr>
            <a:r>
              <a:t/>
            </a:r>
            <a:endParaRPr sz="1000"/>
          </a:p>
        </p:txBody>
      </p:sp>
      <p:sp>
        <p:nvSpPr>
          <p:cNvPr id="603" name="Google Shape;603;p30:notes"/>
          <p:cNvSpPr txBox="1"/>
          <p:nvPr/>
        </p:nvSpPr>
        <p:spPr>
          <a:xfrm>
            <a:off x="0" y="8747125"/>
            <a:ext cx="2971800" cy="460375"/>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GV Lê Văn Hùng</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31:notes"/>
          <p:cNvSpPr/>
          <p:nvPr>
            <p:ph idx="2" type="sldImg"/>
          </p:nvPr>
        </p:nvSpPr>
        <p:spPr>
          <a:xfrm>
            <a:off x="1127125" y="690562"/>
            <a:ext cx="4603750" cy="34528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2" name="Google Shape;612;p31:notes"/>
          <p:cNvSpPr txBox="1"/>
          <p:nvPr>
            <p:ph idx="1" type="body"/>
          </p:nvPr>
        </p:nvSpPr>
        <p:spPr>
          <a:xfrm>
            <a:off x="914400" y="4373562"/>
            <a:ext cx="5029200" cy="4143375"/>
          </a:xfrm>
          <a:prstGeom prst="rect">
            <a:avLst/>
          </a:prstGeom>
          <a:noFill/>
          <a:ln>
            <a:noFill/>
          </a:ln>
        </p:spPr>
        <p:txBody>
          <a:bodyPr anchorCtr="0" anchor="t" bIns="45700" lIns="91425" spcFirstLastPara="1" rIns="91425" wrap="square" tIns="45700">
            <a:noAutofit/>
          </a:bodyPr>
          <a:lstStyle/>
          <a:p>
            <a:pPr indent="0" lvl="3" marL="0" rtl="0" algn="l">
              <a:lnSpc>
                <a:spcPct val="90000"/>
              </a:lnSpc>
              <a:spcBef>
                <a:spcPts val="0"/>
              </a:spcBef>
              <a:spcAft>
                <a:spcPts val="0"/>
              </a:spcAft>
              <a:buSzPts val="1000"/>
              <a:buNone/>
            </a:pPr>
            <a:r>
              <a:rPr b="1" lang="en-US" sz="1000"/>
              <a:t>Mạng tạo khả năng dùng chung tài nguyên cho các người dùng. </a:t>
            </a:r>
            <a:endParaRPr/>
          </a:p>
          <a:p>
            <a:pPr indent="0" lvl="0" marL="0" rtl="0" algn="l">
              <a:lnSpc>
                <a:spcPct val="90000"/>
              </a:lnSpc>
              <a:spcBef>
                <a:spcPts val="0"/>
              </a:spcBef>
              <a:spcAft>
                <a:spcPts val="0"/>
              </a:spcAft>
              <a:buSzPts val="1000"/>
              <a:buNone/>
            </a:pPr>
            <a:r>
              <a:rPr lang="en-US" sz="1000"/>
              <a:t>Vấn đề là làm cho các tài nguyên trên mạng như chương trình, dữ liệu và thiết bị, đặc biệt là các thiết bị đắt tiền, có thể sẵn dùng cho mọi người trên mạng mà không cần quan tâm đến vị trí thực của tài nguyên và người dùng. </a:t>
            </a:r>
            <a:endParaRPr/>
          </a:p>
          <a:p>
            <a:pPr indent="0" lvl="0" marL="0" rtl="0" algn="l">
              <a:lnSpc>
                <a:spcPct val="90000"/>
              </a:lnSpc>
              <a:spcBef>
                <a:spcPts val="0"/>
              </a:spcBef>
              <a:spcAft>
                <a:spcPts val="0"/>
              </a:spcAft>
              <a:buSzPts val="1000"/>
              <a:buNone/>
            </a:pPr>
            <a:r>
              <a:rPr lang="en-US" sz="1000"/>
              <a:t>Về mặt thiết bị, các thiết bị chất lượng cao thường đắt tiền, chúng thường được dùng chung cho nhiều người nhằm giảm chi phí và dễ bảo quản. </a:t>
            </a:r>
            <a:endParaRPr/>
          </a:p>
          <a:p>
            <a:pPr indent="0" lvl="0" marL="0" rtl="0" algn="l">
              <a:lnSpc>
                <a:spcPct val="90000"/>
              </a:lnSpc>
              <a:spcBef>
                <a:spcPts val="0"/>
              </a:spcBef>
              <a:spcAft>
                <a:spcPts val="0"/>
              </a:spcAft>
              <a:buSzPts val="1000"/>
              <a:buNone/>
            </a:pPr>
            <a:r>
              <a:rPr lang="en-US" sz="1000"/>
              <a:t>Về mặt chương trình và dữ liệu, khi được dùng chung, mỗi thay đổi sẽ sẵn dùng cho mọi thành viên trên mạng ngay lập tức. Điều này thể hiện rất rõ tại các nơi như ngân hàng, các đại lý bán vé máy bay... </a:t>
            </a:r>
            <a:r>
              <a:rPr b="1" lang="en-US" sz="1000"/>
              <a:t>1.4.3.2 	</a:t>
            </a:r>
            <a:endParaRPr/>
          </a:p>
          <a:p>
            <a:pPr indent="0" lvl="0" marL="0" rtl="0" algn="l">
              <a:lnSpc>
                <a:spcPct val="90000"/>
              </a:lnSpc>
              <a:spcBef>
                <a:spcPts val="0"/>
              </a:spcBef>
              <a:spcAft>
                <a:spcPts val="0"/>
              </a:spcAft>
              <a:buSzPts val="1000"/>
              <a:buNone/>
            </a:pPr>
            <a:r>
              <a:rPr b="1" lang="en-US" sz="1000"/>
              <a:t>	Mạng cho phép nâng cao độ tin cậy. </a:t>
            </a:r>
            <a:endParaRPr/>
          </a:p>
          <a:p>
            <a:pPr indent="0" lvl="0" marL="0" rtl="0" algn="l">
              <a:lnSpc>
                <a:spcPct val="90000"/>
              </a:lnSpc>
              <a:spcBef>
                <a:spcPts val="0"/>
              </a:spcBef>
              <a:spcAft>
                <a:spcPts val="0"/>
              </a:spcAft>
              <a:buSzPts val="1000"/>
              <a:buNone/>
            </a:pPr>
            <a:r>
              <a:rPr lang="en-US" sz="1000"/>
              <a:t>khi có máy tính hoặc thiết bị bị hỏng, công việc vẫn có thể tiếp tục với các máy tính hoặc thiết bị khác trên mạng trong khi chờ sửa chữa. </a:t>
            </a:r>
            <a:endParaRPr/>
          </a:p>
          <a:p>
            <a:pPr indent="0" lvl="0" marL="0" rtl="0" algn="l">
              <a:lnSpc>
                <a:spcPct val="90000"/>
              </a:lnSpc>
              <a:spcBef>
                <a:spcPts val="0"/>
              </a:spcBef>
              <a:spcAft>
                <a:spcPts val="0"/>
              </a:spcAft>
              <a:buSzPts val="1000"/>
              <a:buNone/>
            </a:pPr>
            <a:r>
              <a:rPr b="1" lang="en-US" sz="1000"/>
              <a:t>	 Mạng giúp cho công việc đạt hiệu suất cao hơn. </a:t>
            </a:r>
            <a:endParaRPr/>
          </a:p>
          <a:p>
            <a:pPr indent="0" lvl="0" marL="0" rtl="0" algn="l">
              <a:lnSpc>
                <a:spcPct val="90000"/>
              </a:lnSpc>
              <a:spcBef>
                <a:spcPts val="0"/>
              </a:spcBef>
              <a:spcAft>
                <a:spcPts val="0"/>
              </a:spcAft>
              <a:buSzPts val="1000"/>
              <a:buNone/>
            </a:pPr>
            <a:r>
              <a:rPr lang="en-US" sz="1000"/>
              <a:t>Khi chương trình và dữ liệu đã dùng chung trên mạng, có thể bỏ qua một số khâu đối chiếu không cần thiết. Việc điều chỉnh chương trình (nếu có) cũng tiết kiệm thời gian hơn do chỉ cần cài đặt lại trên một máy. </a:t>
            </a:r>
            <a:endParaRPr/>
          </a:p>
          <a:p>
            <a:pPr indent="0" lvl="0" marL="0" rtl="0" algn="l">
              <a:lnSpc>
                <a:spcPct val="90000"/>
              </a:lnSpc>
              <a:spcBef>
                <a:spcPts val="0"/>
              </a:spcBef>
              <a:spcAft>
                <a:spcPts val="0"/>
              </a:spcAft>
              <a:buSzPts val="1000"/>
              <a:buNone/>
            </a:pPr>
            <a:r>
              <a:rPr lang="en-US" sz="1000"/>
              <a:t>Về mặt tổ chức, việc sao chép dữ liệu phòng hờ tiện lợi hơn do có thể giao cho chỉ một người thay vì mọi người phải tự sao chép phần của mình. </a:t>
            </a:r>
            <a:endParaRPr/>
          </a:p>
          <a:p>
            <a:pPr indent="0" lvl="3" marL="0" rtl="0" algn="l">
              <a:lnSpc>
                <a:spcPct val="90000"/>
              </a:lnSpc>
              <a:spcBef>
                <a:spcPts val="0"/>
              </a:spcBef>
              <a:spcAft>
                <a:spcPts val="0"/>
              </a:spcAft>
              <a:buSzPts val="1000"/>
              <a:buNone/>
            </a:pPr>
            <a:r>
              <a:rPr b="1" lang="en-US" sz="1000"/>
              <a:t>Tăng cường tính bảo mật thông tin. </a:t>
            </a:r>
            <a:endParaRPr sz="1000"/>
          </a:p>
          <a:p>
            <a:pPr indent="0" lvl="0" marL="0" rtl="0" algn="l">
              <a:lnSpc>
                <a:spcPct val="90000"/>
              </a:lnSpc>
              <a:spcBef>
                <a:spcPts val="0"/>
              </a:spcBef>
              <a:spcAft>
                <a:spcPts val="0"/>
              </a:spcAft>
              <a:buSzPts val="1000"/>
              <a:buNone/>
            </a:pPr>
            <a:r>
              <a:rPr lang="en-US" sz="1000"/>
              <a:t>Dữ liệu được lưu trên các máy phục vụ tập tin (file server) sẽ được bảo vệ tốt hơn so với đặt tại các máy cá nhân nhờ cơ chế bảo mật của các hệ điều hành mạng. </a:t>
            </a:r>
            <a:endParaRPr/>
          </a:p>
          <a:p>
            <a:pPr indent="0" lvl="0" marL="0" rtl="0" algn="l">
              <a:lnSpc>
                <a:spcPct val="90000"/>
              </a:lnSpc>
              <a:spcBef>
                <a:spcPts val="0"/>
              </a:spcBef>
              <a:spcAft>
                <a:spcPts val="0"/>
              </a:spcAft>
              <a:buSzPts val="1000"/>
              <a:buNone/>
            </a:pPr>
            <a:r>
              <a:rPr lang="en-US" sz="1000"/>
              <a:t>	</a:t>
            </a:r>
            <a:r>
              <a:rPr b="1" lang="en-US" sz="1000"/>
              <a:t>Tiết kiệm chi phí. </a:t>
            </a:r>
            <a:endParaRPr/>
          </a:p>
          <a:p>
            <a:pPr indent="0" lvl="0" marL="0" rtl="0" algn="l">
              <a:lnSpc>
                <a:spcPct val="90000"/>
              </a:lnSpc>
              <a:spcBef>
                <a:spcPts val="0"/>
              </a:spcBef>
              <a:spcAft>
                <a:spcPts val="0"/>
              </a:spcAft>
              <a:buSzPts val="1000"/>
              <a:buNone/>
            </a:pPr>
            <a:r>
              <a:rPr lang="en-US" sz="1000"/>
              <a:t>Việc dùng chung các thiết bị ngoại vi cho phép giảm chi phí trang bị tính trên số người dùng. Về phần mềm, nhiều nhà sản xuất phần mềm cung cấp cả những ấn bản cho nhiều người dùng, với chi phí thấp hơn tính trên mỗi người dùng. </a:t>
            </a:r>
            <a:endParaRPr/>
          </a:p>
          <a:p>
            <a:pPr indent="0" lvl="0" marL="0" rtl="0" algn="l">
              <a:lnSpc>
                <a:spcPct val="90000"/>
              </a:lnSpc>
              <a:spcBef>
                <a:spcPts val="0"/>
              </a:spcBef>
              <a:spcAft>
                <a:spcPts val="0"/>
              </a:spcAft>
              <a:buSzPts val="1000"/>
              <a:buNone/>
            </a:pPr>
            <a:r>
              <a:t/>
            </a:r>
            <a:endParaRPr sz="1000"/>
          </a:p>
          <a:p>
            <a:pPr indent="0" lvl="0" marL="0" rtl="0" algn="l">
              <a:spcBef>
                <a:spcPts val="0"/>
              </a:spcBef>
              <a:spcAft>
                <a:spcPts val="0"/>
              </a:spcAft>
              <a:buNone/>
            </a:pPr>
            <a:r>
              <a:t/>
            </a:r>
            <a:endParaRPr sz="1000"/>
          </a:p>
        </p:txBody>
      </p:sp>
      <p:sp>
        <p:nvSpPr>
          <p:cNvPr id="613" name="Google Shape;613;p31:notes"/>
          <p:cNvSpPr txBox="1"/>
          <p:nvPr/>
        </p:nvSpPr>
        <p:spPr>
          <a:xfrm>
            <a:off x="0" y="8747125"/>
            <a:ext cx="2971800" cy="460375"/>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GV Lê Văn Hùng</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32:notes"/>
          <p:cNvSpPr/>
          <p:nvPr>
            <p:ph idx="2" type="sldImg"/>
          </p:nvPr>
        </p:nvSpPr>
        <p:spPr>
          <a:xfrm>
            <a:off x="1127125" y="690562"/>
            <a:ext cx="4603750" cy="34528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2" name="Google Shape;622;p32:notes"/>
          <p:cNvSpPr txBox="1"/>
          <p:nvPr>
            <p:ph idx="1" type="body"/>
          </p:nvPr>
        </p:nvSpPr>
        <p:spPr>
          <a:xfrm>
            <a:off x="914400" y="4373562"/>
            <a:ext cx="5029200" cy="4143375"/>
          </a:xfrm>
          <a:prstGeom prst="rect">
            <a:avLst/>
          </a:prstGeom>
          <a:noFill/>
          <a:ln>
            <a:noFill/>
          </a:ln>
        </p:spPr>
        <p:txBody>
          <a:bodyPr anchorCtr="0" anchor="t" bIns="45700" lIns="91425" spcFirstLastPara="1" rIns="91425" wrap="square" tIns="45700">
            <a:noAutofit/>
          </a:bodyPr>
          <a:lstStyle/>
          <a:p>
            <a:pPr indent="0" lvl="3" marL="0" rtl="0" algn="l">
              <a:lnSpc>
                <a:spcPct val="90000"/>
              </a:lnSpc>
              <a:spcBef>
                <a:spcPts val="0"/>
              </a:spcBef>
              <a:spcAft>
                <a:spcPts val="0"/>
              </a:spcAft>
              <a:buSzPts val="1000"/>
              <a:buNone/>
            </a:pPr>
            <a:r>
              <a:rPr b="1" lang="en-US" sz="1000"/>
              <a:t>Mạng tạo khả năng dùng chung tài nguyên cho các người dùng. </a:t>
            </a:r>
            <a:endParaRPr/>
          </a:p>
          <a:p>
            <a:pPr indent="0" lvl="0" marL="0" rtl="0" algn="l">
              <a:lnSpc>
                <a:spcPct val="90000"/>
              </a:lnSpc>
              <a:spcBef>
                <a:spcPts val="0"/>
              </a:spcBef>
              <a:spcAft>
                <a:spcPts val="0"/>
              </a:spcAft>
              <a:buSzPts val="1000"/>
              <a:buNone/>
            </a:pPr>
            <a:r>
              <a:rPr lang="en-US" sz="1000"/>
              <a:t>Vấn đề là làm cho các tài nguyên trên mạng như chương trình, dữ liệu và thiết bị, đặc biệt là các thiết bị đắt tiền, có thể sẵn dùng cho mọi người trên mạng mà không cần quan tâm đến vị trí thực của tài nguyên và người dùng. </a:t>
            </a:r>
            <a:endParaRPr/>
          </a:p>
          <a:p>
            <a:pPr indent="0" lvl="0" marL="0" rtl="0" algn="l">
              <a:lnSpc>
                <a:spcPct val="90000"/>
              </a:lnSpc>
              <a:spcBef>
                <a:spcPts val="0"/>
              </a:spcBef>
              <a:spcAft>
                <a:spcPts val="0"/>
              </a:spcAft>
              <a:buSzPts val="1000"/>
              <a:buNone/>
            </a:pPr>
            <a:r>
              <a:rPr lang="en-US" sz="1000"/>
              <a:t>Về mặt thiết bị, các thiết bị chất lượng cao thường đắt tiền, chúng thường được dùng chung cho nhiều người nhằm giảm chi phí và dễ bảo quản. </a:t>
            </a:r>
            <a:endParaRPr/>
          </a:p>
          <a:p>
            <a:pPr indent="0" lvl="0" marL="0" rtl="0" algn="l">
              <a:lnSpc>
                <a:spcPct val="90000"/>
              </a:lnSpc>
              <a:spcBef>
                <a:spcPts val="0"/>
              </a:spcBef>
              <a:spcAft>
                <a:spcPts val="0"/>
              </a:spcAft>
              <a:buSzPts val="1000"/>
              <a:buNone/>
            </a:pPr>
            <a:r>
              <a:rPr lang="en-US" sz="1000"/>
              <a:t>Về mặt chương trình và dữ liệu, khi được dùng chung, mỗi thay đổi sẽ sẵn dùng cho mọi thành viên trên mạng ngay lập tức. Điều này thể hiện rất rõ tại các nơi như ngân hàng, các đại lý bán vé máy bay... </a:t>
            </a:r>
            <a:r>
              <a:rPr b="1" lang="en-US" sz="1000"/>
              <a:t>1.4.3.2 	</a:t>
            </a:r>
            <a:endParaRPr/>
          </a:p>
          <a:p>
            <a:pPr indent="0" lvl="0" marL="0" rtl="0" algn="l">
              <a:lnSpc>
                <a:spcPct val="90000"/>
              </a:lnSpc>
              <a:spcBef>
                <a:spcPts val="0"/>
              </a:spcBef>
              <a:spcAft>
                <a:spcPts val="0"/>
              </a:spcAft>
              <a:buSzPts val="1000"/>
              <a:buNone/>
            </a:pPr>
            <a:r>
              <a:rPr b="1" lang="en-US" sz="1000"/>
              <a:t>	Mạng cho phép nâng cao độ tin cậy. </a:t>
            </a:r>
            <a:endParaRPr/>
          </a:p>
          <a:p>
            <a:pPr indent="0" lvl="0" marL="0" rtl="0" algn="l">
              <a:lnSpc>
                <a:spcPct val="90000"/>
              </a:lnSpc>
              <a:spcBef>
                <a:spcPts val="0"/>
              </a:spcBef>
              <a:spcAft>
                <a:spcPts val="0"/>
              </a:spcAft>
              <a:buSzPts val="1000"/>
              <a:buNone/>
            </a:pPr>
            <a:r>
              <a:rPr lang="en-US" sz="1000"/>
              <a:t>khi có máy tính hoặc thiết bị bị hỏng, công việc vẫn có thể tiếp tục với các máy tính hoặc thiết bị khác trên mạng trong khi chờ sửa chữa. </a:t>
            </a:r>
            <a:endParaRPr/>
          </a:p>
          <a:p>
            <a:pPr indent="0" lvl="0" marL="0" rtl="0" algn="l">
              <a:lnSpc>
                <a:spcPct val="90000"/>
              </a:lnSpc>
              <a:spcBef>
                <a:spcPts val="0"/>
              </a:spcBef>
              <a:spcAft>
                <a:spcPts val="0"/>
              </a:spcAft>
              <a:buSzPts val="1000"/>
              <a:buNone/>
            </a:pPr>
            <a:r>
              <a:rPr b="1" lang="en-US" sz="1000"/>
              <a:t>	 Mạng giúp cho công việc đạt hiệu suất cao hơn. </a:t>
            </a:r>
            <a:endParaRPr/>
          </a:p>
          <a:p>
            <a:pPr indent="0" lvl="0" marL="0" rtl="0" algn="l">
              <a:lnSpc>
                <a:spcPct val="90000"/>
              </a:lnSpc>
              <a:spcBef>
                <a:spcPts val="0"/>
              </a:spcBef>
              <a:spcAft>
                <a:spcPts val="0"/>
              </a:spcAft>
              <a:buSzPts val="1000"/>
              <a:buNone/>
            </a:pPr>
            <a:r>
              <a:rPr lang="en-US" sz="1000"/>
              <a:t>Khi chương trình và dữ liệu đã dùng chung trên mạng, có thể bỏ qua một số khâu đối chiếu không cần thiết. Việc điều chỉnh chương trình (nếu có) cũng tiết kiệm thời gian hơn do chỉ cần cài đặt lại trên một máy. </a:t>
            </a:r>
            <a:endParaRPr/>
          </a:p>
          <a:p>
            <a:pPr indent="0" lvl="0" marL="0" rtl="0" algn="l">
              <a:lnSpc>
                <a:spcPct val="90000"/>
              </a:lnSpc>
              <a:spcBef>
                <a:spcPts val="0"/>
              </a:spcBef>
              <a:spcAft>
                <a:spcPts val="0"/>
              </a:spcAft>
              <a:buSzPts val="1000"/>
              <a:buNone/>
            </a:pPr>
            <a:r>
              <a:rPr lang="en-US" sz="1000"/>
              <a:t>Về mặt tổ chức, việc sao chép dữ liệu phòng hờ tiện lợi hơn do có thể giao cho chỉ một người thay vì mọi người phải tự sao chép phần của mình. </a:t>
            </a:r>
            <a:endParaRPr/>
          </a:p>
          <a:p>
            <a:pPr indent="0" lvl="3" marL="0" rtl="0" algn="l">
              <a:lnSpc>
                <a:spcPct val="90000"/>
              </a:lnSpc>
              <a:spcBef>
                <a:spcPts val="0"/>
              </a:spcBef>
              <a:spcAft>
                <a:spcPts val="0"/>
              </a:spcAft>
              <a:buSzPts val="1000"/>
              <a:buNone/>
            </a:pPr>
            <a:r>
              <a:rPr b="1" lang="en-US" sz="1000"/>
              <a:t>Tăng cường tính bảo mật thông tin. </a:t>
            </a:r>
            <a:endParaRPr sz="1000"/>
          </a:p>
          <a:p>
            <a:pPr indent="0" lvl="0" marL="0" rtl="0" algn="l">
              <a:lnSpc>
                <a:spcPct val="90000"/>
              </a:lnSpc>
              <a:spcBef>
                <a:spcPts val="0"/>
              </a:spcBef>
              <a:spcAft>
                <a:spcPts val="0"/>
              </a:spcAft>
              <a:buSzPts val="1000"/>
              <a:buNone/>
            </a:pPr>
            <a:r>
              <a:rPr lang="en-US" sz="1000"/>
              <a:t>Dữ liệu được lưu trên các máy phục vụ tập tin (file server) sẽ được bảo vệ tốt hơn so với đặt tại các máy cá nhân nhờ cơ chế bảo mật của các hệ điều hành mạng. </a:t>
            </a:r>
            <a:endParaRPr/>
          </a:p>
          <a:p>
            <a:pPr indent="0" lvl="0" marL="0" rtl="0" algn="l">
              <a:lnSpc>
                <a:spcPct val="90000"/>
              </a:lnSpc>
              <a:spcBef>
                <a:spcPts val="0"/>
              </a:spcBef>
              <a:spcAft>
                <a:spcPts val="0"/>
              </a:spcAft>
              <a:buSzPts val="1000"/>
              <a:buNone/>
            </a:pPr>
            <a:r>
              <a:rPr lang="en-US" sz="1000"/>
              <a:t>	</a:t>
            </a:r>
            <a:r>
              <a:rPr b="1" lang="en-US" sz="1000"/>
              <a:t>Tiết kiệm chi phí. </a:t>
            </a:r>
            <a:endParaRPr/>
          </a:p>
          <a:p>
            <a:pPr indent="0" lvl="0" marL="0" rtl="0" algn="l">
              <a:lnSpc>
                <a:spcPct val="90000"/>
              </a:lnSpc>
              <a:spcBef>
                <a:spcPts val="0"/>
              </a:spcBef>
              <a:spcAft>
                <a:spcPts val="0"/>
              </a:spcAft>
              <a:buSzPts val="1000"/>
              <a:buNone/>
            </a:pPr>
            <a:r>
              <a:rPr lang="en-US" sz="1000"/>
              <a:t>Việc dùng chung các thiết bị ngoại vi cho phép giảm chi phí trang bị tính trên số người dùng. Về phần mềm, nhiều nhà sản xuất phần mềm cung cấp cả những ấn bản cho nhiều người dùng, với chi phí thấp hơn tính trên mỗi người dùng. </a:t>
            </a:r>
            <a:endParaRPr/>
          </a:p>
          <a:p>
            <a:pPr indent="0" lvl="0" marL="0" rtl="0" algn="l">
              <a:lnSpc>
                <a:spcPct val="90000"/>
              </a:lnSpc>
              <a:spcBef>
                <a:spcPts val="0"/>
              </a:spcBef>
              <a:spcAft>
                <a:spcPts val="0"/>
              </a:spcAft>
              <a:buSzPts val="1000"/>
              <a:buNone/>
            </a:pPr>
            <a:r>
              <a:t/>
            </a:r>
            <a:endParaRPr sz="1000"/>
          </a:p>
          <a:p>
            <a:pPr indent="0" lvl="0" marL="0" rtl="0" algn="l">
              <a:spcBef>
                <a:spcPts val="0"/>
              </a:spcBef>
              <a:spcAft>
                <a:spcPts val="0"/>
              </a:spcAft>
              <a:buNone/>
            </a:pPr>
            <a:r>
              <a:t/>
            </a:r>
            <a:endParaRPr sz="1000"/>
          </a:p>
        </p:txBody>
      </p:sp>
      <p:sp>
        <p:nvSpPr>
          <p:cNvPr id="623" name="Google Shape;623;p32:notes"/>
          <p:cNvSpPr txBox="1"/>
          <p:nvPr/>
        </p:nvSpPr>
        <p:spPr>
          <a:xfrm>
            <a:off x="0" y="8747125"/>
            <a:ext cx="2971800" cy="460375"/>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GV Lê Văn Hùng</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33:notes"/>
          <p:cNvSpPr/>
          <p:nvPr>
            <p:ph idx="2" type="sldImg"/>
          </p:nvPr>
        </p:nvSpPr>
        <p:spPr>
          <a:xfrm>
            <a:off x="1127125" y="690562"/>
            <a:ext cx="4603750" cy="34528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6" name="Google Shape;636;p33:notes"/>
          <p:cNvSpPr txBox="1"/>
          <p:nvPr>
            <p:ph idx="1" type="body"/>
          </p:nvPr>
        </p:nvSpPr>
        <p:spPr>
          <a:xfrm>
            <a:off x="914400" y="4373562"/>
            <a:ext cx="5029200" cy="4143375"/>
          </a:xfrm>
          <a:prstGeom prst="rect">
            <a:avLst/>
          </a:prstGeom>
          <a:noFill/>
          <a:ln>
            <a:noFill/>
          </a:ln>
        </p:spPr>
        <p:txBody>
          <a:bodyPr anchorCtr="0" anchor="t" bIns="45700" lIns="91425" spcFirstLastPara="1" rIns="91425" wrap="square" tIns="45700">
            <a:noAutofit/>
          </a:bodyPr>
          <a:lstStyle/>
          <a:p>
            <a:pPr indent="0" lvl="3" marL="0" rtl="0" algn="l">
              <a:lnSpc>
                <a:spcPct val="90000"/>
              </a:lnSpc>
              <a:spcBef>
                <a:spcPts val="0"/>
              </a:spcBef>
              <a:spcAft>
                <a:spcPts val="0"/>
              </a:spcAft>
              <a:buSzPts val="1000"/>
              <a:buNone/>
            </a:pPr>
            <a:r>
              <a:rPr b="1" lang="en-US" sz="1000"/>
              <a:t>Mạng tạo khả năng dùng chung tài nguyên cho các người dùng. </a:t>
            </a:r>
            <a:endParaRPr/>
          </a:p>
          <a:p>
            <a:pPr indent="0" lvl="0" marL="0" rtl="0" algn="l">
              <a:lnSpc>
                <a:spcPct val="90000"/>
              </a:lnSpc>
              <a:spcBef>
                <a:spcPts val="0"/>
              </a:spcBef>
              <a:spcAft>
                <a:spcPts val="0"/>
              </a:spcAft>
              <a:buSzPts val="1000"/>
              <a:buNone/>
            </a:pPr>
            <a:r>
              <a:rPr lang="en-US" sz="1000"/>
              <a:t>Vấn đề là làm cho các tài nguyên trên mạng như chương trình, dữ liệu và thiết bị, đặc biệt là các thiết bị đắt tiền, có thể sẵn dùng cho mọi người trên mạng mà không cần quan tâm đến vị trí thực của tài nguyên và người dùng. </a:t>
            </a:r>
            <a:endParaRPr/>
          </a:p>
          <a:p>
            <a:pPr indent="0" lvl="0" marL="0" rtl="0" algn="l">
              <a:lnSpc>
                <a:spcPct val="90000"/>
              </a:lnSpc>
              <a:spcBef>
                <a:spcPts val="0"/>
              </a:spcBef>
              <a:spcAft>
                <a:spcPts val="0"/>
              </a:spcAft>
              <a:buSzPts val="1000"/>
              <a:buNone/>
            </a:pPr>
            <a:r>
              <a:rPr lang="en-US" sz="1000"/>
              <a:t>Về mặt thiết bị, các thiết bị chất lượng cao thường đắt tiền, chúng thường được dùng chung cho nhiều người nhằm giảm chi phí và dễ bảo quản. </a:t>
            </a:r>
            <a:endParaRPr/>
          </a:p>
          <a:p>
            <a:pPr indent="0" lvl="0" marL="0" rtl="0" algn="l">
              <a:lnSpc>
                <a:spcPct val="90000"/>
              </a:lnSpc>
              <a:spcBef>
                <a:spcPts val="0"/>
              </a:spcBef>
              <a:spcAft>
                <a:spcPts val="0"/>
              </a:spcAft>
              <a:buSzPts val="1000"/>
              <a:buNone/>
            </a:pPr>
            <a:r>
              <a:rPr lang="en-US" sz="1000"/>
              <a:t>Về mặt chương trình và dữ liệu, khi được dùng chung, mỗi thay đổi sẽ sẵn dùng cho mọi thành viên trên mạng ngay lập tức. Điều này thể hiện rất rõ tại các nơi như ngân hàng, các đại lý bán vé máy bay... </a:t>
            </a:r>
            <a:r>
              <a:rPr b="1" lang="en-US" sz="1000"/>
              <a:t>1.4.3.2 	</a:t>
            </a:r>
            <a:endParaRPr/>
          </a:p>
          <a:p>
            <a:pPr indent="0" lvl="0" marL="0" rtl="0" algn="l">
              <a:lnSpc>
                <a:spcPct val="90000"/>
              </a:lnSpc>
              <a:spcBef>
                <a:spcPts val="0"/>
              </a:spcBef>
              <a:spcAft>
                <a:spcPts val="0"/>
              </a:spcAft>
              <a:buSzPts val="1000"/>
              <a:buNone/>
            </a:pPr>
            <a:r>
              <a:rPr b="1" lang="en-US" sz="1000"/>
              <a:t>	Mạng cho phép nâng cao độ tin cậy. </a:t>
            </a:r>
            <a:endParaRPr/>
          </a:p>
          <a:p>
            <a:pPr indent="0" lvl="0" marL="0" rtl="0" algn="l">
              <a:lnSpc>
                <a:spcPct val="90000"/>
              </a:lnSpc>
              <a:spcBef>
                <a:spcPts val="0"/>
              </a:spcBef>
              <a:spcAft>
                <a:spcPts val="0"/>
              </a:spcAft>
              <a:buSzPts val="1000"/>
              <a:buNone/>
            </a:pPr>
            <a:r>
              <a:rPr lang="en-US" sz="1000"/>
              <a:t>khi có máy tính hoặc thiết bị bị hỏng, công việc vẫn có thể tiếp tục với các máy tính hoặc thiết bị khác trên mạng trong khi chờ sửa chữa. </a:t>
            </a:r>
            <a:endParaRPr/>
          </a:p>
          <a:p>
            <a:pPr indent="0" lvl="0" marL="0" rtl="0" algn="l">
              <a:lnSpc>
                <a:spcPct val="90000"/>
              </a:lnSpc>
              <a:spcBef>
                <a:spcPts val="0"/>
              </a:spcBef>
              <a:spcAft>
                <a:spcPts val="0"/>
              </a:spcAft>
              <a:buSzPts val="1000"/>
              <a:buNone/>
            </a:pPr>
            <a:r>
              <a:rPr b="1" lang="en-US" sz="1000"/>
              <a:t>	 Mạng giúp cho công việc đạt hiệu suất cao hơn. </a:t>
            </a:r>
            <a:endParaRPr/>
          </a:p>
          <a:p>
            <a:pPr indent="0" lvl="0" marL="0" rtl="0" algn="l">
              <a:lnSpc>
                <a:spcPct val="90000"/>
              </a:lnSpc>
              <a:spcBef>
                <a:spcPts val="0"/>
              </a:spcBef>
              <a:spcAft>
                <a:spcPts val="0"/>
              </a:spcAft>
              <a:buSzPts val="1000"/>
              <a:buNone/>
            </a:pPr>
            <a:r>
              <a:rPr lang="en-US" sz="1000"/>
              <a:t>Khi chương trình và dữ liệu đã dùng chung trên mạng, có thể bỏ qua một số khâu đối chiếu không cần thiết. Việc điều chỉnh chương trình (nếu có) cũng tiết kiệm thời gian hơn do chỉ cần cài đặt lại trên một máy. </a:t>
            </a:r>
            <a:endParaRPr/>
          </a:p>
          <a:p>
            <a:pPr indent="0" lvl="0" marL="0" rtl="0" algn="l">
              <a:lnSpc>
                <a:spcPct val="90000"/>
              </a:lnSpc>
              <a:spcBef>
                <a:spcPts val="0"/>
              </a:spcBef>
              <a:spcAft>
                <a:spcPts val="0"/>
              </a:spcAft>
              <a:buSzPts val="1000"/>
              <a:buNone/>
            </a:pPr>
            <a:r>
              <a:rPr lang="en-US" sz="1000"/>
              <a:t>Về mặt tổ chức, việc sao chép dữ liệu phòng hờ tiện lợi hơn do có thể giao cho chỉ một người thay vì mọi người phải tự sao chép phần của mình. </a:t>
            </a:r>
            <a:endParaRPr/>
          </a:p>
          <a:p>
            <a:pPr indent="0" lvl="3" marL="0" rtl="0" algn="l">
              <a:lnSpc>
                <a:spcPct val="90000"/>
              </a:lnSpc>
              <a:spcBef>
                <a:spcPts val="0"/>
              </a:spcBef>
              <a:spcAft>
                <a:spcPts val="0"/>
              </a:spcAft>
              <a:buSzPts val="1000"/>
              <a:buNone/>
            </a:pPr>
            <a:r>
              <a:rPr b="1" lang="en-US" sz="1000"/>
              <a:t>Tăng cường tính bảo mật thông tin. </a:t>
            </a:r>
            <a:endParaRPr sz="1000"/>
          </a:p>
          <a:p>
            <a:pPr indent="0" lvl="0" marL="0" rtl="0" algn="l">
              <a:lnSpc>
                <a:spcPct val="90000"/>
              </a:lnSpc>
              <a:spcBef>
                <a:spcPts val="0"/>
              </a:spcBef>
              <a:spcAft>
                <a:spcPts val="0"/>
              </a:spcAft>
              <a:buSzPts val="1000"/>
              <a:buNone/>
            </a:pPr>
            <a:r>
              <a:rPr lang="en-US" sz="1000"/>
              <a:t>Dữ liệu được lưu trên các máy phục vụ tập tin (file server) sẽ được bảo vệ tốt hơn so với đặt tại các máy cá nhân nhờ cơ chế bảo mật của các hệ điều hành mạng. </a:t>
            </a:r>
            <a:endParaRPr/>
          </a:p>
          <a:p>
            <a:pPr indent="0" lvl="0" marL="0" rtl="0" algn="l">
              <a:lnSpc>
                <a:spcPct val="90000"/>
              </a:lnSpc>
              <a:spcBef>
                <a:spcPts val="0"/>
              </a:spcBef>
              <a:spcAft>
                <a:spcPts val="0"/>
              </a:spcAft>
              <a:buSzPts val="1000"/>
              <a:buNone/>
            </a:pPr>
            <a:r>
              <a:rPr lang="en-US" sz="1000"/>
              <a:t>	</a:t>
            </a:r>
            <a:r>
              <a:rPr b="1" lang="en-US" sz="1000"/>
              <a:t>Tiết kiệm chi phí. </a:t>
            </a:r>
            <a:endParaRPr/>
          </a:p>
          <a:p>
            <a:pPr indent="0" lvl="0" marL="0" rtl="0" algn="l">
              <a:lnSpc>
                <a:spcPct val="90000"/>
              </a:lnSpc>
              <a:spcBef>
                <a:spcPts val="0"/>
              </a:spcBef>
              <a:spcAft>
                <a:spcPts val="0"/>
              </a:spcAft>
              <a:buSzPts val="1000"/>
              <a:buNone/>
            </a:pPr>
            <a:r>
              <a:rPr lang="en-US" sz="1000"/>
              <a:t>Việc dùng chung các thiết bị ngoại vi cho phép giảm chi phí trang bị tính trên số người dùng. Về phần mềm, nhiều nhà sản xuất phần mềm cung cấp cả những ấn bản cho nhiều người dùng, với chi phí thấp hơn tính trên mỗi người dùng. </a:t>
            </a:r>
            <a:endParaRPr/>
          </a:p>
          <a:p>
            <a:pPr indent="0" lvl="0" marL="0" rtl="0" algn="l">
              <a:lnSpc>
                <a:spcPct val="90000"/>
              </a:lnSpc>
              <a:spcBef>
                <a:spcPts val="0"/>
              </a:spcBef>
              <a:spcAft>
                <a:spcPts val="0"/>
              </a:spcAft>
              <a:buSzPts val="1000"/>
              <a:buNone/>
            </a:pPr>
            <a:r>
              <a:t/>
            </a:r>
            <a:endParaRPr sz="1000"/>
          </a:p>
          <a:p>
            <a:pPr indent="0" lvl="0" marL="0" rtl="0" algn="l">
              <a:spcBef>
                <a:spcPts val="0"/>
              </a:spcBef>
              <a:spcAft>
                <a:spcPts val="0"/>
              </a:spcAft>
              <a:buNone/>
            </a:pPr>
            <a:r>
              <a:t/>
            </a:r>
            <a:endParaRPr sz="1000"/>
          </a:p>
        </p:txBody>
      </p:sp>
      <p:sp>
        <p:nvSpPr>
          <p:cNvPr id="637" name="Google Shape;637;p33:notes"/>
          <p:cNvSpPr txBox="1"/>
          <p:nvPr/>
        </p:nvSpPr>
        <p:spPr>
          <a:xfrm>
            <a:off x="0" y="8747125"/>
            <a:ext cx="2971800" cy="460375"/>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GV Lê Văn Hùng</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34:notes"/>
          <p:cNvSpPr/>
          <p:nvPr>
            <p:ph idx="2" type="sldImg"/>
          </p:nvPr>
        </p:nvSpPr>
        <p:spPr>
          <a:xfrm>
            <a:off x="1127125" y="690562"/>
            <a:ext cx="4603750" cy="34528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5" name="Google Shape;655;p34:notes"/>
          <p:cNvSpPr txBox="1"/>
          <p:nvPr>
            <p:ph idx="1" type="body"/>
          </p:nvPr>
        </p:nvSpPr>
        <p:spPr>
          <a:xfrm>
            <a:off x="914400" y="4373562"/>
            <a:ext cx="5029200" cy="41433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6" name="Google Shape;656;p34:notes"/>
          <p:cNvSpPr txBox="1"/>
          <p:nvPr/>
        </p:nvSpPr>
        <p:spPr>
          <a:xfrm>
            <a:off x="0" y="8747125"/>
            <a:ext cx="2971800" cy="460375"/>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GV Lê Văn Hùng</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p35:notes"/>
          <p:cNvSpPr/>
          <p:nvPr>
            <p:ph idx="2" type="sldImg"/>
          </p:nvPr>
        </p:nvSpPr>
        <p:spPr>
          <a:xfrm>
            <a:off x="1127125" y="690562"/>
            <a:ext cx="4603750" cy="34528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5" name="Google Shape;665;p35:notes"/>
          <p:cNvSpPr txBox="1"/>
          <p:nvPr>
            <p:ph idx="1" type="body"/>
          </p:nvPr>
        </p:nvSpPr>
        <p:spPr>
          <a:xfrm>
            <a:off x="914400" y="4373562"/>
            <a:ext cx="5029200" cy="41433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6" name="Google Shape;666;p35:notes"/>
          <p:cNvSpPr txBox="1"/>
          <p:nvPr/>
        </p:nvSpPr>
        <p:spPr>
          <a:xfrm>
            <a:off x="0" y="8747125"/>
            <a:ext cx="2971800" cy="460375"/>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GV Lê Văn Hùng</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p36:notes"/>
          <p:cNvSpPr/>
          <p:nvPr>
            <p:ph idx="2" type="sldImg"/>
          </p:nvPr>
        </p:nvSpPr>
        <p:spPr>
          <a:xfrm>
            <a:off x="1127125" y="690562"/>
            <a:ext cx="4603750" cy="34528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5" name="Google Shape;675;p36:notes"/>
          <p:cNvSpPr txBox="1"/>
          <p:nvPr>
            <p:ph idx="1" type="body"/>
          </p:nvPr>
        </p:nvSpPr>
        <p:spPr>
          <a:xfrm>
            <a:off x="914400" y="4373562"/>
            <a:ext cx="5029200" cy="4143375"/>
          </a:xfrm>
          <a:prstGeom prst="rect">
            <a:avLst/>
          </a:prstGeom>
          <a:noFill/>
          <a:ln>
            <a:noFill/>
          </a:ln>
        </p:spPr>
        <p:txBody>
          <a:bodyPr anchorCtr="0" anchor="t" bIns="45700" lIns="91425" spcFirstLastPara="1" rIns="91425" wrap="square" tIns="45700">
            <a:noAutofit/>
          </a:bodyPr>
          <a:lstStyle/>
          <a:p>
            <a:pPr indent="0" lvl="3" marL="0" rtl="0" algn="l">
              <a:lnSpc>
                <a:spcPct val="90000"/>
              </a:lnSpc>
              <a:spcBef>
                <a:spcPts val="0"/>
              </a:spcBef>
              <a:spcAft>
                <a:spcPts val="0"/>
              </a:spcAft>
              <a:buSzPts val="1000"/>
              <a:buNone/>
            </a:pPr>
            <a:r>
              <a:rPr b="1" lang="en-US" sz="1000"/>
              <a:t>Mạng tạo khả năng dùng chung tài nguyên cho các người dùng. </a:t>
            </a:r>
            <a:endParaRPr/>
          </a:p>
          <a:p>
            <a:pPr indent="0" lvl="0" marL="0" rtl="0" algn="l">
              <a:lnSpc>
                <a:spcPct val="90000"/>
              </a:lnSpc>
              <a:spcBef>
                <a:spcPts val="0"/>
              </a:spcBef>
              <a:spcAft>
                <a:spcPts val="0"/>
              </a:spcAft>
              <a:buSzPts val="1000"/>
              <a:buNone/>
            </a:pPr>
            <a:r>
              <a:rPr lang="en-US" sz="1000"/>
              <a:t>Vấn đề là làm cho các tài nguyên trên mạng như chương trình, dữ liệu và thiết bị, đặc biệt là các thiết bị đắt tiền, có thể sẵn dùng cho mọi người trên mạng mà không cần quan tâm đến vị trí thực của tài nguyên và người dùng. </a:t>
            </a:r>
            <a:endParaRPr/>
          </a:p>
          <a:p>
            <a:pPr indent="0" lvl="0" marL="0" rtl="0" algn="l">
              <a:lnSpc>
                <a:spcPct val="90000"/>
              </a:lnSpc>
              <a:spcBef>
                <a:spcPts val="0"/>
              </a:spcBef>
              <a:spcAft>
                <a:spcPts val="0"/>
              </a:spcAft>
              <a:buSzPts val="1000"/>
              <a:buNone/>
            </a:pPr>
            <a:r>
              <a:rPr lang="en-US" sz="1000"/>
              <a:t>Về mặt thiết bị, các thiết bị chất lượng cao thường đắt tiền, chúng thường được dùng chung cho nhiều người nhằm giảm chi phí và dễ bảo quản. </a:t>
            </a:r>
            <a:endParaRPr/>
          </a:p>
          <a:p>
            <a:pPr indent="0" lvl="0" marL="0" rtl="0" algn="l">
              <a:lnSpc>
                <a:spcPct val="90000"/>
              </a:lnSpc>
              <a:spcBef>
                <a:spcPts val="0"/>
              </a:spcBef>
              <a:spcAft>
                <a:spcPts val="0"/>
              </a:spcAft>
              <a:buSzPts val="1000"/>
              <a:buNone/>
            </a:pPr>
            <a:r>
              <a:rPr lang="en-US" sz="1000"/>
              <a:t>Về mặt chương trình và dữ liệu, khi được dùng chung, mỗi thay đổi sẽ sẵn dùng cho mọi thành viên trên mạng ngay lập tức. Điều này thể hiện rất rõ tại các nơi như ngân hàng, các đại lý bán vé máy bay... </a:t>
            </a:r>
            <a:r>
              <a:rPr b="1" lang="en-US" sz="1000"/>
              <a:t>1.4.3.2 	</a:t>
            </a:r>
            <a:endParaRPr/>
          </a:p>
          <a:p>
            <a:pPr indent="0" lvl="0" marL="0" rtl="0" algn="l">
              <a:lnSpc>
                <a:spcPct val="90000"/>
              </a:lnSpc>
              <a:spcBef>
                <a:spcPts val="0"/>
              </a:spcBef>
              <a:spcAft>
                <a:spcPts val="0"/>
              </a:spcAft>
              <a:buSzPts val="1000"/>
              <a:buNone/>
            </a:pPr>
            <a:r>
              <a:rPr b="1" lang="en-US" sz="1000"/>
              <a:t>	Mạng cho phép nâng cao độ tin cậy. </a:t>
            </a:r>
            <a:endParaRPr/>
          </a:p>
          <a:p>
            <a:pPr indent="0" lvl="0" marL="0" rtl="0" algn="l">
              <a:lnSpc>
                <a:spcPct val="90000"/>
              </a:lnSpc>
              <a:spcBef>
                <a:spcPts val="0"/>
              </a:spcBef>
              <a:spcAft>
                <a:spcPts val="0"/>
              </a:spcAft>
              <a:buSzPts val="1000"/>
              <a:buNone/>
            </a:pPr>
            <a:r>
              <a:rPr lang="en-US" sz="1000"/>
              <a:t>khi có máy tính hoặc thiết bị bị hỏng, công việc vẫn có thể tiếp tục với các máy tính hoặc thiết bị khác trên mạng trong khi chờ sửa chữa. </a:t>
            </a:r>
            <a:endParaRPr/>
          </a:p>
          <a:p>
            <a:pPr indent="0" lvl="0" marL="0" rtl="0" algn="l">
              <a:lnSpc>
                <a:spcPct val="90000"/>
              </a:lnSpc>
              <a:spcBef>
                <a:spcPts val="0"/>
              </a:spcBef>
              <a:spcAft>
                <a:spcPts val="0"/>
              </a:spcAft>
              <a:buSzPts val="1000"/>
              <a:buNone/>
            </a:pPr>
            <a:r>
              <a:rPr b="1" lang="en-US" sz="1000"/>
              <a:t>	 Mạng giúp cho công việc đạt hiệu suất cao hơn. </a:t>
            </a:r>
            <a:endParaRPr/>
          </a:p>
          <a:p>
            <a:pPr indent="0" lvl="0" marL="0" rtl="0" algn="l">
              <a:lnSpc>
                <a:spcPct val="90000"/>
              </a:lnSpc>
              <a:spcBef>
                <a:spcPts val="0"/>
              </a:spcBef>
              <a:spcAft>
                <a:spcPts val="0"/>
              </a:spcAft>
              <a:buSzPts val="1000"/>
              <a:buNone/>
            </a:pPr>
            <a:r>
              <a:rPr lang="en-US" sz="1000"/>
              <a:t>Khi chương trình và dữ liệu đã dùng chung trên mạng, có thể bỏ qua một số khâu đối chiếu không cần thiết. Việc điều chỉnh chương trình (nếu có) cũng tiết kiệm thời gian hơn do chỉ cần cài đặt lại trên một máy. </a:t>
            </a:r>
            <a:endParaRPr/>
          </a:p>
          <a:p>
            <a:pPr indent="0" lvl="0" marL="0" rtl="0" algn="l">
              <a:lnSpc>
                <a:spcPct val="90000"/>
              </a:lnSpc>
              <a:spcBef>
                <a:spcPts val="0"/>
              </a:spcBef>
              <a:spcAft>
                <a:spcPts val="0"/>
              </a:spcAft>
              <a:buSzPts val="1000"/>
              <a:buNone/>
            </a:pPr>
            <a:r>
              <a:rPr lang="en-US" sz="1000"/>
              <a:t>Về mặt tổ chức, việc sao chép dữ liệu phòng hờ tiện lợi hơn do có thể giao cho chỉ một người thay vì mọi người phải tự sao chép phần của mình. </a:t>
            </a:r>
            <a:endParaRPr/>
          </a:p>
          <a:p>
            <a:pPr indent="0" lvl="3" marL="0" rtl="0" algn="l">
              <a:lnSpc>
                <a:spcPct val="90000"/>
              </a:lnSpc>
              <a:spcBef>
                <a:spcPts val="0"/>
              </a:spcBef>
              <a:spcAft>
                <a:spcPts val="0"/>
              </a:spcAft>
              <a:buSzPts val="1000"/>
              <a:buNone/>
            </a:pPr>
            <a:r>
              <a:rPr b="1" lang="en-US" sz="1000"/>
              <a:t>Tăng cường tính bảo mật thông tin. </a:t>
            </a:r>
            <a:endParaRPr sz="1000"/>
          </a:p>
          <a:p>
            <a:pPr indent="0" lvl="0" marL="0" rtl="0" algn="l">
              <a:lnSpc>
                <a:spcPct val="90000"/>
              </a:lnSpc>
              <a:spcBef>
                <a:spcPts val="0"/>
              </a:spcBef>
              <a:spcAft>
                <a:spcPts val="0"/>
              </a:spcAft>
              <a:buSzPts val="1000"/>
              <a:buNone/>
            </a:pPr>
            <a:r>
              <a:rPr lang="en-US" sz="1000"/>
              <a:t>Dữ liệu được lưu trên các máy phục vụ tập tin (file server) sẽ được bảo vệ tốt hơn so với đặt tại các máy cá nhân nhờ cơ chế bảo mật của các hệ điều hành mạng. </a:t>
            </a:r>
            <a:endParaRPr/>
          </a:p>
          <a:p>
            <a:pPr indent="0" lvl="0" marL="0" rtl="0" algn="l">
              <a:lnSpc>
                <a:spcPct val="90000"/>
              </a:lnSpc>
              <a:spcBef>
                <a:spcPts val="0"/>
              </a:spcBef>
              <a:spcAft>
                <a:spcPts val="0"/>
              </a:spcAft>
              <a:buSzPts val="1000"/>
              <a:buNone/>
            </a:pPr>
            <a:r>
              <a:rPr lang="en-US" sz="1000"/>
              <a:t>	</a:t>
            </a:r>
            <a:r>
              <a:rPr b="1" lang="en-US" sz="1000"/>
              <a:t>Tiết kiệm chi phí. </a:t>
            </a:r>
            <a:endParaRPr/>
          </a:p>
          <a:p>
            <a:pPr indent="0" lvl="0" marL="0" rtl="0" algn="l">
              <a:lnSpc>
                <a:spcPct val="90000"/>
              </a:lnSpc>
              <a:spcBef>
                <a:spcPts val="0"/>
              </a:spcBef>
              <a:spcAft>
                <a:spcPts val="0"/>
              </a:spcAft>
              <a:buSzPts val="1000"/>
              <a:buNone/>
            </a:pPr>
            <a:r>
              <a:rPr lang="en-US" sz="1000"/>
              <a:t>Việc dùng chung các thiết bị ngoại vi cho phép giảm chi phí trang bị tính trên số người dùng. Về phần mềm, nhiều nhà sản xuất phần mềm cung cấp cả những ấn bản cho nhiều người dùng, với chi phí thấp hơn tính trên mỗi người dùng. </a:t>
            </a:r>
            <a:endParaRPr/>
          </a:p>
          <a:p>
            <a:pPr indent="0" lvl="0" marL="0" rtl="0" algn="l">
              <a:lnSpc>
                <a:spcPct val="90000"/>
              </a:lnSpc>
              <a:spcBef>
                <a:spcPts val="0"/>
              </a:spcBef>
              <a:spcAft>
                <a:spcPts val="0"/>
              </a:spcAft>
              <a:buSzPts val="1000"/>
              <a:buNone/>
            </a:pPr>
            <a:r>
              <a:t/>
            </a:r>
            <a:endParaRPr sz="1000"/>
          </a:p>
          <a:p>
            <a:pPr indent="0" lvl="0" marL="0" rtl="0" algn="l">
              <a:spcBef>
                <a:spcPts val="0"/>
              </a:spcBef>
              <a:spcAft>
                <a:spcPts val="0"/>
              </a:spcAft>
              <a:buNone/>
            </a:pPr>
            <a:r>
              <a:t/>
            </a:r>
            <a:endParaRPr sz="1000"/>
          </a:p>
        </p:txBody>
      </p:sp>
      <p:sp>
        <p:nvSpPr>
          <p:cNvPr id="676" name="Google Shape;676;p36:notes"/>
          <p:cNvSpPr txBox="1"/>
          <p:nvPr/>
        </p:nvSpPr>
        <p:spPr>
          <a:xfrm>
            <a:off x="0" y="8747125"/>
            <a:ext cx="2971800" cy="460375"/>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GV Lê Văn Hùng</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p37:notes"/>
          <p:cNvSpPr/>
          <p:nvPr>
            <p:ph idx="2" type="sldImg"/>
          </p:nvPr>
        </p:nvSpPr>
        <p:spPr>
          <a:xfrm>
            <a:off x="1127125" y="690562"/>
            <a:ext cx="4603750" cy="34528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6" name="Google Shape;686;p37:notes"/>
          <p:cNvSpPr txBox="1"/>
          <p:nvPr>
            <p:ph idx="1" type="body"/>
          </p:nvPr>
        </p:nvSpPr>
        <p:spPr>
          <a:xfrm>
            <a:off x="914400" y="4373562"/>
            <a:ext cx="5029200" cy="4143375"/>
          </a:xfrm>
          <a:prstGeom prst="rect">
            <a:avLst/>
          </a:prstGeom>
          <a:noFill/>
          <a:ln>
            <a:noFill/>
          </a:ln>
        </p:spPr>
        <p:txBody>
          <a:bodyPr anchorCtr="0" anchor="t" bIns="45700" lIns="91425" spcFirstLastPara="1" rIns="91425" wrap="square" tIns="45700">
            <a:noAutofit/>
          </a:bodyPr>
          <a:lstStyle/>
          <a:p>
            <a:pPr indent="0" lvl="3" marL="0" rtl="0" algn="l">
              <a:lnSpc>
                <a:spcPct val="90000"/>
              </a:lnSpc>
              <a:spcBef>
                <a:spcPts val="0"/>
              </a:spcBef>
              <a:spcAft>
                <a:spcPts val="0"/>
              </a:spcAft>
              <a:buSzPts val="1000"/>
              <a:buNone/>
            </a:pPr>
            <a:r>
              <a:rPr b="1" lang="en-US" sz="1000"/>
              <a:t>Mạng tạo khả năng dùng chung tài nguyên cho các người dùng. </a:t>
            </a:r>
            <a:endParaRPr/>
          </a:p>
          <a:p>
            <a:pPr indent="0" lvl="0" marL="0" rtl="0" algn="l">
              <a:lnSpc>
                <a:spcPct val="90000"/>
              </a:lnSpc>
              <a:spcBef>
                <a:spcPts val="0"/>
              </a:spcBef>
              <a:spcAft>
                <a:spcPts val="0"/>
              </a:spcAft>
              <a:buSzPts val="1000"/>
              <a:buNone/>
            </a:pPr>
            <a:r>
              <a:rPr lang="en-US" sz="1000"/>
              <a:t>Vấn đề là làm cho các tài nguyên trên mạng như chương trình, dữ liệu và thiết bị, đặc biệt là các thiết bị đắt tiền, có thể sẵn dùng cho mọi người trên mạng mà không cần quan tâm đến vị trí thực của tài nguyên và người dùng. </a:t>
            </a:r>
            <a:endParaRPr/>
          </a:p>
          <a:p>
            <a:pPr indent="0" lvl="0" marL="0" rtl="0" algn="l">
              <a:lnSpc>
                <a:spcPct val="90000"/>
              </a:lnSpc>
              <a:spcBef>
                <a:spcPts val="0"/>
              </a:spcBef>
              <a:spcAft>
                <a:spcPts val="0"/>
              </a:spcAft>
              <a:buSzPts val="1000"/>
              <a:buNone/>
            </a:pPr>
            <a:r>
              <a:rPr lang="en-US" sz="1000"/>
              <a:t>Về mặt thiết bị, các thiết bị chất lượng cao thường đắt tiền, chúng thường được dùng chung cho nhiều người nhằm giảm chi phí và dễ bảo quản. </a:t>
            </a:r>
            <a:endParaRPr/>
          </a:p>
          <a:p>
            <a:pPr indent="0" lvl="0" marL="0" rtl="0" algn="l">
              <a:lnSpc>
                <a:spcPct val="90000"/>
              </a:lnSpc>
              <a:spcBef>
                <a:spcPts val="0"/>
              </a:spcBef>
              <a:spcAft>
                <a:spcPts val="0"/>
              </a:spcAft>
              <a:buSzPts val="1000"/>
              <a:buNone/>
            </a:pPr>
            <a:r>
              <a:rPr lang="en-US" sz="1000"/>
              <a:t>Về mặt chương trình và dữ liệu, khi được dùng chung, mỗi thay đổi sẽ sẵn dùng cho mọi thành viên trên mạng ngay lập tức. Điều này thể hiện rất rõ tại các nơi như ngân hàng, các đại lý bán vé máy bay... </a:t>
            </a:r>
            <a:r>
              <a:rPr b="1" lang="en-US" sz="1000"/>
              <a:t>1.4.3.2 	</a:t>
            </a:r>
            <a:endParaRPr/>
          </a:p>
          <a:p>
            <a:pPr indent="0" lvl="0" marL="0" rtl="0" algn="l">
              <a:lnSpc>
                <a:spcPct val="90000"/>
              </a:lnSpc>
              <a:spcBef>
                <a:spcPts val="0"/>
              </a:spcBef>
              <a:spcAft>
                <a:spcPts val="0"/>
              </a:spcAft>
              <a:buSzPts val="1000"/>
              <a:buNone/>
            </a:pPr>
            <a:r>
              <a:rPr b="1" lang="en-US" sz="1000"/>
              <a:t>	Mạng cho phép nâng cao độ tin cậy. </a:t>
            </a:r>
            <a:endParaRPr/>
          </a:p>
          <a:p>
            <a:pPr indent="0" lvl="0" marL="0" rtl="0" algn="l">
              <a:lnSpc>
                <a:spcPct val="90000"/>
              </a:lnSpc>
              <a:spcBef>
                <a:spcPts val="0"/>
              </a:spcBef>
              <a:spcAft>
                <a:spcPts val="0"/>
              </a:spcAft>
              <a:buSzPts val="1000"/>
              <a:buNone/>
            </a:pPr>
            <a:r>
              <a:rPr lang="en-US" sz="1000"/>
              <a:t>khi có máy tính hoặc thiết bị bị hỏng, công việc vẫn có thể tiếp tục với các máy tính hoặc thiết bị khác trên mạng trong khi chờ sửa chữa. </a:t>
            </a:r>
            <a:endParaRPr/>
          </a:p>
          <a:p>
            <a:pPr indent="0" lvl="0" marL="0" rtl="0" algn="l">
              <a:lnSpc>
                <a:spcPct val="90000"/>
              </a:lnSpc>
              <a:spcBef>
                <a:spcPts val="0"/>
              </a:spcBef>
              <a:spcAft>
                <a:spcPts val="0"/>
              </a:spcAft>
              <a:buSzPts val="1000"/>
              <a:buNone/>
            </a:pPr>
            <a:r>
              <a:rPr b="1" lang="en-US" sz="1000"/>
              <a:t>	 Mạng giúp cho công việc đạt hiệu suất cao hơn. </a:t>
            </a:r>
            <a:endParaRPr/>
          </a:p>
          <a:p>
            <a:pPr indent="0" lvl="0" marL="0" rtl="0" algn="l">
              <a:lnSpc>
                <a:spcPct val="90000"/>
              </a:lnSpc>
              <a:spcBef>
                <a:spcPts val="0"/>
              </a:spcBef>
              <a:spcAft>
                <a:spcPts val="0"/>
              </a:spcAft>
              <a:buSzPts val="1000"/>
              <a:buNone/>
            </a:pPr>
            <a:r>
              <a:rPr lang="en-US" sz="1000"/>
              <a:t>Khi chương trình và dữ liệu đã dùng chung trên mạng, có thể bỏ qua một số khâu đối chiếu không cần thiết. Việc điều chỉnh chương trình (nếu có) cũng tiết kiệm thời gian hơn do chỉ cần cài đặt lại trên một máy. </a:t>
            </a:r>
            <a:endParaRPr/>
          </a:p>
          <a:p>
            <a:pPr indent="0" lvl="0" marL="0" rtl="0" algn="l">
              <a:lnSpc>
                <a:spcPct val="90000"/>
              </a:lnSpc>
              <a:spcBef>
                <a:spcPts val="0"/>
              </a:spcBef>
              <a:spcAft>
                <a:spcPts val="0"/>
              </a:spcAft>
              <a:buSzPts val="1000"/>
              <a:buNone/>
            </a:pPr>
            <a:r>
              <a:rPr lang="en-US" sz="1000"/>
              <a:t>Về mặt tổ chức, việc sao chép dữ liệu phòng hờ tiện lợi hơn do có thể giao cho chỉ một người thay vì mọi người phải tự sao chép phần của mình. </a:t>
            </a:r>
            <a:endParaRPr/>
          </a:p>
          <a:p>
            <a:pPr indent="0" lvl="3" marL="0" rtl="0" algn="l">
              <a:lnSpc>
                <a:spcPct val="90000"/>
              </a:lnSpc>
              <a:spcBef>
                <a:spcPts val="0"/>
              </a:spcBef>
              <a:spcAft>
                <a:spcPts val="0"/>
              </a:spcAft>
              <a:buSzPts val="1000"/>
              <a:buNone/>
            </a:pPr>
            <a:r>
              <a:rPr b="1" lang="en-US" sz="1000"/>
              <a:t>Tăng cường tính bảo mật thông tin. </a:t>
            </a:r>
            <a:endParaRPr sz="1000"/>
          </a:p>
          <a:p>
            <a:pPr indent="0" lvl="0" marL="0" rtl="0" algn="l">
              <a:lnSpc>
                <a:spcPct val="90000"/>
              </a:lnSpc>
              <a:spcBef>
                <a:spcPts val="0"/>
              </a:spcBef>
              <a:spcAft>
                <a:spcPts val="0"/>
              </a:spcAft>
              <a:buSzPts val="1000"/>
              <a:buNone/>
            </a:pPr>
            <a:r>
              <a:rPr lang="en-US" sz="1000"/>
              <a:t>Dữ liệu được lưu trên các máy phục vụ tập tin (file server) sẽ được bảo vệ tốt hơn so với đặt tại các máy cá nhân nhờ cơ chế bảo mật của các hệ điều hành mạng. </a:t>
            </a:r>
            <a:endParaRPr/>
          </a:p>
          <a:p>
            <a:pPr indent="0" lvl="0" marL="0" rtl="0" algn="l">
              <a:lnSpc>
                <a:spcPct val="90000"/>
              </a:lnSpc>
              <a:spcBef>
                <a:spcPts val="0"/>
              </a:spcBef>
              <a:spcAft>
                <a:spcPts val="0"/>
              </a:spcAft>
              <a:buSzPts val="1000"/>
              <a:buNone/>
            </a:pPr>
            <a:r>
              <a:rPr lang="en-US" sz="1000"/>
              <a:t>	</a:t>
            </a:r>
            <a:r>
              <a:rPr b="1" lang="en-US" sz="1000"/>
              <a:t>Tiết kiệm chi phí. </a:t>
            </a:r>
            <a:endParaRPr/>
          </a:p>
          <a:p>
            <a:pPr indent="0" lvl="0" marL="0" rtl="0" algn="l">
              <a:lnSpc>
                <a:spcPct val="90000"/>
              </a:lnSpc>
              <a:spcBef>
                <a:spcPts val="0"/>
              </a:spcBef>
              <a:spcAft>
                <a:spcPts val="0"/>
              </a:spcAft>
              <a:buSzPts val="1000"/>
              <a:buNone/>
            </a:pPr>
            <a:r>
              <a:rPr lang="en-US" sz="1000"/>
              <a:t>Việc dùng chung các thiết bị ngoại vi cho phép giảm chi phí trang bị tính trên số người dùng. Về phần mềm, nhiều nhà sản xuất phần mềm cung cấp cả những ấn bản cho nhiều người dùng, với chi phí thấp hơn tính trên mỗi người dùng. </a:t>
            </a:r>
            <a:endParaRPr/>
          </a:p>
          <a:p>
            <a:pPr indent="0" lvl="0" marL="0" rtl="0" algn="l">
              <a:lnSpc>
                <a:spcPct val="90000"/>
              </a:lnSpc>
              <a:spcBef>
                <a:spcPts val="0"/>
              </a:spcBef>
              <a:spcAft>
                <a:spcPts val="0"/>
              </a:spcAft>
              <a:buSzPts val="1000"/>
              <a:buNone/>
            </a:pPr>
            <a:r>
              <a:t/>
            </a:r>
            <a:endParaRPr sz="1000"/>
          </a:p>
          <a:p>
            <a:pPr indent="0" lvl="0" marL="0" rtl="0" algn="l">
              <a:spcBef>
                <a:spcPts val="0"/>
              </a:spcBef>
              <a:spcAft>
                <a:spcPts val="0"/>
              </a:spcAft>
              <a:buNone/>
            </a:pPr>
            <a:r>
              <a:t/>
            </a:r>
            <a:endParaRPr sz="1000"/>
          </a:p>
        </p:txBody>
      </p:sp>
      <p:sp>
        <p:nvSpPr>
          <p:cNvPr id="687" name="Google Shape;687;p37:notes"/>
          <p:cNvSpPr txBox="1"/>
          <p:nvPr/>
        </p:nvSpPr>
        <p:spPr>
          <a:xfrm>
            <a:off x="0" y="8747125"/>
            <a:ext cx="2971800" cy="460375"/>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GV Lê Văn Hùng</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p38:notes"/>
          <p:cNvSpPr/>
          <p:nvPr>
            <p:ph idx="2" type="sldImg"/>
          </p:nvPr>
        </p:nvSpPr>
        <p:spPr>
          <a:xfrm>
            <a:off x="1127125" y="690562"/>
            <a:ext cx="4603750" cy="34528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7" name="Google Shape;697;p38:notes"/>
          <p:cNvSpPr txBox="1"/>
          <p:nvPr>
            <p:ph idx="1" type="body"/>
          </p:nvPr>
        </p:nvSpPr>
        <p:spPr>
          <a:xfrm>
            <a:off x="914400" y="4373562"/>
            <a:ext cx="5029200" cy="4143375"/>
          </a:xfrm>
          <a:prstGeom prst="rect">
            <a:avLst/>
          </a:prstGeom>
          <a:noFill/>
          <a:ln>
            <a:noFill/>
          </a:ln>
        </p:spPr>
        <p:txBody>
          <a:bodyPr anchorCtr="0" anchor="t" bIns="45700" lIns="91425" spcFirstLastPara="1" rIns="91425" wrap="square" tIns="45700">
            <a:noAutofit/>
          </a:bodyPr>
          <a:lstStyle/>
          <a:p>
            <a:pPr indent="0" lvl="3" marL="0" rtl="0" algn="l">
              <a:lnSpc>
                <a:spcPct val="90000"/>
              </a:lnSpc>
              <a:spcBef>
                <a:spcPts val="0"/>
              </a:spcBef>
              <a:spcAft>
                <a:spcPts val="0"/>
              </a:spcAft>
              <a:buSzPts val="1000"/>
              <a:buNone/>
            </a:pPr>
            <a:r>
              <a:rPr b="1" lang="en-US" sz="1000"/>
              <a:t>Mạng tạo khả năng dùng chung tài nguyên cho các người dùng. </a:t>
            </a:r>
            <a:endParaRPr/>
          </a:p>
          <a:p>
            <a:pPr indent="0" lvl="0" marL="0" rtl="0" algn="l">
              <a:lnSpc>
                <a:spcPct val="90000"/>
              </a:lnSpc>
              <a:spcBef>
                <a:spcPts val="0"/>
              </a:spcBef>
              <a:spcAft>
                <a:spcPts val="0"/>
              </a:spcAft>
              <a:buSzPts val="1000"/>
              <a:buNone/>
            </a:pPr>
            <a:r>
              <a:rPr lang="en-US" sz="1000"/>
              <a:t>Vấn đề là làm cho các tài nguyên trên mạng như chương trình, dữ liệu và thiết bị, đặc biệt là các thiết bị đắt tiền, có thể sẵn dùng cho mọi người trên mạng mà không cần quan tâm đến vị trí thực của tài nguyên và người dùng. </a:t>
            </a:r>
            <a:endParaRPr/>
          </a:p>
          <a:p>
            <a:pPr indent="0" lvl="0" marL="0" rtl="0" algn="l">
              <a:lnSpc>
                <a:spcPct val="90000"/>
              </a:lnSpc>
              <a:spcBef>
                <a:spcPts val="0"/>
              </a:spcBef>
              <a:spcAft>
                <a:spcPts val="0"/>
              </a:spcAft>
              <a:buSzPts val="1000"/>
              <a:buNone/>
            </a:pPr>
            <a:r>
              <a:rPr lang="en-US" sz="1000"/>
              <a:t>Về mặt thiết bị, các thiết bị chất lượng cao thường đắt tiền, chúng thường được dùng chung cho nhiều người nhằm giảm chi phí và dễ bảo quản. </a:t>
            </a:r>
            <a:endParaRPr/>
          </a:p>
          <a:p>
            <a:pPr indent="0" lvl="0" marL="0" rtl="0" algn="l">
              <a:lnSpc>
                <a:spcPct val="90000"/>
              </a:lnSpc>
              <a:spcBef>
                <a:spcPts val="0"/>
              </a:spcBef>
              <a:spcAft>
                <a:spcPts val="0"/>
              </a:spcAft>
              <a:buSzPts val="1000"/>
              <a:buNone/>
            </a:pPr>
            <a:r>
              <a:rPr lang="en-US" sz="1000"/>
              <a:t>Về mặt chương trình và dữ liệu, khi được dùng chung, mỗi thay đổi sẽ sẵn dùng cho mọi thành viên trên mạng ngay lập tức. Điều này thể hiện rất rõ tại các nơi như ngân hàng, các đại lý bán vé máy bay... </a:t>
            </a:r>
            <a:r>
              <a:rPr b="1" lang="en-US" sz="1000"/>
              <a:t>1.4.3.2 	</a:t>
            </a:r>
            <a:endParaRPr/>
          </a:p>
          <a:p>
            <a:pPr indent="0" lvl="0" marL="0" rtl="0" algn="l">
              <a:lnSpc>
                <a:spcPct val="90000"/>
              </a:lnSpc>
              <a:spcBef>
                <a:spcPts val="0"/>
              </a:spcBef>
              <a:spcAft>
                <a:spcPts val="0"/>
              </a:spcAft>
              <a:buSzPts val="1000"/>
              <a:buNone/>
            </a:pPr>
            <a:r>
              <a:rPr b="1" lang="en-US" sz="1000"/>
              <a:t>	Mạng cho phép nâng cao độ tin cậy. </a:t>
            </a:r>
            <a:endParaRPr/>
          </a:p>
          <a:p>
            <a:pPr indent="0" lvl="0" marL="0" rtl="0" algn="l">
              <a:lnSpc>
                <a:spcPct val="90000"/>
              </a:lnSpc>
              <a:spcBef>
                <a:spcPts val="0"/>
              </a:spcBef>
              <a:spcAft>
                <a:spcPts val="0"/>
              </a:spcAft>
              <a:buSzPts val="1000"/>
              <a:buNone/>
            </a:pPr>
            <a:r>
              <a:rPr lang="en-US" sz="1000"/>
              <a:t>khi có máy tính hoặc thiết bị bị hỏng, công việc vẫn có thể tiếp tục với các máy tính hoặc thiết bị khác trên mạng trong khi chờ sửa chữa. </a:t>
            </a:r>
            <a:endParaRPr/>
          </a:p>
          <a:p>
            <a:pPr indent="0" lvl="0" marL="0" rtl="0" algn="l">
              <a:lnSpc>
                <a:spcPct val="90000"/>
              </a:lnSpc>
              <a:spcBef>
                <a:spcPts val="0"/>
              </a:spcBef>
              <a:spcAft>
                <a:spcPts val="0"/>
              </a:spcAft>
              <a:buSzPts val="1000"/>
              <a:buNone/>
            </a:pPr>
            <a:r>
              <a:rPr b="1" lang="en-US" sz="1000"/>
              <a:t>	 Mạng giúp cho công việc đạt hiệu suất cao hơn. </a:t>
            </a:r>
            <a:endParaRPr/>
          </a:p>
          <a:p>
            <a:pPr indent="0" lvl="0" marL="0" rtl="0" algn="l">
              <a:lnSpc>
                <a:spcPct val="90000"/>
              </a:lnSpc>
              <a:spcBef>
                <a:spcPts val="0"/>
              </a:spcBef>
              <a:spcAft>
                <a:spcPts val="0"/>
              </a:spcAft>
              <a:buSzPts val="1000"/>
              <a:buNone/>
            </a:pPr>
            <a:r>
              <a:rPr lang="en-US" sz="1000"/>
              <a:t>Khi chương trình và dữ liệu đã dùng chung trên mạng, có thể bỏ qua một số khâu đối chiếu không cần thiết. Việc điều chỉnh chương trình (nếu có) cũng tiết kiệm thời gian hơn do chỉ cần cài đặt lại trên một máy. </a:t>
            </a:r>
            <a:endParaRPr/>
          </a:p>
          <a:p>
            <a:pPr indent="0" lvl="0" marL="0" rtl="0" algn="l">
              <a:lnSpc>
                <a:spcPct val="90000"/>
              </a:lnSpc>
              <a:spcBef>
                <a:spcPts val="0"/>
              </a:spcBef>
              <a:spcAft>
                <a:spcPts val="0"/>
              </a:spcAft>
              <a:buSzPts val="1000"/>
              <a:buNone/>
            </a:pPr>
            <a:r>
              <a:rPr lang="en-US" sz="1000"/>
              <a:t>Về mặt tổ chức, việc sao chép dữ liệu phòng hờ tiện lợi hơn do có thể giao cho chỉ một người thay vì mọi người phải tự sao chép phần của mình. </a:t>
            </a:r>
            <a:endParaRPr/>
          </a:p>
          <a:p>
            <a:pPr indent="0" lvl="3" marL="0" rtl="0" algn="l">
              <a:lnSpc>
                <a:spcPct val="90000"/>
              </a:lnSpc>
              <a:spcBef>
                <a:spcPts val="0"/>
              </a:spcBef>
              <a:spcAft>
                <a:spcPts val="0"/>
              </a:spcAft>
              <a:buSzPts val="1000"/>
              <a:buNone/>
            </a:pPr>
            <a:r>
              <a:rPr b="1" lang="en-US" sz="1000"/>
              <a:t>Tăng cường tính bảo mật thông tin. </a:t>
            </a:r>
            <a:endParaRPr sz="1000"/>
          </a:p>
          <a:p>
            <a:pPr indent="0" lvl="0" marL="0" rtl="0" algn="l">
              <a:lnSpc>
                <a:spcPct val="90000"/>
              </a:lnSpc>
              <a:spcBef>
                <a:spcPts val="0"/>
              </a:spcBef>
              <a:spcAft>
                <a:spcPts val="0"/>
              </a:spcAft>
              <a:buSzPts val="1000"/>
              <a:buNone/>
            </a:pPr>
            <a:r>
              <a:rPr lang="en-US" sz="1000"/>
              <a:t>Dữ liệu được lưu trên các máy phục vụ tập tin (file server) sẽ được bảo vệ tốt hơn so với đặt tại các máy cá nhân nhờ cơ chế bảo mật của các hệ điều hành mạng. </a:t>
            </a:r>
            <a:endParaRPr/>
          </a:p>
          <a:p>
            <a:pPr indent="0" lvl="0" marL="0" rtl="0" algn="l">
              <a:lnSpc>
                <a:spcPct val="90000"/>
              </a:lnSpc>
              <a:spcBef>
                <a:spcPts val="0"/>
              </a:spcBef>
              <a:spcAft>
                <a:spcPts val="0"/>
              </a:spcAft>
              <a:buSzPts val="1000"/>
              <a:buNone/>
            </a:pPr>
            <a:r>
              <a:rPr lang="en-US" sz="1000"/>
              <a:t>	</a:t>
            </a:r>
            <a:r>
              <a:rPr b="1" lang="en-US" sz="1000"/>
              <a:t>Tiết kiệm chi phí. </a:t>
            </a:r>
            <a:endParaRPr/>
          </a:p>
          <a:p>
            <a:pPr indent="0" lvl="0" marL="0" rtl="0" algn="l">
              <a:lnSpc>
                <a:spcPct val="90000"/>
              </a:lnSpc>
              <a:spcBef>
                <a:spcPts val="0"/>
              </a:spcBef>
              <a:spcAft>
                <a:spcPts val="0"/>
              </a:spcAft>
              <a:buSzPts val="1000"/>
              <a:buNone/>
            </a:pPr>
            <a:r>
              <a:rPr lang="en-US" sz="1000"/>
              <a:t>Việc dùng chung các thiết bị ngoại vi cho phép giảm chi phí trang bị tính trên số người dùng. Về phần mềm, nhiều nhà sản xuất phần mềm cung cấp cả những ấn bản cho nhiều người dùng, với chi phí thấp hơn tính trên mỗi người dùng. </a:t>
            </a:r>
            <a:endParaRPr/>
          </a:p>
          <a:p>
            <a:pPr indent="0" lvl="0" marL="0" rtl="0" algn="l">
              <a:lnSpc>
                <a:spcPct val="90000"/>
              </a:lnSpc>
              <a:spcBef>
                <a:spcPts val="0"/>
              </a:spcBef>
              <a:spcAft>
                <a:spcPts val="0"/>
              </a:spcAft>
              <a:buSzPts val="1000"/>
              <a:buNone/>
            </a:pPr>
            <a:r>
              <a:t/>
            </a:r>
            <a:endParaRPr sz="1000"/>
          </a:p>
          <a:p>
            <a:pPr indent="0" lvl="0" marL="0" rtl="0" algn="l">
              <a:spcBef>
                <a:spcPts val="0"/>
              </a:spcBef>
              <a:spcAft>
                <a:spcPts val="0"/>
              </a:spcAft>
              <a:buNone/>
            </a:pPr>
            <a:r>
              <a:t/>
            </a:r>
            <a:endParaRPr sz="1000"/>
          </a:p>
        </p:txBody>
      </p:sp>
      <p:sp>
        <p:nvSpPr>
          <p:cNvPr id="698" name="Google Shape;698;p38:notes"/>
          <p:cNvSpPr txBox="1"/>
          <p:nvPr/>
        </p:nvSpPr>
        <p:spPr>
          <a:xfrm>
            <a:off x="0" y="8747125"/>
            <a:ext cx="2971800" cy="460375"/>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GV Lê Văn Hùng</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p39:notes"/>
          <p:cNvSpPr/>
          <p:nvPr>
            <p:ph idx="2" type="sldImg"/>
          </p:nvPr>
        </p:nvSpPr>
        <p:spPr>
          <a:xfrm>
            <a:off x="1127125" y="690562"/>
            <a:ext cx="4603750" cy="34528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8" name="Google Shape;708;p39:notes"/>
          <p:cNvSpPr txBox="1"/>
          <p:nvPr>
            <p:ph idx="1" type="body"/>
          </p:nvPr>
        </p:nvSpPr>
        <p:spPr>
          <a:xfrm>
            <a:off x="914400" y="4373562"/>
            <a:ext cx="5029200" cy="4143375"/>
          </a:xfrm>
          <a:prstGeom prst="rect">
            <a:avLst/>
          </a:prstGeom>
          <a:noFill/>
          <a:ln>
            <a:noFill/>
          </a:ln>
        </p:spPr>
        <p:txBody>
          <a:bodyPr anchorCtr="0" anchor="t" bIns="45700" lIns="91425" spcFirstLastPara="1" rIns="91425" wrap="square" tIns="45700">
            <a:noAutofit/>
          </a:bodyPr>
          <a:lstStyle/>
          <a:p>
            <a:pPr indent="0" lvl="3" marL="0" rtl="0" algn="l">
              <a:lnSpc>
                <a:spcPct val="90000"/>
              </a:lnSpc>
              <a:spcBef>
                <a:spcPts val="0"/>
              </a:spcBef>
              <a:spcAft>
                <a:spcPts val="0"/>
              </a:spcAft>
              <a:buSzPts val="1000"/>
              <a:buNone/>
            </a:pPr>
            <a:r>
              <a:rPr b="1" lang="en-US" sz="1000"/>
              <a:t>Mạng tạo khả năng dùng chung tài nguyên cho các người dùng. </a:t>
            </a:r>
            <a:endParaRPr/>
          </a:p>
          <a:p>
            <a:pPr indent="0" lvl="0" marL="0" rtl="0" algn="l">
              <a:lnSpc>
                <a:spcPct val="90000"/>
              </a:lnSpc>
              <a:spcBef>
                <a:spcPts val="0"/>
              </a:spcBef>
              <a:spcAft>
                <a:spcPts val="0"/>
              </a:spcAft>
              <a:buSzPts val="1000"/>
              <a:buNone/>
            </a:pPr>
            <a:r>
              <a:rPr lang="en-US" sz="1000"/>
              <a:t>Vấn đề là làm cho các tài nguyên trên mạng như chương trình, dữ liệu và thiết bị, đặc biệt là các thiết bị đắt tiền, có thể sẵn dùng cho mọi người trên mạng mà không cần quan tâm đến vị trí thực của tài nguyên và người dùng. </a:t>
            </a:r>
            <a:endParaRPr/>
          </a:p>
          <a:p>
            <a:pPr indent="0" lvl="0" marL="0" rtl="0" algn="l">
              <a:lnSpc>
                <a:spcPct val="90000"/>
              </a:lnSpc>
              <a:spcBef>
                <a:spcPts val="0"/>
              </a:spcBef>
              <a:spcAft>
                <a:spcPts val="0"/>
              </a:spcAft>
              <a:buSzPts val="1000"/>
              <a:buNone/>
            </a:pPr>
            <a:r>
              <a:rPr lang="en-US" sz="1000"/>
              <a:t>Về mặt thiết bị, các thiết bị chất lượng cao thường đắt tiền, chúng thường được dùng chung cho nhiều người nhằm giảm chi phí và dễ bảo quản. </a:t>
            </a:r>
            <a:endParaRPr/>
          </a:p>
          <a:p>
            <a:pPr indent="0" lvl="0" marL="0" rtl="0" algn="l">
              <a:lnSpc>
                <a:spcPct val="90000"/>
              </a:lnSpc>
              <a:spcBef>
                <a:spcPts val="0"/>
              </a:spcBef>
              <a:spcAft>
                <a:spcPts val="0"/>
              </a:spcAft>
              <a:buSzPts val="1000"/>
              <a:buNone/>
            </a:pPr>
            <a:r>
              <a:rPr lang="en-US" sz="1000"/>
              <a:t>Về mặt chương trình và dữ liệu, khi được dùng chung, mỗi thay đổi sẽ sẵn dùng cho mọi thành viên trên mạng ngay lập tức. Điều này thể hiện rất rõ tại các nơi như ngân hàng, các đại lý bán vé máy bay... </a:t>
            </a:r>
            <a:r>
              <a:rPr b="1" lang="en-US" sz="1000"/>
              <a:t>1.4.3.2 	</a:t>
            </a:r>
            <a:endParaRPr/>
          </a:p>
          <a:p>
            <a:pPr indent="0" lvl="0" marL="0" rtl="0" algn="l">
              <a:lnSpc>
                <a:spcPct val="90000"/>
              </a:lnSpc>
              <a:spcBef>
                <a:spcPts val="0"/>
              </a:spcBef>
              <a:spcAft>
                <a:spcPts val="0"/>
              </a:spcAft>
              <a:buSzPts val="1000"/>
              <a:buNone/>
            </a:pPr>
            <a:r>
              <a:rPr b="1" lang="en-US" sz="1000"/>
              <a:t>	Mạng cho phép nâng cao độ tin cậy. </a:t>
            </a:r>
            <a:endParaRPr/>
          </a:p>
          <a:p>
            <a:pPr indent="0" lvl="0" marL="0" rtl="0" algn="l">
              <a:lnSpc>
                <a:spcPct val="90000"/>
              </a:lnSpc>
              <a:spcBef>
                <a:spcPts val="0"/>
              </a:spcBef>
              <a:spcAft>
                <a:spcPts val="0"/>
              </a:spcAft>
              <a:buSzPts val="1000"/>
              <a:buNone/>
            </a:pPr>
            <a:r>
              <a:rPr lang="en-US" sz="1000"/>
              <a:t>khi có máy tính hoặc thiết bị bị hỏng, công việc vẫn có thể tiếp tục với các máy tính hoặc thiết bị khác trên mạng trong khi chờ sửa chữa. </a:t>
            </a:r>
            <a:endParaRPr/>
          </a:p>
          <a:p>
            <a:pPr indent="0" lvl="0" marL="0" rtl="0" algn="l">
              <a:lnSpc>
                <a:spcPct val="90000"/>
              </a:lnSpc>
              <a:spcBef>
                <a:spcPts val="0"/>
              </a:spcBef>
              <a:spcAft>
                <a:spcPts val="0"/>
              </a:spcAft>
              <a:buSzPts val="1000"/>
              <a:buNone/>
            </a:pPr>
            <a:r>
              <a:rPr b="1" lang="en-US" sz="1000"/>
              <a:t>	 Mạng giúp cho công việc đạt hiệu suất cao hơn. </a:t>
            </a:r>
            <a:endParaRPr/>
          </a:p>
          <a:p>
            <a:pPr indent="0" lvl="0" marL="0" rtl="0" algn="l">
              <a:lnSpc>
                <a:spcPct val="90000"/>
              </a:lnSpc>
              <a:spcBef>
                <a:spcPts val="0"/>
              </a:spcBef>
              <a:spcAft>
                <a:spcPts val="0"/>
              </a:spcAft>
              <a:buSzPts val="1000"/>
              <a:buNone/>
            </a:pPr>
            <a:r>
              <a:rPr lang="en-US" sz="1000"/>
              <a:t>Khi chương trình và dữ liệu đã dùng chung trên mạng, có thể bỏ qua một số khâu đối chiếu không cần thiết. Việc điều chỉnh chương trình (nếu có) cũng tiết kiệm thời gian hơn do chỉ cần cài đặt lại trên một máy. </a:t>
            </a:r>
            <a:endParaRPr/>
          </a:p>
          <a:p>
            <a:pPr indent="0" lvl="0" marL="0" rtl="0" algn="l">
              <a:lnSpc>
                <a:spcPct val="90000"/>
              </a:lnSpc>
              <a:spcBef>
                <a:spcPts val="0"/>
              </a:spcBef>
              <a:spcAft>
                <a:spcPts val="0"/>
              </a:spcAft>
              <a:buSzPts val="1000"/>
              <a:buNone/>
            </a:pPr>
            <a:r>
              <a:rPr lang="en-US" sz="1000"/>
              <a:t>Về mặt tổ chức, việc sao chép dữ liệu phòng hờ tiện lợi hơn do có thể giao cho chỉ một người thay vì mọi người phải tự sao chép phần của mình. </a:t>
            </a:r>
            <a:endParaRPr/>
          </a:p>
          <a:p>
            <a:pPr indent="0" lvl="3" marL="0" rtl="0" algn="l">
              <a:lnSpc>
                <a:spcPct val="90000"/>
              </a:lnSpc>
              <a:spcBef>
                <a:spcPts val="0"/>
              </a:spcBef>
              <a:spcAft>
                <a:spcPts val="0"/>
              </a:spcAft>
              <a:buSzPts val="1000"/>
              <a:buNone/>
            </a:pPr>
            <a:r>
              <a:rPr b="1" lang="en-US" sz="1000"/>
              <a:t>Tăng cường tính bảo mật thông tin. </a:t>
            </a:r>
            <a:endParaRPr sz="1000"/>
          </a:p>
          <a:p>
            <a:pPr indent="0" lvl="0" marL="0" rtl="0" algn="l">
              <a:lnSpc>
                <a:spcPct val="90000"/>
              </a:lnSpc>
              <a:spcBef>
                <a:spcPts val="0"/>
              </a:spcBef>
              <a:spcAft>
                <a:spcPts val="0"/>
              </a:spcAft>
              <a:buSzPts val="1000"/>
              <a:buNone/>
            </a:pPr>
            <a:r>
              <a:rPr lang="en-US" sz="1000"/>
              <a:t>Dữ liệu được lưu trên các máy phục vụ tập tin (file server) sẽ được bảo vệ tốt hơn so với đặt tại các máy cá nhân nhờ cơ chế bảo mật của các hệ điều hành mạng. </a:t>
            </a:r>
            <a:endParaRPr/>
          </a:p>
          <a:p>
            <a:pPr indent="0" lvl="0" marL="0" rtl="0" algn="l">
              <a:lnSpc>
                <a:spcPct val="90000"/>
              </a:lnSpc>
              <a:spcBef>
                <a:spcPts val="0"/>
              </a:spcBef>
              <a:spcAft>
                <a:spcPts val="0"/>
              </a:spcAft>
              <a:buSzPts val="1000"/>
              <a:buNone/>
            </a:pPr>
            <a:r>
              <a:rPr lang="en-US" sz="1000"/>
              <a:t>	</a:t>
            </a:r>
            <a:r>
              <a:rPr b="1" lang="en-US" sz="1000"/>
              <a:t>Tiết kiệm chi phí. </a:t>
            </a:r>
            <a:endParaRPr/>
          </a:p>
          <a:p>
            <a:pPr indent="0" lvl="0" marL="0" rtl="0" algn="l">
              <a:lnSpc>
                <a:spcPct val="90000"/>
              </a:lnSpc>
              <a:spcBef>
                <a:spcPts val="0"/>
              </a:spcBef>
              <a:spcAft>
                <a:spcPts val="0"/>
              </a:spcAft>
              <a:buSzPts val="1000"/>
              <a:buNone/>
            </a:pPr>
            <a:r>
              <a:rPr lang="en-US" sz="1000"/>
              <a:t>Việc dùng chung các thiết bị ngoại vi cho phép giảm chi phí trang bị tính trên số người dùng. Về phần mềm, nhiều nhà sản xuất phần mềm cung cấp cả những ấn bản cho nhiều người dùng, với chi phí thấp hơn tính trên mỗi người dùng. </a:t>
            </a:r>
            <a:endParaRPr/>
          </a:p>
          <a:p>
            <a:pPr indent="0" lvl="0" marL="0" rtl="0" algn="l">
              <a:lnSpc>
                <a:spcPct val="90000"/>
              </a:lnSpc>
              <a:spcBef>
                <a:spcPts val="0"/>
              </a:spcBef>
              <a:spcAft>
                <a:spcPts val="0"/>
              </a:spcAft>
              <a:buSzPts val="1000"/>
              <a:buNone/>
            </a:pPr>
            <a:r>
              <a:t/>
            </a:r>
            <a:endParaRPr sz="1000"/>
          </a:p>
          <a:p>
            <a:pPr indent="0" lvl="0" marL="0" rtl="0" algn="l">
              <a:spcBef>
                <a:spcPts val="0"/>
              </a:spcBef>
              <a:spcAft>
                <a:spcPts val="0"/>
              </a:spcAft>
              <a:buNone/>
            </a:pPr>
            <a:r>
              <a:t/>
            </a:r>
            <a:endParaRPr sz="1000"/>
          </a:p>
        </p:txBody>
      </p:sp>
      <p:sp>
        <p:nvSpPr>
          <p:cNvPr id="709" name="Google Shape;709;p39:notes"/>
          <p:cNvSpPr txBox="1"/>
          <p:nvPr/>
        </p:nvSpPr>
        <p:spPr>
          <a:xfrm>
            <a:off x="0" y="8747125"/>
            <a:ext cx="2971800" cy="460375"/>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GV Lê Văn Hùng</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p40:notes"/>
          <p:cNvSpPr/>
          <p:nvPr>
            <p:ph idx="2" type="sldImg"/>
          </p:nvPr>
        </p:nvSpPr>
        <p:spPr>
          <a:xfrm>
            <a:off x="1127125" y="690562"/>
            <a:ext cx="4603750" cy="34528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9" name="Google Shape;719;p40:notes"/>
          <p:cNvSpPr txBox="1"/>
          <p:nvPr>
            <p:ph idx="1" type="body"/>
          </p:nvPr>
        </p:nvSpPr>
        <p:spPr>
          <a:xfrm>
            <a:off x="914400" y="4373562"/>
            <a:ext cx="5029200" cy="4143375"/>
          </a:xfrm>
          <a:prstGeom prst="rect">
            <a:avLst/>
          </a:prstGeom>
          <a:noFill/>
          <a:ln>
            <a:noFill/>
          </a:ln>
        </p:spPr>
        <p:txBody>
          <a:bodyPr anchorCtr="0" anchor="t" bIns="45700" lIns="91425" spcFirstLastPara="1" rIns="91425" wrap="square" tIns="45700">
            <a:noAutofit/>
          </a:bodyPr>
          <a:lstStyle/>
          <a:p>
            <a:pPr indent="0" lvl="3" marL="0" rtl="0" algn="l">
              <a:lnSpc>
                <a:spcPct val="90000"/>
              </a:lnSpc>
              <a:spcBef>
                <a:spcPts val="0"/>
              </a:spcBef>
              <a:spcAft>
                <a:spcPts val="0"/>
              </a:spcAft>
              <a:buSzPts val="1000"/>
              <a:buNone/>
            </a:pPr>
            <a:r>
              <a:rPr b="1" lang="en-US" sz="1000"/>
              <a:t>Mạng tạo khả năng dùng chung tài nguyên cho các người dùng. </a:t>
            </a:r>
            <a:endParaRPr/>
          </a:p>
          <a:p>
            <a:pPr indent="0" lvl="0" marL="0" rtl="0" algn="l">
              <a:lnSpc>
                <a:spcPct val="90000"/>
              </a:lnSpc>
              <a:spcBef>
                <a:spcPts val="0"/>
              </a:spcBef>
              <a:spcAft>
                <a:spcPts val="0"/>
              </a:spcAft>
              <a:buSzPts val="1000"/>
              <a:buNone/>
            </a:pPr>
            <a:r>
              <a:rPr lang="en-US" sz="1000"/>
              <a:t>Vấn đề là làm cho các tài nguyên trên mạng như chương trình, dữ liệu và thiết bị, đặc biệt là các thiết bị đắt tiền, có thể sẵn dùng cho mọi người trên mạng mà không cần quan tâm đến vị trí thực của tài nguyên và người dùng. </a:t>
            </a:r>
            <a:endParaRPr/>
          </a:p>
          <a:p>
            <a:pPr indent="0" lvl="0" marL="0" rtl="0" algn="l">
              <a:lnSpc>
                <a:spcPct val="90000"/>
              </a:lnSpc>
              <a:spcBef>
                <a:spcPts val="0"/>
              </a:spcBef>
              <a:spcAft>
                <a:spcPts val="0"/>
              </a:spcAft>
              <a:buSzPts val="1000"/>
              <a:buNone/>
            </a:pPr>
            <a:r>
              <a:rPr lang="en-US" sz="1000"/>
              <a:t>Về mặt thiết bị, các thiết bị chất lượng cao thường đắt tiền, chúng thường được dùng chung cho nhiều người nhằm giảm chi phí và dễ bảo quản. </a:t>
            </a:r>
            <a:endParaRPr/>
          </a:p>
          <a:p>
            <a:pPr indent="0" lvl="0" marL="0" rtl="0" algn="l">
              <a:lnSpc>
                <a:spcPct val="90000"/>
              </a:lnSpc>
              <a:spcBef>
                <a:spcPts val="0"/>
              </a:spcBef>
              <a:spcAft>
                <a:spcPts val="0"/>
              </a:spcAft>
              <a:buSzPts val="1000"/>
              <a:buNone/>
            </a:pPr>
            <a:r>
              <a:rPr lang="en-US" sz="1000"/>
              <a:t>Về mặt chương trình và dữ liệu, khi được dùng chung, mỗi thay đổi sẽ sẵn dùng cho mọi thành viên trên mạng ngay lập tức. Điều này thể hiện rất rõ tại các nơi như ngân hàng, các đại lý bán vé máy bay... </a:t>
            </a:r>
            <a:r>
              <a:rPr b="1" lang="en-US" sz="1000"/>
              <a:t>1.4.3.2 	</a:t>
            </a:r>
            <a:endParaRPr/>
          </a:p>
          <a:p>
            <a:pPr indent="0" lvl="0" marL="0" rtl="0" algn="l">
              <a:lnSpc>
                <a:spcPct val="90000"/>
              </a:lnSpc>
              <a:spcBef>
                <a:spcPts val="0"/>
              </a:spcBef>
              <a:spcAft>
                <a:spcPts val="0"/>
              </a:spcAft>
              <a:buSzPts val="1000"/>
              <a:buNone/>
            </a:pPr>
            <a:r>
              <a:rPr b="1" lang="en-US" sz="1000"/>
              <a:t>	Mạng cho phép nâng cao độ tin cậy. </a:t>
            </a:r>
            <a:endParaRPr/>
          </a:p>
          <a:p>
            <a:pPr indent="0" lvl="0" marL="0" rtl="0" algn="l">
              <a:lnSpc>
                <a:spcPct val="90000"/>
              </a:lnSpc>
              <a:spcBef>
                <a:spcPts val="0"/>
              </a:spcBef>
              <a:spcAft>
                <a:spcPts val="0"/>
              </a:spcAft>
              <a:buSzPts val="1000"/>
              <a:buNone/>
            </a:pPr>
            <a:r>
              <a:rPr lang="en-US" sz="1000"/>
              <a:t>khi có máy tính hoặc thiết bị bị hỏng, công việc vẫn có thể tiếp tục với các máy tính hoặc thiết bị khác trên mạng trong khi chờ sửa chữa. </a:t>
            </a:r>
            <a:endParaRPr/>
          </a:p>
          <a:p>
            <a:pPr indent="0" lvl="0" marL="0" rtl="0" algn="l">
              <a:lnSpc>
                <a:spcPct val="90000"/>
              </a:lnSpc>
              <a:spcBef>
                <a:spcPts val="0"/>
              </a:spcBef>
              <a:spcAft>
                <a:spcPts val="0"/>
              </a:spcAft>
              <a:buSzPts val="1000"/>
              <a:buNone/>
            </a:pPr>
            <a:r>
              <a:rPr b="1" lang="en-US" sz="1000"/>
              <a:t>	 Mạng giúp cho công việc đạt hiệu suất cao hơn. </a:t>
            </a:r>
            <a:endParaRPr/>
          </a:p>
          <a:p>
            <a:pPr indent="0" lvl="0" marL="0" rtl="0" algn="l">
              <a:lnSpc>
                <a:spcPct val="90000"/>
              </a:lnSpc>
              <a:spcBef>
                <a:spcPts val="0"/>
              </a:spcBef>
              <a:spcAft>
                <a:spcPts val="0"/>
              </a:spcAft>
              <a:buSzPts val="1000"/>
              <a:buNone/>
            </a:pPr>
            <a:r>
              <a:rPr lang="en-US" sz="1000"/>
              <a:t>Khi chương trình và dữ liệu đã dùng chung trên mạng, có thể bỏ qua một số khâu đối chiếu không cần thiết. Việc điều chỉnh chương trình (nếu có) cũng tiết kiệm thời gian hơn do chỉ cần cài đặt lại trên một máy. </a:t>
            </a:r>
            <a:endParaRPr/>
          </a:p>
          <a:p>
            <a:pPr indent="0" lvl="0" marL="0" rtl="0" algn="l">
              <a:lnSpc>
                <a:spcPct val="90000"/>
              </a:lnSpc>
              <a:spcBef>
                <a:spcPts val="0"/>
              </a:spcBef>
              <a:spcAft>
                <a:spcPts val="0"/>
              </a:spcAft>
              <a:buSzPts val="1000"/>
              <a:buNone/>
            </a:pPr>
            <a:r>
              <a:rPr lang="en-US" sz="1000"/>
              <a:t>Về mặt tổ chức, việc sao chép dữ liệu phòng hờ tiện lợi hơn do có thể giao cho chỉ một người thay vì mọi người phải tự sao chép phần của mình. </a:t>
            </a:r>
            <a:endParaRPr/>
          </a:p>
          <a:p>
            <a:pPr indent="0" lvl="3" marL="0" rtl="0" algn="l">
              <a:lnSpc>
                <a:spcPct val="90000"/>
              </a:lnSpc>
              <a:spcBef>
                <a:spcPts val="0"/>
              </a:spcBef>
              <a:spcAft>
                <a:spcPts val="0"/>
              </a:spcAft>
              <a:buSzPts val="1000"/>
              <a:buNone/>
            </a:pPr>
            <a:r>
              <a:rPr b="1" lang="en-US" sz="1000"/>
              <a:t>Tăng cường tính bảo mật thông tin. </a:t>
            </a:r>
            <a:endParaRPr sz="1000"/>
          </a:p>
          <a:p>
            <a:pPr indent="0" lvl="0" marL="0" rtl="0" algn="l">
              <a:lnSpc>
                <a:spcPct val="90000"/>
              </a:lnSpc>
              <a:spcBef>
                <a:spcPts val="0"/>
              </a:spcBef>
              <a:spcAft>
                <a:spcPts val="0"/>
              </a:spcAft>
              <a:buSzPts val="1000"/>
              <a:buNone/>
            </a:pPr>
            <a:r>
              <a:rPr lang="en-US" sz="1000"/>
              <a:t>Dữ liệu được lưu trên các máy phục vụ tập tin (file server) sẽ được bảo vệ tốt hơn so với đặt tại các máy cá nhân nhờ cơ chế bảo mật của các hệ điều hành mạng. </a:t>
            </a:r>
            <a:endParaRPr/>
          </a:p>
          <a:p>
            <a:pPr indent="0" lvl="0" marL="0" rtl="0" algn="l">
              <a:lnSpc>
                <a:spcPct val="90000"/>
              </a:lnSpc>
              <a:spcBef>
                <a:spcPts val="0"/>
              </a:spcBef>
              <a:spcAft>
                <a:spcPts val="0"/>
              </a:spcAft>
              <a:buSzPts val="1000"/>
              <a:buNone/>
            </a:pPr>
            <a:r>
              <a:rPr lang="en-US" sz="1000"/>
              <a:t>	</a:t>
            </a:r>
            <a:r>
              <a:rPr b="1" lang="en-US" sz="1000"/>
              <a:t>Tiết kiệm chi phí. </a:t>
            </a:r>
            <a:endParaRPr/>
          </a:p>
          <a:p>
            <a:pPr indent="0" lvl="0" marL="0" rtl="0" algn="l">
              <a:lnSpc>
                <a:spcPct val="90000"/>
              </a:lnSpc>
              <a:spcBef>
                <a:spcPts val="0"/>
              </a:spcBef>
              <a:spcAft>
                <a:spcPts val="0"/>
              </a:spcAft>
              <a:buSzPts val="1000"/>
              <a:buNone/>
            </a:pPr>
            <a:r>
              <a:rPr lang="en-US" sz="1000"/>
              <a:t>Việc dùng chung các thiết bị ngoại vi cho phép giảm chi phí trang bị tính trên số người dùng. Về phần mềm, nhiều nhà sản xuất phần mềm cung cấp cả những ấn bản cho nhiều người dùng, với chi phí thấp hơn tính trên mỗi người dùng. </a:t>
            </a:r>
            <a:endParaRPr/>
          </a:p>
          <a:p>
            <a:pPr indent="0" lvl="0" marL="0" rtl="0" algn="l">
              <a:lnSpc>
                <a:spcPct val="90000"/>
              </a:lnSpc>
              <a:spcBef>
                <a:spcPts val="0"/>
              </a:spcBef>
              <a:spcAft>
                <a:spcPts val="0"/>
              </a:spcAft>
              <a:buSzPts val="1000"/>
              <a:buNone/>
            </a:pPr>
            <a:r>
              <a:t/>
            </a:r>
            <a:endParaRPr sz="1000"/>
          </a:p>
          <a:p>
            <a:pPr indent="0" lvl="0" marL="0" rtl="0" algn="l">
              <a:spcBef>
                <a:spcPts val="0"/>
              </a:spcBef>
              <a:spcAft>
                <a:spcPts val="0"/>
              </a:spcAft>
              <a:buNone/>
            </a:pPr>
            <a:r>
              <a:t/>
            </a:r>
            <a:endParaRPr sz="1000"/>
          </a:p>
        </p:txBody>
      </p:sp>
      <p:sp>
        <p:nvSpPr>
          <p:cNvPr id="720" name="Google Shape;720;p40:notes"/>
          <p:cNvSpPr txBox="1"/>
          <p:nvPr/>
        </p:nvSpPr>
        <p:spPr>
          <a:xfrm>
            <a:off x="0" y="8747125"/>
            <a:ext cx="2971800" cy="460375"/>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GV Lê Văn Hùng</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p41:notes"/>
          <p:cNvSpPr/>
          <p:nvPr>
            <p:ph idx="2" type="sldImg"/>
          </p:nvPr>
        </p:nvSpPr>
        <p:spPr>
          <a:xfrm>
            <a:off x="1127125" y="690562"/>
            <a:ext cx="4603750" cy="34528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0" name="Google Shape;730;p41:notes"/>
          <p:cNvSpPr txBox="1"/>
          <p:nvPr>
            <p:ph idx="1" type="body"/>
          </p:nvPr>
        </p:nvSpPr>
        <p:spPr>
          <a:xfrm>
            <a:off x="914400" y="4373562"/>
            <a:ext cx="5029200" cy="4143375"/>
          </a:xfrm>
          <a:prstGeom prst="rect">
            <a:avLst/>
          </a:prstGeom>
          <a:noFill/>
          <a:ln>
            <a:noFill/>
          </a:ln>
        </p:spPr>
        <p:txBody>
          <a:bodyPr anchorCtr="0" anchor="t" bIns="45700" lIns="91425" spcFirstLastPara="1" rIns="91425" wrap="square" tIns="45700">
            <a:noAutofit/>
          </a:bodyPr>
          <a:lstStyle/>
          <a:p>
            <a:pPr indent="0" lvl="3" marL="0" rtl="0" algn="l">
              <a:lnSpc>
                <a:spcPct val="90000"/>
              </a:lnSpc>
              <a:spcBef>
                <a:spcPts val="0"/>
              </a:spcBef>
              <a:spcAft>
                <a:spcPts val="0"/>
              </a:spcAft>
              <a:buSzPts val="1000"/>
              <a:buNone/>
            </a:pPr>
            <a:r>
              <a:rPr b="1" lang="en-US" sz="1000"/>
              <a:t>Mạng tạo khả năng dùng chung tài nguyên cho các người dùng. </a:t>
            </a:r>
            <a:endParaRPr/>
          </a:p>
          <a:p>
            <a:pPr indent="0" lvl="0" marL="0" rtl="0" algn="l">
              <a:lnSpc>
                <a:spcPct val="90000"/>
              </a:lnSpc>
              <a:spcBef>
                <a:spcPts val="0"/>
              </a:spcBef>
              <a:spcAft>
                <a:spcPts val="0"/>
              </a:spcAft>
              <a:buSzPts val="1000"/>
              <a:buNone/>
            </a:pPr>
            <a:r>
              <a:rPr lang="en-US" sz="1000"/>
              <a:t>Vấn đề là làm cho các tài nguyên trên mạng như chương trình, dữ liệu và thiết bị, đặc biệt là các thiết bị đắt tiền, có thể sẵn dùng cho mọi người trên mạng mà không cần quan tâm đến vị trí thực của tài nguyên và người dùng. </a:t>
            </a:r>
            <a:endParaRPr/>
          </a:p>
          <a:p>
            <a:pPr indent="0" lvl="0" marL="0" rtl="0" algn="l">
              <a:lnSpc>
                <a:spcPct val="90000"/>
              </a:lnSpc>
              <a:spcBef>
                <a:spcPts val="0"/>
              </a:spcBef>
              <a:spcAft>
                <a:spcPts val="0"/>
              </a:spcAft>
              <a:buSzPts val="1000"/>
              <a:buNone/>
            </a:pPr>
            <a:r>
              <a:rPr lang="en-US" sz="1000"/>
              <a:t>Về mặt thiết bị, các thiết bị chất lượng cao thường đắt tiền, chúng thường được dùng chung cho nhiều người nhằm giảm chi phí và dễ bảo quản. </a:t>
            </a:r>
            <a:endParaRPr/>
          </a:p>
          <a:p>
            <a:pPr indent="0" lvl="0" marL="0" rtl="0" algn="l">
              <a:lnSpc>
                <a:spcPct val="90000"/>
              </a:lnSpc>
              <a:spcBef>
                <a:spcPts val="0"/>
              </a:spcBef>
              <a:spcAft>
                <a:spcPts val="0"/>
              </a:spcAft>
              <a:buSzPts val="1000"/>
              <a:buNone/>
            </a:pPr>
            <a:r>
              <a:rPr lang="en-US" sz="1000"/>
              <a:t>Về mặt chương trình và dữ liệu, khi được dùng chung, mỗi thay đổi sẽ sẵn dùng cho mọi thành viên trên mạng ngay lập tức. Điều này thể hiện rất rõ tại các nơi như ngân hàng, các đại lý bán vé máy bay... </a:t>
            </a:r>
            <a:r>
              <a:rPr b="1" lang="en-US" sz="1000"/>
              <a:t>1.4.3.2 	</a:t>
            </a:r>
            <a:endParaRPr/>
          </a:p>
          <a:p>
            <a:pPr indent="0" lvl="0" marL="0" rtl="0" algn="l">
              <a:lnSpc>
                <a:spcPct val="90000"/>
              </a:lnSpc>
              <a:spcBef>
                <a:spcPts val="0"/>
              </a:spcBef>
              <a:spcAft>
                <a:spcPts val="0"/>
              </a:spcAft>
              <a:buSzPts val="1000"/>
              <a:buNone/>
            </a:pPr>
            <a:r>
              <a:rPr b="1" lang="en-US" sz="1000"/>
              <a:t>	Mạng cho phép nâng cao độ tin cậy. </a:t>
            </a:r>
            <a:endParaRPr/>
          </a:p>
          <a:p>
            <a:pPr indent="0" lvl="0" marL="0" rtl="0" algn="l">
              <a:lnSpc>
                <a:spcPct val="90000"/>
              </a:lnSpc>
              <a:spcBef>
                <a:spcPts val="0"/>
              </a:spcBef>
              <a:spcAft>
                <a:spcPts val="0"/>
              </a:spcAft>
              <a:buSzPts val="1000"/>
              <a:buNone/>
            </a:pPr>
            <a:r>
              <a:rPr lang="en-US" sz="1000"/>
              <a:t>khi có máy tính hoặc thiết bị bị hỏng, công việc vẫn có thể tiếp tục với các máy tính hoặc thiết bị khác trên mạng trong khi chờ sửa chữa. </a:t>
            </a:r>
            <a:endParaRPr/>
          </a:p>
          <a:p>
            <a:pPr indent="0" lvl="0" marL="0" rtl="0" algn="l">
              <a:lnSpc>
                <a:spcPct val="90000"/>
              </a:lnSpc>
              <a:spcBef>
                <a:spcPts val="0"/>
              </a:spcBef>
              <a:spcAft>
                <a:spcPts val="0"/>
              </a:spcAft>
              <a:buSzPts val="1000"/>
              <a:buNone/>
            </a:pPr>
            <a:r>
              <a:rPr b="1" lang="en-US" sz="1000"/>
              <a:t>	 Mạng giúp cho công việc đạt hiệu suất cao hơn. </a:t>
            </a:r>
            <a:endParaRPr/>
          </a:p>
          <a:p>
            <a:pPr indent="0" lvl="0" marL="0" rtl="0" algn="l">
              <a:lnSpc>
                <a:spcPct val="90000"/>
              </a:lnSpc>
              <a:spcBef>
                <a:spcPts val="0"/>
              </a:spcBef>
              <a:spcAft>
                <a:spcPts val="0"/>
              </a:spcAft>
              <a:buSzPts val="1000"/>
              <a:buNone/>
            </a:pPr>
            <a:r>
              <a:rPr lang="en-US" sz="1000"/>
              <a:t>Khi chương trình và dữ liệu đã dùng chung trên mạng, có thể bỏ qua một số khâu đối chiếu không cần thiết. Việc điều chỉnh chương trình (nếu có) cũng tiết kiệm thời gian hơn do chỉ cần cài đặt lại trên một máy. </a:t>
            </a:r>
            <a:endParaRPr/>
          </a:p>
          <a:p>
            <a:pPr indent="0" lvl="0" marL="0" rtl="0" algn="l">
              <a:lnSpc>
                <a:spcPct val="90000"/>
              </a:lnSpc>
              <a:spcBef>
                <a:spcPts val="0"/>
              </a:spcBef>
              <a:spcAft>
                <a:spcPts val="0"/>
              </a:spcAft>
              <a:buSzPts val="1000"/>
              <a:buNone/>
            </a:pPr>
            <a:r>
              <a:rPr lang="en-US" sz="1000"/>
              <a:t>Về mặt tổ chức, việc sao chép dữ liệu phòng hờ tiện lợi hơn do có thể giao cho chỉ một người thay vì mọi người phải tự sao chép phần của mình. </a:t>
            </a:r>
            <a:endParaRPr/>
          </a:p>
          <a:p>
            <a:pPr indent="0" lvl="3" marL="0" rtl="0" algn="l">
              <a:lnSpc>
                <a:spcPct val="90000"/>
              </a:lnSpc>
              <a:spcBef>
                <a:spcPts val="0"/>
              </a:spcBef>
              <a:spcAft>
                <a:spcPts val="0"/>
              </a:spcAft>
              <a:buSzPts val="1000"/>
              <a:buNone/>
            </a:pPr>
            <a:r>
              <a:rPr b="1" lang="en-US" sz="1000"/>
              <a:t>Tăng cường tính bảo mật thông tin. </a:t>
            </a:r>
            <a:endParaRPr sz="1000"/>
          </a:p>
          <a:p>
            <a:pPr indent="0" lvl="0" marL="0" rtl="0" algn="l">
              <a:lnSpc>
                <a:spcPct val="90000"/>
              </a:lnSpc>
              <a:spcBef>
                <a:spcPts val="0"/>
              </a:spcBef>
              <a:spcAft>
                <a:spcPts val="0"/>
              </a:spcAft>
              <a:buSzPts val="1000"/>
              <a:buNone/>
            </a:pPr>
            <a:r>
              <a:rPr lang="en-US" sz="1000"/>
              <a:t>Dữ liệu được lưu trên các máy phục vụ tập tin (file server) sẽ được bảo vệ tốt hơn so với đặt tại các máy cá nhân nhờ cơ chế bảo mật của các hệ điều hành mạng. </a:t>
            </a:r>
            <a:endParaRPr/>
          </a:p>
          <a:p>
            <a:pPr indent="0" lvl="0" marL="0" rtl="0" algn="l">
              <a:lnSpc>
                <a:spcPct val="90000"/>
              </a:lnSpc>
              <a:spcBef>
                <a:spcPts val="0"/>
              </a:spcBef>
              <a:spcAft>
                <a:spcPts val="0"/>
              </a:spcAft>
              <a:buSzPts val="1000"/>
              <a:buNone/>
            </a:pPr>
            <a:r>
              <a:rPr lang="en-US" sz="1000"/>
              <a:t>	</a:t>
            </a:r>
            <a:r>
              <a:rPr b="1" lang="en-US" sz="1000"/>
              <a:t>Tiết kiệm chi phí. </a:t>
            </a:r>
            <a:endParaRPr/>
          </a:p>
          <a:p>
            <a:pPr indent="0" lvl="0" marL="0" rtl="0" algn="l">
              <a:lnSpc>
                <a:spcPct val="90000"/>
              </a:lnSpc>
              <a:spcBef>
                <a:spcPts val="0"/>
              </a:spcBef>
              <a:spcAft>
                <a:spcPts val="0"/>
              </a:spcAft>
              <a:buSzPts val="1000"/>
              <a:buNone/>
            </a:pPr>
            <a:r>
              <a:rPr lang="en-US" sz="1000"/>
              <a:t>Việc dùng chung các thiết bị ngoại vi cho phép giảm chi phí trang bị tính trên số người dùng. Về phần mềm, nhiều nhà sản xuất phần mềm cung cấp cả những ấn bản cho nhiều người dùng, với chi phí thấp hơn tính trên mỗi người dùng. </a:t>
            </a:r>
            <a:endParaRPr/>
          </a:p>
          <a:p>
            <a:pPr indent="0" lvl="0" marL="0" rtl="0" algn="l">
              <a:lnSpc>
                <a:spcPct val="90000"/>
              </a:lnSpc>
              <a:spcBef>
                <a:spcPts val="0"/>
              </a:spcBef>
              <a:spcAft>
                <a:spcPts val="0"/>
              </a:spcAft>
              <a:buSzPts val="1000"/>
              <a:buNone/>
            </a:pPr>
            <a:r>
              <a:t/>
            </a:r>
            <a:endParaRPr sz="1000"/>
          </a:p>
          <a:p>
            <a:pPr indent="0" lvl="0" marL="0" rtl="0" algn="l">
              <a:spcBef>
                <a:spcPts val="0"/>
              </a:spcBef>
              <a:spcAft>
                <a:spcPts val="0"/>
              </a:spcAft>
              <a:buNone/>
            </a:pPr>
            <a:r>
              <a:t/>
            </a:r>
            <a:endParaRPr sz="1000"/>
          </a:p>
        </p:txBody>
      </p:sp>
      <p:sp>
        <p:nvSpPr>
          <p:cNvPr id="731" name="Google Shape;731;p41:notes"/>
          <p:cNvSpPr txBox="1"/>
          <p:nvPr/>
        </p:nvSpPr>
        <p:spPr>
          <a:xfrm>
            <a:off x="0" y="8747125"/>
            <a:ext cx="2971800" cy="460375"/>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GV Lê Văn Hùng</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p42:notes"/>
          <p:cNvSpPr/>
          <p:nvPr>
            <p:ph idx="2" type="sldImg"/>
          </p:nvPr>
        </p:nvSpPr>
        <p:spPr>
          <a:xfrm>
            <a:off x="1127125" y="690562"/>
            <a:ext cx="4603750" cy="34528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1" name="Google Shape;741;p42:notes"/>
          <p:cNvSpPr txBox="1"/>
          <p:nvPr>
            <p:ph idx="1" type="body"/>
          </p:nvPr>
        </p:nvSpPr>
        <p:spPr>
          <a:xfrm>
            <a:off x="914400" y="4373562"/>
            <a:ext cx="5029200" cy="4143375"/>
          </a:xfrm>
          <a:prstGeom prst="rect">
            <a:avLst/>
          </a:prstGeom>
          <a:noFill/>
          <a:ln>
            <a:noFill/>
          </a:ln>
        </p:spPr>
        <p:txBody>
          <a:bodyPr anchorCtr="0" anchor="t" bIns="45700" lIns="91425" spcFirstLastPara="1" rIns="91425" wrap="square" tIns="45700">
            <a:noAutofit/>
          </a:bodyPr>
          <a:lstStyle/>
          <a:p>
            <a:pPr indent="0" lvl="3" marL="0" rtl="0" algn="l">
              <a:lnSpc>
                <a:spcPct val="90000"/>
              </a:lnSpc>
              <a:spcBef>
                <a:spcPts val="0"/>
              </a:spcBef>
              <a:spcAft>
                <a:spcPts val="0"/>
              </a:spcAft>
              <a:buSzPts val="1000"/>
              <a:buNone/>
            </a:pPr>
            <a:r>
              <a:rPr b="1" lang="en-US" sz="1000"/>
              <a:t>Mạng tạo khả năng dùng chung tài nguyên cho các người dùng. </a:t>
            </a:r>
            <a:endParaRPr/>
          </a:p>
          <a:p>
            <a:pPr indent="0" lvl="0" marL="0" rtl="0" algn="l">
              <a:lnSpc>
                <a:spcPct val="90000"/>
              </a:lnSpc>
              <a:spcBef>
                <a:spcPts val="0"/>
              </a:spcBef>
              <a:spcAft>
                <a:spcPts val="0"/>
              </a:spcAft>
              <a:buSzPts val="1000"/>
              <a:buNone/>
            </a:pPr>
            <a:r>
              <a:rPr lang="en-US" sz="1000"/>
              <a:t>Vấn đề là làm cho các tài nguyên trên mạng như chương trình, dữ liệu và thiết bị, đặc biệt là các thiết bị đắt tiền, có thể sẵn dùng cho mọi người trên mạng mà không cần quan tâm đến vị trí thực của tài nguyên và người dùng. </a:t>
            </a:r>
            <a:endParaRPr/>
          </a:p>
          <a:p>
            <a:pPr indent="0" lvl="0" marL="0" rtl="0" algn="l">
              <a:lnSpc>
                <a:spcPct val="90000"/>
              </a:lnSpc>
              <a:spcBef>
                <a:spcPts val="0"/>
              </a:spcBef>
              <a:spcAft>
                <a:spcPts val="0"/>
              </a:spcAft>
              <a:buSzPts val="1000"/>
              <a:buNone/>
            </a:pPr>
            <a:r>
              <a:rPr lang="en-US" sz="1000"/>
              <a:t>Về mặt thiết bị, các thiết bị chất lượng cao thường đắt tiền, chúng thường được dùng chung cho nhiều người nhằm giảm chi phí và dễ bảo quản. </a:t>
            </a:r>
            <a:endParaRPr/>
          </a:p>
          <a:p>
            <a:pPr indent="0" lvl="0" marL="0" rtl="0" algn="l">
              <a:lnSpc>
                <a:spcPct val="90000"/>
              </a:lnSpc>
              <a:spcBef>
                <a:spcPts val="0"/>
              </a:spcBef>
              <a:spcAft>
                <a:spcPts val="0"/>
              </a:spcAft>
              <a:buSzPts val="1000"/>
              <a:buNone/>
            </a:pPr>
            <a:r>
              <a:rPr lang="en-US" sz="1000"/>
              <a:t>Về mặt chương trình và dữ liệu, khi được dùng chung, mỗi thay đổi sẽ sẵn dùng cho mọi thành viên trên mạng ngay lập tức. Điều này thể hiện rất rõ tại các nơi như ngân hàng, các đại lý bán vé máy bay... </a:t>
            </a:r>
            <a:r>
              <a:rPr b="1" lang="en-US" sz="1000"/>
              <a:t>1.4.3.2 	</a:t>
            </a:r>
            <a:endParaRPr/>
          </a:p>
          <a:p>
            <a:pPr indent="0" lvl="0" marL="0" rtl="0" algn="l">
              <a:lnSpc>
                <a:spcPct val="90000"/>
              </a:lnSpc>
              <a:spcBef>
                <a:spcPts val="0"/>
              </a:spcBef>
              <a:spcAft>
                <a:spcPts val="0"/>
              </a:spcAft>
              <a:buSzPts val="1000"/>
              <a:buNone/>
            </a:pPr>
            <a:r>
              <a:rPr b="1" lang="en-US" sz="1000"/>
              <a:t>	Mạng cho phép nâng cao độ tin cậy. </a:t>
            </a:r>
            <a:endParaRPr/>
          </a:p>
          <a:p>
            <a:pPr indent="0" lvl="0" marL="0" rtl="0" algn="l">
              <a:lnSpc>
                <a:spcPct val="90000"/>
              </a:lnSpc>
              <a:spcBef>
                <a:spcPts val="0"/>
              </a:spcBef>
              <a:spcAft>
                <a:spcPts val="0"/>
              </a:spcAft>
              <a:buSzPts val="1000"/>
              <a:buNone/>
            </a:pPr>
            <a:r>
              <a:rPr lang="en-US" sz="1000"/>
              <a:t>khi có máy tính hoặc thiết bị bị hỏng, công việc vẫn có thể tiếp tục với các máy tính hoặc thiết bị khác trên mạng trong khi chờ sửa chữa. </a:t>
            </a:r>
            <a:endParaRPr/>
          </a:p>
          <a:p>
            <a:pPr indent="0" lvl="0" marL="0" rtl="0" algn="l">
              <a:lnSpc>
                <a:spcPct val="90000"/>
              </a:lnSpc>
              <a:spcBef>
                <a:spcPts val="0"/>
              </a:spcBef>
              <a:spcAft>
                <a:spcPts val="0"/>
              </a:spcAft>
              <a:buSzPts val="1000"/>
              <a:buNone/>
            </a:pPr>
            <a:r>
              <a:rPr b="1" lang="en-US" sz="1000"/>
              <a:t>	 Mạng giúp cho công việc đạt hiệu suất cao hơn. </a:t>
            </a:r>
            <a:endParaRPr/>
          </a:p>
          <a:p>
            <a:pPr indent="0" lvl="0" marL="0" rtl="0" algn="l">
              <a:lnSpc>
                <a:spcPct val="90000"/>
              </a:lnSpc>
              <a:spcBef>
                <a:spcPts val="0"/>
              </a:spcBef>
              <a:spcAft>
                <a:spcPts val="0"/>
              </a:spcAft>
              <a:buSzPts val="1000"/>
              <a:buNone/>
            </a:pPr>
            <a:r>
              <a:rPr lang="en-US" sz="1000"/>
              <a:t>Khi chương trình và dữ liệu đã dùng chung trên mạng, có thể bỏ qua một số khâu đối chiếu không cần thiết. Việc điều chỉnh chương trình (nếu có) cũng tiết kiệm thời gian hơn do chỉ cần cài đặt lại trên một máy. </a:t>
            </a:r>
            <a:endParaRPr/>
          </a:p>
          <a:p>
            <a:pPr indent="0" lvl="0" marL="0" rtl="0" algn="l">
              <a:lnSpc>
                <a:spcPct val="90000"/>
              </a:lnSpc>
              <a:spcBef>
                <a:spcPts val="0"/>
              </a:spcBef>
              <a:spcAft>
                <a:spcPts val="0"/>
              </a:spcAft>
              <a:buSzPts val="1000"/>
              <a:buNone/>
            </a:pPr>
            <a:r>
              <a:rPr lang="en-US" sz="1000"/>
              <a:t>Về mặt tổ chức, việc sao chép dữ liệu phòng hờ tiện lợi hơn do có thể giao cho chỉ một người thay vì mọi người phải tự sao chép phần của mình. </a:t>
            </a:r>
            <a:endParaRPr/>
          </a:p>
          <a:p>
            <a:pPr indent="0" lvl="3" marL="0" rtl="0" algn="l">
              <a:lnSpc>
                <a:spcPct val="90000"/>
              </a:lnSpc>
              <a:spcBef>
                <a:spcPts val="0"/>
              </a:spcBef>
              <a:spcAft>
                <a:spcPts val="0"/>
              </a:spcAft>
              <a:buSzPts val="1000"/>
              <a:buNone/>
            </a:pPr>
            <a:r>
              <a:rPr b="1" lang="en-US" sz="1000"/>
              <a:t>Tăng cường tính bảo mật thông tin. </a:t>
            </a:r>
            <a:endParaRPr sz="1000"/>
          </a:p>
          <a:p>
            <a:pPr indent="0" lvl="0" marL="0" rtl="0" algn="l">
              <a:lnSpc>
                <a:spcPct val="90000"/>
              </a:lnSpc>
              <a:spcBef>
                <a:spcPts val="0"/>
              </a:spcBef>
              <a:spcAft>
                <a:spcPts val="0"/>
              </a:spcAft>
              <a:buSzPts val="1000"/>
              <a:buNone/>
            </a:pPr>
            <a:r>
              <a:rPr lang="en-US" sz="1000"/>
              <a:t>Dữ liệu được lưu trên các máy phục vụ tập tin (file server) sẽ được bảo vệ tốt hơn so với đặt tại các máy cá nhân nhờ cơ chế bảo mật của các hệ điều hành mạng. </a:t>
            </a:r>
            <a:endParaRPr/>
          </a:p>
          <a:p>
            <a:pPr indent="0" lvl="0" marL="0" rtl="0" algn="l">
              <a:lnSpc>
                <a:spcPct val="90000"/>
              </a:lnSpc>
              <a:spcBef>
                <a:spcPts val="0"/>
              </a:spcBef>
              <a:spcAft>
                <a:spcPts val="0"/>
              </a:spcAft>
              <a:buSzPts val="1000"/>
              <a:buNone/>
            </a:pPr>
            <a:r>
              <a:rPr lang="en-US" sz="1000"/>
              <a:t>	</a:t>
            </a:r>
            <a:r>
              <a:rPr b="1" lang="en-US" sz="1000"/>
              <a:t>Tiết kiệm chi phí. </a:t>
            </a:r>
            <a:endParaRPr/>
          </a:p>
          <a:p>
            <a:pPr indent="0" lvl="0" marL="0" rtl="0" algn="l">
              <a:lnSpc>
                <a:spcPct val="90000"/>
              </a:lnSpc>
              <a:spcBef>
                <a:spcPts val="0"/>
              </a:spcBef>
              <a:spcAft>
                <a:spcPts val="0"/>
              </a:spcAft>
              <a:buSzPts val="1000"/>
              <a:buNone/>
            </a:pPr>
            <a:r>
              <a:rPr lang="en-US" sz="1000"/>
              <a:t>Việc dùng chung các thiết bị ngoại vi cho phép giảm chi phí trang bị tính trên số người dùng. Về phần mềm, nhiều nhà sản xuất phần mềm cung cấp cả những ấn bản cho nhiều người dùng, với chi phí thấp hơn tính trên mỗi người dùng. </a:t>
            </a:r>
            <a:endParaRPr/>
          </a:p>
          <a:p>
            <a:pPr indent="0" lvl="0" marL="0" rtl="0" algn="l">
              <a:lnSpc>
                <a:spcPct val="90000"/>
              </a:lnSpc>
              <a:spcBef>
                <a:spcPts val="0"/>
              </a:spcBef>
              <a:spcAft>
                <a:spcPts val="0"/>
              </a:spcAft>
              <a:buSzPts val="1000"/>
              <a:buNone/>
            </a:pPr>
            <a:r>
              <a:t/>
            </a:r>
            <a:endParaRPr sz="1000"/>
          </a:p>
          <a:p>
            <a:pPr indent="0" lvl="0" marL="0" rtl="0" algn="l">
              <a:spcBef>
                <a:spcPts val="0"/>
              </a:spcBef>
              <a:spcAft>
                <a:spcPts val="0"/>
              </a:spcAft>
              <a:buNone/>
            </a:pPr>
            <a:r>
              <a:t/>
            </a:r>
            <a:endParaRPr sz="1000"/>
          </a:p>
        </p:txBody>
      </p:sp>
      <p:sp>
        <p:nvSpPr>
          <p:cNvPr id="742" name="Google Shape;742;p42:notes"/>
          <p:cNvSpPr txBox="1"/>
          <p:nvPr/>
        </p:nvSpPr>
        <p:spPr>
          <a:xfrm>
            <a:off x="0" y="8747125"/>
            <a:ext cx="2971800" cy="460375"/>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GV Lê Văn Hùng</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p43:notes"/>
          <p:cNvSpPr/>
          <p:nvPr>
            <p:ph idx="2" type="sldImg"/>
          </p:nvPr>
        </p:nvSpPr>
        <p:spPr>
          <a:xfrm>
            <a:off x="1127125" y="690562"/>
            <a:ext cx="4603750" cy="34528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2" name="Google Shape;752;p43:notes"/>
          <p:cNvSpPr txBox="1"/>
          <p:nvPr>
            <p:ph idx="1" type="body"/>
          </p:nvPr>
        </p:nvSpPr>
        <p:spPr>
          <a:xfrm>
            <a:off x="914400" y="4373562"/>
            <a:ext cx="5029200" cy="4143375"/>
          </a:xfrm>
          <a:prstGeom prst="rect">
            <a:avLst/>
          </a:prstGeom>
          <a:noFill/>
          <a:ln>
            <a:noFill/>
          </a:ln>
        </p:spPr>
        <p:txBody>
          <a:bodyPr anchorCtr="0" anchor="t" bIns="45700" lIns="91425" spcFirstLastPara="1" rIns="91425" wrap="square" tIns="45700">
            <a:noAutofit/>
          </a:bodyPr>
          <a:lstStyle/>
          <a:p>
            <a:pPr indent="0" lvl="3" marL="0" rtl="0" algn="l">
              <a:lnSpc>
                <a:spcPct val="90000"/>
              </a:lnSpc>
              <a:spcBef>
                <a:spcPts val="0"/>
              </a:spcBef>
              <a:spcAft>
                <a:spcPts val="0"/>
              </a:spcAft>
              <a:buSzPts val="1000"/>
              <a:buNone/>
            </a:pPr>
            <a:r>
              <a:rPr b="1" lang="en-US" sz="1000"/>
              <a:t>Mạng tạo khả năng dùng chung tài nguyên cho các người dùng. </a:t>
            </a:r>
            <a:endParaRPr/>
          </a:p>
          <a:p>
            <a:pPr indent="0" lvl="0" marL="0" rtl="0" algn="l">
              <a:lnSpc>
                <a:spcPct val="90000"/>
              </a:lnSpc>
              <a:spcBef>
                <a:spcPts val="0"/>
              </a:spcBef>
              <a:spcAft>
                <a:spcPts val="0"/>
              </a:spcAft>
              <a:buSzPts val="1000"/>
              <a:buNone/>
            </a:pPr>
            <a:r>
              <a:rPr lang="en-US" sz="1000"/>
              <a:t>Vấn đề là làm cho các tài nguyên trên mạng như chương trình, dữ liệu và thiết bị, đặc biệt là các thiết bị đắt tiền, có thể sẵn dùng cho mọi người trên mạng mà không cần quan tâm đến vị trí thực của tài nguyên và người dùng. </a:t>
            </a:r>
            <a:endParaRPr/>
          </a:p>
          <a:p>
            <a:pPr indent="0" lvl="0" marL="0" rtl="0" algn="l">
              <a:lnSpc>
                <a:spcPct val="90000"/>
              </a:lnSpc>
              <a:spcBef>
                <a:spcPts val="0"/>
              </a:spcBef>
              <a:spcAft>
                <a:spcPts val="0"/>
              </a:spcAft>
              <a:buSzPts val="1000"/>
              <a:buNone/>
            </a:pPr>
            <a:r>
              <a:rPr lang="en-US" sz="1000"/>
              <a:t>Về mặt thiết bị, các thiết bị chất lượng cao thường đắt tiền, chúng thường được dùng chung cho nhiều người nhằm giảm chi phí và dễ bảo quản. </a:t>
            </a:r>
            <a:endParaRPr/>
          </a:p>
          <a:p>
            <a:pPr indent="0" lvl="0" marL="0" rtl="0" algn="l">
              <a:lnSpc>
                <a:spcPct val="90000"/>
              </a:lnSpc>
              <a:spcBef>
                <a:spcPts val="0"/>
              </a:spcBef>
              <a:spcAft>
                <a:spcPts val="0"/>
              </a:spcAft>
              <a:buSzPts val="1000"/>
              <a:buNone/>
            </a:pPr>
            <a:r>
              <a:rPr lang="en-US" sz="1000"/>
              <a:t>Về mặt chương trình và dữ liệu, khi được dùng chung, mỗi thay đổi sẽ sẵn dùng cho mọi thành viên trên mạng ngay lập tức. Điều này thể hiện rất rõ tại các nơi như ngân hàng, các đại lý bán vé máy bay... </a:t>
            </a:r>
            <a:r>
              <a:rPr b="1" lang="en-US" sz="1000"/>
              <a:t>1.4.3.2 	</a:t>
            </a:r>
            <a:endParaRPr/>
          </a:p>
          <a:p>
            <a:pPr indent="0" lvl="0" marL="0" rtl="0" algn="l">
              <a:lnSpc>
                <a:spcPct val="90000"/>
              </a:lnSpc>
              <a:spcBef>
                <a:spcPts val="0"/>
              </a:spcBef>
              <a:spcAft>
                <a:spcPts val="0"/>
              </a:spcAft>
              <a:buSzPts val="1000"/>
              <a:buNone/>
            </a:pPr>
            <a:r>
              <a:rPr b="1" lang="en-US" sz="1000"/>
              <a:t>	Mạng cho phép nâng cao độ tin cậy. </a:t>
            </a:r>
            <a:endParaRPr/>
          </a:p>
          <a:p>
            <a:pPr indent="0" lvl="0" marL="0" rtl="0" algn="l">
              <a:lnSpc>
                <a:spcPct val="90000"/>
              </a:lnSpc>
              <a:spcBef>
                <a:spcPts val="0"/>
              </a:spcBef>
              <a:spcAft>
                <a:spcPts val="0"/>
              </a:spcAft>
              <a:buSzPts val="1000"/>
              <a:buNone/>
            </a:pPr>
            <a:r>
              <a:rPr lang="en-US" sz="1000"/>
              <a:t>khi có máy tính hoặc thiết bị bị hỏng, công việc vẫn có thể tiếp tục với các máy tính hoặc thiết bị khác trên mạng trong khi chờ sửa chữa. </a:t>
            </a:r>
            <a:endParaRPr/>
          </a:p>
          <a:p>
            <a:pPr indent="0" lvl="0" marL="0" rtl="0" algn="l">
              <a:lnSpc>
                <a:spcPct val="90000"/>
              </a:lnSpc>
              <a:spcBef>
                <a:spcPts val="0"/>
              </a:spcBef>
              <a:spcAft>
                <a:spcPts val="0"/>
              </a:spcAft>
              <a:buSzPts val="1000"/>
              <a:buNone/>
            </a:pPr>
            <a:r>
              <a:rPr b="1" lang="en-US" sz="1000"/>
              <a:t>	 Mạng giúp cho công việc đạt hiệu suất cao hơn. </a:t>
            </a:r>
            <a:endParaRPr/>
          </a:p>
          <a:p>
            <a:pPr indent="0" lvl="0" marL="0" rtl="0" algn="l">
              <a:lnSpc>
                <a:spcPct val="90000"/>
              </a:lnSpc>
              <a:spcBef>
                <a:spcPts val="0"/>
              </a:spcBef>
              <a:spcAft>
                <a:spcPts val="0"/>
              </a:spcAft>
              <a:buSzPts val="1000"/>
              <a:buNone/>
            </a:pPr>
            <a:r>
              <a:rPr lang="en-US" sz="1000"/>
              <a:t>Khi chương trình và dữ liệu đã dùng chung trên mạng, có thể bỏ qua một số khâu đối chiếu không cần thiết. Việc điều chỉnh chương trình (nếu có) cũng tiết kiệm thời gian hơn do chỉ cần cài đặt lại trên một máy. </a:t>
            </a:r>
            <a:endParaRPr/>
          </a:p>
          <a:p>
            <a:pPr indent="0" lvl="0" marL="0" rtl="0" algn="l">
              <a:lnSpc>
                <a:spcPct val="90000"/>
              </a:lnSpc>
              <a:spcBef>
                <a:spcPts val="0"/>
              </a:spcBef>
              <a:spcAft>
                <a:spcPts val="0"/>
              </a:spcAft>
              <a:buSzPts val="1000"/>
              <a:buNone/>
            </a:pPr>
            <a:r>
              <a:rPr lang="en-US" sz="1000"/>
              <a:t>Về mặt tổ chức, việc sao chép dữ liệu phòng hờ tiện lợi hơn do có thể giao cho chỉ một người thay vì mọi người phải tự sao chép phần của mình. </a:t>
            </a:r>
            <a:endParaRPr/>
          </a:p>
          <a:p>
            <a:pPr indent="0" lvl="3" marL="0" rtl="0" algn="l">
              <a:lnSpc>
                <a:spcPct val="90000"/>
              </a:lnSpc>
              <a:spcBef>
                <a:spcPts val="0"/>
              </a:spcBef>
              <a:spcAft>
                <a:spcPts val="0"/>
              </a:spcAft>
              <a:buSzPts val="1000"/>
              <a:buNone/>
            </a:pPr>
            <a:r>
              <a:rPr b="1" lang="en-US" sz="1000"/>
              <a:t>Tăng cường tính bảo mật thông tin. </a:t>
            </a:r>
            <a:endParaRPr sz="1000"/>
          </a:p>
          <a:p>
            <a:pPr indent="0" lvl="0" marL="0" rtl="0" algn="l">
              <a:lnSpc>
                <a:spcPct val="90000"/>
              </a:lnSpc>
              <a:spcBef>
                <a:spcPts val="0"/>
              </a:spcBef>
              <a:spcAft>
                <a:spcPts val="0"/>
              </a:spcAft>
              <a:buSzPts val="1000"/>
              <a:buNone/>
            </a:pPr>
            <a:r>
              <a:rPr lang="en-US" sz="1000"/>
              <a:t>Dữ liệu được lưu trên các máy phục vụ tập tin (file server) sẽ được bảo vệ tốt hơn so với đặt tại các máy cá nhân nhờ cơ chế bảo mật của các hệ điều hành mạng. </a:t>
            </a:r>
            <a:endParaRPr/>
          </a:p>
          <a:p>
            <a:pPr indent="0" lvl="0" marL="0" rtl="0" algn="l">
              <a:lnSpc>
                <a:spcPct val="90000"/>
              </a:lnSpc>
              <a:spcBef>
                <a:spcPts val="0"/>
              </a:spcBef>
              <a:spcAft>
                <a:spcPts val="0"/>
              </a:spcAft>
              <a:buSzPts val="1000"/>
              <a:buNone/>
            </a:pPr>
            <a:r>
              <a:rPr lang="en-US" sz="1000"/>
              <a:t>	</a:t>
            </a:r>
            <a:r>
              <a:rPr b="1" lang="en-US" sz="1000"/>
              <a:t>Tiết kiệm chi phí. </a:t>
            </a:r>
            <a:endParaRPr/>
          </a:p>
          <a:p>
            <a:pPr indent="0" lvl="0" marL="0" rtl="0" algn="l">
              <a:lnSpc>
                <a:spcPct val="90000"/>
              </a:lnSpc>
              <a:spcBef>
                <a:spcPts val="0"/>
              </a:spcBef>
              <a:spcAft>
                <a:spcPts val="0"/>
              </a:spcAft>
              <a:buSzPts val="1000"/>
              <a:buNone/>
            </a:pPr>
            <a:r>
              <a:rPr lang="en-US" sz="1000"/>
              <a:t>Việc dùng chung các thiết bị ngoại vi cho phép giảm chi phí trang bị tính trên số người dùng. Về phần mềm, nhiều nhà sản xuất phần mềm cung cấp cả những ấn bản cho nhiều người dùng, với chi phí thấp hơn tính trên mỗi người dùng. </a:t>
            </a:r>
            <a:endParaRPr/>
          </a:p>
          <a:p>
            <a:pPr indent="0" lvl="0" marL="0" rtl="0" algn="l">
              <a:lnSpc>
                <a:spcPct val="90000"/>
              </a:lnSpc>
              <a:spcBef>
                <a:spcPts val="0"/>
              </a:spcBef>
              <a:spcAft>
                <a:spcPts val="0"/>
              </a:spcAft>
              <a:buSzPts val="1000"/>
              <a:buNone/>
            </a:pPr>
            <a:r>
              <a:t/>
            </a:r>
            <a:endParaRPr sz="1000"/>
          </a:p>
          <a:p>
            <a:pPr indent="0" lvl="0" marL="0" rtl="0" algn="l">
              <a:spcBef>
                <a:spcPts val="0"/>
              </a:spcBef>
              <a:spcAft>
                <a:spcPts val="0"/>
              </a:spcAft>
              <a:buNone/>
            </a:pPr>
            <a:r>
              <a:t/>
            </a:r>
            <a:endParaRPr sz="1000"/>
          </a:p>
        </p:txBody>
      </p:sp>
      <p:sp>
        <p:nvSpPr>
          <p:cNvPr id="753" name="Google Shape;753;p43:notes"/>
          <p:cNvSpPr txBox="1"/>
          <p:nvPr/>
        </p:nvSpPr>
        <p:spPr>
          <a:xfrm>
            <a:off x="0" y="8747125"/>
            <a:ext cx="2971800" cy="460375"/>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GV Lê Văn Hùng</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p44:notes"/>
          <p:cNvSpPr/>
          <p:nvPr>
            <p:ph idx="2" type="sldImg"/>
          </p:nvPr>
        </p:nvSpPr>
        <p:spPr>
          <a:xfrm>
            <a:off x="1127125" y="690562"/>
            <a:ext cx="4603750" cy="34528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3" name="Google Shape;763;p44:notes"/>
          <p:cNvSpPr txBox="1"/>
          <p:nvPr>
            <p:ph idx="1" type="body"/>
          </p:nvPr>
        </p:nvSpPr>
        <p:spPr>
          <a:xfrm>
            <a:off x="914400" y="4373562"/>
            <a:ext cx="5029200" cy="4143375"/>
          </a:xfrm>
          <a:prstGeom prst="rect">
            <a:avLst/>
          </a:prstGeom>
          <a:noFill/>
          <a:ln>
            <a:noFill/>
          </a:ln>
        </p:spPr>
        <p:txBody>
          <a:bodyPr anchorCtr="0" anchor="t" bIns="45700" lIns="91425" spcFirstLastPara="1" rIns="91425" wrap="square" tIns="45700">
            <a:noAutofit/>
          </a:bodyPr>
          <a:lstStyle/>
          <a:p>
            <a:pPr indent="0" lvl="3" marL="0" rtl="0" algn="l">
              <a:lnSpc>
                <a:spcPct val="90000"/>
              </a:lnSpc>
              <a:spcBef>
                <a:spcPts val="0"/>
              </a:spcBef>
              <a:spcAft>
                <a:spcPts val="0"/>
              </a:spcAft>
              <a:buSzPts val="1000"/>
              <a:buNone/>
            </a:pPr>
            <a:r>
              <a:rPr b="1" lang="en-US" sz="1000"/>
              <a:t>Mạng tạo khả năng dùng chung tài nguyên cho các người dùng. </a:t>
            </a:r>
            <a:endParaRPr/>
          </a:p>
          <a:p>
            <a:pPr indent="0" lvl="0" marL="0" rtl="0" algn="l">
              <a:lnSpc>
                <a:spcPct val="90000"/>
              </a:lnSpc>
              <a:spcBef>
                <a:spcPts val="0"/>
              </a:spcBef>
              <a:spcAft>
                <a:spcPts val="0"/>
              </a:spcAft>
              <a:buSzPts val="1000"/>
              <a:buNone/>
            </a:pPr>
            <a:r>
              <a:rPr lang="en-US" sz="1000"/>
              <a:t>Vấn đề là làm cho các tài nguyên trên mạng như chương trình, dữ liệu và thiết bị, đặc biệt là các thiết bị đắt tiền, có thể sẵn dùng cho mọi người trên mạng mà không cần quan tâm đến vị trí thực của tài nguyên và người dùng. </a:t>
            </a:r>
            <a:endParaRPr/>
          </a:p>
          <a:p>
            <a:pPr indent="0" lvl="0" marL="0" rtl="0" algn="l">
              <a:lnSpc>
                <a:spcPct val="90000"/>
              </a:lnSpc>
              <a:spcBef>
                <a:spcPts val="0"/>
              </a:spcBef>
              <a:spcAft>
                <a:spcPts val="0"/>
              </a:spcAft>
              <a:buSzPts val="1000"/>
              <a:buNone/>
            </a:pPr>
            <a:r>
              <a:rPr lang="en-US" sz="1000"/>
              <a:t>Về mặt thiết bị, các thiết bị chất lượng cao thường đắt tiền, chúng thường được dùng chung cho nhiều người nhằm giảm chi phí và dễ bảo quản. </a:t>
            </a:r>
            <a:endParaRPr/>
          </a:p>
          <a:p>
            <a:pPr indent="0" lvl="0" marL="0" rtl="0" algn="l">
              <a:lnSpc>
                <a:spcPct val="90000"/>
              </a:lnSpc>
              <a:spcBef>
                <a:spcPts val="0"/>
              </a:spcBef>
              <a:spcAft>
                <a:spcPts val="0"/>
              </a:spcAft>
              <a:buSzPts val="1000"/>
              <a:buNone/>
            </a:pPr>
            <a:r>
              <a:rPr lang="en-US" sz="1000"/>
              <a:t>Về mặt chương trình và dữ liệu, khi được dùng chung, mỗi thay đổi sẽ sẵn dùng cho mọi thành viên trên mạng ngay lập tức. Điều này thể hiện rất rõ tại các nơi như ngân hàng, các đại lý bán vé máy bay... </a:t>
            </a:r>
            <a:r>
              <a:rPr b="1" lang="en-US" sz="1000"/>
              <a:t>1.4.3.2 	</a:t>
            </a:r>
            <a:endParaRPr/>
          </a:p>
          <a:p>
            <a:pPr indent="0" lvl="0" marL="0" rtl="0" algn="l">
              <a:lnSpc>
                <a:spcPct val="90000"/>
              </a:lnSpc>
              <a:spcBef>
                <a:spcPts val="0"/>
              </a:spcBef>
              <a:spcAft>
                <a:spcPts val="0"/>
              </a:spcAft>
              <a:buSzPts val="1000"/>
              <a:buNone/>
            </a:pPr>
            <a:r>
              <a:rPr b="1" lang="en-US" sz="1000"/>
              <a:t>	Mạng cho phép nâng cao độ tin cậy. </a:t>
            </a:r>
            <a:endParaRPr/>
          </a:p>
          <a:p>
            <a:pPr indent="0" lvl="0" marL="0" rtl="0" algn="l">
              <a:lnSpc>
                <a:spcPct val="90000"/>
              </a:lnSpc>
              <a:spcBef>
                <a:spcPts val="0"/>
              </a:spcBef>
              <a:spcAft>
                <a:spcPts val="0"/>
              </a:spcAft>
              <a:buSzPts val="1000"/>
              <a:buNone/>
            </a:pPr>
            <a:r>
              <a:rPr lang="en-US" sz="1000"/>
              <a:t>khi có máy tính hoặc thiết bị bị hỏng, công việc vẫn có thể tiếp tục với các máy tính hoặc thiết bị khác trên mạng trong khi chờ sửa chữa. </a:t>
            </a:r>
            <a:endParaRPr/>
          </a:p>
          <a:p>
            <a:pPr indent="0" lvl="0" marL="0" rtl="0" algn="l">
              <a:lnSpc>
                <a:spcPct val="90000"/>
              </a:lnSpc>
              <a:spcBef>
                <a:spcPts val="0"/>
              </a:spcBef>
              <a:spcAft>
                <a:spcPts val="0"/>
              </a:spcAft>
              <a:buSzPts val="1000"/>
              <a:buNone/>
            </a:pPr>
            <a:r>
              <a:rPr b="1" lang="en-US" sz="1000"/>
              <a:t>	 Mạng giúp cho công việc đạt hiệu suất cao hơn. </a:t>
            </a:r>
            <a:endParaRPr/>
          </a:p>
          <a:p>
            <a:pPr indent="0" lvl="0" marL="0" rtl="0" algn="l">
              <a:lnSpc>
                <a:spcPct val="90000"/>
              </a:lnSpc>
              <a:spcBef>
                <a:spcPts val="0"/>
              </a:spcBef>
              <a:spcAft>
                <a:spcPts val="0"/>
              </a:spcAft>
              <a:buSzPts val="1000"/>
              <a:buNone/>
            </a:pPr>
            <a:r>
              <a:rPr lang="en-US" sz="1000"/>
              <a:t>Khi chương trình và dữ liệu đã dùng chung trên mạng, có thể bỏ qua một số khâu đối chiếu không cần thiết. Việc điều chỉnh chương trình (nếu có) cũng tiết kiệm thời gian hơn do chỉ cần cài đặt lại trên một máy. </a:t>
            </a:r>
            <a:endParaRPr/>
          </a:p>
          <a:p>
            <a:pPr indent="0" lvl="0" marL="0" rtl="0" algn="l">
              <a:lnSpc>
                <a:spcPct val="90000"/>
              </a:lnSpc>
              <a:spcBef>
                <a:spcPts val="0"/>
              </a:spcBef>
              <a:spcAft>
                <a:spcPts val="0"/>
              </a:spcAft>
              <a:buSzPts val="1000"/>
              <a:buNone/>
            </a:pPr>
            <a:r>
              <a:rPr lang="en-US" sz="1000"/>
              <a:t>Về mặt tổ chức, việc sao chép dữ liệu phòng hờ tiện lợi hơn do có thể giao cho chỉ một người thay vì mọi người phải tự sao chép phần của mình. </a:t>
            </a:r>
            <a:endParaRPr/>
          </a:p>
          <a:p>
            <a:pPr indent="0" lvl="3" marL="0" rtl="0" algn="l">
              <a:lnSpc>
                <a:spcPct val="90000"/>
              </a:lnSpc>
              <a:spcBef>
                <a:spcPts val="0"/>
              </a:spcBef>
              <a:spcAft>
                <a:spcPts val="0"/>
              </a:spcAft>
              <a:buSzPts val="1000"/>
              <a:buNone/>
            </a:pPr>
            <a:r>
              <a:rPr b="1" lang="en-US" sz="1000"/>
              <a:t>Tăng cường tính bảo mật thông tin. </a:t>
            </a:r>
            <a:endParaRPr sz="1000"/>
          </a:p>
          <a:p>
            <a:pPr indent="0" lvl="0" marL="0" rtl="0" algn="l">
              <a:lnSpc>
                <a:spcPct val="90000"/>
              </a:lnSpc>
              <a:spcBef>
                <a:spcPts val="0"/>
              </a:spcBef>
              <a:spcAft>
                <a:spcPts val="0"/>
              </a:spcAft>
              <a:buSzPts val="1000"/>
              <a:buNone/>
            </a:pPr>
            <a:r>
              <a:rPr lang="en-US" sz="1000"/>
              <a:t>Dữ liệu được lưu trên các máy phục vụ tập tin (file server) sẽ được bảo vệ tốt hơn so với đặt tại các máy cá nhân nhờ cơ chế bảo mật của các hệ điều hành mạng. </a:t>
            </a:r>
            <a:endParaRPr/>
          </a:p>
          <a:p>
            <a:pPr indent="0" lvl="0" marL="0" rtl="0" algn="l">
              <a:lnSpc>
                <a:spcPct val="90000"/>
              </a:lnSpc>
              <a:spcBef>
                <a:spcPts val="0"/>
              </a:spcBef>
              <a:spcAft>
                <a:spcPts val="0"/>
              </a:spcAft>
              <a:buSzPts val="1000"/>
              <a:buNone/>
            </a:pPr>
            <a:r>
              <a:rPr lang="en-US" sz="1000"/>
              <a:t>	</a:t>
            </a:r>
            <a:r>
              <a:rPr b="1" lang="en-US" sz="1000"/>
              <a:t>Tiết kiệm chi phí. </a:t>
            </a:r>
            <a:endParaRPr/>
          </a:p>
          <a:p>
            <a:pPr indent="0" lvl="0" marL="0" rtl="0" algn="l">
              <a:lnSpc>
                <a:spcPct val="90000"/>
              </a:lnSpc>
              <a:spcBef>
                <a:spcPts val="0"/>
              </a:spcBef>
              <a:spcAft>
                <a:spcPts val="0"/>
              </a:spcAft>
              <a:buSzPts val="1000"/>
              <a:buNone/>
            </a:pPr>
            <a:r>
              <a:rPr lang="en-US" sz="1000"/>
              <a:t>Việc dùng chung các thiết bị ngoại vi cho phép giảm chi phí trang bị tính trên số người dùng. Về phần mềm, nhiều nhà sản xuất phần mềm cung cấp cả những ấn bản cho nhiều người dùng, với chi phí thấp hơn tính trên mỗi người dùng. </a:t>
            </a:r>
            <a:endParaRPr/>
          </a:p>
          <a:p>
            <a:pPr indent="0" lvl="0" marL="0" rtl="0" algn="l">
              <a:lnSpc>
                <a:spcPct val="90000"/>
              </a:lnSpc>
              <a:spcBef>
                <a:spcPts val="0"/>
              </a:spcBef>
              <a:spcAft>
                <a:spcPts val="0"/>
              </a:spcAft>
              <a:buSzPts val="1000"/>
              <a:buNone/>
            </a:pPr>
            <a:r>
              <a:t/>
            </a:r>
            <a:endParaRPr sz="1000"/>
          </a:p>
          <a:p>
            <a:pPr indent="0" lvl="0" marL="0" rtl="0" algn="l">
              <a:spcBef>
                <a:spcPts val="0"/>
              </a:spcBef>
              <a:spcAft>
                <a:spcPts val="0"/>
              </a:spcAft>
              <a:buNone/>
            </a:pPr>
            <a:r>
              <a:t/>
            </a:r>
            <a:endParaRPr sz="1000"/>
          </a:p>
        </p:txBody>
      </p:sp>
      <p:sp>
        <p:nvSpPr>
          <p:cNvPr id="764" name="Google Shape;764;p44:notes"/>
          <p:cNvSpPr txBox="1"/>
          <p:nvPr/>
        </p:nvSpPr>
        <p:spPr>
          <a:xfrm>
            <a:off x="0" y="8747125"/>
            <a:ext cx="2971800" cy="460375"/>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GV Lê Văn Hùng</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45:notes"/>
          <p:cNvSpPr/>
          <p:nvPr>
            <p:ph idx="2" type="sldImg"/>
          </p:nvPr>
        </p:nvSpPr>
        <p:spPr>
          <a:xfrm>
            <a:off x="1127125" y="690562"/>
            <a:ext cx="4603750" cy="34528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5" name="Google Shape;775;p45:notes"/>
          <p:cNvSpPr txBox="1"/>
          <p:nvPr>
            <p:ph idx="1" type="body"/>
          </p:nvPr>
        </p:nvSpPr>
        <p:spPr>
          <a:xfrm>
            <a:off x="914400" y="4373562"/>
            <a:ext cx="5029200" cy="4143375"/>
          </a:xfrm>
          <a:prstGeom prst="rect">
            <a:avLst/>
          </a:prstGeom>
          <a:noFill/>
          <a:ln>
            <a:noFill/>
          </a:ln>
        </p:spPr>
        <p:txBody>
          <a:bodyPr anchorCtr="0" anchor="t" bIns="45700" lIns="91425" spcFirstLastPara="1" rIns="91425" wrap="square" tIns="45700">
            <a:noAutofit/>
          </a:bodyPr>
          <a:lstStyle/>
          <a:p>
            <a:pPr indent="0" lvl="3" marL="0" rtl="0" algn="l">
              <a:lnSpc>
                <a:spcPct val="90000"/>
              </a:lnSpc>
              <a:spcBef>
                <a:spcPts val="0"/>
              </a:spcBef>
              <a:spcAft>
                <a:spcPts val="0"/>
              </a:spcAft>
              <a:buSzPts val="1000"/>
              <a:buNone/>
            </a:pPr>
            <a:r>
              <a:rPr b="1" lang="en-US" sz="1000"/>
              <a:t>Mạng tạo khả năng dùng chung tài nguyên cho các người dùng. </a:t>
            </a:r>
            <a:endParaRPr/>
          </a:p>
          <a:p>
            <a:pPr indent="0" lvl="0" marL="0" rtl="0" algn="l">
              <a:lnSpc>
                <a:spcPct val="90000"/>
              </a:lnSpc>
              <a:spcBef>
                <a:spcPts val="0"/>
              </a:spcBef>
              <a:spcAft>
                <a:spcPts val="0"/>
              </a:spcAft>
              <a:buSzPts val="1000"/>
              <a:buNone/>
            </a:pPr>
            <a:r>
              <a:rPr lang="en-US" sz="1000"/>
              <a:t>Vấn đề là làm cho các tài nguyên trên mạng như chương trình, dữ liệu và thiết bị, đặc biệt là các thiết bị đắt tiền, có thể sẵn dùng cho mọi người trên mạng mà không cần quan tâm đến vị trí thực của tài nguyên và người dùng. </a:t>
            </a:r>
            <a:endParaRPr/>
          </a:p>
          <a:p>
            <a:pPr indent="0" lvl="0" marL="0" rtl="0" algn="l">
              <a:lnSpc>
                <a:spcPct val="90000"/>
              </a:lnSpc>
              <a:spcBef>
                <a:spcPts val="0"/>
              </a:spcBef>
              <a:spcAft>
                <a:spcPts val="0"/>
              </a:spcAft>
              <a:buSzPts val="1000"/>
              <a:buNone/>
            </a:pPr>
            <a:r>
              <a:rPr lang="en-US" sz="1000"/>
              <a:t>Về mặt thiết bị, các thiết bị chất lượng cao thường đắt tiền, chúng thường được dùng chung cho nhiều người nhằm giảm chi phí và dễ bảo quản. </a:t>
            </a:r>
            <a:endParaRPr/>
          </a:p>
          <a:p>
            <a:pPr indent="0" lvl="0" marL="0" rtl="0" algn="l">
              <a:lnSpc>
                <a:spcPct val="90000"/>
              </a:lnSpc>
              <a:spcBef>
                <a:spcPts val="0"/>
              </a:spcBef>
              <a:spcAft>
                <a:spcPts val="0"/>
              </a:spcAft>
              <a:buSzPts val="1000"/>
              <a:buNone/>
            </a:pPr>
            <a:r>
              <a:rPr lang="en-US" sz="1000"/>
              <a:t>Về mặt chương trình và dữ liệu, khi được dùng chung, mỗi thay đổi sẽ sẵn dùng cho mọi thành viên trên mạng ngay lập tức. Điều này thể hiện rất rõ tại các nơi như ngân hàng, các đại lý bán vé máy bay... </a:t>
            </a:r>
            <a:r>
              <a:rPr b="1" lang="en-US" sz="1000"/>
              <a:t>1.4.3.2 	</a:t>
            </a:r>
            <a:endParaRPr/>
          </a:p>
          <a:p>
            <a:pPr indent="0" lvl="0" marL="0" rtl="0" algn="l">
              <a:lnSpc>
                <a:spcPct val="90000"/>
              </a:lnSpc>
              <a:spcBef>
                <a:spcPts val="0"/>
              </a:spcBef>
              <a:spcAft>
                <a:spcPts val="0"/>
              </a:spcAft>
              <a:buSzPts val="1000"/>
              <a:buNone/>
            </a:pPr>
            <a:r>
              <a:rPr b="1" lang="en-US" sz="1000"/>
              <a:t>	Mạng cho phép nâng cao độ tin cậy. </a:t>
            </a:r>
            <a:endParaRPr/>
          </a:p>
          <a:p>
            <a:pPr indent="0" lvl="0" marL="0" rtl="0" algn="l">
              <a:lnSpc>
                <a:spcPct val="90000"/>
              </a:lnSpc>
              <a:spcBef>
                <a:spcPts val="0"/>
              </a:spcBef>
              <a:spcAft>
                <a:spcPts val="0"/>
              </a:spcAft>
              <a:buSzPts val="1000"/>
              <a:buNone/>
            </a:pPr>
            <a:r>
              <a:rPr lang="en-US" sz="1000"/>
              <a:t>khi có máy tính hoặc thiết bị bị hỏng, công việc vẫn có thể tiếp tục với các máy tính hoặc thiết bị khác trên mạng trong khi chờ sửa chữa. </a:t>
            </a:r>
            <a:endParaRPr/>
          </a:p>
          <a:p>
            <a:pPr indent="0" lvl="0" marL="0" rtl="0" algn="l">
              <a:lnSpc>
                <a:spcPct val="90000"/>
              </a:lnSpc>
              <a:spcBef>
                <a:spcPts val="0"/>
              </a:spcBef>
              <a:spcAft>
                <a:spcPts val="0"/>
              </a:spcAft>
              <a:buSzPts val="1000"/>
              <a:buNone/>
            </a:pPr>
            <a:r>
              <a:rPr b="1" lang="en-US" sz="1000"/>
              <a:t>	 Mạng giúp cho công việc đạt hiệu suất cao hơn. </a:t>
            </a:r>
            <a:endParaRPr/>
          </a:p>
          <a:p>
            <a:pPr indent="0" lvl="0" marL="0" rtl="0" algn="l">
              <a:lnSpc>
                <a:spcPct val="90000"/>
              </a:lnSpc>
              <a:spcBef>
                <a:spcPts val="0"/>
              </a:spcBef>
              <a:spcAft>
                <a:spcPts val="0"/>
              </a:spcAft>
              <a:buSzPts val="1000"/>
              <a:buNone/>
            </a:pPr>
            <a:r>
              <a:rPr lang="en-US" sz="1000"/>
              <a:t>Khi chương trình và dữ liệu đã dùng chung trên mạng, có thể bỏ qua một số khâu đối chiếu không cần thiết. Việc điều chỉnh chương trình (nếu có) cũng tiết kiệm thời gian hơn do chỉ cần cài đặt lại trên một máy. </a:t>
            </a:r>
            <a:endParaRPr/>
          </a:p>
          <a:p>
            <a:pPr indent="0" lvl="0" marL="0" rtl="0" algn="l">
              <a:lnSpc>
                <a:spcPct val="90000"/>
              </a:lnSpc>
              <a:spcBef>
                <a:spcPts val="0"/>
              </a:spcBef>
              <a:spcAft>
                <a:spcPts val="0"/>
              </a:spcAft>
              <a:buSzPts val="1000"/>
              <a:buNone/>
            </a:pPr>
            <a:r>
              <a:rPr lang="en-US" sz="1000"/>
              <a:t>Về mặt tổ chức, việc sao chép dữ liệu phòng hờ tiện lợi hơn do có thể giao cho chỉ một người thay vì mọi người phải tự sao chép phần của mình. </a:t>
            </a:r>
            <a:endParaRPr/>
          </a:p>
          <a:p>
            <a:pPr indent="0" lvl="3" marL="0" rtl="0" algn="l">
              <a:lnSpc>
                <a:spcPct val="90000"/>
              </a:lnSpc>
              <a:spcBef>
                <a:spcPts val="0"/>
              </a:spcBef>
              <a:spcAft>
                <a:spcPts val="0"/>
              </a:spcAft>
              <a:buSzPts val="1000"/>
              <a:buNone/>
            </a:pPr>
            <a:r>
              <a:rPr b="1" lang="en-US" sz="1000"/>
              <a:t>Tăng cường tính bảo mật thông tin. </a:t>
            </a:r>
            <a:endParaRPr sz="1000"/>
          </a:p>
          <a:p>
            <a:pPr indent="0" lvl="0" marL="0" rtl="0" algn="l">
              <a:lnSpc>
                <a:spcPct val="90000"/>
              </a:lnSpc>
              <a:spcBef>
                <a:spcPts val="0"/>
              </a:spcBef>
              <a:spcAft>
                <a:spcPts val="0"/>
              </a:spcAft>
              <a:buSzPts val="1000"/>
              <a:buNone/>
            </a:pPr>
            <a:r>
              <a:rPr lang="en-US" sz="1000"/>
              <a:t>Dữ liệu được lưu trên các máy phục vụ tập tin (file server) sẽ được bảo vệ tốt hơn so với đặt tại các máy cá nhân nhờ cơ chế bảo mật của các hệ điều hành mạng. </a:t>
            </a:r>
            <a:endParaRPr/>
          </a:p>
          <a:p>
            <a:pPr indent="0" lvl="0" marL="0" rtl="0" algn="l">
              <a:lnSpc>
                <a:spcPct val="90000"/>
              </a:lnSpc>
              <a:spcBef>
                <a:spcPts val="0"/>
              </a:spcBef>
              <a:spcAft>
                <a:spcPts val="0"/>
              </a:spcAft>
              <a:buSzPts val="1000"/>
              <a:buNone/>
            </a:pPr>
            <a:r>
              <a:rPr lang="en-US" sz="1000"/>
              <a:t>	</a:t>
            </a:r>
            <a:r>
              <a:rPr b="1" lang="en-US" sz="1000"/>
              <a:t>Tiết kiệm chi phí. </a:t>
            </a:r>
            <a:endParaRPr/>
          </a:p>
          <a:p>
            <a:pPr indent="0" lvl="0" marL="0" rtl="0" algn="l">
              <a:lnSpc>
                <a:spcPct val="90000"/>
              </a:lnSpc>
              <a:spcBef>
                <a:spcPts val="0"/>
              </a:spcBef>
              <a:spcAft>
                <a:spcPts val="0"/>
              </a:spcAft>
              <a:buSzPts val="1000"/>
              <a:buNone/>
            </a:pPr>
            <a:r>
              <a:rPr lang="en-US" sz="1000"/>
              <a:t>Việc dùng chung các thiết bị ngoại vi cho phép giảm chi phí trang bị tính trên số người dùng. Về phần mềm, nhiều nhà sản xuất phần mềm cung cấp cả những ấn bản cho nhiều người dùng, với chi phí thấp hơn tính trên mỗi người dùng. </a:t>
            </a:r>
            <a:endParaRPr/>
          </a:p>
          <a:p>
            <a:pPr indent="0" lvl="0" marL="0" rtl="0" algn="l">
              <a:lnSpc>
                <a:spcPct val="90000"/>
              </a:lnSpc>
              <a:spcBef>
                <a:spcPts val="0"/>
              </a:spcBef>
              <a:spcAft>
                <a:spcPts val="0"/>
              </a:spcAft>
              <a:buSzPts val="1000"/>
              <a:buNone/>
            </a:pPr>
            <a:r>
              <a:t/>
            </a:r>
            <a:endParaRPr sz="1000"/>
          </a:p>
          <a:p>
            <a:pPr indent="0" lvl="0" marL="0" rtl="0" algn="l">
              <a:spcBef>
                <a:spcPts val="0"/>
              </a:spcBef>
              <a:spcAft>
                <a:spcPts val="0"/>
              </a:spcAft>
              <a:buNone/>
            </a:pPr>
            <a:r>
              <a:t/>
            </a:r>
            <a:endParaRPr sz="1000"/>
          </a:p>
        </p:txBody>
      </p:sp>
      <p:sp>
        <p:nvSpPr>
          <p:cNvPr id="776" name="Google Shape;776;p45:notes"/>
          <p:cNvSpPr txBox="1"/>
          <p:nvPr/>
        </p:nvSpPr>
        <p:spPr>
          <a:xfrm>
            <a:off x="0" y="8747125"/>
            <a:ext cx="2971800" cy="460375"/>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GV Lê Văn Hùng</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 name="Shape 20"/>
        <p:cNvGrpSpPr/>
        <p:nvPr/>
      </p:nvGrpSpPr>
      <p:grpSpPr>
        <a:xfrm>
          <a:off x="0" y="0"/>
          <a:ext cx="0" cy="0"/>
          <a:chOff x="0" y="0"/>
          <a:chExt cx="0" cy="0"/>
        </a:xfrm>
      </p:grpSpPr>
      <p:sp>
        <p:nvSpPr>
          <p:cNvPr id="21" name="Google Shape;21;p47"/>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2" name="Google Shape;22;p47"/>
          <p:cNvSpPr txBox="1"/>
          <p:nvPr>
            <p:ph idx="11" type="ftr"/>
          </p:nvPr>
        </p:nvSpPr>
        <p:spPr>
          <a:xfrm>
            <a:off x="3390900" y="6356350"/>
            <a:ext cx="3352800" cy="365125"/>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SzPts val="1400"/>
              <a:buNone/>
              <a:defRPr sz="1200">
                <a:solidFill>
                  <a:srgbClr val="045C75"/>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 name="Google Shape;23;p4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1pPr>
            <a:lvl2pPr indent="0" lvl="1"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2pPr>
            <a:lvl3pPr indent="0" lvl="2"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3pPr>
            <a:lvl4pPr indent="0" lvl="3"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4pPr>
            <a:lvl5pPr indent="0" lvl="4"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5pPr>
            <a:lvl6pPr indent="0" lvl="5"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6pPr>
            <a:lvl7pPr indent="0" lvl="6"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7pPr>
            <a:lvl8pPr indent="0" lvl="7"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8pPr>
            <a:lvl9pPr indent="0" lvl="8"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48"/>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8"/>
          <p:cNvSpPr txBox="1"/>
          <p:nvPr>
            <p:ph idx="1" type="body"/>
          </p:nvPr>
        </p:nvSpPr>
        <p:spPr>
          <a:xfrm>
            <a:off x="457200" y="1935163"/>
            <a:ext cx="8229600" cy="4389437"/>
          </a:xfrm>
          <a:prstGeom prst="rect">
            <a:avLst/>
          </a:prstGeom>
          <a:noFill/>
          <a:ln>
            <a:noFill/>
          </a:ln>
        </p:spPr>
        <p:txBody>
          <a:bodyPr anchorCtr="0" anchor="t" bIns="45700" lIns="91425" spcFirstLastPara="1" rIns="91425" wrap="square" tIns="45700">
            <a:no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27" name="Google Shape;27;p48"/>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 name="Google Shape;28;p48"/>
          <p:cNvSpPr txBox="1"/>
          <p:nvPr>
            <p:ph idx="11" type="ftr"/>
          </p:nvPr>
        </p:nvSpPr>
        <p:spPr>
          <a:xfrm>
            <a:off x="3390900" y="6356350"/>
            <a:ext cx="3352800" cy="365125"/>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SzPts val="1400"/>
              <a:buNone/>
              <a:defRPr sz="1200">
                <a:solidFill>
                  <a:srgbClr val="045C75"/>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 name="Google Shape;29;p4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1pPr>
            <a:lvl2pPr indent="0" lvl="1"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2pPr>
            <a:lvl3pPr indent="0" lvl="2"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3pPr>
            <a:lvl4pPr indent="0" lvl="3"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4pPr>
            <a:lvl5pPr indent="0" lvl="4"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5pPr>
            <a:lvl6pPr indent="0" lvl="5"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6pPr>
            <a:lvl7pPr indent="0" lvl="6"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7pPr>
            <a:lvl8pPr indent="0" lvl="7"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8pPr>
            <a:lvl9pPr indent="0" lvl="8"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type="title">
  <p:cSld name="TITLE">
    <p:spTree>
      <p:nvGrpSpPr>
        <p:cNvPr id="30" name="Shape 30"/>
        <p:cNvGrpSpPr/>
        <p:nvPr/>
      </p:nvGrpSpPr>
      <p:grpSpPr>
        <a:xfrm>
          <a:off x="0" y="0"/>
          <a:ext cx="0" cy="0"/>
          <a:chOff x="0" y="0"/>
          <a:chExt cx="0" cy="0"/>
        </a:xfrm>
      </p:grpSpPr>
      <p:sp>
        <p:nvSpPr>
          <p:cNvPr id="31" name="Google Shape;31;p49"/>
          <p:cNvSpPr txBox="1"/>
          <p:nvPr>
            <p:ph type="ctrTitle"/>
          </p:nvPr>
        </p:nvSpPr>
        <p:spPr>
          <a:xfrm>
            <a:off x="685800" y="2130425"/>
            <a:ext cx="7772400" cy="1470025"/>
          </a:xfrm>
          <a:prstGeom prst="rect">
            <a:avLst/>
          </a:prstGeom>
          <a:noFill/>
          <a:ln>
            <a:noFill/>
          </a:ln>
        </p:spPr>
        <p:txBody>
          <a:bodyPr anchorCtr="0" anchor="b" bIns="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520"/>
              </a:spcBef>
              <a:spcAft>
                <a:spcPts val="0"/>
              </a:spcAft>
              <a:buSzPts val="2470"/>
              <a:buNone/>
              <a:defRPr/>
            </a:lvl1pPr>
            <a:lvl2pPr lvl="1" algn="ctr">
              <a:spcBef>
                <a:spcPts val="480"/>
              </a:spcBef>
              <a:spcAft>
                <a:spcPts val="0"/>
              </a:spcAft>
              <a:buSzPts val="2040"/>
              <a:buNone/>
              <a:defRPr/>
            </a:lvl2pPr>
            <a:lvl3pPr lvl="2" algn="ctr">
              <a:spcBef>
                <a:spcPts val="420"/>
              </a:spcBef>
              <a:spcAft>
                <a:spcPts val="0"/>
              </a:spcAft>
              <a:buSzPts val="1470"/>
              <a:buNone/>
              <a:defRPr/>
            </a:lvl3pPr>
            <a:lvl4pPr lvl="3" algn="ctr">
              <a:spcBef>
                <a:spcPts val="400"/>
              </a:spcBef>
              <a:spcAft>
                <a:spcPts val="0"/>
              </a:spcAft>
              <a:buSzPts val="1300"/>
              <a:buNone/>
              <a:defRPr/>
            </a:lvl4pPr>
            <a:lvl5pPr lvl="4" algn="ctr">
              <a:spcBef>
                <a:spcPts val="400"/>
              </a:spcBef>
              <a:spcAft>
                <a:spcPts val="0"/>
              </a:spcAft>
              <a:buSzPts val="1300"/>
              <a:buNone/>
              <a:defRPr/>
            </a:lvl5pPr>
            <a:lvl6pPr lvl="5" algn="ctr">
              <a:spcBef>
                <a:spcPts val="360"/>
              </a:spcBef>
              <a:spcAft>
                <a:spcPts val="0"/>
              </a:spcAft>
              <a:buSzPts val="1440"/>
              <a:buNone/>
              <a:defRPr/>
            </a:lvl6pPr>
            <a:lvl7pPr lvl="6" algn="ctr">
              <a:spcBef>
                <a:spcPts val="320"/>
              </a:spcBef>
              <a:spcAft>
                <a:spcPts val="0"/>
              </a:spcAft>
              <a:buSzPts val="1280"/>
              <a:buNone/>
              <a:defRPr/>
            </a:lvl7pPr>
            <a:lvl8pPr lvl="7" algn="ctr">
              <a:spcBef>
                <a:spcPts val="320"/>
              </a:spcBef>
              <a:spcAft>
                <a:spcPts val="0"/>
              </a:spcAft>
              <a:buSzPts val="1600"/>
              <a:buFont typeface="Constantia"/>
              <a:buNone/>
              <a:defRPr/>
            </a:lvl8pPr>
            <a:lvl9pPr lvl="8" algn="ctr">
              <a:spcBef>
                <a:spcPts val="280"/>
              </a:spcBef>
              <a:spcAft>
                <a:spcPts val="0"/>
              </a:spcAft>
              <a:buSzPts val="1400"/>
              <a:buFont typeface="Constantia"/>
              <a:buNone/>
              <a:defRPr/>
            </a:lvl9pPr>
          </a:lstStyle>
          <a:p/>
        </p:txBody>
      </p:sp>
      <p:sp>
        <p:nvSpPr>
          <p:cNvPr id="33" name="Google Shape;33;p49"/>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4" name="Google Shape;34;p49"/>
          <p:cNvSpPr txBox="1"/>
          <p:nvPr>
            <p:ph idx="11" type="ftr"/>
          </p:nvPr>
        </p:nvSpPr>
        <p:spPr>
          <a:xfrm>
            <a:off x="3390900" y="6356350"/>
            <a:ext cx="3352800" cy="365125"/>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SzPts val="1400"/>
              <a:buNone/>
              <a:defRPr sz="1200">
                <a:solidFill>
                  <a:srgbClr val="045C75"/>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5" name="Google Shape;35;p4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1pPr>
            <a:lvl2pPr indent="0" lvl="1"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2pPr>
            <a:lvl3pPr indent="0" lvl="2"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3pPr>
            <a:lvl4pPr indent="0" lvl="3"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4pPr>
            <a:lvl5pPr indent="0" lvl="4"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5pPr>
            <a:lvl6pPr indent="0" lvl="5"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6pPr>
            <a:lvl7pPr indent="0" lvl="6"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7pPr>
            <a:lvl8pPr indent="0" lvl="7"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8pPr>
            <a:lvl9pPr indent="0" lvl="8"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over Text" type="objOverTx">
  <p:cSld name="OBJECT_OVER_TEXT">
    <p:spTree>
      <p:nvGrpSpPr>
        <p:cNvPr id="36" name="Shape 36"/>
        <p:cNvGrpSpPr/>
        <p:nvPr/>
      </p:nvGrpSpPr>
      <p:grpSpPr>
        <a:xfrm>
          <a:off x="0" y="0"/>
          <a:ext cx="0" cy="0"/>
          <a:chOff x="0" y="0"/>
          <a:chExt cx="0" cy="0"/>
        </a:xfrm>
      </p:grpSpPr>
      <p:sp>
        <p:nvSpPr>
          <p:cNvPr id="37" name="Google Shape;37;p50"/>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0"/>
          <p:cNvSpPr txBox="1"/>
          <p:nvPr>
            <p:ph idx="1" type="body"/>
          </p:nvPr>
        </p:nvSpPr>
        <p:spPr>
          <a:xfrm>
            <a:off x="457200" y="1935163"/>
            <a:ext cx="8229600" cy="2117725"/>
          </a:xfrm>
          <a:prstGeom prst="rect">
            <a:avLst/>
          </a:prstGeom>
          <a:noFill/>
          <a:ln>
            <a:noFill/>
          </a:ln>
        </p:spPr>
        <p:txBody>
          <a:bodyPr anchorCtr="0" anchor="t" bIns="45700" lIns="91425" spcFirstLastPara="1" rIns="91425" wrap="square" tIns="45700">
            <a:no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39" name="Google Shape;39;p50"/>
          <p:cNvSpPr txBox="1"/>
          <p:nvPr>
            <p:ph idx="2" type="body"/>
          </p:nvPr>
        </p:nvSpPr>
        <p:spPr>
          <a:xfrm>
            <a:off x="457200" y="4205288"/>
            <a:ext cx="8229600" cy="2119312"/>
          </a:xfrm>
          <a:prstGeom prst="rect">
            <a:avLst/>
          </a:prstGeom>
          <a:noFill/>
          <a:ln>
            <a:noFill/>
          </a:ln>
        </p:spPr>
        <p:txBody>
          <a:bodyPr anchorCtr="0" anchor="t" bIns="45700" lIns="91425" spcFirstLastPara="1" rIns="91425" wrap="square" tIns="45700">
            <a:no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0" name="Google Shape;40;p50"/>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1" name="Google Shape;41;p50"/>
          <p:cNvSpPr txBox="1"/>
          <p:nvPr>
            <p:ph idx="11" type="ftr"/>
          </p:nvPr>
        </p:nvSpPr>
        <p:spPr>
          <a:xfrm>
            <a:off x="3390900" y="6356350"/>
            <a:ext cx="3352800" cy="365125"/>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SzPts val="1400"/>
              <a:buNone/>
              <a:defRPr sz="1200">
                <a:solidFill>
                  <a:srgbClr val="045C75"/>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2" name="Google Shape;42;p5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1pPr>
            <a:lvl2pPr indent="0" lvl="1"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2pPr>
            <a:lvl3pPr indent="0" lvl="2"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3pPr>
            <a:lvl4pPr indent="0" lvl="3"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4pPr>
            <a:lvl5pPr indent="0" lvl="4"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5pPr>
            <a:lvl6pPr indent="0" lvl="5"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6pPr>
            <a:lvl7pPr indent="0" lvl="6"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7pPr>
            <a:lvl8pPr indent="0" lvl="7"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8pPr>
            <a:lvl9pPr indent="0" lvl="8"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4 Content" type="fourObj">
  <p:cSld name="FOUR_OBJECTS">
    <p:spTree>
      <p:nvGrpSpPr>
        <p:cNvPr id="43" name="Shape 43"/>
        <p:cNvGrpSpPr/>
        <p:nvPr/>
      </p:nvGrpSpPr>
      <p:grpSpPr>
        <a:xfrm>
          <a:off x="0" y="0"/>
          <a:ext cx="0" cy="0"/>
          <a:chOff x="0" y="0"/>
          <a:chExt cx="0" cy="0"/>
        </a:xfrm>
      </p:grpSpPr>
      <p:sp>
        <p:nvSpPr>
          <p:cNvPr id="44" name="Google Shape;44;p51"/>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51"/>
          <p:cNvSpPr txBox="1"/>
          <p:nvPr>
            <p:ph idx="1" type="body"/>
          </p:nvPr>
        </p:nvSpPr>
        <p:spPr>
          <a:xfrm>
            <a:off x="457200" y="1935163"/>
            <a:ext cx="4038600" cy="2117725"/>
          </a:xfrm>
          <a:prstGeom prst="rect">
            <a:avLst/>
          </a:prstGeom>
          <a:noFill/>
          <a:ln>
            <a:noFill/>
          </a:ln>
        </p:spPr>
        <p:txBody>
          <a:bodyPr anchorCtr="0" anchor="t" bIns="45700" lIns="91425" spcFirstLastPara="1" rIns="91425" wrap="square" tIns="45700">
            <a:no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6" name="Google Shape;46;p51"/>
          <p:cNvSpPr txBox="1"/>
          <p:nvPr>
            <p:ph idx="2" type="body"/>
          </p:nvPr>
        </p:nvSpPr>
        <p:spPr>
          <a:xfrm>
            <a:off x="4648200" y="1935163"/>
            <a:ext cx="4038600" cy="2117725"/>
          </a:xfrm>
          <a:prstGeom prst="rect">
            <a:avLst/>
          </a:prstGeom>
          <a:noFill/>
          <a:ln>
            <a:noFill/>
          </a:ln>
        </p:spPr>
        <p:txBody>
          <a:bodyPr anchorCtr="0" anchor="t" bIns="45700" lIns="91425" spcFirstLastPara="1" rIns="91425" wrap="square" tIns="45700">
            <a:no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7" name="Google Shape;47;p51"/>
          <p:cNvSpPr txBox="1"/>
          <p:nvPr>
            <p:ph idx="3" type="body"/>
          </p:nvPr>
        </p:nvSpPr>
        <p:spPr>
          <a:xfrm>
            <a:off x="457200" y="4205288"/>
            <a:ext cx="4038600" cy="2119312"/>
          </a:xfrm>
          <a:prstGeom prst="rect">
            <a:avLst/>
          </a:prstGeom>
          <a:noFill/>
          <a:ln>
            <a:noFill/>
          </a:ln>
        </p:spPr>
        <p:txBody>
          <a:bodyPr anchorCtr="0" anchor="t" bIns="45700" lIns="91425" spcFirstLastPara="1" rIns="91425" wrap="square" tIns="45700">
            <a:no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8" name="Google Shape;48;p51"/>
          <p:cNvSpPr txBox="1"/>
          <p:nvPr>
            <p:ph idx="4" type="body"/>
          </p:nvPr>
        </p:nvSpPr>
        <p:spPr>
          <a:xfrm>
            <a:off x="4648200" y="4205288"/>
            <a:ext cx="4038600" cy="2119312"/>
          </a:xfrm>
          <a:prstGeom prst="rect">
            <a:avLst/>
          </a:prstGeom>
          <a:noFill/>
          <a:ln>
            <a:noFill/>
          </a:ln>
        </p:spPr>
        <p:txBody>
          <a:bodyPr anchorCtr="0" anchor="t" bIns="45700" lIns="91425" spcFirstLastPara="1" rIns="91425" wrap="square" tIns="45700">
            <a:no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9" name="Google Shape;49;p51"/>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0" name="Google Shape;50;p51"/>
          <p:cNvSpPr txBox="1"/>
          <p:nvPr>
            <p:ph idx="11" type="ftr"/>
          </p:nvPr>
        </p:nvSpPr>
        <p:spPr>
          <a:xfrm>
            <a:off x="3390900" y="6356350"/>
            <a:ext cx="3352800" cy="365125"/>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SzPts val="1400"/>
              <a:buNone/>
              <a:defRPr sz="1200">
                <a:solidFill>
                  <a:srgbClr val="045C75"/>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1" name="Google Shape;51;p5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1pPr>
            <a:lvl2pPr indent="0" lvl="1"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2pPr>
            <a:lvl3pPr indent="0" lvl="2"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3pPr>
            <a:lvl4pPr indent="0" lvl="3"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4pPr>
            <a:lvl5pPr indent="0" lvl="4"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5pPr>
            <a:lvl6pPr indent="0" lvl="5"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6pPr>
            <a:lvl7pPr indent="0" lvl="6"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7pPr>
            <a:lvl8pPr indent="0" lvl="7"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8pPr>
            <a:lvl9pPr indent="0" lvl="8"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Table" type="tbl">
  <p:cSld name="TABLE">
    <p:spTree>
      <p:nvGrpSpPr>
        <p:cNvPr id="52" name="Shape 52"/>
        <p:cNvGrpSpPr/>
        <p:nvPr/>
      </p:nvGrpSpPr>
      <p:grpSpPr>
        <a:xfrm>
          <a:off x="0" y="0"/>
          <a:ext cx="0" cy="0"/>
          <a:chOff x="0" y="0"/>
          <a:chExt cx="0" cy="0"/>
        </a:xfrm>
      </p:grpSpPr>
      <p:sp>
        <p:nvSpPr>
          <p:cNvPr id="53" name="Google Shape;53;p52"/>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52"/>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5" name="Google Shape;55;p52"/>
          <p:cNvSpPr txBox="1"/>
          <p:nvPr>
            <p:ph idx="11" type="ftr"/>
          </p:nvPr>
        </p:nvSpPr>
        <p:spPr>
          <a:xfrm>
            <a:off x="3390900" y="6356350"/>
            <a:ext cx="3352800" cy="365125"/>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SzPts val="1400"/>
              <a:buNone/>
              <a:defRPr sz="1200">
                <a:solidFill>
                  <a:srgbClr val="045C75"/>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6" name="Google Shape;56;p5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1pPr>
            <a:lvl2pPr indent="0" lvl="1"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2pPr>
            <a:lvl3pPr indent="0" lvl="2"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3pPr>
            <a:lvl4pPr indent="0" lvl="3"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4pPr>
            <a:lvl5pPr indent="0" lvl="4"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5pPr>
            <a:lvl6pPr indent="0" lvl="5"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6pPr>
            <a:lvl7pPr indent="0" lvl="6"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7pPr>
            <a:lvl8pPr indent="0" lvl="7"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8pPr>
            <a:lvl9pPr indent="0" lvl="8"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57" name="Shape 57"/>
        <p:cNvGrpSpPr/>
        <p:nvPr/>
      </p:nvGrpSpPr>
      <p:grpSpPr>
        <a:xfrm>
          <a:off x="0" y="0"/>
          <a:ext cx="0" cy="0"/>
          <a:chOff x="0" y="0"/>
          <a:chExt cx="0" cy="0"/>
        </a:xfrm>
      </p:grpSpPr>
      <p:sp>
        <p:nvSpPr>
          <p:cNvPr id="58" name="Google Shape;58;p53"/>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53"/>
          <p:cNvSpPr txBox="1"/>
          <p:nvPr>
            <p:ph idx="1" type="body"/>
          </p:nvPr>
        </p:nvSpPr>
        <p:spPr>
          <a:xfrm>
            <a:off x="457200" y="1935163"/>
            <a:ext cx="4038600" cy="4389437"/>
          </a:xfrm>
          <a:prstGeom prst="rect">
            <a:avLst/>
          </a:prstGeom>
          <a:noFill/>
          <a:ln>
            <a:noFill/>
          </a:ln>
        </p:spPr>
        <p:txBody>
          <a:bodyPr anchorCtr="0" anchor="t" bIns="45700" lIns="91425" spcFirstLastPara="1" rIns="91425" wrap="square" tIns="45700">
            <a:no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0" name="Google Shape;60;p53"/>
          <p:cNvSpPr txBox="1"/>
          <p:nvPr>
            <p:ph idx="2" type="body"/>
          </p:nvPr>
        </p:nvSpPr>
        <p:spPr>
          <a:xfrm>
            <a:off x="4648200" y="1935163"/>
            <a:ext cx="4038600" cy="4389437"/>
          </a:xfrm>
          <a:prstGeom prst="rect">
            <a:avLst/>
          </a:prstGeom>
          <a:noFill/>
          <a:ln>
            <a:noFill/>
          </a:ln>
        </p:spPr>
        <p:txBody>
          <a:bodyPr anchorCtr="0" anchor="t" bIns="45700" lIns="91425" spcFirstLastPara="1" rIns="91425" wrap="square" tIns="45700">
            <a:no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1" name="Google Shape;61;p53"/>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2" name="Google Shape;62;p53"/>
          <p:cNvSpPr txBox="1"/>
          <p:nvPr>
            <p:ph idx="11" type="ftr"/>
          </p:nvPr>
        </p:nvSpPr>
        <p:spPr>
          <a:xfrm>
            <a:off x="3390900" y="6356350"/>
            <a:ext cx="3352800" cy="365125"/>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SzPts val="1400"/>
              <a:buNone/>
              <a:defRPr sz="1200">
                <a:solidFill>
                  <a:srgbClr val="045C75"/>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3" name="Google Shape;63;p5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1pPr>
            <a:lvl2pPr indent="0" lvl="1"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2pPr>
            <a:lvl3pPr indent="0" lvl="2"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3pPr>
            <a:lvl4pPr indent="0" lvl="3"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4pPr>
            <a:lvl5pPr indent="0" lvl="4"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5pPr>
            <a:lvl6pPr indent="0" lvl="5"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6pPr>
            <a:lvl7pPr indent="0" lvl="6"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7pPr>
            <a:lvl8pPr indent="0" lvl="7"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8pPr>
            <a:lvl9pPr indent="0" lvl="8"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4" name="Shape 64"/>
        <p:cNvGrpSpPr/>
        <p:nvPr/>
      </p:nvGrpSpPr>
      <p:grpSpPr>
        <a:xfrm>
          <a:off x="0" y="0"/>
          <a:ext cx="0" cy="0"/>
          <a:chOff x="0" y="0"/>
          <a:chExt cx="0" cy="0"/>
        </a:xfrm>
      </p:grpSpPr>
      <p:sp>
        <p:nvSpPr>
          <p:cNvPr id="65" name="Google Shape;65;p54"/>
          <p:cNvSpPr txBox="1"/>
          <p:nvPr>
            <p:ph type="title"/>
          </p:nvPr>
        </p:nvSpPr>
        <p:spPr>
          <a:xfrm rot="5400000">
            <a:off x="5052219" y="2491582"/>
            <a:ext cx="5211763" cy="2057400"/>
          </a:xfrm>
          <a:prstGeom prst="rect">
            <a:avLst/>
          </a:prstGeom>
          <a:noFill/>
          <a:ln>
            <a:noFill/>
          </a:ln>
        </p:spPr>
        <p:txBody>
          <a:bodyPr anchorCtr="0" anchor="b" bIns="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4"/>
          <p:cNvSpPr txBox="1"/>
          <p:nvPr>
            <p:ph idx="1" type="body"/>
          </p:nvPr>
        </p:nvSpPr>
        <p:spPr>
          <a:xfrm rot="5400000">
            <a:off x="861219" y="510382"/>
            <a:ext cx="5211763" cy="6019800"/>
          </a:xfrm>
          <a:prstGeom prst="rect">
            <a:avLst/>
          </a:prstGeom>
          <a:noFill/>
          <a:ln>
            <a:noFill/>
          </a:ln>
        </p:spPr>
        <p:txBody>
          <a:bodyPr anchorCtr="0" anchor="t" bIns="45700" lIns="91425" spcFirstLastPara="1" rIns="91425" wrap="square" tIns="45700">
            <a:no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7" name="Google Shape;67;p54"/>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8" name="Google Shape;68;p54"/>
          <p:cNvSpPr txBox="1"/>
          <p:nvPr>
            <p:ph idx="11" type="ftr"/>
          </p:nvPr>
        </p:nvSpPr>
        <p:spPr>
          <a:xfrm>
            <a:off x="3390900" y="6356350"/>
            <a:ext cx="3352800" cy="365125"/>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SzPts val="1400"/>
              <a:buNone/>
              <a:defRPr sz="1200">
                <a:solidFill>
                  <a:srgbClr val="045C75"/>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9" name="Google Shape;69;p5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1pPr>
            <a:lvl2pPr indent="0" lvl="1"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2pPr>
            <a:lvl3pPr indent="0" lvl="2"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3pPr>
            <a:lvl4pPr indent="0" lvl="3"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4pPr>
            <a:lvl5pPr indent="0" lvl="4"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5pPr>
            <a:lvl6pPr indent="0" lvl="5"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6pPr>
            <a:lvl7pPr indent="0" lvl="6"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7pPr>
            <a:lvl8pPr indent="0" lvl="7"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8pPr>
            <a:lvl9pPr indent="0" lvl="8"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0" name="Shape 70"/>
        <p:cNvGrpSpPr/>
        <p:nvPr/>
      </p:nvGrpSpPr>
      <p:grpSpPr>
        <a:xfrm>
          <a:off x="0" y="0"/>
          <a:ext cx="0" cy="0"/>
          <a:chOff x="0" y="0"/>
          <a:chExt cx="0" cy="0"/>
        </a:xfrm>
      </p:grpSpPr>
      <p:sp>
        <p:nvSpPr>
          <p:cNvPr id="71" name="Google Shape;71;p55"/>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5"/>
          <p:cNvSpPr txBox="1"/>
          <p:nvPr>
            <p:ph idx="1" type="body"/>
          </p:nvPr>
        </p:nvSpPr>
        <p:spPr>
          <a:xfrm rot="5400000">
            <a:off x="2377281" y="15081"/>
            <a:ext cx="4389437" cy="8229600"/>
          </a:xfrm>
          <a:prstGeom prst="rect">
            <a:avLst/>
          </a:prstGeom>
          <a:noFill/>
          <a:ln>
            <a:noFill/>
          </a:ln>
        </p:spPr>
        <p:txBody>
          <a:bodyPr anchorCtr="0" anchor="t" bIns="45700" lIns="91425" spcFirstLastPara="1" rIns="91425" wrap="square" tIns="45700">
            <a:no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3" name="Google Shape;73;p55"/>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4" name="Google Shape;74;p55"/>
          <p:cNvSpPr txBox="1"/>
          <p:nvPr>
            <p:ph idx="11" type="ftr"/>
          </p:nvPr>
        </p:nvSpPr>
        <p:spPr>
          <a:xfrm>
            <a:off x="3390900" y="6356350"/>
            <a:ext cx="3352800" cy="365125"/>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SzPts val="1400"/>
              <a:buNone/>
              <a:defRPr sz="1200">
                <a:solidFill>
                  <a:srgbClr val="045C75"/>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5" name="Google Shape;75;p5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1pPr>
            <a:lvl2pPr indent="0" lvl="1"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2pPr>
            <a:lvl3pPr indent="0" lvl="2"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3pPr>
            <a:lvl4pPr indent="0" lvl="3"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4pPr>
            <a:lvl5pPr indent="0" lvl="4"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5pPr>
            <a:lvl6pPr indent="0" lvl="5"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6pPr>
            <a:lvl7pPr indent="0" lvl="6"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7pPr>
            <a:lvl8pPr indent="0" lvl="7"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8pPr>
            <a:lvl9pPr indent="0" lvl="8"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6" name="Shape 76"/>
        <p:cNvGrpSpPr/>
        <p:nvPr/>
      </p:nvGrpSpPr>
      <p:grpSpPr>
        <a:xfrm>
          <a:off x="0" y="0"/>
          <a:ext cx="0" cy="0"/>
          <a:chOff x="0" y="0"/>
          <a:chExt cx="0" cy="0"/>
        </a:xfrm>
      </p:grpSpPr>
      <p:sp>
        <p:nvSpPr>
          <p:cNvPr id="77" name="Google Shape;77;p56"/>
          <p:cNvSpPr txBox="1"/>
          <p:nvPr>
            <p:ph type="title"/>
          </p:nvPr>
        </p:nvSpPr>
        <p:spPr>
          <a:xfrm>
            <a:off x="685800" y="514352"/>
            <a:ext cx="2743200" cy="1162050"/>
          </a:xfrm>
          <a:prstGeom prst="rect">
            <a:avLst/>
          </a:prstGeom>
          <a:noFill/>
          <a:ln>
            <a:noFill/>
          </a:ln>
        </p:spPr>
        <p:txBody>
          <a:bodyPr anchorCtr="0" anchor="b" bIns="0" lIns="0" spcFirstLastPara="1" rIns="0" wrap="square" tIns="45700">
            <a:noAutofit/>
          </a:bodyPr>
          <a:lstStyle>
            <a:lvl1pPr lvl="0" algn="l">
              <a:spcBef>
                <a:spcPts val="0"/>
              </a:spcBef>
              <a:spcAft>
                <a:spcPts val="0"/>
              </a:spcAft>
              <a:buClr>
                <a:schemeClr val="dk2"/>
              </a:buClr>
              <a:buSzPts val="2600"/>
              <a:buFont typeface="Calibri"/>
              <a:buNone/>
              <a:defRPr b="0" sz="2600">
                <a:solidFill>
                  <a:schemeClr val="dk2"/>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6"/>
          <p:cNvSpPr txBox="1"/>
          <p:nvPr>
            <p:ph idx="1" type="body"/>
          </p:nvPr>
        </p:nvSpPr>
        <p:spPr>
          <a:xfrm>
            <a:off x="685800" y="1676400"/>
            <a:ext cx="2743200" cy="4572000"/>
          </a:xfrm>
          <a:prstGeom prst="rect">
            <a:avLst/>
          </a:prstGeom>
          <a:noFill/>
          <a:ln>
            <a:noFill/>
          </a:ln>
        </p:spPr>
        <p:txBody>
          <a:bodyPr anchorCtr="0" anchor="t" bIns="45700" lIns="18275" spcFirstLastPara="1" rIns="18275" wrap="square" tIns="45700">
            <a:noAutofit/>
          </a:bodyPr>
          <a:lstStyle>
            <a:lvl1pPr indent="-228600" lvl="0" marL="457200" algn="l">
              <a:spcBef>
                <a:spcPts val="280"/>
              </a:spcBef>
              <a:spcAft>
                <a:spcPts val="0"/>
              </a:spcAft>
              <a:buSzPts val="1330"/>
              <a:buNone/>
              <a:defRPr sz="14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700"/>
              <a:buNone/>
              <a:defRPr sz="1000"/>
            </a:lvl3pPr>
            <a:lvl4pPr indent="-228600" lvl="3" marL="1828800" algn="l">
              <a:spcBef>
                <a:spcPts val="180"/>
              </a:spcBef>
              <a:spcAft>
                <a:spcPts val="0"/>
              </a:spcAft>
              <a:buSzPts val="585"/>
              <a:buNone/>
              <a:defRPr sz="900"/>
            </a:lvl4pPr>
            <a:lvl5pPr indent="-228600" lvl="4" marL="2286000" algn="l">
              <a:spcBef>
                <a:spcPts val="180"/>
              </a:spcBef>
              <a:spcAft>
                <a:spcPts val="0"/>
              </a:spcAft>
              <a:buSzPts val="585"/>
              <a:buNone/>
              <a:defRPr sz="9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9" name="Google Shape;79;p56"/>
          <p:cNvSpPr txBox="1"/>
          <p:nvPr>
            <p:ph idx="2" type="body"/>
          </p:nvPr>
        </p:nvSpPr>
        <p:spPr>
          <a:xfrm>
            <a:off x="3575050" y="1676400"/>
            <a:ext cx="5111750" cy="4572000"/>
          </a:xfrm>
          <a:prstGeom prst="rect">
            <a:avLst/>
          </a:prstGeom>
          <a:noFill/>
          <a:ln>
            <a:noFill/>
          </a:ln>
        </p:spPr>
        <p:txBody>
          <a:bodyPr anchorCtr="0" anchor="t" bIns="45700" lIns="91425" spcFirstLastPara="1" rIns="91425" wrap="square" tIns="0">
            <a:noAutofit/>
          </a:bodyPr>
          <a:lstStyle>
            <a:lvl1pPr indent="-397510" lvl="0" marL="457200" algn="l">
              <a:spcBef>
                <a:spcPts val="560"/>
              </a:spcBef>
              <a:spcAft>
                <a:spcPts val="0"/>
              </a:spcAft>
              <a:buSzPts val="2660"/>
              <a:buChar char="⚫"/>
              <a:defRPr sz="2800"/>
            </a:lvl1pPr>
            <a:lvl2pPr indent="-368935" lvl="1" marL="914400" algn="l">
              <a:spcBef>
                <a:spcPts val="520"/>
              </a:spcBef>
              <a:spcAft>
                <a:spcPts val="0"/>
              </a:spcAft>
              <a:buSzPts val="2210"/>
              <a:buChar char="⚫"/>
              <a:defRPr sz="2600"/>
            </a:lvl2pPr>
            <a:lvl3pPr indent="-335280" lvl="2" marL="1371600" algn="l">
              <a:spcBef>
                <a:spcPts val="480"/>
              </a:spcBef>
              <a:spcAft>
                <a:spcPts val="0"/>
              </a:spcAft>
              <a:buSzPts val="1680"/>
              <a:buChar char="⚫"/>
              <a:defRPr sz="2400"/>
            </a:lvl3pPr>
            <a:lvl4pPr indent="-311150" lvl="3" marL="1828800" algn="l">
              <a:spcBef>
                <a:spcPts val="400"/>
              </a:spcBef>
              <a:spcAft>
                <a:spcPts val="0"/>
              </a:spcAft>
              <a:buSzPts val="1300"/>
              <a:buChar char="⚫"/>
              <a:defRPr sz="20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0" name="Google Shape;80;p56"/>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1" name="Google Shape;81;p56"/>
          <p:cNvSpPr txBox="1"/>
          <p:nvPr>
            <p:ph idx="11" type="ftr"/>
          </p:nvPr>
        </p:nvSpPr>
        <p:spPr>
          <a:xfrm>
            <a:off x="3390900" y="6356350"/>
            <a:ext cx="3352800" cy="365125"/>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SzPts val="1400"/>
              <a:buNone/>
              <a:defRPr sz="1200">
                <a:solidFill>
                  <a:srgbClr val="045C75"/>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2" name="Google Shape;82;p5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1pPr>
            <a:lvl2pPr indent="0" lvl="1"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2pPr>
            <a:lvl3pPr indent="0" lvl="2"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3pPr>
            <a:lvl4pPr indent="0" lvl="3"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4pPr>
            <a:lvl5pPr indent="0" lvl="4"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5pPr>
            <a:lvl6pPr indent="0" lvl="5"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6pPr>
            <a:lvl7pPr indent="0" lvl="6"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7pPr>
            <a:lvl8pPr indent="0" lvl="7"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8pPr>
            <a:lvl9pPr indent="0" lvl="8"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3" name="Shape 83"/>
        <p:cNvGrpSpPr/>
        <p:nvPr/>
      </p:nvGrpSpPr>
      <p:grpSpPr>
        <a:xfrm>
          <a:off x="0" y="0"/>
          <a:ext cx="0" cy="0"/>
          <a:chOff x="0" y="0"/>
          <a:chExt cx="0" cy="0"/>
        </a:xfrm>
      </p:grpSpPr>
      <p:sp>
        <p:nvSpPr>
          <p:cNvPr id="84" name="Google Shape;84;p57"/>
          <p:cNvSpPr txBox="1"/>
          <p:nvPr>
            <p:ph type="title"/>
          </p:nvPr>
        </p:nvSpPr>
        <p:spPr>
          <a:xfrm>
            <a:off x="457200" y="704088"/>
            <a:ext cx="83058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Calibri"/>
              <a:buNone/>
              <a:defRPr b="0" sz="5000">
                <a:solidFill>
                  <a:schemeClr val="dk2"/>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57"/>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6" name="Google Shape;86;p57"/>
          <p:cNvSpPr txBox="1"/>
          <p:nvPr>
            <p:ph idx="11" type="ftr"/>
          </p:nvPr>
        </p:nvSpPr>
        <p:spPr>
          <a:xfrm>
            <a:off x="3390900" y="6356350"/>
            <a:ext cx="3352800" cy="365125"/>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SzPts val="1400"/>
              <a:buNone/>
              <a:defRPr sz="1200">
                <a:solidFill>
                  <a:srgbClr val="045C75"/>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7" name="Google Shape;87;p5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1pPr>
            <a:lvl2pPr indent="0" lvl="1"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2pPr>
            <a:lvl3pPr indent="0" lvl="2"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3pPr>
            <a:lvl4pPr indent="0" lvl="3"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4pPr>
            <a:lvl5pPr indent="0" lvl="4"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5pPr>
            <a:lvl6pPr indent="0" lvl="5"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6pPr>
            <a:lvl7pPr indent="0" lvl="6"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7pPr>
            <a:lvl8pPr indent="0" lvl="7"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8pPr>
            <a:lvl9pPr indent="0" lvl="8"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8" name="Shape 88"/>
        <p:cNvGrpSpPr/>
        <p:nvPr/>
      </p:nvGrpSpPr>
      <p:grpSpPr>
        <a:xfrm>
          <a:off x="0" y="0"/>
          <a:ext cx="0" cy="0"/>
          <a:chOff x="0" y="0"/>
          <a:chExt cx="0" cy="0"/>
        </a:xfrm>
      </p:grpSpPr>
      <p:sp>
        <p:nvSpPr>
          <p:cNvPr id="89" name="Google Shape;89;p58"/>
          <p:cNvSpPr txBox="1"/>
          <p:nvPr>
            <p:ph type="title"/>
          </p:nvPr>
        </p:nvSpPr>
        <p:spPr>
          <a:xfrm>
            <a:off x="457200" y="704088"/>
            <a:ext cx="8229600" cy="1143000"/>
          </a:xfrm>
          <a:prstGeom prst="rect">
            <a:avLst/>
          </a:prstGeom>
          <a:noFill/>
          <a:ln>
            <a:noFill/>
          </a:ln>
        </p:spPr>
        <p:txBody>
          <a:bodyPr anchorCtr="0" anchor="b" bIns="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58"/>
          <p:cNvSpPr txBox="1"/>
          <p:nvPr>
            <p:ph idx="1" type="body"/>
          </p:nvPr>
        </p:nvSpPr>
        <p:spPr>
          <a:xfrm>
            <a:off x="457200" y="1855248"/>
            <a:ext cx="4040188" cy="659352"/>
          </a:xfrm>
          <a:prstGeom prst="rect">
            <a:avLst/>
          </a:prstGeom>
          <a:noFill/>
          <a:ln>
            <a:noFill/>
          </a:ln>
        </p:spPr>
        <p:txBody>
          <a:bodyPr anchorCtr="0" anchor="ctr" bIns="0" lIns="45700" spcFirstLastPara="1" rIns="45700" wrap="square" tIns="0">
            <a:no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1" name="Google Shape;91;p58"/>
          <p:cNvSpPr txBox="1"/>
          <p:nvPr>
            <p:ph idx="2" type="body"/>
          </p:nvPr>
        </p:nvSpPr>
        <p:spPr>
          <a:xfrm>
            <a:off x="4645025" y="1859757"/>
            <a:ext cx="4041775" cy="654843"/>
          </a:xfrm>
          <a:prstGeom prst="rect">
            <a:avLst/>
          </a:prstGeom>
          <a:noFill/>
          <a:ln>
            <a:noFill/>
          </a:ln>
        </p:spPr>
        <p:txBody>
          <a:bodyPr anchorCtr="0" anchor="ctr" bIns="0" lIns="45700" spcFirstLastPara="1" rIns="45700" wrap="square" tIns="0">
            <a:no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2" name="Google Shape;92;p58"/>
          <p:cNvSpPr txBox="1"/>
          <p:nvPr>
            <p:ph idx="3" type="body"/>
          </p:nvPr>
        </p:nvSpPr>
        <p:spPr>
          <a:xfrm>
            <a:off x="457200" y="2514600"/>
            <a:ext cx="4040188" cy="3845720"/>
          </a:xfrm>
          <a:prstGeom prst="rect">
            <a:avLst/>
          </a:prstGeom>
          <a:noFill/>
          <a:ln>
            <a:noFill/>
          </a:ln>
        </p:spPr>
        <p:txBody>
          <a:bodyPr anchorCtr="0" anchor="t" bIns="45700" lIns="91425" spcFirstLastPara="1" rIns="91425" wrap="square" tIns="0">
            <a:no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3" name="Google Shape;93;p58"/>
          <p:cNvSpPr txBox="1"/>
          <p:nvPr>
            <p:ph idx="4" type="body"/>
          </p:nvPr>
        </p:nvSpPr>
        <p:spPr>
          <a:xfrm>
            <a:off x="4645025" y="2514600"/>
            <a:ext cx="4041775" cy="3845720"/>
          </a:xfrm>
          <a:prstGeom prst="rect">
            <a:avLst/>
          </a:prstGeom>
          <a:noFill/>
          <a:ln>
            <a:noFill/>
          </a:ln>
        </p:spPr>
        <p:txBody>
          <a:bodyPr anchorCtr="0" anchor="t" bIns="45700" lIns="91425" spcFirstLastPara="1" rIns="91425" wrap="square" tIns="0">
            <a:no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4" name="Google Shape;94;p58"/>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5" name="Google Shape;95;p58"/>
          <p:cNvSpPr txBox="1"/>
          <p:nvPr>
            <p:ph idx="11" type="ftr"/>
          </p:nvPr>
        </p:nvSpPr>
        <p:spPr>
          <a:xfrm>
            <a:off x="3390900" y="6356350"/>
            <a:ext cx="3352800" cy="365125"/>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SzPts val="1400"/>
              <a:buNone/>
              <a:defRPr sz="1200">
                <a:solidFill>
                  <a:srgbClr val="045C75"/>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6" name="Google Shape;96;p5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1pPr>
            <a:lvl2pPr indent="0" lvl="1"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2pPr>
            <a:lvl3pPr indent="0" lvl="2"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3pPr>
            <a:lvl4pPr indent="0" lvl="3"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4pPr>
            <a:lvl5pPr indent="0" lvl="4"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5pPr>
            <a:lvl6pPr indent="0" lvl="5"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6pPr>
            <a:lvl7pPr indent="0" lvl="6"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7pPr>
            <a:lvl8pPr indent="0" lvl="7"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8pPr>
            <a:lvl9pPr indent="0" lvl="8"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97" name="Shape 97"/>
        <p:cNvGrpSpPr/>
        <p:nvPr/>
      </p:nvGrpSpPr>
      <p:grpSpPr>
        <a:xfrm>
          <a:off x="0" y="0"/>
          <a:ext cx="0" cy="0"/>
          <a:chOff x="0" y="0"/>
          <a:chExt cx="0" cy="0"/>
        </a:xfrm>
      </p:grpSpPr>
      <p:sp>
        <p:nvSpPr>
          <p:cNvPr id="98" name="Google Shape;98;p59"/>
          <p:cNvSpPr txBox="1"/>
          <p:nvPr>
            <p:ph type="title"/>
          </p:nvPr>
        </p:nvSpPr>
        <p:spPr>
          <a:xfrm>
            <a:off x="457200" y="704088"/>
            <a:ext cx="8229600" cy="1143000"/>
          </a:xfrm>
          <a:prstGeom prst="rect">
            <a:avLst/>
          </a:prstGeom>
          <a:noFill/>
          <a:ln>
            <a:noFill/>
          </a:ln>
        </p:spPr>
        <p:txBody>
          <a:bodyPr anchorCtr="0" anchor="b" bIns="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59"/>
          <p:cNvSpPr txBox="1"/>
          <p:nvPr>
            <p:ph idx="1" type="body"/>
          </p:nvPr>
        </p:nvSpPr>
        <p:spPr>
          <a:xfrm>
            <a:off x="457200" y="1920085"/>
            <a:ext cx="4038600" cy="4434840"/>
          </a:xfrm>
          <a:prstGeom prst="rect">
            <a:avLst/>
          </a:prstGeom>
          <a:noFill/>
          <a:ln>
            <a:noFill/>
          </a:ln>
        </p:spPr>
        <p:txBody>
          <a:bodyPr anchorCtr="0" anchor="t" bIns="45700" lIns="91425" spcFirstLastPara="1" rIns="91425" wrap="square" tIns="45700">
            <a:no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0" name="Google Shape;100;p59"/>
          <p:cNvSpPr txBox="1"/>
          <p:nvPr>
            <p:ph idx="2" type="body"/>
          </p:nvPr>
        </p:nvSpPr>
        <p:spPr>
          <a:xfrm>
            <a:off x="4648200" y="1920085"/>
            <a:ext cx="4038600" cy="4434840"/>
          </a:xfrm>
          <a:prstGeom prst="rect">
            <a:avLst/>
          </a:prstGeom>
          <a:noFill/>
          <a:ln>
            <a:noFill/>
          </a:ln>
        </p:spPr>
        <p:txBody>
          <a:bodyPr anchorCtr="0" anchor="t" bIns="45700" lIns="91425" spcFirstLastPara="1" rIns="91425" wrap="square" tIns="45700">
            <a:no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1" name="Google Shape;101;p59"/>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2" name="Google Shape;102;p59"/>
          <p:cNvSpPr txBox="1"/>
          <p:nvPr>
            <p:ph idx="11" type="ftr"/>
          </p:nvPr>
        </p:nvSpPr>
        <p:spPr>
          <a:xfrm>
            <a:off x="3390900" y="6356350"/>
            <a:ext cx="3352800" cy="365125"/>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SzPts val="1400"/>
              <a:buNone/>
              <a:defRPr sz="1200">
                <a:solidFill>
                  <a:srgbClr val="045C75"/>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3" name="Google Shape;103;p5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1pPr>
            <a:lvl2pPr indent="0" lvl="1"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2pPr>
            <a:lvl3pPr indent="0" lvl="2"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3pPr>
            <a:lvl4pPr indent="0" lvl="3"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4pPr>
            <a:lvl5pPr indent="0" lvl="4"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5pPr>
            <a:lvl6pPr indent="0" lvl="5"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6pPr>
            <a:lvl7pPr indent="0" lvl="6"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7pPr>
            <a:lvl8pPr indent="0" lvl="7"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8pPr>
            <a:lvl9pPr indent="0" lvl="8"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0" name="Shape 110"/>
        <p:cNvGrpSpPr/>
        <p:nvPr/>
      </p:nvGrpSpPr>
      <p:grpSpPr>
        <a:xfrm>
          <a:off x="0" y="0"/>
          <a:ext cx="0" cy="0"/>
          <a:chOff x="0" y="0"/>
          <a:chExt cx="0" cy="0"/>
        </a:xfrm>
      </p:grpSpPr>
      <p:sp>
        <p:nvSpPr>
          <p:cNvPr id="111" name="Google Shape;111;p6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2" name="Google Shape;112;p6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13" name="Google Shape;113;p6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4" name="Google Shape;114;p6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5" name="Google Shape;115;p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6" name="Shape 116"/>
        <p:cNvGrpSpPr/>
        <p:nvPr/>
      </p:nvGrpSpPr>
      <p:grpSpPr>
        <a:xfrm>
          <a:off x="0" y="0"/>
          <a:ext cx="0" cy="0"/>
          <a:chOff x="0" y="0"/>
          <a:chExt cx="0" cy="0"/>
        </a:xfrm>
      </p:grpSpPr>
      <p:sp>
        <p:nvSpPr>
          <p:cNvPr id="117" name="Google Shape;117;p6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8" name="Google Shape;118;p62"/>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19" name="Google Shape;119;p6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0" name="Google Shape;120;p6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1" name="Google Shape;121;p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22" name="Shape 122"/>
        <p:cNvGrpSpPr/>
        <p:nvPr/>
      </p:nvGrpSpPr>
      <p:grpSpPr>
        <a:xfrm>
          <a:off x="0" y="0"/>
          <a:ext cx="0" cy="0"/>
          <a:chOff x="0" y="0"/>
          <a:chExt cx="0" cy="0"/>
        </a:xfrm>
      </p:grpSpPr>
      <p:sp>
        <p:nvSpPr>
          <p:cNvPr id="123" name="Google Shape;123;p6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4" name="Google Shape;124;p63"/>
          <p:cNvSpPr/>
          <p:nvPr>
            <p:ph idx="2" type="pic"/>
          </p:nvPr>
        </p:nvSpPr>
        <p:spPr>
          <a:xfrm>
            <a:off x="1792288" y="612775"/>
            <a:ext cx="5486400" cy="4114800"/>
          </a:xfrm>
          <a:prstGeom prst="rect">
            <a:avLst/>
          </a:prstGeom>
          <a:noFill/>
          <a:ln>
            <a:noFill/>
          </a:ln>
        </p:spPr>
      </p:sp>
      <p:sp>
        <p:nvSpPr>
          <p:cNvPr id="125" name="Google Shape;125;p6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26" name="Google Shape;126;p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7" name="Google Shape;127;p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8" name="Google Shape;128;p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9" name="Shape 129"/>
        <p:cNvGrpSpPr/>
        <p:nvPr/>
      </p:nvGrpSpPr>
      <p:grpSpPr>
        <a:xfrm>
          <a:off x="0" y="0"/>
          <a:ext cx="0" cy="0"/>
          <a:chOff x="0" y="0"/>
          <a:chExt cx="0" cy="0"/>
        </a:xfrm>
      </p:grpSpPr>
      <p:sp>
        <p:nvSpPr>
          <p:cNvPr id="130" name="Google Shape;130;p6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1" name="Google Shape;131;p6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32" name="Google Shape;132;p6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33" name="Google Shape;133;p6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34" name="Google Shape;134;p6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35" name="Google Shape;135;p6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6" name="Shape 136"/>
        <p:cNvGrpSpPr/>
        <p:nvPr/>
      </p:nvGrpSpPr>
      <p:grpSpPr>
        <a:xfrm>
          <a:off x="0" y="0"/>
          <a:ext cx="0" cy="0"/>
          <a:chOff x="0" y="0"/>
          <a:chExt cx="0" cy="0"/>
        </a:xfrm>
      </p:grpSpPr>
      <p:sp>
        <p:nvSpPr>
          <p:cNvPr id="137" name="Google Shape;137;p6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38" name="Google Shape;138;p6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39" name="Google Shape;139;p6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0" name="Shape 140"/>
        <p:cNvGrpSpPr/>
        <p:nvPr/>
      </p:nvGrpSpPr>
      <p:grpSpPr>
        <a:xfrm>
          <a:off x="0" y="0"/>
          <a:ext cx="0" cy="0"/>
          <a:chOff x="0" y="0"/>
          <a:chExt cx="0" cy="0"/>
        </a:xfrm>
      </p:grpSpPr>
      <p:sp>
        <p:nvSpPr>
          <p:cNvPr id="141" name="Google Shape;141;p6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2" name="Google Shape;142;p6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3" name="Google Shape;143;p6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4" name="Google Shape;144;p6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45" name="Shape 145"/>
        <p:cNvGrpSpPr/>
        <p:nvPr/>
      </p:nvGrpSpPr>
      <p:grpSpPr>
        <a:xfrm>
          <a:off x="0" y="0"/>
          <a:ext cx="0" cy="0"/>
          <a:chOff x="0" y="0"/>
          <a:chExt cx="0" cy="0"/>
        </a:xfrm>
      </p:grpSpPr>
      <p:sp>
        <p:nvSpPr>
          <p:cNvPr id="146" name="Google Shape;146;p6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7" name="Google Shape;147;p6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48" name="Google Shape;148;p6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49" name="Google Shape;149;p6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50" name="Google Shape;150;p6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51" name="Google Shape;151;p6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2" name="Google Shape;152;p6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3" name="Google Shape;153;p6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54" name="Shape 154"/>
        <p:cNvGrpSpPr/>
        <p:nvPr/>
      </p:nvGrpSpPr>
      <p:grpSpPr>
        <a:xfrm>
          <a:off x="0" y="0"/>
          <a:ext cx="0" cy="0"/>
          <a:chOff x="0" y="0"/>
          <a:chExt cx="0" cy="0"/>
        </a:xfrm>
      </p:grpSpPr>
      <p:sp>
        <p:nvSpPr>
          <p:cNvPr id="155" name="Google Shape;155;p6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56" name="Google Shape;156;p6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57" name="Google Shape;157;p6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58" name="Google Shape;158;p6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9" name="Google Shape;159;p6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0" name="Google Shape;160;p6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1" name="Shape 161"/>
        <p:cNvGrpSpPr/>
        <p:nvPr/>
      </p:nvGrpSpPr>
      <p:grpSpPr>
        <a:xfrm>
          <a:off x="0" y="0"/>
          <a:ext cx="0" cy="0"/>
          <a:chOff x="0" y="0"/>
          <a:chExt cx="0" cy="0"/>
        </a:xfrm>
      </p:grpSpPr>
      <p:sp>
        <p:nvSpPr>
          <p:cNvPr id="162" name="Google Shape;162;p6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63" name="Google Shape;163;p6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164" name="Google Shape;164;p6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5" name="Google Shape;165;p6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6" name="Google Shape;166;p6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7" name="Shape 167"/>
        <p:cNvGrpSpPr/>
        <p:nvPr/>
      </p:nvGrpSpPr>
      <p:grpSpPr>
        <a:xfrm>
          <a:off x="0" y="0"/>
          <a:ext cx="0" cy="0"/>
          <a:chOff x="0" y="0"/>
          <a:chExt cx="0" cy="0"/>
        </a:xfrm>
      </p:grpSpPr>
      <p:sp>
        <p:nvSpPr>
          <p:cNvPr id="168" name="Google Shape;168;p7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69" name="Google Shape;169;p7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70" name="Google Shape;170;p7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1" name="Google Shape;171;p7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2" name="Google Shape;172;p7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3" name="Shape 173"/>
        <p:cNvGrpSpPr/>
        <p:nvPr/>
      </p:nvGrpSpPr>
      <p:grpSpPr>
        <a:xfrm>
          <a:off x="0" y="0"/>
          <a:ext cx="0" cy="0"/>
          <a:chOff x="0" y="0"/>
          <a:chExt cx="0" cy="0"/>
        </a:xfrm>
      </p:grpSpPr>
      <p:sp>
        <p:nvSpPr>
          <p:cNvPr id="174" name="Google Shape;174;p7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5" name="Google Shape;175;p7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76" name="Google Shape;176;p7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7" name="Google Shape;177;p7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8" name="Google Shape;178;p7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0" name="Shape 190"/>
        <p:cNvGrpSpPr/>
        <p:nvPr/>
      </p:nvGrpSpPr>
      <p:grpSpPr>
        <a:xfrm>
          <a:off x="0" y="0"/>
          <a:ext cx="0" cy="0"/>
          <a:chOff x="0" y="0"/>
          <a:chExt cx="0" cy="0"/>
        </a:xfrm>
      </p:grpSpPr>
      <p:sp>
        <p:nvSpPr>
          <p:cNvPr id="191" name="Google Shape;191;p73"/>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lvl1pPr lvl="0" algn="r">
              <a:spcBef>
                <a:spcPts val="0"/>
              </a:spcBef>
              <a:spcAft>
                <a:spcPts val="0"/>
              </a:spcAft>
              <a:buClr>
                <a:srgbClr val="4CE0EA"/>
              </a:buClr>
              <a:buSzPts val="5600"/>
              <a:buFont typeface="Calibri"/>
              <a:buNone/>
              <a:defRPr b="1" sz="5600">
                <a:solidFill>
                  <a:srgbClr val="4CE0EA"/>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2" name="Google Shape;192;p73"/>
          <p:cNvSpPr txBox="1"/>
          <p:nvPr>
            <p:ph idx="1" type="subTitle"/>
          </p:nvPr>
        </p:nvSpPr>
        <p:spPr>
          <a:xfrm>
            <a:off x="533400" y="3228536"/>
            <a:ext cx="7854696" cy="1752600"/>
          </a:xfrm>
          <a:prstGeom prst="rect">
            <a:avLst/>
          </a:prstGeom>
          <a:noFill/>
          <a:ln>
            <a:noFill/>
          </a:ln>
        </p:spPr>
        <p:txBody>
          <a:bodyPr anchorCtr="0" anchor="t" bIns="45700" lIns="0" spcFirstLastPara="1" rIns="18275" wrap="square" tIns="45700">
            <a:noAutofit/>
          </a:bodyPr>
          <a:lstStyle>
            <a:lvl1pPr lvl="0" marR="4572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193" name="Google Shape;193;p73"/>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D1EAEE"/>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4" name="Google Shape;194;p73"/>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D1EAEE"/>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5" name="Google Shape;195;p7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1pPr>
            <a:lvl2pPr indent="0" lvl="1" marL="0" marR="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2pPr>
            <a:lvl3pPr indent="0" lvl="2" marL="0" marR="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3pPr>
            <a:lvl4pPr indent="0" lvl="3" marL="0" marR="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4pPr>
            <a:lvl5pPr indent="0" lvl="4" marL="0" marR="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5pPr>
            <a:lvl6pPr indent="0" lvl="5" marL="0" marR="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6pPr>
            <a:lvl7pPr indent="0" lvl="6" marL="0" marR="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7pPr>
            <a:lvl8pPr indent="0" lvl="7" marL="0" marR="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8pPr>
            <a:lvl9pPr indent="0" lvl="8" marL="0" marR="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7" name="Shape 207"/>
        <p:cNvGrpSpPr/>
        <p:nvPr/>
      </p:nvGrpSpPr>
      <p:grpSpPr>
        <a:xfrm>
          <a:off x="0" y="0"/>
          <a:ext cx="0" cy="0"/>
          <a:chOff x="0" y="0"/>
          <a:chExt cx="0" cy="0"/>
        </a:xfrm>
      </p:grpSpPr>
      <p:sp>
        <p:nvSpPr>
          <p:cNvPr id="208" name="Google Shape;208;p75"/>
          <p:cNvSpPr txBox="1"/>
          <p:nvPr>
            <p:ph type="title"/>
          </p:nvPr>
        </p:nvSpPr>
        <p:spPr>
          <a:xfrm>
            <a:off x="530352" y="1316736"/>
            <a:ext cx="7772400" cy="1362456"/>
          </a:xfrm>
          <a:prstGeom prst="rect">
            <a:avLst/>
          </a:prstGeom>
          <a:noFill/>
          <a:ln>
            <a:noFill/>
          </a:ln>
        </p:spPr>
        <p:txBody>
          <a:bodyPr anchorCtr="0" anchor="b" bIns="0" lIns="0" spcFirstLastPara="1" rIns="0" wrap="square" tIns="0">
            <a:noAutofit/>
          </a:bodyPr>
          <a:lstStyle>
            <a:lvl1pPr lvl="0" algn="l">
              <a:spcBef>
                <a:spcPts val="0"/>
              </a:spcBef>
              <a:spcAft>
                <a:spcPts val="0"/>
              </a:spcAft>
              <a:buClr>
                <a:srgbClr val="4AE3AC"/>
              </a:buClr>
              <a:buSzPts val="5600"/>
              <a:buFont typeface="Calibri"/>
              <a:buNone/>
              <a:defRPr b="1" sz="5600" cap="none">
                <a:solidFill>
                  <a:srgbClr val="4AE3AC"/>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9" name="Google Shape;209;p75"/>
          <p:cNvSpPr txBox="1"/>
          <p:nvPr>
            <p:ph idx="1" type="body"/>
          </p:nvPr>
        </p:nvSpPr>
        <p:spPr>
          <a:xfrm>
            <a:off x="530352" y="2704664"/>
            <a:ext cx="7772400" cy="1509712"/>
          </a:xfrm>
          <a:prstGeom prst="rect">
            <a:avLst/>
          </a:prstGeom>
          <a:noFill/>
          <a:ln>
            <a:noFill/>
          </a:ln>
        </p:spPr>
        <p:txBody>
          <a:bodyPr anchorCtr="0" anchor="t" bIns="45700" lIns="45700" spcFirstLastPara="1" rIns="45700" wrap="square" tIns="45700">
            <a:noAutofit/>
          </a:bodyPr>
          <a:lstStyle>
            <a:lvl1pPr indent="-228600" lvl="0" marL="457200" algn="l">
              <a:spcBef>
                <a:spcPts val="440"/>
              </a:spcBef>
              <a:spcAft>
                <a:spcPts val="0"/>
              </a:spcAft>
              <a:buSzPts val="2090"/>
              <a:buNone/>
              <a:defRPr sz="2200">
                <a:solidFill>
                  <a:schemeClr val="lt1"/>
                </a:solidFill>
              </a:defRPr>
            </a:lvl1pPr>
            <a:lvl2pPr indent="-228600" lvl="1" marL="914400" algn="l">
              <a:spcBef>
                <a:spcPts val="360"/>
              </a:spcBef>
              <a:spcAft>
                <a:spcPts val="0"/>
              </a:spcAft>
              <a:buSzPts val="1530"/>
              <a:buNone/>
              <a:defRPr sz="1800">
                <a:solidFill>
                  <a:schemeClr val="lt1"/>
                </a:solidFill>
              </a:defRPr>
            </a:lvl2pPr>
            <a:lvl3pPr indent="-228600" lvl="2" marL="1371600" algn="l">
              <a:spcBef>
                <a:spcPts val="320"/>
              </a:spcBef>
              <a:spcAft>
                <a:spcPts val="0"/>
              </a:spcAft>
              <a:buSzPts val="1120"/>
              <a:buNone/>
              <a:defRPr sz="1600">
                <a:solidFill>
                  <a:schemeClr val="lt1"/>
                </a:solidFill>
              </a:defRPr>
            </a:lvl3pPr>
            <a:lvl4pPr indent="-228600" lvl="3" marL="1828800" algn="l">
              <a:spcBef>
                <a:spcPts val="280"/>
              </a:spcBef>
              <a:spcAft>
                <a:spcPts val="0"/>
              </a:spcAft>
              <a:buSzPts val="910"/>
              <a:buNone/>
              <a:defRPr sz="1400">
                <a:solidFill>
                  <a:schemeClr val="lt1"/>
                </a:solidFill>
              </a:defRPr>
            </a:lvl4pPr>
            <a:lvl5pPr indent="-228600" lvl="4" marL="2286000" algn="l">
              <a:spcBef>
                <a:spcPts val="280"/>
              </a:spcBef>
              <a:spcAft>
                <a:spcPts val="0"/>
              </a:spcAft>
              <a:buSzPts val="910"/>
              <a:buNone/>
              <a:defRPr sz="1400">
                <a:solidFill>
                  <a:schemeClr val="lt1"/>
                </a:solidFill>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210" name="Google Shape;210;p75"/>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D1EAEE"/>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1" name="Google Shape;211;p75"/>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D1EAEE"/>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2" name="Google Shape;212;p7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1pPr>
            <a:lvl2pPr indent="0" lvl="1" marL="0" marR="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2pPr>
            <a:lvl3pPr indent="0" lvl="2" marL="0" marR="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3pPr>
            <a:lvl4pPr indent="0" lvl="3" marL="0" marR="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4pPr>
            <a:lvl5pPr indent="0" lvl="4" marL="0" marR="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5pPr>
            <a:lvl6pPr indent="0" lvl="5" marL="0" marR="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6pPr>
            <a:lvl7pPr indent="0" lvl="6" marL="0" marR="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7pPr>
            <a:lvl8pPr indent="0" lvl="7" marL="0" marR="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8pPr>
            <a:lvl9pPr indent="0" lvl="8" marL="0" marR="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28" name="Shape 228"/>
        <p:cNvGrpSpPr/>
        <p:nvPr/>
      </p:nvGrpSpPr>
      <p:grpSpPr>
        <a:xfrm>
          <a:off x="0" y="0"/>
          <a:ext cx="0" cy="0"/>
          <a:chOff x="0" y="0"/>
          <a:chExt cx="0" cy="0"/>
        </a:xfrm>
      </p:grpSpPr>
      <p:sp>
        <p:nvSpPr>
          <p:cNvPr id="229" name="Google Shape;229;p77"/>
          <p:cNvSpPr txBox="1"/>
          <p:nvPr>
            <p:ph type="title"/>
          </p:nvPr>
        </p:nvSpPr>
        <p:spPr>
          <a:xfrm>
            <a:off x="609600" y="1176996"/>
            <a:ext cx="2212848" cy="1582621"/>
          </a:xfrm>
          <a:prstGeom prst="rect">
            <a:avLst/>
          </a:prstGeom>
          <a:noFill/>
          <a:ln>
            <a:noFill/>
          </a:ln>
        </p:spPr>
        <p:txBody>
          <a:bodyPr anchorCtr="0" anchor="b" bIns="45700" lIns="45700" spcFirstLastPara="1" rIns="45700" wrap="square" tIns="45700">
            <a:noAutofit/>
          </a:bodyPr>
          <a:lstStyle>
            <a:lvl1pPr lvl="0" algn="l">
              <a:spcBef>
                <a:spcPts val="0"/>
              </a:spcBef>
              <a:spcAft>
                <a:spcPts val="0"/>
              </a:spcAft>
              <a:buClr>
                <a:schemeClr val="dk2"/>
              </a:buClr>
              <a:buSzPts val="2000"/>
              <a:buFont typeface="Calibri"/>
              <a:buNone/>
              <a:defRPr b="1" sz="20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0" name="Google Shape;230;p77"/>
          <p:cNvSpPr txBox="1"/>
          <p:nvPr>
            <p:ph idx="1" type="body"/>
          </p:nvPr>
        </p:nvSpPr>
        <p:spPr>
          <a:xfrm>
            <a:off x="609600" y="2828785"/>
            <a:ext cx="2209800" cy="2179320"/>
          </a:xfrm>
          <a:prstGeom prst="rect">
            <a:avLst/>
          </a:prstGeom>
          <a:noFill/>
          <a:ln>
            <a:noFill/>
          </a:ln>
        </p:spPr>
        <p:txBody>
          <a:bodyPr anchorCtr="0" anchor="t" bIns="45700" lIns="64000" spcFirstLastPara="1" rIns="45700" wrap="square" tIns="45700">
            <a:noAutofit/>
          </a:bodyPr>
          <a:lstStyle>
            <a:lvl1pPr indent="-228600" lvl="0" marL="457200" algn="l">
              <a:spcBef>
                <a:spcPts val="250"/>
              </a:spcBef>
              <a:spcAft>
                <a:spcPts val="0"/>
              </a:spcAft>
              <a:buSzPts val="1235"/>
              <a:buFont typeface="Constantia"/>
              <a:buNone/>
              <a:defRPr sz="1300"/>
            </a:lvl1pPr>
            <a:lvl2pPr indent="-293369" lvl="1" marL="914400" algn="l">
              <a:spcBef>
                <a:spcPts val="240"/>
              </a:spcBef>
              <a:spcAft>
                <a:spcPts val="0"/>
              </a:spcAft>
              <a:buSzPts val="1020"/>
              <a:buChar char="⚫"/>
              <a:defRPr sz="1200"/>
            </a:lvl2pPr>
            <a:lvl3pPr indent="-273050" lvl="2" marL="1371600" algn="l">
              <a:spcBef>
                <a:spcPts val="200"/>
              </a:spcBef>
              <a:spcAft>
                <a:spcPts val="0"/>
              </a:spcAft>
              <a:buSzPts val="700"/>
              <a:buChar char="⚫"/>
              <a:defRPr sz="1000"/>
            </a:lvl3pPr>
            <a:lvl4pPr indent="-265747" lvl="3" marL="1828800" algn="l">
              <a:spcBef>
                <a:spcPts val="180"/>
              </a:spcBef>
              <a:spcAft>
                <a:spcPts val="0"/>
              </a:spcAft>
              <a:buSzPts val="585"/>
              <a:buChar char="⚫"/>
              <a:defRPr sz="900"/>
            </a:lvl4pPr>
            <a:lvl5pPr indent="-265747" lvl="4" marL="2286000" algn="l">
              <a:spcBef>
                <a:spcPts val="180"/>
              </a:spcBef>
              <a:spcAft>
                <a:spcPts val="0"/>
              </a:spcAft>
              <a:buSzPts val="585"/>
              <a:buChar char="⚫"/>
              <a:defRPr sz="9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231" name="Google Shape;231;p77"/>
          <p:cNvSpPr/>
          <p:nvPr>
            <p:ph idx="2" type="pic"/>
          </p:nvPr>
        </p:nvSpPr>
        <p:spPr>
          <a:xfrm rot="420000">
            <a:off x="3485793" y="1199517"/>
            <a:ext cx="4617720" cy="3931920"/>
          </a:xfrm>
          <a:prstGeom prst="rect">
            <a:avLst/>
          </a:prstGeom>
          <a:solidFill>
            <a:schemeClr val="lt2"/>
          </a:solidFill>
          <a:ln cap="rnd" cmpd="sng" w="9525">
            <a:solidFill>
              <a:srgbClr val="C0C0C0"/>
            </a:solidFill>
            <a:prstDash val="solid"/>
            <a:round/>
            <a:headEnd len="sm" w="sm" type="none"/>
            <a:tailEnd len="sm" w="sm" type="none"/>
          </a:ln>
        </p:spPr>
      </p:sp>
      <p:sp>
        <p:nvSpPr>
          <p:cNvPr id="232" name="Google Shape;232;p77"/>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3" name="Google Shape;233;p77"/>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4" name="Google Shape;234;p77"/>
          <p:cNvSpPr txBox="1"/>
          <p:nvPr>
            <p:ph idx="12" type="sldNum"/>
          </p:nvPr>
        </p:nvSpPr>
        <p:spPr>
          <a:xfrm>
            <a:off x="8077200" y="6356350"/>
            <a:ext cx="6096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1pPr>
            <a:lvl2pPr indent="0" lvl="1"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2pPr>
            <a:lvl3pPr indent="0" lvl="2"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3pPr>
            <a:lvl4pPr indent="0" lvl="3"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4pPr>
            <a:lvl5pPr indent="0" lvl="4"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5pPr>
            <a:lvl6pPr indent="0" lvl="5"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6pPr>
            <a:lvl7pPr indent="0" lvl="6"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7pPr>
            <a:lvl8pPr indent="0" lvl="7"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8pPr>
            <a:lvl9pPr indent="0" lvl="8"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2" Type="http://schemas.openxmlformats.org/officeDocument/2006/relationships/theme" Target="../theme/theme3.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theme" Target="../theme/theme1.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theme" Target="../theme/theme2.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 name="Shape 9"/>
        <p:cNvGrpSpPr/>
        <p:nvPr/>
      </p:nvGrpSpPr>
      <p:grpSpPr>
        <a:xfrm>
          <a:off x="0" y="0"/>
          <a:ext cx="0" cy="0"/>
          <a:chOff x="0" y="0"/>
          <a:chExt cx="0" cy="0"/>
        </a:xfrm>
      </p:grpSpPr>
      <p:sp>
        <p:nvSpPr>
          <p:cNvPr id="10" name="Google Shape;10;p46"/>
          <p:cNvSpPr/>
          <p:nvPr/>
        </p:nvSpPr>
        <p:spPr>
          <a:xfrm>
            <a:off x="-9525" y="-7937"/>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F">
                  <a:alpha val="44705"/>
                </a:srgbClr>
              </a:gs>
              <a:gs pos="100000">
                <a:srgbClr val="00EBF8">
                  <a:alpha val="54901"/>
                </a:srgbClr>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11" name="Google Shape;11;p46"/>
          <p:cNvSpPr/>
          <p:nvPr/>
        </p:nvSpPr>
        <p:spPr>
          <a:xfrm>
            <a:off x="4381500" y="-7937"/>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DB6"/>
              </a:gs>
              <a:gs pos="80000">
                <a:srgbClr val="009BE5"/>
              </a:gs>
              <a:gs pos="100000">
                <a:srgbClr val="009BE5"/>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12" name="Google Shape;12;p46"/>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1pPr>
            <a:lvl2pPr lvl="1"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2pPr>
            <a:lvl3pPr lvl="2"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3pPr>
            <a:lvl4pPr lvl="3"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4pPr>
            <a:lvl5pPr lvl="4"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5pPr>
            <a:lvl6pPr lvl="5"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6pPr>
            <a:lvl7pPr lvl="6"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7pPr>
            <a:lvl8pPr lvl="7"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8pPr>
            <a:lvl9pPr lvl="8"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9pPr>
          </a:lstStyle>
          <a:p/>
        </p:txBody>
      </p:sp>
      <p:sp>
        <p:nvSpPr>
          <p:cNvPr id="13" name="Google Shape;13;p46"/>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Autofit/>
          </a:bodyPr>
          <a:lstStyle>
            <a:lvl1pPr indent="-385445" lvl="0" marL="457200" marR="0" rtl="0" algn="l">
              <a:spcBef>
                <a:spcPts val="520"/>
              </a:spcBef>
              <a:spcAft>
                <a:spcPts val="0"/>
              </a:spcAft>
              <a:buClr>
                <a:srgbClr val="0BD0D9"/>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indent="-311150" lvl="3" marL="1828800" marR="0" rtl="0" algn="l">
              <a:spcBef>
                <a:spcPts val="400"/>
              </a:spcBef>
              <a:spcAft>
                <a:spcPts val="0"/>
              </a:spcAft>
              <a:buClr>
                <a:srgbClr val="0BD0D9"/>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indent="-311150" lvl="4" marL="2286000" marR="0" rtl="0" algn="l">
              <a:spcBef>
                <a:spcPts val="400"/>
              </a:spcBef>
              <a:spcAft>
                <a:spcPts val="0"/>
              </a:spcAft>
              <a:buClr>
                <a:srgbClr val="10CF9B"/>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indent="-330200" lvl="7" marL="3657600"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indent="-317500" lvl="8" marL="4114800"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14" name="Google Shape;14;p46"/>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200" u="none">
                <a:solidFill>
                  <a:srgbClr val="045C75"/>
                </a:solidFill>
                <a:latin typeface="Arial"/>
                <a:ea typeface="Arial"/>
                <a:cs typeface="Arial"/>
                <a:sym typeface="Arial"/>
              </a:defRPr>
            </a:lvl1pPr>
            <a:lvl2pPr lvl="1" marR="0" rtl="0" algn="ctr">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2pPr>
            <a:lvl3pPr lvl="2" marR="0" rtl="0" algn="ctr">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3pPr>
            <a:lvl4pPr lvl="3" marR="0" rtl="0" algn="ctr">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4pPr>
            <a:lvl5pPr lvl="4" marR="0" rtl="0" algn="ctr">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5pPr>
            <a:lvl6pPr lvl="5" marR="0" rtl="0" algn="ctr">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ctr">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ctr">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ctr">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
        <p:nvSpPr>
          <p:cNvPr id="15" name="Google Shape;15;p46"/>
          <p:cNvSpPr txBox="1"/>
          <p:nvPr>
            <p:ph idx="11" type="ftr"/>
          </p:nvPr>
        </p:nvSpPr>
        <p:spPr>
          <a:xfrm>
            <a:off x="3390900" y="6356350"/>
            <a:ext cx="3352800" cy="365125"/>
          </a:xfrm>
          <a:prstGeom prst="rect">
            <a:avLst/>
          </a:prstGeom>
          <a:noFill/>
          <a:ln>
            <a:noFill/>
          </a:ln>
        </p:spPr>
        <p:txBody>
          <a:bodyPr anchorCtr="0" anchor="b" bIns="0" lIns="0" spcFirstLastPara="1" rIns="0" wrap="square" tIns="0">
            <a:noAutofit/>
          </a:bodyPr>
          <a:lstStyle>
            <a:lvl1pPr lvl="0" marR="0" rtl="0" algn="ctr">
              <a:lnSpc>
                <a:spcPct val="100000"/>
              </a:lnSpc>
              <a:spcBef>
                <a:spcPts val="0"/>
              </a:spcBef>
              <a:spcAft>
                <a:spcPts val="0"/>
              </a:spcAft>
              <a:buSzPts val="1400"/>
              <a:buNone/>
              <a:defRPr b="0" i="0" sz="1200" u="none">
                <a:solidFill>
                  <a:srgbClr val="045C75"/>
                </a:solidFill>
                <a:latin typeface="Arial"/>
                <a:ea typeface="Arial"/>
                <a:cs typeface="Arial"/>
                <a:sym typeface="Arial"/>
              </a:defRPr>
            </a:lvl1pPr>
            <a:lvl2pPr lvl="1" marR="0" rtl="0" algn="ctr">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2pPr>
            <a:lvl3pPr lvl="2" marR="0" rtl="0" algn="ctr">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3pPr>
            <a:lvl4pPr lvl="3" marR="0" rtl="0" algn="ctr">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4pPr>
            <a:lvl5pPr lvl="4" marR="0" rtl="0" algn="ctr">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5pPr>
            <a:lvl6pPr lvl="5" marR="0" rtl="0" algn="ctr">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ctr">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ctr">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ctr">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
        <p:nvSpPr>
          <p:cNvPr id="16" name="Google Shape;16;p4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1pPr>
            <a:lvl2pPr indent="0" lvl="1"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2pPr>
            <a:lvl3pPr indent="0" lvl="2"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3pPr>
            <a:lvl4pPr indent="0" lvl="3"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4pPr>
            <a:lvl5pPr indent="0" lvl="4"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5pPr>
            <a:lvl6pPr indent="0" lvl="5"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6pPr>
            <a:lvl7pPr indent="0" lvl="6"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7pPr>
            <a:lvl8pPr indent="0" lvl="7"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8pPr>
            <a:lvl9pPr indent="0" lvl="8"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grpSp>
        <p:nvGrpSpPr>
          <p:cNvPr id="17" name="Google Shape;17;p46"/>
          <p:cNvGrpSpPr/>
          <p:nvPr/>
        </p:nvGrpSpPr>
        <p:grpSpPr>
          <a:xfrm>
            <a:off x="-29327" y="-14808"/>
            <a:ext cx="9198219" cy="1083716"/>
            <a:chOff x="-29322" y="-1971"/>
            <a:chExt cx="9198255" cy="1086266"/>
          </a:xfrm>
        </p:grpSpPr>
        <p:sp>
          <p:nvSpPr>
            <p:cNvPr id="18" name="Google Shape;18;p46"/>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9" name="Google Shape;19;p46"/>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4" name="Shape 104"/>
        <p:cNvGrpSpPr/>
        <p:nvPr/>
      </p:nvGrpSpPr>
      <p:grpSpPr>
        <a:xfrm>
          <a:off x="0" y="0"/>
          <a:ext cx="0" cy="0"/>
          <a:chOff x="0" y="0"/>
          <a:chExt cx="0" cy="0"/>
        </a:xfrm>
      </p:grpSpPr>
      <p:sp>
        <p:nvSpPr>
          <p:cNvPr id="105" name="Google Shape;105;p6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06" name="Google Shape;106;p6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07" name="Google Shape;107;p6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a:solidFill>
                  <a:srgbClr val="898989"/>
                </a:solidFill>
                <a:latin typeface="Arial"/>
                <a:ea typeface="Arial"/>
                <a:cs typeface="Arial"/>
                <a:sym typeface="Arial"/>
              </a:defRPr>
            </a:lvl1pPr>
            <a:lvl2pPr lvl="1" marR="0" rtl="0" algn="ctr">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2pPr>
            <a:lvl3pPr lvl="2" marR="0" rtl="0" algn="ctr">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3pPr>
            <a:lvl4pPr lvl="3" marR="0" rtl="0" algn="ctr">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4pPr>
            <a:lvl5pPr lvl="4" marR="0" rtl="0" algn="ctr">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5pPr>
            <a:lvl6pPr lvl="5" marR="0" rtl="0" algn="ctr">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ctr">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ctr">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ctr">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
        <p:nvSpPr>
          <p:cNvPr id="108" name="Google Shape;108;p6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1200" u="none">
                <a:solidFill>
                  <a:srgbClr val="898989"/>
                </a:solidFill>
                <a:latin typeface="Arial"/>
                <a:ea typeface="Arial"/>
                <a:cs typeface="Arial"/>
                <a:sym typeface="Arial"/>
              </a:defRPr>
            </a:lvl1pPr>
            <a:lvl2pPr lvl="1" marR="0" rtl="0" algn="ctr">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2pPr>
            <a:lvl3pPr lvl="2" marR="0" rtl="0" algn="ctr">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3pPr>
            <a:lvl4pPr lvl="3" marR="0" rtl="0" algn="ctr">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4pPr>
            <a:lvl5pPr lvl="4" marR="0" rtl="0" algn="ctr">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5pPr>
            <a:lvl6pPr lvl="5" marR="0" rtl="0" algn="ctr">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ctr">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ctr">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ctr">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
        <p:nvSpPr>
          <p:cNvPr id="109" name="Google Shape;109;p6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79" name="Shape 179"/>
        <p:cNvGrpSpPr/>
        <p:nvPr/>
      </p:nvGrpSpPr>
      <p:grpSpPr>
        <a:xfrm>
          <a:off x="0" y="0"/>
          <a:ext cx="0" cy="0"/>
          <a:chOff x="0" y="0"/>
          <a:chExt cx="0" cy="0"/>
        </a:xfrm>
      </p:grpSpPr>
      <p:sp>
        <p:nvSpPr>
          <p:cNvPr id="180" name="Google Shape;180;p72"/>
          <p:cNvSpPr/>
          <p:nvPr/>
        </p:nvSpPr>
        <p:spPr>
          <a:xfrm>
            <a:off x="-9525" y="-7937"/>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F">
                  <a:alpha val="44705"/>
                </a:srgbClr>
              </a:gs>
              <a:gs pos="100000">
                <a:srgbClr val="00EBF8">
                  <a:alpha val="54901"/>
                </a:srgbClr>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lt1"/>
              </a:solidFill>
              <a:latin typeface="Arial"/>
              <a:ea typeface="Arial"/>
              <a:cs typeface="Arial"/>
              <a:sym typeface="Arial"/>
            </a:endParaRPr>
          </a:p>
        </p:txBody>
      </p:sp>
      <p:sp>
        <p:nvSpPr>
          <p:cNvPr id="181" name="Google Shape;181;p72"/>
          <p:cNvSpPr/>
          <p:nvPr/>
        </p:nvSpPr>
        <p:spPr>
          <a:xfrm>
            <a:off x="4381500" y="-7937"/>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DB6"/>
              </a:gs>
              <a:gs pos="80000">
                <a:srgbClr val="009BE5"/>
              </a:gs>
              <a:gs pos="100000">
                <a:srgbClr val="009BE5"/>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lt1"/>
              </a:solidFill>
              <a:latin typeface="Arial"/>
              <a:ea typeface="Arial"/>
              <a:cs typeface="Arial"/>
              <a:sym typeface="Arial"/>
            </a:endParaRPr>
          </a:p>
        </p:txBody>
      </p:sp>
      <p:grpSp>
        <p:nvGrpSpPr>
          <p:cNvPr id="182" name="Google Shape;182;p72"/>
          <p:cNvGrpSpPr/>
          <p:nvPr/>
        </p:nvGrpSpPr>
        <p:grpSpPr>
          <a:xfrm>
            <a:off x="-29327" y="-14808"/>
            <a:ext cx="9198219" cy="1083716"/>
            <a:chOff x="-29322" y="-1971"/>
            <a:chExt cx="9198255" cy="1086266"/>
          </a:xfrm>
        </p:grpSpPr>
        <p:sp>
          <p:nvSpPr>
            <p:cNvPr id="183" name="Google Shape;183;p72"/>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400"/>
                <a:buFont typeface="Arial"/>
                <a:buNone/>
              </a:pPr>
              <a:r>
                <a:t/>
              </a:r>
              <a:endParaRPr b="0" i="0" sz="2400" u="none" cap="none" strike="noStrike">
                <a:solidFill>
                  <a:schemeClr val="lt1"/>
                </a:solidFill>
                <a:latin typeface="Arial"/>
                <a:ea typeface="Arial"/>
                <a:cs typeface="Arial"/>
                <a:sym typeface="Arial"/>
              </a:endParaRPr>
            </a:p>
          </p:txBody>
        </p:sp>
        <p:sp>
          <p:nvSpPr>
            <p:cNvPr id="184" name="Google Shape;184;p72"/>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400"/>
                <a:buFont typeface="Arial"/>
                <a:buNone/>
              </a:pPr>
              <a:r>
                <a:t/>
              </a:r>
              <a:endParaRPr b="0" i="0" sz="2400" u="none" cap="none" strike="noStrike">
                <a:solidFill>
                  <a:schemeClr val="lt1"/>
                </a:solidFill>
                <a:latin typeface="Arial"/>
                <a:ea typeface="Arial"/>
                <a:cs typeface="Arial"/>
                <a:sym typeface="Arial"/>
              </a:endParaRPr>
            </a:p>
          </p:txBody>
        </p:sp>
      </p:grpSp>
      <p:sp>
        <p:nvSpPr>
          <p:cNvPr id="185" name="Google Shape;185;p72"/>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1pPr>
            <a:lvl2pPr lvl="1"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2pPr>
            <a:lvl3pPr lvl="2"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3pPr>
            <a:lvl4pPr lvl="3"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4pPr>
            <a:lvl5pPr lvl="4"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5pPr>
            <a:lvl6pPr lvl="5"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6pPr>
            <a:lvl7pPr lvl="6"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7pPr>
            <a:lvl8pPr lvl="7"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8pPr>
            <a:lvl9pPr lvl="8"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9pPr>
          </a:lstStyle>
          <a:p/>
        </p:txBody>
      </p:sp>
      <p:sp>
        <p:nvSpPr>
          <p:cNvPr id="186" name="Google Shape;186;p72"/>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Autofit/>
          </a:bodyPr>
          <a:lstStyle>
            <a:lvl1pPr indent="-385445" lvl="0" marL="457200" marR="0" rtl="0" algn="l">
              <a:spcBef>
                <a:spcPts val="520"/>
              </a:spcBef>
              <a:spcAft>
                <a:spcPts val="0"/>
              </a:spcAft>
              <a:buClr>
                <a:srgbClr val="0BD0D9"/>
              </a:buClr>
              <a:buSzPts val="2470"/>
              <a:buFont typeface="Noto Sans Symbols"/>
              <a:buChar char="⚫"/>
              <a:defRPr b="0" i="0" sz="2600" u="none" cap="none" strike="noStrike">
                <a:solidFill>
                  <a:schemeClr val="lt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lt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lt1"/>
                </a:solidFill>
                <a:latin typeface="Constantia"/>
                <a:ea typeface="Constantia"/>
                <a:cs typeface="Constantia"/>
                <a:sym typeface="Constantia"/>
              </a:defRPr>
            </a:lvl3pPr>
            <a:lvl4pPr indent="-311150" lvl="3" marL="1828800" marR="0" rtl="0" algn="l">
              <a:spcBef>
                <a:spcPts val="400"/>
              </a:spcBef>
              <a:spcAft>
                <a:spcPts val="0"/>
              </a:spcAft>
              <a:buClr>
                <a:srgbClr val="0BD0D9"/>
              </a:buClr>
              <a:buSzPts val="1300"/>
              <a:buFont typeface="Noto Sans Symbols"/>
              <a:buChar char="⚫"/>
              <a:defRPr b="0" i="0" sz="2000" u="none" cap="none" strike="noStrike">
                <a:solidFill>
                  <a:schemeClr val="lt1"/>
                </a:solidFill>
                <a:latin typeface="Constantia"/>
                <a:ea typeface="Constantia"/>
                <a:cs typeface="Constantia"/>
                <a:sym typeface="Constantia"/>
              </a:defRPr>
            </a:lvl4pPr>
            <a:lvl5pPr indent="-311150" lvl="4" marL="2286000" marR="0" rtl="0" algn="l">
              <a:spcBef>
                <a:spcPts val="400"/>
              </a:spcBef>
              <a:spcAft>
                <a:spcPts val="0"/>
              </a:spcAft>
              <a:buClr>
                <a:srgbClr val="10CF9B"/>
              </a:buClr>
              <a:buSzPts val="1300"/>
              <a:buFont typeface="Noto Sans Symbols"/>
              <a:buChar char="⚫"/>
              <a:defRPr b="0" i="0" sz="2000" u="none" cap="none" strike="noStrike">
                <a:solidFill>
                  <a:schemeClr val="lt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lt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lt1"/>
                </a:solidFill>
                <a:latin typeface="Constantia"/>
                <a:ea typeface="Constantia"/>
                <a:cs typeface="Constantia"/>
                <a:sym typeface="Constantia"/>
              </a:defRPr>
            </a:lvl7pPr>
            <a:lvl8pPr indent="-330200" lvl="7" marL="3657600" marR="0" rtl="0" algn="l">
              <a:spcBef>
                <a:spcPts val="320"/>
              </a:spcBef>
              <a:spcAft>
                <a:spcPts val="0"/>
              </a:spcAft>
              <a:buClr>
                <a:schemeClr val="lt2"/>
              </a:buClr>
              <a:buSzPts val="1600"/>
              <a:buFont typeface="Constantia"/>
              <a:buChar char="•"/>
              <a:defRPr b="0" i="0" sz="1600" u="none" cap="none" strike="noStrike">
                <a:solidFill>
                  <a:schemeClr val="lt1"/>
                </a:solidFill>
                <a:latin typeface="Constantia"/>
                <a:ea typeface="Constantia"/>
                <a:cs typeface="Constantia"/>
                <a:sym typeface="Constantia"/>
              </a:defRPr>
            </a:lvl8pPr>
            <a:lvl9pPr indent="-317500" lvl="8" marL="4114800" marR="0" rtl="0" algn="l">
              <a:spcBef>
                <a:spcPts val="280"/>
              </a:spcBef>
              <a:spcAft>
                <a:spcPts val="0"/>
              </a:spcAft>
              <a:buClr>
                <a:schemeClr val="lt2"/>
              </a:buClr>
              <a:buSzPts val="1400"/>
              <a:buFont typeface="Constantia"/>
              <a:buChar char="•"/>
              <a:defRPr b="0" i="0" sz="1400" u="none" cap="none" strike="noStrike">
                <a:solidFill>
                  <a:schemeClr val="lt1"/>
                </a:solidFill>
                <a:latin typeface="Constantia"/>
                <a:ea typeface="Constantia"/>
                <a:cs typeface="Constantia"/>
                <a:sym typeface="Constantia"/>
              </a:defRPr>
            </a:lvl9pPr>
          </a:lstStyle>
          <a:p/>
        </p:txBody>
      </p:sp>
      <p:sp>
        <p:nvSpPr>
          <p:cNvPr id="187" name="Google Shape;187;p72"/>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200" u="none">
                <a:solidFill>
                  <a:srgbClr val="D1EAEE"/>
                </a:solidFill>
                <a:latin typeface="Arial"/>
                <a:ea typeface="Arial"/>
                <a:cs typeface="Arial"/>
                <a:sym typeface="Arial"/>
              </a:defRPr>
            </a:lvl1pPr>
            <a:lvl2pPr lvl="1" marR="0" rtl="0" algn="ctr">
              <a:lnSpc>
                <a:spcPct val="100000"/>
              </a:lnSpc>
              <a:spcBef>
                <a:spcPts val="0"/>
              </a:spcBef>
              <a:spcAft>
                <a:spcPts val="0"/>
              </a:spcAft>
              <a:buSzPts val="1400"/>
              <a:buNone/>
              <a:defRPr b="0" i="0" sz="2400" u="none" cap="none" strike="noStrike">
                <a:solidFill>
                  <a:schemeClr val="lt1"/>
                </a:solidFill>
                <a:latin typeface="Arial"/>
                <a:ea typeface="Arial"/>
                <a:cs typeface="Arial"/>
                <a:sym typeface="Arial"/>
              </a:defRPr>
            </a:lvl2pPr>
            <a:lvl3pPr lvl="2" marR="0" rtl="0" algn="ctr">
              <a:lnSpc>
                <a:spcPct val="100000"/>
              </a:lnSpc>
              <a:spcBef>
                <a:spcPts val="0"/>
              </a:spcBef>
              <a:spcAft>
                <a:spcPts val="0"/>
              </a:spcAft>
              <a:buSzPts val="1400"/>
              <a:buNone/>
              <a:defRPr b="0" i="0" sz="2400" u="none" cap="none" strike="noStrike">
                <a:solidFill>
                  <a:schemeClr val="lt1"/>
                </a:solidFill>
                <a:latin typeface="Arial"/>
                <a:ea typeface="Arial"/>
                <a:cs typeface="Arial"/>
                <a:sym typeface="Arial"/>
              </a:defRPr>
            </a:lvl3pPr>
            <a:lvl4pPr lvl="3" marR="0" rtl="0" algn="ctr">
              <a:lnSpc>
                <a:spcPct val="100000"/>
              </a:lnSpc>
              <a:spcBef>
                <a:spcPts val="0"/>
              </a:spcBef>
              <a:spcAft>
                <a:spcPts val="0"/>
              </a:spcAft>
              <a:buSzPts val="1400"/>
              <a:buNone/>
              <a:defRPr b="0" i="0" sz="2400" u="none" cap="none" strike="noStrike">
                <a:solidFill>
                  <a:schemeClr val="lt1"/>
                </a:solidFill>
                <a:latin typeface="Arial"/>
                <a:ea typeface="Arial"/>
                <a:cs typeface="Arial"/>
                <a:sym typeface="Arial"/>
              </a:defRPr>
            </a:lvl4pPr>
            <a:lvl5pPr lvl="4" marR="0" rtl="0" algn="ctr">
              <a:lnSpc>
                <a:spcPct val="100000"/>
              </a:lnSpc>
              <a:spcBef>
                <a:spcPts val="0"/>
              </a:spcBef>
              <a:spcAft>
                <a:spcPts val="0"/>
              </a:spcAft>
              <a:buSzPts val="1400"/>
              <a:buNone/>
              <a:defRPr b="0" i="0" sz="2400" u="none" cap="none" strike="noStrike">
                <a:solidFill>
                  <a:schemeClr val="lt1"/>
                </a:solidFill>
                <a:latin typeface="Arial"/>
                <a:ea typeface="Arial"/>
                <a:cs typeface="Arial"/>
                <a:sym typeface="Arial"/>
              </a:defRPr>
            </a:lvl5pPr>
            <a:lvl6pPr lvl="5" marR="0" rtl="0" algn="ctr">
              <a:lnSpc>
                <a:spcPct val="100000"/>
              </a:lnSpc>
              <a:spcBef>
                <a:spcPts val="0"/>
              </a:spcBef>
              <a:spcAft>
                <a:spcPts val="0"/>
              </a:spcAft>
              <a:buSzPts val="1400"/>
              <a:buNone/>
              <a:defRPr b="0" i="0" sz="2400" u="none" cap="none" strike="noStrike">
                <a:solidFill>
                  <a:schemeClr val="lt1"/>
                </a:solidFill>
                <a:latin typeface="Arial"/>
                <a:ea typeface="Arial"/>
                <a:cs typeface="Arial"/>
                <a:sym typeface="Arial"/>
              </a:defRPr>
            </a:lvl6pPr>
            <a:lvl7pPr lvl="6" marR="0" rtl="0" algn="ctr">
              <a:lnSpc>
                <a:spcPct val="100000"/>
              </a:lnSpc>
              <a:spcBef>
                <a:spcPts val="0"/>
              </a:spcBef>
              <a:spcAft>
                <a:spcPts val="0"/>
              </a:spcAft>
              <a:buSzPts val="1400"/>
              <a:buNone/>
              <a:defRPr b="0" i="0" sz="2400" u="none" cap="none" strike="noStrike">
                <a:solidFill>
                  <a:schemeClr val="lt1"/>
                </a:solidFill>
                <a:latin typeface="Arial"/>
                <a:ea typeface="Arial"/>
                <a:cs typeface="Arial"/>
                <a:sym typeface="Arial"/>
              </a:defRPr>
            </a:lvl7pPr>
            <a:lvl8pPr lvl="7" marR="0" rtl="0" algn="ctr">
              <a:lnSpc>
                <a:spcPct val="100000"/>
              </a:lnSpc>
              <a:spcBef>
                <a:spcPts val="0"/>
              </a:spcBef>
              <a:spcAft>
                <a:spcPts val="0"/>
              </a:spcAft>
              <a:buSzPts val="1400"/>
              <a:buNone/>
              <a:defRPr b="0" i="0" sz="2400" u="none" cap="none" strike="noStrike">
                <a:solidFill>
                  <a:schemeClr val="lt1"/>
                </a:solidFill>
                <a:latin typeface="Arial"/>
                <a:ea typeface="Arial"/>
                <a:cs typeface="Arial"/>
                <a:sym typeface="Arial"/>
              </a:defRPr>
            </a:lvl8pPr>
            <a:lvl9pPr lvl="8" marR="0" rtl="0" algn="ctr">
              <a:lnSpc>
                <a:spcPct val="100000"/>
              </a:lnSpc>
              <a:spcBef>
                <a:spcPts val="0"/>
              </a:spcBef>
              <a:spcAft>
                <a:spcPts val="0"/>
              </a:spcAft>
              <a:buSzPts val="1400"/>
              <a:buNone/>
              <a:defRPr b="0" i="0" sz="2400" u="none" cap="none" strike="noStrike">
                <a:solidFill>
                  <a:schemeClr val="lt1"/>
                </a:solidFill>
                <a:latin typeface="Arial"/>
                <a:ea typeface="Arial"/>
                <a:cs typeface="Arial"/>
                <a:sym typeface="Arial"/>
              </a:defRPr>
            </a:lvl9pPr>
          </a:lstStyle>
          <a:p/>
        </p:txBody>
      </p:sp>
      <p:sp>
        <p:nvSpPr>
          <p:cNvPr id="188" name="Google Shape;188;p72"/>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200" u="none">
                <a:solidFill>
                  <a:srgbClr val="D1EAEE"/>
                </a:solidFill>
                <a:latin typeface="Arial"/>
                <a:ea typeface="Arial"/>
                <a:cs typeface="Arial"/>
                <a:sym typeface="Arial"/>
              </a:defRPr>
            </a:lvl1pPr>
            <a:lvl2pPr lvl="1" marR="0" rtl="0" algn="ctr">
              <a:lnSpc>
                <a:spcPct val="100000"/>
              </a:lnSpc>
              <a:spcBef>
                <a:spcPts val="0"/>
              </a:spcBef>
              <a:spcAft>
                <a:spcPts val="0"/>
              </a:spcAft>
              <a:buSzPts val="1400"/>
              <a:buNone/>
              <a:defRPr b="0" i="0" sz="2400" u="none" cap="none" strike="noStrike">
                <a:solidFill>
                  <a:schemeClr val="lt1"/>
                </a:solidFill>
                <a:latin typeface="Arial"/>
                <a:ea typeface="Arial"/>
                <a:cs typeface="Arial"/>
                <a:sym typeface="Arial"/>
              </a:defRPr>
            </a:lvl2pPr>
            <a:lvl3pPr lvl="2" marR="0" rtl="0" algn="ctr">
              <a:lnSpc>
                <a:spcPct val="100000"/>
              </a:lnSpc>
              <a:spcBef>
                <a:spcPts val="0"/>
              </a:spcBef>
              <a:spcAft>
                <a:spcPts val="0"/>
              </a:spcAft>
              <a:buSzPts val="1400"/>
              <a:buNone/>
              <a:defRPr b="0" i="0" sz="2400" u="none" cap="none" strike="noStrike">
                <a:solidFill>
                  <a:schemeClr val="lt1"/>
                </a:solidFill>
                <a:latin typeface="Arial"/>
                <a:ea typeface="Arial"/>
                <a:cs typeface="Arial"/>
                <a:sym typeface="Arial"/>
              </a:defRPr>
            </a:lvl3pPr>
            <a:lvl4pPr lvl="3" marR="0" rtl="0" algn="ctr">
              <a:lnSpc>
                <a:spcPct val="100000"/>
              </a:lnSpc>
              <a:spcBef>
                <a:spcPts val="0"/>
              </a:spcBef>
              <a:spcAft>
                <a:spcPts val="0"/>
              </a:spcAft>
              <a:buSzPts val="1400"/>
              <a:buNone/>
              <a:defRPr b="0" i="0" sz="2400" u="none" cap="none" strike="noStrike">
                <a:solidFill>
                  <a:schemeClr val="lt1"/>
                </a:solidFill>
                <a:latin typeface="Arial"/>
                <a:ea typeface="Arial"/>
                <a:cs typeface="Arial"/>
                <a:sym typeface="Arial"/>
              </a:defRPr>
            </a:lvl4pPr>
            <a:lvl5pPr lvl="4" marR="0" rtl="0" algn="ctr">
              <a:lnSpc>
                <a:spcPct val="100000"/>
              </a:lnSpc>
              <a:spcBef>
                <a:spcPts val="0"/>
              </a:spcBef>
              <a:spcAft>
                <a:spcPts val="0"/>
              </a:spcAft>
              <a:buSzPts val="1400"/>
              <a:buNone/>
              <a:defRPr b="0" i="0" sz="2400" u="none" cap="none" strike="noStrike">
                <a:solidFill>
                  <a:schemeClr val="lt1"/>
                </a:solidFill>
                <a:latin typeface="Arial"/>
                <a:ea typeface="Arial"/>
                <a:cs typeface="Arial"/>
                <a:sym typeface="Arial"/>
              </a:defRPr>
            </a:lvl5pPr>
            <a:lvl6pPr lvl="5" marR="0" rtl="0" algn="ctr">
              <a:lnSpc>
                <a:spcPct val="100000"/>
              </a:lnSpc>
              <a:spcBef>
                <a:spcPts val="0"/>
              </a:spcBef>
              <a:spcAft>
                <a:spcPts val="0"/>
              </a:spcAft>
              <a:buSzPts val="1400"/>
              <a:buNone/>
              <a:defRPr b="0" i="0" sz="2400" u="none" cap="none" strike="noStrike">
                <a:solidFill>
                  <a:schemeClr val="lt1"/>
                </a:solidFill>
                <a:latin typeface="Arial"/>
                <a:ea typeface="Arial"/>
                <a:cs typeface="Arial"/>
                <a:sym typeface="Arial"/>
              </a:defRPr>
            </a:lvl6pPr>
            <a:lvl7pPr lvl="6" marR="0" rtl="0" algn="ctr">
              <a:lnSpc>
                <a:spcPct val="100000"/>
              </a:lnSpc>
              <a:spcBef>
                <a:spcPts val="0"/>
              </a:spcBef>
              <a:spcAft>
                <a:spcPts val="0"/>
              </a:spcAft>
              <a:buSzPts val="1400"/>
              <a:buNone/>
              <a:defRPr b="0" i="0" sz="2400" u="none" cap="none" strike="noStrike">
                <a:solidFill>
                  <a:schemeClr val="lt1"/>
                </a:solidFill>
                <a:latin typeface="Arial"/>
                <a:ea typeface="Arial"/>
                <a:cs typeface="Arial"/>
                <a:sym typeface="Arial"/>
              </a:defRPr>
            </a:lvl7pPr>
            <a:lvl8pPr lvl="7" marR="0" rtl="0" algn="ctr">
              <a:lnSpc>
                <a:spcPct val="100000"/>
              </a:lnSpc>
              <a:spcBef>
                <a:spcPts val="0"/>
              </a:spcBef>
              <a:spcAft>
                <a:spcPts val="0"/>
              </a:spcAft>
              <a:buSzPts val="1400"/>
              <a:buNone/>
              <a:defRPr b="0" i="0" sz="2400" u="none" cap="none" strike="noStrike">
                <a:solidFill>
                  <a:schemeClr val="lt1"/>
                </a:solidFill>
                <a:latin typeface="Arial"/>
                <a:ea typeface="Arial"/>
                <a:cs typeface="Arial"/>
                <a:sym typeface="Arial"/>
              </a:defRPr>
            </a:lvl8pPr>
            <a:lvl9pPr lvl="8" marR="0" rtl="0" algn="ctr">
              <a:lnSpc>
                <a:spcPct val="100000"/>
              </a:lnSpc>
              <a:spcBef>
                <a:spcPts val="0"/>
              </a:spcBef>
              <a:spcAft>
                <a:spcPts val="0"/>
              </a:spcAft>
              <a:buSzPts val="1400"/>
              <a:buNone/>
              <a:defRPr b="0" i="0" sz="2400" u="none" cap="none" strike="noStrike">
                <a:solidFill>
                  <a:schemeClr val="lt1"/>
                </a:solidFill>
                <a:latin typeface="Arial"/>
                <a:ea typeface="Arial"/>
                <a:cs typeface="Arial"/>
                <a:sym typeface="Arial"/>
              </a:defRPr>
            </a:lvl9pPr>
          </a:lstStyle>
          <a:p/>
        </p:txBody>
      </p:sp>
      <p:sp>
        <p:nvSpPr>
          <p:cNvPr id="189" name="Google Shape;189;p7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1pPr>
            <a:lvl2pPr indent="0" lvl="1" marL="0" marR="0" rtl="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2pPr>
            <a:lvl3pPr indent="0" lvl="2" marL="0" marR="0" rtl="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3pPr>
            <a:lvl4pPr indent="0" lvl="3" marL="0" marR="0" rtl="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4pPr>
            <a:lvl5pPr indent="0" lvl="4" marL="0" marR="0" rtl="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5pPr>
            <a:lvl6pPr indent="0" lvl="5" marL="0" marR="0" rtl="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6pPr>
            <a:lvl7pPr indent="0" lvl="6" marL="0" marR="0" rtl="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7pPr>
            <a:lvl8pPr indent="0" lvl="7" marL="0" marR="0" rtl="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8pPr>
            <a:lvl9pPr indent="0" lvl="8" marL="0" marR="0" rtl="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75"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96" name="Shape 196"/>
        <p:cNvGrpSpPr/>
        <p:nvPr/>
      </p:nvGrpSpPr>
      <p:grpSpPr>
        <a:xfrm>
          <a:off x="0" y="0"/>
          <a:ext cx="0" cy="0"/>
          <a:chOff x="0" y="0"/>
          <a:chExt cx="0" cy="0"/>
        </a:xfrm>
      </p:grpSpPr>
      <p:sp>
        <p:nvSpPr>
          <p:cNvPr id="197" name="Google Shape;197;p74"/>
          <p:cNvSpPr/>
          <p:nvPr/>
        </p:nvSpPr>
        <p:spPr>
          <a:xfrm>
            <a:off x="-9525" y="-7937"/>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F">
                  <a:alpha val="44705"/>
                </a:srgbClr>
              </a:gs>
              <a:gs pos="100000">
                <a:srgbClr val="00EBF8">
                  <a:alpha val="54901"/>
                </a:srgbClr>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lt1"/>
              </a:solidFill>
              <a:latin typeface="Arial"/>
              <a:ea typeface="Arial"/>
              <a:cs typeface="Arial"/>
              <a:sym typeface="Arial"/>
            </a:endParaRPr>
          </a:p>
        </p:txBody>
      </p:sp>
      <p:sp>
        <p:nvSpPr>
          <p:cNvPr id="198" name="Google Shape;198;p74"/>
          <p:cNvSpPr/>
          <p:nvPr/>
        </p:nvSpPr>
        <p:spPr>
          <a:xfrm>
            <a:off x="4381500" y="-7937"/>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DB6"/>
              </a:gs>
              <a:gs pos="80000">
                <a:srgbClr val="009BE5"/>
              </a:gs>
              <a:gs pos="100000">
                <a:srgbClr val="009BE5"/>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lt1"/>
              </a:solidFill>
              <a:latin typeface="Arial"/>
              <a:ea typeface="Arial"/>
              <a:cs typeface="Arial"/>
              <a:sym typeface="Arial"/>
            </a:endParaRPr>
          </a:p>
        </p:txBody>
      </p:sp>
      <p:grpSp>
        <p:nvGrpSpPr>
          <p:cNvPr id="199" name="Google Shape;199;p74"/>
          <p:cNvGrpSpPr/>
          <p:nvPr/>
        </p:nvGrpSpPr>
        <p:grpSpPr>
          <a:xfrm>
            <a:off x="-29327" y="-14808"/>
            <a:ext cx="9198219" cy="1083716"/>
            <a:chOff x="-29322" y="-1971"/>
            <a:chExt cx="9198255" cy="1086266"/>
          </a:xfrm>
        </p:grpSpPr>
        <p:sp>
          <p:nvSpPr>
            <p:cNvPr id="200" name="Google Shape;200;p74"/>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400"/>
                <a:buFont typeface="Arial"/>
                <a:buNone/>
              </a:pPr>
              <a:r>
                <a:t/>
              </a:r>
              <a:endParaRPr b="0" i="0" sz="2400" u="none" cap="none" strike="noStrike">
                <a:solidFill>
                  <a:schemeClr val="lt1"/>
                </a:solidFill>
                <a:latin typeface="Arial"/>
                <a:ea typeface="Arial"/>
                <a:cs typeface="Arial"/>
                <a:sym typeface="Arial"/>
              </a:endParaRPr>
            </a:p>
          </p:txBody>
        </p:sp>
        <p:sp>
          <p:nvSpPr>
            <p:cNvPr id="201" name="Google Shape;201;p74"/>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400"/>
                <a:buFont typeface="Arial"/>
                <a:buNone/>
              </a:pPr>
              <a:r>
                <a:t/>
              </a:r>
              <a:endParaRPr b="0" i="0" sz="2400" u="none" cap="none" strike="noStrike">
                <a:solidFill>
                  <a:schemeClr val="lt1"/>
                </a:solidFill>
                <a:latin typeface="Arial"/>
                <a:ea typeface="Arial"/>
                <a:cs typeface="Arial"/>
                <a:sym typeface="Arial"/>
              </a:endParaRPr>
            </a:p>
          </p:txBody>
        </p:sp>
      </p:grpSp>
      <p:sp>
        <p:nvSpPr>
          <p:cNvPr id="202" name="Google Shape;202;p74"/>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1pPr>
            <a:lvl2pPr lvl="1"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2pPr>
            <a:lvl3pPr lvl="2"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3pPr>
            <a:lvl4pPr lvl="3"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4pPr>
            <a:lvl5pPr lvl="4"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5pPr>
            <a:lvl6pPr lvl="5"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6pPr>
            <a:lvl7pPr lvl="6"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7pPr>
            <a:lvl8pPr lvl="7"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8pPr>
            <a:lvl9pPr lvl="8"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9pPr>
          </a:lstStyle>
          <a:p/>
        </p:txBody>
      </p:sp>
      <p:sp>
        <p:nvSpPr>
          <p:cNvPr id="203" name="Google Shape;203;p74"/>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Autofit/>
          </a:bodyPr>
          <a:lstStyle>
            <a:lvl1pPr indent="-385445" lvl="0" marL="457200" marR="0" rtl="0" algn="l">
              <a:spcBef>
                <a:spcPts val="520"/>
              </a:spcBef>
              <a:spcAft>
                <a:spcPts val="0"/>
              </a:spcAft>
              <a:buClr>
                <a:srgbClr val="0BD0D9"/>
              </a:buClr>
              <a:buSzPts val="2470"/>
              <a:buFont typeface="Noto Sans Symbols"/>
              <a:buChar char="⚫"/>
              <a:defRPr b="0" i="0" sz="2600" u="none" cap="none" strike="noStrike">
                <a:solidFill>
                  <a:schemeClr val="lt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lt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lt1"/>
                </a:solidFill>
                <a:latin typeface="Constantia"/>
                <a:ea typeface="Constantia"/>
                <a:cs typeface="Constantia"/>
                <a:sym typeface="Constantia"/>
              </a:defRPr>
            </a:lvl3pPr>
            <a:lvl4pPr indent="-311150" lvl="3" marL="1828800" marR="0" rtl="0" algn="l">
              <a:spcBef>
                <a:spcPts val="400"/>
              </a:spcBef>
              <a:spcAft>
                <a:spcPts val="0"/>
              </a:spcAft>
              <a:buClr>
                <a:srgbClr val="0BD0D9"/>
              </a:buClr>
              <a:buSzPts val="1300"/>
              <a:buFont typeface="Noto Sans Symbols"/>
              <a:buChar char="⚫"/>
              <a:defRPr b="0" i="0" sz="2000" u="none" cap="none" strike="noStrike">
                <a:solidFill>
                  <a:schemeClr val="lt1"/>
                </a:solidFill>
                <a:latin typeface="Constantia"/>
                <a:ea typeface="Constantia"/>
                <a:cs typeface="Constantia"/>
                <a:sym typeface="Constantia"/>
              </a:defRPr>
            </a:lvl4pPr>
            <a:lvl5pPr indent="-311150" lvl="4" marL="2286000" marR="0" rtl="0" algn="l">
              <a:spcBef>
                <a:spcPts val="400"/>
              </a:spcBef>
              <a:spcAft>
                <a:spcPts val="0"/>
              </a:spcAft>
              <a:buClr>
                <a:srgbClr val="10CF9B"/>
              </a:buClr>
              <a:buSzPts val="1300"/>
              <a:buFont typeface="Noto Sans Symbols"/>
              <a:buChar char="⚫"/>
              <a:defRPr b="0" i="0" sz="2000" u="none" cap="none" strike="noStrike">
                <a:solidFill>
                  <a:schemeClr val="lt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lt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lt1"/>
                </a:solidFill>
                <a:latin typeface="Constantia"/>
                <a:ea typeface="Constantia"/>
                <a:cs typeface="Constantia"/>
                <a:sym typeface="Constantia"/>
              </a:defRPr>
            </a:lvl7pPr>
            <a:lvl8pPr indent="-330200" lvl="7" marL="3657600" marR="0" rtl="0" algn="l">
              <a:spcBef>
                <a:spcPts val="320"/>
              </a:spcBef>
              <a:spcAft>
                <a:spcPts val="0"/>
              </a:spcAft>
              <a:buClr>
                <a:schemeClr val="lt2"/>
              </a:buClr>
              <a:buSzPts val="1600"/>
              <a:buFont typeface="Constantia"/>
              <a:buChar char="•"/>
              <a:defRPr b="0" i="0" sz="1600" u="none" cap="none" strike="noStrike">
                <a:solidFill>
                  <a:schemeClr val="lt1"/>
                </a:solidFill>
                <a:latin typeface="Constantia"/>
                <a:ea typeface="Constantia"/>
                <a:cs typeface="Constantia"/>
                <a:sym typeface="Constantia"/>
              </a:defRPr>
            </a:lvl8pPr>
            <a:lvl9pPr indent="-317500" lvl="8" marL="4114800" marR="0" rtl="0" algn="l">
              <a:spcBef>
                <a:spcPts val="280"/>
              </a:spcBef>
              <a:spcAft>
                <a:spcPts val="0"/>
              </a:spcAft>
              <a:buClr>
                <a:schemeClr val="lt2"/>
              </a:buClr>
              <a:buSzPts val="1400"/>
              <a:buFont typeface="Constantia"/>
              <a:buChar char="•"/>
              <a:defRPr b="0" i="0" sz="1400" u="none" cap="none" strike="noStrike">
                <a:solidFill>
                  <a:schemeClr val="lt1"/>
                </a:solidFill>
                <a:latin typeface="Constantia"/>
                <a:ea typeface="Constantia"/>
                <a:cs typeface="Constantia"/>
                <a:sym typeface="Constantia"/>
              </a:defRPr>
            </a:lvl9pPr>
          </a:lstStyle>
          <a:p/>
        </p:txBody>
      </p:sp>
      <p:sp>
        <p:nvSpPr>
          <p:cNvPr id="204" name="Google Shape;204;p74"/>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200" u="none">
                <a:solidFill>
                  <a:srgbClr val="D1EAEE"/>
                </a:solidFill>
                <a:latin typeface="Arial"/>
                <a:ea typeface="Arial"/>
                <a:cs typeface="Arial"/>
                <a:sym typeface="Arial"/>
              </a:defRPr>
            </a:lvl1pPr>
            <a:lvl2pPr lvl="1" marR="0" rtl="0" algn="ctr">
              <a:lnSpc>
                <a:spcPct val="100000"/>
              </a:lnSpc>
              <a:spcBef>
                <a:spcPts val="0"/>
              </a:spcBef>
              <a:spcAft>
                <a:spcPts val="0"/>
              </a:spcAft>
              <a:buSzPts val="1400"/>
              <a:buNone/>
              <a:defRPr b="0" i="0" sz="2400" u="none" cap="none" strike="noStrike">
                <a:solidFill>
                  <a:schemeClr val="lt1"/>
                </a:solidFill>
                <a:latin typeface="Arial"/>
                <a:ea typeface="Arial"/>
                <a:cs typeface="Arial"/>
                <a:sym typeface="Arial"/>
              </a:defRPr>
            </a:lvl2pPr>
            <a:lvl3pPr lvl="2" marR="0" rtl="0" algn="ctr">
              <a:lnSpc>
                <a:spcPct val="100000"/>
              </a:lnSpc>
              <a:spcBef>
                <a:spcPts val="0"/>
              </a:spcBef>
              <a:spcAft>
                <a:spcPts val="0"/>
              </a:spcAft>
              <a:buSzPts val="1400"/>
              <a:buNone/>
              <a:defRPr b="0" i="0" sz="2400" u="none" cap="none" strike="noStrike">
                <a:solidFill>
                  <a:schemeClr val="lt1"/>
                </a:solidFill>
                <a:latin typeface="Arial"/>
                <a:ea typeface="Arial"/>
                <a:cs typeface="Arial"/>
                <a:sym typeface="Arial"/>
              </a:defRPr>
            </a:lvl3pPr>
            <a:lvl4pPr lvl="3" marR="0" rtl="0" algn="ctr">
              <a:lnSpc>
                <a:spcPct val="100000"/>
              </a:lnSpc>
              <a:spcBef>
                <a:spcPts val="0"/>
              </a:spcBef>
              <a:spcAft>
                <a:spcPts val="0"/>
              </a:spcAft>
              <a:buSzPts val="1400"/>
              <a:buNone/>
              <a:defRPr b="0" i="0" sz="2400" u="none" cap="none" strike="noStrike">
                <a:solidFill>
                  <a:schemeClr val="lt1"/>
                </a:solidFill>
                <a:latin typeface="Arial"/>
                <a:ea typeface="Arial"/>
                <a:cs typeface="Arial"/>
                <a:sym typeface="Arial"/>
              </a:defRPr>
            </a:lvl4pPr>
            <a:lvl5pPr lvl="4" marR="0" rtl="0" algn="ctr">
              <a:lnSpc>
                <a:spcPct val="100000"/>
              </a:lnSpc>
              <a:spcBef>
                <a:spcPts val="0"/>
              </a:spcBef>
              <a:spcAft>
                <a:spcPts val="0"/>
              </a:spcAft>
              <a:buSzPts val="1400"/>
              <a:buNone/>
              <a:defRPr b="0" i="0" sz="2400" u="none" cap="none" strike="noStrike">
                <a:solidFill>
                  <a:schemeClr val="lt1"/>
                </a:solidFill>
                <a:latin typeface="Arial"/>
                <a:ea typeface="Arial"/>
                <a:cs typeface="Arial"/>
                <a:sym typeface="Arial"/>
              </a:defRPr>
            </a:lvl5pPr>
            <a:lvl6pPr lvl="5" marR="0" rtl="0" algn="ctr">
              <a:lnSpc>
                <a:spcPct val="100000"/>
              </a:lnSpc>
              <a:spcBef>
                <a:spcPts val="0"/>
              </a:spcBef>
              <a:spcAft>
                <a:spcPts val="0"/>
              </a:spcAft>
              <a:buSzPts val="1400"/>
              <a:buNone/>
              <a:defRPr b="0" i="0" sz="2400" u="none" cap="none" strike="noStrike">
                <a:solidFill>
                  <a:schemeClr val="lt1"/>
                </a:solidFill>
                <a:latin typeface="Arial"/>
                <a:ea typeface="Arial"/>
                <a:cs typeface="Arial"/>
                <a:sym typeface="Arial"/>
              </a:defRPr>
            </a:lvl6pPr>
            <a:lvl7pPr lvl="6" marR="0" rtl="0" algn="ctr">
              <a:lnSpc>
                <a:spcPct val="100000"/>
              </a:lnSpc>
              <a:spcBef>
                <a:spcPts val="0"/>
              </a:spcBef>
              <a:spcAft>
                <a:spcPts val="0"/>
              </a:spcAft>
              <a:buSzPts val="1400"/>
              <a:buNone/>
              <a:defRPr b="0" i="0" sz="2400" u="none" cap="none" strike="noStrike">
                <a:solidFill>
                  <a:schemeClr val="lt1"/>
                </a:solidFill>
                <a:latin typeface="Arial"/>
                <a:ea typeface="Arial"/>
                <a:cs typeface="Arial"/>
                <a:sym typeface="Arial"/>
              </a:defRPr>
            </a:lvl7pPr>
            <a:lvl8pPr lvl="7" marR="0" rtl="0" algn="ctr">
              <a:lnSpc>
                <a:spcPct val="100000"/>
              </a:lnSpc>
              <a:spcBef>
                <a:spcPts val="0"/>
              </a:spcBef>
              <a:spcAft>
                <a:spcPts val="0"/>
              </a:spcAft>
              <a:buSzPts val="1400"/>
              <a:buNone/>
              <a:defRPr b="0" i="0" sz="2400" u="none" cap="none" strike="noStrike">
                <a:solidFill>
                  <a:schemeClr val="lt1"/>
                </a:solidFill>
                <a:latin typeface="Arial"/>
                <a:ea typeface="Arial"/>
                <a:cs typeface="Arial"/>
                <a:sym typeface="Arial"/>
              </a:defRPr>
            </a:lvl8pPr>
            <a:lvl9pPr lvl="8" marR="0" rtl="0" algn="ctr">
              <a:lnSpc>
                <a:spcPct val="100000"/>
              </a:lnSpc>
              <a:spcBef>
                <a:spcPts val="0"/>
              </a:spcBef>
              <a:spcAft>
                <a:spcPts val="0"/>
              </a:spcAft>
              <a:buSzPts val="1400"/>
              <a:buNone/>
              <a:defRPr b="0" i="0" sz="2400" u="none" cap="none" strike="noStrike">
                <a:solidFill>
                  <a:schemeClr val="lt1"/>
                </a:solidFill>
                <a:latin typeface="Arial"/>
                <a:ea typeface="Arial"/>
                <a:cs typeface="Arial"/>
                <a:sym typeface="Arial"/>
              </a:defRPr>
            </a:lvl9pPr>
          </a:lstStyle>
          <a:p/>
        </p:txBody>
      </p:sp>
      <p:sp>
        <p:nvSpPr>
          <p:cNvPr id="205" name="Google Shape;205;p74"/>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200" u="none">
                <a:solidFill>
                  <a:srgbClr val="D1EAEE"/>
                </a:solidFill>
                <a:latin typeface="Arial"/>
                <a:ea typeface="Arial"/>
                <a:cs typeface="Arial"/>
                <a:sym typeface="Arial"/>
              </a:defRPr>
            </a:lvl1pPr>
            <a:lvl2pPr lvl="1" marR="0" rtl="0" algn="ctr">
              <a:lnSpc>
                <a:spcPct val="100000"/>
              </a:lnSpc>
              <a:spcBef>
                <a:spcPts val="0"/>
              </a:spcBef>
              <a:spcAft>
                <a:spcPts val="0"/>
              </a:spcAft>
              <a:buSzPts val="1400"/>
              <a:buNone/>
              <a:defRPr b="0" i="0" sz="2400" u="none" cap="none" strike="noStrike">
                <a:solidFill>
                  <a:schemeClr val="lt1"/>
                </a:solidFill>
                <a:latin typeface="Arial"/>
                <a:ea typeface="Arial"/>
                <a:cs typeface="Arial"/>
                <a:sym typeface="Arial"/>
              </a:defRPr>
            </a:lvl2pPr>
            <a:lvl3pPr lvl="2" marR="0" rtl="0" algn="ctr">
              <a:lnSpc>
                <a:spcPct val="100000"/>
              </a:lnSpc>
              <a:spcBef>
                <a:spcPts val="0"/>
              </a:spcBef>
              <a:spcAft>
                <a:spcPts val="0"/>
              </a:spcAft>
              <a:buSzPts val="1400"/>
              <a:buNone/>
              <a:defRPr b="0" i="0" sz="2400" u="none" cap="none" strike="noStrike">
                <a:solidFill>
                  <a:schemeClr val="lt1"/>
                </a:solidFill>
                <a:latin typeface="Arial"/>
                <a:ea typeface="Arial"/>
                <a:cs typeface="Arial"/>
                <a:sym typeface="Arial"/>
              </a:defRPr>
            </a:lvl3pPr>
            <a:lvl4pPr lvl="3" marR="0" rtl="0" algn="ctr">
              <a:lnSpc>
                <a:spcPct val="100000"/>
              </a:lnSpc>
              <a:spcBef>
                <a:spcPts val="0"/>
              </a:spcBef>
              <a:spcAft>
                <a:spcPts val="0"/>
              </a:spcAft>
              <a:buSzPts val="1400"/>
              <a:buNone/>
              <a:defRPr b="0" i="0" sz="2400" u="none" cap="none" strike="noStrike">
                <a:solidFill>
                  <a:schemeClr val="lt1"/>
                </a:solidFill>
                <a:latin typeface="Arial"/>
                <a:ea typeface="Arial"/>
                <a:cs typeface="Arial"/>
                <a:sym typeface="Arial"/>
              </a:defRPr>
            </a:lvl4pPr>
            <a:lvl5pPr lvl="4" marR="0" rtl="0" algn="ctr">
              <a:lnSpc>
                <a:spcPct val="100000"/>
              </a:lnSpc>
              <a:spcBef>
                <a:spcPts val="0"/>
              </a:spcBef>
              <a:spcAft>
                <a:spcPts val="0"/>
              </a:spcAft>
              <a:buSzPts val="1400"/>
              <a:buNone/>
              <a:defRPr b="0" i="0" sz="2400" u="none" cap="none" strike="noStrike">
                <a:solidFill>
                  <a:schemeClr val="lt1"/>
                </a:solidFill>
                <a:latin typeface="Arial"/>
                <a:ea typeface="Arial"/>
                <a:cs typeface="Arial"/>
                <a:sym typeface="Arial"/>
              </a:defRPr>
            </a:lvl5pPr>
            <a:lvl6pPr lvl="5" marR="0" rtl="0" algn="ctr">
              <a:lnSpc>
                <a:spcPct val="100000"/>
              </a:lnSpc>
              <a:spcBef>
                <a:spcPts val="0"/>
              </a:spcBef>
              <a:spcAft>
                <a:spcPts val="0"/>
              </a:spcAft>
              <a:buSzPts val="1400"/>
              <a:buNone/>
              <a:defRPr b="0" i="0" sz="2400" u="none" cap="none" strike="noStrike">
                <a:solidFill>
                  <a:schemeClr val="lt1"/>
                </a:solidFill>
                <a:latin typeface="Arial"/>
                <a:ea typeface="Arial"/>
                <a:cs typeface="Arial"/>
                <a:sym typeface="Arial"/>
              </a:defRPr>
            </a:lvl6pPr>
            <a:lvl7pPr lvl="6" marR="0" rtl="0" algn="ctr">
              <a:lnSpc>
                <a:spcPct val="100000"/>
              </a:lnSpc>
              <a:spcBef>
                <a:spcPts val="0"/>
              </a:spcBef>
              <a:spcAft>
                <a:spcPts val="0"/>
              </a:spcAft>
              <a:buSzPts val="1400"/>
              <a:buNone/>
              <a:defRPr b="0" i="0" sz="2400" u="none" cap="none" strike="noStrike">
                <a:solidFill>
                  <a:schemeClr val="lt1"/>
                </a:solidFill>
                <a:latin typeface="Arial"/>
                <a:ea typeface="Arial"/>
                <a:cs typeface="Arial"/>
                <a:sym typeface="Arial"/>
              </a:defRPr>
            </a:lvl7pPr>
            <a:lvl8pPr lvl="7" marR="0" rtl="0" algn="ctr">
              <a:lnSpc>
                <a:spcPct val="100000"/>
              </a:lnSpc>
              <a:spcBef>
                <a:spcPts val="0"/>
              </a:spcBef>
              <a:spcAft>
                <a:spcPts val="0"/>
              </a:spcAft>
              <a:buSzPts val="1400"/>
              <a:buNone/>
              <a:defRPr b="0" i="0" sz="2400" u="none" cap="none" strike="noStrike">
                <a:solidFill>
                  <a:schemeClr val="lt1"/>
                </a:solidFill>
                <a:latin typeface="Arial"/>
                <a:ea typeface="Arial"/>
                <a:cs typeface="Arial"/>
                <a:sym typeface="Arial"/>
              </a:defRPr>
            </a:lvl8pPr>
            <a:lvl9pPr lvl="8" marR="0" rtl="0" algn="ctr">
              <a:lnSpc>
                <a:spcPct val="100000"/>
              </a:lnSpc>
              <a:spcBef>
                <a:spcPts val="0"/>
              </a:spcBef>
              <a:spcAft>
                <a:spcPts val="0"/>
              </a:spcAft>
              <a:buSzPts val="1400"/>
              <a:buNone/>
              <a:defRPr b="0" i="0" sz="2400" u="none" cap="none" strike="noStrike">
                <a:solidFill>
                  <a:schemeClr val="lt1"/>
                </a:solidFill>
                <a:latin typeface="Arial"/>
                <a:ea typeface="Arial"/>
                <a:cs typeface="Arial"/>
                <a:sym typeface="Arial"/>
              </a:defRPr>
            </a:lvl9pPr>
          </a:lstStyle>
          <a:p/>
        </p:txBody>
      </p:sp>
      <p:sp>
        <p:nvSpPr>
          <p:cNvPr id="206" name="Google Shape;206;p7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1pPr>
            <a:lvl2pPr indent="0" lvl="1" marL="0" marR="0" rtl="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2pPr>
            <a:lvl3pPr indent="0" lvl="2" marL="0" marR="0" rtl="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3pPr>
            <a:lvl4pPr indent="0" lvl="3" marL="0" marR="0" rtl="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4pPr>
            <a:lvl5pPr indent="0" lvl="4" marL="0" marR="0" rtl="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5pPr>
            <a:lvl6pPr indent="0" lvl="5" marL="0" marR="0" rtl="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6pPr>
            <a:lvl7pPr indent="0" lvl="6" marL="0" marR="0" rtl="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7pPr>
            <a:lvl8pPr indent="0" lvl="7" marL="0" marR="0" rtl="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8pPr>
            <a:lvl9pPr indent="0" lvl="8" marL="0" marR="0" rtl="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77"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13" name="Shape 213"/>
        <p:cNvGrpSpPr/>
        <p:nvPr/>
      </p:nvGrpSpPr>
      <p:grpSpPr>
        <a:xfrm>
          <a:off x="0" y="0"/>
          <a:ext cx="0" cy="0"/>
          <a:chOff x="0" y="0"/>
          <a:chExt cx="0" cy="0"/>
        </a:xfrm>
      </p:grpSpPr>
      <p:sp>
        <p:nvSpPr>
          <p:cNvPr id="214" name="Google Shape;214;p76"/>
          <p:cNvSpPr/>
          <p:nvPr/>
        </p:nvSpPr>
        <p:spPr>
          <a:xfrm>
            <a:off x="-9525" y="-7937"/>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F">
                  <a:alpha val="44705"/>
                </a:srgbClr>
              </a:gs>
              <a:gs pos="100000">
                <a:srgbClr val="00EBF8">
                  <a:alpha val="54901"/>
                </a:srgbClr>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215" name="Google Shape;215;p76"/>
          <p:cNvSpPr/>
          <p:nvPr/>
        </p:nvSpPr>
        <p:spPr>
          <a:xfrm>
            <a:off x="4381500" y="-7937"/>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DB6"/>
              </a:gs>
              <a:gs pos="80000">
                <a:srgbClr val="009BE5"/>
              </a:gs>
              <a:gs pos="100000">
                <a:srgbClr val="009BE5"/>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grpSp>
        <p:nvGrpSpPr>
          <p:cNvPr id="216" name="Google Shape;216;p76"/>
          <p:cNvGrpSpPr/>
          <p:nvPr/>
        </p:nvGrpSpPr>
        <p:grpSpPr>
          <a:xfrm>
            <a:off x="-29327" y="-14808"/>
            <a:ext cx="9198219" cy="1083716"/>
            <a:chOff x="-29322" y="-1971"/>
            <a:chExt cx="9198255" cy="1086266"/>
          </a:xfrm>
        </p:grpSpPr>
        <p:sp>
          <p:nvSpPr>
            <p:cNvPr id="217" name="Google Shape;217;p76"/>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18" name="Google Shape;218;p76"/>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grpSp>
      <p:sp>
        <p:nvSpPr>
          <p:cNvPr id="219" name="Google Shape;219;p76"/>
          <p:cNvSpPr/>
          <p:nvPr/>
        </p:nvSpPr>
        <p:spPr>
          <a:xfrm flipH="1" rot="-10380000">
            <a:off x="3165475" y="1108075"/>
            <a:ext cx="5257800" cy="4114800"/>
          </a:xfrm>
          <a:custGeom>
            <a:rect b="b" l="l" r="r" t="t"/>
            <a:pathLst>
              <a:path extrusionOk="0" h="4114800" w="5257800">
                <a:moveTo>
                  <a:pt x="0" y="0"/>
                </a:moveTo>
                <a:lnTo>
                  <a:pt x="5107774" y="0"/>
                </a:lnTo>
                <a:lnTo>
                  <a:pt x="5257800" y="150026"/>
                </a:lnTo>
                <a:lnTo>
                  <a:pt x="5257800" y="4114800"/>
                </a:lnTo>
                <a:lnTo>
                  <a:pt x="0" y="4114800"/>
                </a:lnTo>
                <a:lnTo>
                  <a:pt x="0" y="0"/>
                </a:lnTo>
                <a:lnTo>
                  <a:pt x="0" y="0"/>
                </a:lnTo>
                <a:close/>
              </a:path>
            </a:pathLst>
          </a:custGeom>
          <a:solidFill>
            <a:srgbClr val="FFFFFF"/>
          </a:solidFill>
          <a:ln cap="rnd" cmpd="sng" w="9525">
            <a:solidFill>
              <a:srgbClr val="C0C0C0"/>
            </a:solidFill>
            <a:prstDash val="solid"/>
            <a:miter lim="800000"/>
            <a:headEnd len="sm" w="sm" type="none"/>
            <a:tailEnd len="sm" w="sm" type="none"/>
          </a:ln>
          <a:effectLst>
            <a:outerShdw blurRad="63500" sx="98500" kx="98485" dir="7500041" dist="38499" sy="100079">
              <a:srgbClr val="000000">
                <a:alpha val="24705"/>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220" name="Google Shape;220;p76"/>
          <p:cNvSpPr/>
          <p:nvPr/>
        </p:nvSpPr>
        <p:spPr>
          <a:xfrm flipH="1" rot="-10380000">
            <a:off x="8004175" y="5359400"/>
            <a:ext cx="155575" cy="155575"/>
          </a:xfrm>
          <a:prstGeom prst="rtTriangle">
            <a:avLst/>
          </a:prstGeom>
          <a:solidFill>
            <a:srgbClr val="FFFFFF"/>
          </a:solidFill>
          <a:ln cap="flat" cmpd="sng" w="12700">
            <a:solidFill>
              <a:srgbClr val="FFFFFF"/>
            </a:solidFill>
            <a:prstDash val="solid"/>
            <a:bevel/>
            <a:headEnd len="sm" w="sm" type="none"/>
            <a:tailEnd len="sm" w="sm" type="none"/>
          </a:ln>
          <a:effectLst>
            <a:outerShdw blurRad="63500" dir="12899787" dist="6350">
              <a:srgbClr val="000000">
                <a:alpha val="46666"/>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221" name="Google Shape;221;p76"/>
          <p:cNvSpPr/>
          <p:nvPr/>
        </p:nvSpPr>
        <p:spPr>
          <a:xfrm flipH="1" rot="10800000">
            <a:off x="-9525" y="5816600"/>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F">
                  <a:alpha val="44705"/>
                </a:srgbClr>
              </a:gs>
              <a:gs pos="100000">
                <a:srgbClr val="00EBF8">
                  <a:alpha val="54901"/>
                </a:srgbClr>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222" name="Google Shape;222;p76"/>
          <p:cNvSpPr/>
          <p:nvPr/>
        </p:nvSpPr>
        <p:spPr>
          <a:xfrm flipH="1" rot="10800000">
            <a:off x="4381500" y="6219825"/>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DB6"/>
              </a:gs>
              <a:gs pos="80000">
                <a:srgbClr val="009BE5"/>
              </a:gs>
              <a:gs pos="100000">
                <a:srgbClr val="009BE5"/>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223" name="Google Shape;223;p76"/>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1pPr>
            <a:lvl2pPr lvl="1"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2pPr>
            <a:lvl3pPr lvl="2"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3pPr>
            <a:lvl4pPr lvl="3"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4pPr>
            <a:lvl5pPr lvl="4"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5pPr>
            <a:lvl6pPr lvl="5"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6pPr>
            <a:lvl7pPr lvl="6"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7pPr>
            <a:lvl8pPr lvl="7"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8pPr>
            <a:lvl9pPr lvl="8"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9pPr>
          </a:lstStyle>
          <a:p/>
        </p:txBody>
      </p:sp>
      <p:sp>
        <p:nvSpPr>
          <p:cNvPr id="224" name="Google Shape;224;p76"/>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Autofit/>
          </a:bodyPr>
          <a:lstStyle>
            <a:lvl1pPr indent="-385445" lvl="0" marL="457200" marR="0" rtl="0" algn="l">
              <a:spcBef>
                <a:spcPts val="520"/>
              </a:spcBef>
              <a:spcAft>
                <a:spcPts val="0"/>
              </a:spcAft>
              <a:buClr>
                <a:srgbClr val="0BD0D9"/>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indent="-311150" lvl="3" marL="1828800" marR="0" rtl="0" algn="l">
              <a:spcBef>
                <a:spcPts val="400"/>
              </a:spcBef>
              <a:spcAft>
                <a:spcPts val="0"/>
              </a:spcAft>
              <a:buClr>
                <a:srgbClr val="0BD0D9"/>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indent="-311150" lvl="4" marL="2286000" marR="0" rtl="0" algn="l">
              <a:spcBef>
                <a:spcPts val="400"/>
              </a:spcBef>
              <a:spcAft>
                <a:spcPts val="0"/>
              </a:spcAft>
              <a:buClr>
                <a:srgbClr val="10CF9B"/>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indent="-330200" lvl="7" marL="3657600"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indent="-317500" lvl="8" marL="4114800"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225" name="Google Shape;225;p76"/>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200" u="none">
                <a:solidFill>
                  <a:srgbClr val="045C75"/>
                </a:solidFill>
                <a:latin typeface="Arial"/>
                <a:ea typeface="Arial"/>
                <a:cs typeface="Arial"/>
                <a:sym typeface="Arial"/>
              </a:defRPr>
            </a:lvl1pPr>
            <a:lvl2pPr lvl="1" marR="0" rtl="0" algn="ctr">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2pPr>
            <a:lvl3pPr lvl="2" marR="0" rtl="0" algn="ctr">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3pPr>
            <a:lvl4pPr lvl="3" marR="0" rtl="0" algn="ctr">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4pPr>
            <a:lvl5pPr lvl="4" marR="0" rtl="0" algn="ctr">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5pPr>
            <a:lvl6pPr lvl="5" marR="0" rtl="0" algn="ctr">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ctr">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ctr">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ctr">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
        <p:nvSpPr>
          <p:cNvPr id="226" name="Google Shape;226;p76"/>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200" u="none">
                <a:solidFill>
                  <a:srgbClr val="045C75"/>
                </a:solidFill>
                <a:latin typeface="Arial"/>
                <a:ea typeface="Arial"/>
                <a:cs typeface="Arial"/>
                <a:sym typeface="Arial"/>
              </a:defRPr>
            </a:lvl1pPr>
            <a:lvl2pPr lvl="1" marR="0" rtl="0" algn="ctr">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2pPr>
            <a:lvl3pPr lvl="2" marR="0" rtl="0" algn="ctr">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3pPr>
            <a:lvl4pPr lvl="3" marR="0" rtl="0" algn="ctr">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4pPr>
            <a:lvl5pPr lvl="4" marR="0" rtl="0" algn="ctr">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5pPr>
            <a:lvl6pPr lvl="5" marR="0" rtl="0" algn="ctr">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ctr">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ctr">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ctr">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
        <p:nvSpPr>
          <p:cNvPr id="227" name="Google Shape;227;p76"/>
          <p:cNvSpPr txBox="1"/>
          <p:nvPr>
            <p:ph idx="12" type="sldNum"/>
          </p:nvPr>
        </p:nvSpPr>
        <p:spPr>
          <a:xfrm>
            <a:off x="8077200" y="6356350"/>
            <a:ext cx="609600" cy="365125"/>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1pPr>
            <a:lvl2pPr indent="0" lvl="1"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2pPr>
            <a:lvl3pPr indent="0" lvl="2"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3pPr>
            <a:lvl4pPr indent="0" lvl="3"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4pPr>
            <a:lvl5pPr indent="0" lvl="4"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5pPr>
            <a:lvl6pPr indent="0" lvl="5"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6pPr>
            <a:lvl7pPr indent="0" lvl="6"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7pPr>
            <a:lvl8pPr indent="0" lvl="7"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8pPr>
            <a:lvl9pPr indent="0" lvl="8"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79"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
          <p:cNvSpPr txBox="1"/>
          <p:nvPr/>
        </p:nvSpPr>
        <p:spPr>
          <a:xfrm>
            <a:off x="3390900" y="6356350"/>
            <a:ext cx="3352800" cy="365125"/>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Chương I - Tổng quan về mạng máy tính</a:t>
            </a:r>
            <a:endParaRPr/>
          </a:p>
        </p:txBody>
      </p:sp>
      <p:sp>
        <p:nvSpPr>
          <p:cNvPr id="240" name="Google Shape;240;p1"/>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
        <p:nvSpPr>
          <p:cNvPr id="241" name="Google Shape;241;p1"/>
          <p:cNvSpPr txBox="1"/>
          <p:nvPr>
            <p:ph idx="4294967295" type="title"/>
          </p:nvPr>
        </p:nvSpPr>
        <p:spPr>
          <a:xfrm>
            <a:off x="622300" y="1035050"/>
            <a:ext cx="8001000" cy="2965450"/>
          </a:xfrm>
          <a:prstGeom prst="rect">
            <a:avLst/>
          </a:prstGeom>
          <a:noFill/>
          <a:ln>
            <a:noFill/>
          </a:ln>
          <a:effectLst>
            <a:outerShdw blurRad="63500" dir="1106097" dist="40160">
              <a:schemeClr val="folHlink"/>
            </a:outerShdw>
          </a:effectLst>
        </p:spPr>
        <p:txBody>
          <a:bodyPr anchorCtr="0" anchor="b" bIns="0" lIns="0" spcFirstLastPara="1" rIns="0" wrap="square" tIns="45700">
            <a:noAutofit/>
          </a:bodyPr>
          <a:lstStyle/>
          <a:p>
            <a:pPr indent="0" lvl="0" marL="0" marR="0" rtl="0" algn="ctr">
              <a:lnSpc>
                <a:spcPct val="100000"/>
              </a:lnSpc>
              <a:spcBef>
                <a:spcPts val="0"/>
              </a:spcBef>
              <a:spcAft>
                <a:spcPts val="0"/>
              </a:spcAft>
              <a:buClr>
                <a:schemeClr val="dk1"/>
              </a:buClr>
              <a:buSzPts val="5900"/>
              <a:buFont typeface="Calibri"/>
              <a:buNone/>
            </a:pPr>
            <a:r>
              <a:rPr b="1" i="0" lang="en-US" sz="5900" u="none" cap="none" strike="noStrike">
                <a:solidFill>
                  <a:schemeClr val="dk1"/>
                </a:solidFill>
                <a:latin typeface="Calibri"/>
                <a:ea typeface="Calibri"/>
                <a:cs typeface="Calibri"/>
                <a:sym typeface="Calibri"/>
              </a:rPr>
              <a:t>MẠNG </a:t>
            </a:r>
            <a:br>
              <a:rPr b="1" i="0" lang="en-US" sz="5900" u="none" cap="none" strike="noStrike">
                <a:solidFill>
                  <a:schemeClr val="dk1"/>
                </a:solidFill>
                <a:latin typeface="Calibri"/>
                <a:ea typeface="Calibri"/>
                <a:cs typeface="Calibri"/>
                <a:sym typeface="Calibri"/>
              </a:rPr>
            </a:br>
            <a:r>
              <a:rPr b="1" i="0" lang="en-US" sz="5900" u="none" cap="none" strike="noStrike">
                <a:solidFill>
                  <a:schemeClr val="dk1"/>
                </a:solidFill>
                <a:latin typeface="Calibri"/>
                <a:ea typeface="Calibri"/>
                <a:cs typeface="Calibri"/>
                <a:sym typeface="Calibri"/>
              </a:rPr>
              <a:t>V</a:t>
            </a:r>
            <a:r>
              <a:rPr b="1" i="0" lang="en-US" sz="5900" u="none" cap="none" strike="noStrike">
                <a:solidFill>
                  <a:schemeClr val="dk1"/>
                </a:solidFill>
                <a:latin typeface="Arial"/>
                <a:ea typeface="Arial"/>
                <a:cs typeface="Arial"/>
                <a:sym typeface="Arial"/>
              </a:rPr>
              <a:t>À</a:t>
            </a:r>
            <a:r>
              <a:rPr b="1" i="0" lang="en-US" sz="5900" u="none" cap="none" strike="noStrike">
                <a:solidFill>
                  <a:schemeClr val="dk1"/>
                </a:solidFill>
                <a:latin typeface="Calibri"/>
                <a:ea typeface="Calibri"/>
                <a:cs typeface="Calibri"/>
                <a:sym typeface="Calibri"/>
              </a:rPr>
              <a:t> </a:t>
            </a:r>
            <a:br>
              <a:rPr b="1" i="0" lang="en-US" sz="5900" u="none" cap="none" strike="noStrike">
                <a:solidFill>
                  <a:schemeClr val="dk1"/>
                </a:solidFill>
                <a:latin typeface="Calibri"/>
                <a:ea typeface="Calibri"/>
                <a:cs typeface="Calibri"/>
                <a:sym typeface="Calibri"/>
              </a:rPr>
            </a:br>
            <a:r>
              <a:rPr b="1" i="0" lang="en-US" sz="5900" u="none" cap="none" strike="noStrike">
                <a:solidFill>
                  <a:schemeClr val="dk1"/>
                </a:solidFill>
                <a:latin typeface="Calibri"/>
                <a:ea typeface="Calibri"/>
                <a:cs typeface="Calibri"/>
                <a:sym typeface="Calibri"/>
              </a:rPr>
              <a:t>TRUYỀN THÔNG</a:t>
            </a:r>
            <a:endParaRPr/>
          </a:p>
        </p:txBody>
      </p:sp>
      <p:sp>
        <p:nvSpPr>
          <p:cNvPr id="242" name="Google Shape;242;p1"/>
          <p:cNvSpPr txBox="1"/>
          <p:nvPr/>
        </p:nvSpPr>
        <p:spPr>
          <a:xfrm>
            <a:off x="3290887" y="4946650"/>
            <a:ext cx="2938462" cy="647700"/>
          </a:xfrm>
          <a:prstGeom prst="rect">
            <a:avLst/>
          </a:prstGeom>
          <a:noFill/>
          <a:ln>
            <a:noFill/>
          </a:ln>
        </p:spPr>
        <p:txBody>
          <a:bodyPr anchorCtr="0" anchor="t" bIns="45700" lIns="91425" spcFirstLastPara="1" rIns="91425" wrap="square" tIns="45700">
            <a:spAutoFit/>
          </a:bodyPr>
          <a:lstStyle/>
          <a:p>
            <a:pPr indent="0" lvl="0" marL="0" marR="0" rtl="0" algn="ctr">
              <a:lnSpc>
                <a:spcPct val="125000"/>
              </a:lnSpc>
              <a:spcBef>
                <a:spcPts val="0"/>
              </a:spcBef>
              <a:spcAft>
                <a:spcPts val="0"/>
              </a:spcAft>
              <a:buClr>
                <a:schemeClr val="dk1"/>
              </a:buClr>
              <a:buSzPts val="3200"/>
              <a:buFont typeface="Arial"/>
              <a:buNone/>
            </a:pPr>
            <a:r>
              <a:rPr b="1" i="0" lang="en-US" sz="3200" u="none">
                <a:solidFill>
                  <a:schemeClr val="dk1"/>
                </a:solidFill>
                <a:latin typeface="Arial"/>
                <a:ea typeface="Arial"/>
                <a:cs typeface="Arial"/>
                <a:sym typeface="Arial"/>
              </a:rPr>
              <a:t>Khoa HTTTQL</a:t>
            </a:r>
            <a:endParaRPr/>
          </a:p>
        </p:txBody>
      </p:sp>
      <p:sp>
        <p:nvSpPr>
          <p:cNvPr id="243" name="Google Shape;243;p1"/>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
          <p:cNvSpPr txBox="1"/>
          <p:nvPr/>
        </p:nvSpPr>
        <p:spPr>
          <a:xfrm>
            <a:off x="3390900" y="6356350"/>
            <a:ext cx="3352800" cy="365125"/>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Chương I - Tổng quan về mạng máy tính</a:t>
            </a:r>
            <a:endParaRPr/>
          </a:p>
        </p:txBody>
      </p:sp>
      <p:sp>
        <p:nvSpPr>
          <p:cNvPr id="249" name="Google Shape;249;p2"/>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
        <p:nvSpPr>
          <p:cNvPr id="250" name="Google Shape;250;p2"/>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4600"/>
              <a:buFont typeface="Calibri"/>
              <a:buNone/>
            </a:pPr>
            <a:r>
              <a:rPr b="0" i="0" lang="en-US" sz="4600" u="none">
                <a:solidFill>
                  <a:schemeClr val="dk2"/>
                </a:solidFill>
                <a:latin typeface="Calibri"/>
                <a:ea typeface="Calibri"/>
                <a:cs typeface="Calibri"/>
                <a:sym typeface="Calibri"/>
              </a:rPr>
              <a:t>Bạn có thể làm gì khi </a:t>
            </a:r>
            <a:r>
              <a:rPr b="0" i="1" lang="en-US" sz="4600" u="none">
                <a:solidFill>
                  <a:schemeClr val="dk2"/>
                </a:solidFill>
                <a:latin typeface="Calibri"/>
                <a:ea typeface="Calibri"/>
                <a:cs typeface="Calibri"/>
                <a:sym typeface="Calibri"/>
              </a:rPr>
              <a:t>kết nối</a:t>
            </a:r>
            <a:r>
              <a:rPr b="0" i="0" lang="en-US" sz="4600" u="none">
                <a:solidFill>
                  <a:schemeClr val="dk2"/>
                </a:solidFill>
                <a:latin typeface="Calibri"/>
                <a:ea typeface="Calibri"/>
                <a:cs typeface="Calibri"/>
                <a:sym typeface="Calibri"/>
              </a:rPr>
              <a:t> với Internet ?</a:t>
            </a:r>
            <a:endParaRPr/>
          </a:p>
        </p:txBody>
      </p:sp>
      <p:pic>
        <p:nvPicPr>
          <p:cNvPr descr="j0287005" id="251" name="Google Shape;251;p2"/>
          <p:cNvPicPr preferRelativeResize="0"/>
          <p:nvPr/>
        </p:nvPicPr>
        <p:blipFill rotWithShape="1">
          <a:blip r:embed="rId3">
            <a:alphaModFix/>
          </a:blip>
          <a:srcRect b="0" l="0" r="0" t="0"/>
          <a:stretch/>
        </p:blipFill>
        <p:spPr>
          <a:xfrm>
            <a:off x="3722687" y="1931987"/>
            <a:ext cx="2068512" cy="3554412"/>
          </a:xfrm>
          <a:prstGeom prst="rect">
            <a:avLst/>
          </a:prstGeom>
          <a:noFill/>
          <a:ln>
            <a:noFill/>
          </a:ln>
        </p:spPr>
      </p:pic>
      <p:sp>
        <p:nvSpPr>
          <p:cNvPr id="252" name="Google Shape;252;p2"/>
          <p:cNvSpPr/>
          <p:nvPr/>
        </p:nvSpPr>
        <p:spPr>
          <a:xfrm>
            <a:off x="2967037" y="3525837"/>
            <a:ext cx="3451225" cy="1685925"/>
          </a:xfrm>
          <a:prstGeom prst="rect">
            <a:avLst/>
          </a:prstGeom>
        </p:spPr>
        <p:txBody>
          <a:bodyPr>
            <a:prstTxWarp prst="textPlain"/>
          </a:bodyPr>
          <a:lstStyle/>
          <a:p>
            <a:pPr lvl="0" algn="ctr"/>
            <a:r>
              <a:rPr b="0" i="0">
                <a:ln>
                  <a:noFill/>
                </a:ln>
                <a:gradFill>
                  <a:gsLst>
                    <a:gs pos="0">
                      <a:srgbClr val="9999FF"/>
                    </a:gs>
                    <a:gs pos="100000">
                      <a:srgbClr val="009999"/>
                    </a:gs>
                  </a:gsLst>
                  <a:lin ang="5400000" scaled="0"/>
                </a:gradFill>
                <a:latin typeface="Times New Roman"/>
              </a:rPr>
              <a:t>Internet </a:t>
            </a:r>
          </a:p>
        </p:txBody>
      </p:sp>
      <p:sp>
        <p:nvSpPr>
          <p:cNvPr id="253" name="Google Shape;253;p2"/>
          <p:cNvSpPr txBox="1"/>
          <p:nvPr/>
        </p:nvSpPr>
        <p:spPr>
          <a:xfrm>
            <a:off x="698500" y="2197100"/>
            <a:ext cx="2959100" cy="1603375"/>
          </a:xfrm>
          <a:prstGeom prst="rect">
            <a:avLst/>
          </a:prstGeom>
          <a:noFill/>
          <a:ln cap="sq" cmpd="sng" w="50800">
            <a:solidFill>
              <a:schemeClr val="folHlink"/>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Ngồi ở nhà hoàn thành các công việc được giao và báo cáo kết quả</a:t>
            </a:r>
            <a:endParaRPr/>
          </a:p>
        </p:txBody>
      </p:sp>
      <p:sp>
        <p:nvSpPr>
          <p:cNvPr id="254" name="Google Shape;254;p2"/>
          <p:cNvSpPr txBox="1"/>
          <p:nvPr/>
        </p:nvSpPr>
        <p:spPr>
          <a:xfrm>
            <a:off x="0" y="3911600"/>
            <a:ext cx="236220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255" name="Google Shape;255;p2"/>
          <p:cNvSpPr txBox="1"/>
          <p:nvPr/>
        </p:nvSpPr>
        <p:spPr>
          <a:xfrm>
            <a:off x="981075" y="4394200"/>
            <a:ext cx="2482850" cy="1968500"/>
          </a:xfrm>
          <a:prstGeom prst="rect">
            <a:avLst/>
          </a:prstGeom>
          <a:noFill/>
          <a:ln cap="sq" cmpd="sng" w="50800">
            <a:solidFill>
              <a:srgbClr val="FFCC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Tham dự cuộc họp cùng toàn thể công ty mà không cần đến trụ sở</a:t>
            </a:r>
            <a:endParaRPr/>
          </a:p>
        </p:txBody>
      </p:sp>
      <p:sp>
        <p:nvSpPr>
          <p:cNvPr id="256" name="Google Shape;256;p2"/>
          <p:cNvSpPr txBox="1"/>
          <p:nvPr/>
        </p:nvSpPr>
        <p:spPr>
          <a:xfrm>
            <a:off x="5835650" y="1358900"/>
            <a:ext cx="2019300" cy="1603375"/>
          </a:xfrm>
          <a:prstGeom prst="rect">
            <a:avLst/>
          </a:prstGeom>
          <a:noFill/>
          <a:ln cap="sq" cmpd="sng" w="50800">
            <a:solidFill>
              <a:srgbClr val="FF0066"/>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Đặt vé xem bộ mới nhất ở rạp chỉ cần gõ bàn phím</a:t>
            </a:r>
            <a:endParaRPr/>
          </a:p>
        </p:txBody>
      </p:sp>
      <p:sp>
        <p:nvSpPr>
          <p:cNvPr id="257" name="Google Shape;257;p2"/>
          <p:cNvSpPr txBox="1"/>
          <p:nvPr/>
        </p:nvSpPr>
        <p:spPr>
          <a:xfrm>
            <a:off x="6667500" y="3200400"/>
            <a:ext cx="2058987" cy="2333625"/>
          </a:xfrm>
          <a:prstGeom prst="rect">
            <a:avLst/>
          </a:prstGeom>
          <a:noFill/>
          <a:ln cap="sq" cmpd="sng" w="50800">
            <a:solidFill>
              <a:srgbClr val="99FF33"/>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Đi siêu thị ngắm hàng hoá mà chỉ cần những cái Click chuột</a:t>
            </a:r>
            <a:endParaRPr/>
          </a:p>
        </p:txBody>
      </p:sp>
      <p:sp>
        <p:nvSpPr>
          <p:cNvPr id="258" name="Google Shape;258;p2"/>
          <p:cNvSpPr txBox="1"/>
          <p:nvPr/>
        </p:nvSpPr>
        <p:spPr>
          <a:xfrm>
            <a:off x="3770312" y="5670550"/>
            <a:ext cx="5094287" cy="1238250"/>
          </a:xfrm>
          <a:prstGeom prst="rect">
            <a:avLst/>
          </a:prstGeom>
          <a:noFill/>
          <a:ln cap="sq" cmpd="sng" w="50800">
            <a:solidFill>
              <a:srgbClr val="3600A2"/>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Nói chuyện với người bạn cách đó cả nghìn cây số chỉ cần một cái headphone</a:t>
            </a:r>
            <a:endParaRPr/>
          </a:p>
        </p:txBody>
      </p:sp>
      <p:sp>
        <p:nvSpPr>
          <p:cNvPr id="259" name="Google Shape;259;p2"/>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3"/>
                                        </p:tgtEl>
                                        <p:attrNameLst>
                                          <p:attrName>style.visibility</p:attrName>
                                        </p:attrNameLst>
                                      </p:cBhvr>
                                      <p:to>
                                        <p:strVal val="visible"/>
                                      </p:to>
                                    </p:set>
                                    <p:animEffect filter="fade" transition="in">
                                      <p:cBhvr>
                                        <p:cTn dur="1000"/>
                                        <p:tgtEl>
                                          <p:spTgt spid="2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
                                        </p:tgtEl>
                                        <p:attrNameLst>
                                          <p:attrName>style.visibility</p:attrName>
                                        </p:attrNameLst>
                                      </p:cBhvr>
                                      <p:to>
                                        <p:strVal val="visible"/>
                                      </p:to>
                                    </p:set>
                                    <p:animEffect filter="fade" transition="in">
                                      <p:cBhvr>
                                        <p:cTn dur="1000"/>
                                        <p:tgtEl>
                                          <p:spTgt spid="2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gtEl>
                                        <p:attrNameLst>
                                          <p:attrName>style.visibility</p:attrName>
                                        </p:attrNameLst>
                                      </p:cBhvr>
                                      <p:to>
                                        <p:strVal val="visible"/>
                                      </p:to>
                                    </p:set>
                                    <p:animEffect filter="fade" transition="in">
                                      <p:cBhvr>
                                        <p:cTn dur="1000"/>
                                        <p:tgtEl>
                                          <p:spTgt spid="2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7"/>
                                        </p:tgtEl>
                                        <p:attrNameLst>
                                          <p:attrName>style.visibility</p:attrName>
                                        </p:attrNameLst>
                                      </p:cBhvr>
                                      <p:to>
                                        <p:strVal val="visible"/>
                                      </p:to>
                                    </p:set>
                                    <p:anim calcmode="lin" valueType="num">
                                      <p:cBhvr additive="base">
                                        <p:cTn dur="500"/>
                                        <p:tgtEl>
                                          <p:spTgt spid="25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gtEl>
                                        <p:attrNameLst>
                                          <p:attrName>style.visibility</p:attrName>
                                        </p:attrNameLst>
                                      </p:cBhvr>
                                      <p:to>
                                        <p:strVal val="visible"/>
                                      </p:to>
                                    </p:set>
                                    <p:animEffect filter="fade" transition="in">
                                      <p:cBhvr>
                                        <p:cTn dur="2000"/>
                                        <p:tgtEl>
                                          <p:spTgt spid="2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
          <p:cNvSpPr txBox="1"/>
          <p:nvPr>
            <p:ph type="ctrTitle"/>
          </p:nvPr>
        </p:nvSpPr>
        <p:spPr>
          <a:xfrm>
            <a:off x="685800" y="2130425"/>
            <a:ext cx="7772400" cy="14700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r>
              <a:t/>
            </a:r>
            <a:endParaRPr sz="5000">
              <a:solidFill>
                <a:schemeClr val="dk2"/>
              </a:solidFill>
              <a:latin typeface="Calibri"/>
              <a:ea typeface="Calibri"/>
              <a:cs typeface="Calibri"/>
              <a:sym typeface="Calibri"/>
            </a:endParaRPr>
          </a:p>
        </p:txBody>
      </p:sp>
      <p:sp>
        <p:nvSpPr>
          <p:cNvPr id="265" name="Google Shape;265;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2470"/>
              <a:buNone/>
            </a:pPr>
            <a:r>
              <a:rPr b="0" i="0" lang="en-US" sz="2600" u="none">
                <a:solidFill>
                  <a:schemeClr val="dk1"/>
                </a:solidFill>
                <a:latin typeface="Constantia"/>
                <a:ea typeface="Constantia"/>
                <a:cs typeface="Constantia"/>
                <a:sym typeface="Constantia"/>
              </a:rPr>
              <a:t>Internet = liên mạng = mạng của các mạng</a:t>
            </a:r>
            <a:endParaRPr/>
          </a:p>
          <a:p>
            <a:pPr indent="0" lvl="0" marL="0" rtl="0" algn="ctr">
              <a:lnSpc>
                <a:spcPct val="100000"/>
              </a:lnSpc>
              <a:spcBef>
                <a:spcPts val="900"/>
              </a:spcBef>
              <a:spcAft>
                <a:spcPts val="0"/>
              </a:spcAft>
              <a:buSzPts val="4275"/>
              <a:buNone/>
            </a:pPr>
            <a:r>
              <a:rPr b="0" i="0" lang="en-US" sz="4500" u="none">
                <a:solidFill>
                  <a:schemeClr val="dk1"/>
                </a:solidFill>
                <a:latin typeface="Constantia"/>
                <a:ea typeface="Constantia"/>
                <a:cs typeface="Constantia"/>
                <a:sym typeface="Constantia"/>
              </a:rPr>
              <a:t>Mạng ???</a:t>
            </a:r>
            <a:endParaRPr/>
          </a:p>
          <a:p>
            <a:pPr indent="0" lvl="0" marL="0" rtl="0" algn="ctr">
              <a:spcBef>
                <a:spcPts val="900"/>
              </a:spcBef>
              <a:spcAft>
                <a:spcPts val="0"/>
              </a:spcAft>
              <a:buSzPts val="4275"/>
              <a:buNone/>
            </a:pPr>
            <a:r>
              <a:t/>
            </a:r>
            <a:endParaRPr b="0" i="0" sz="4500" u="none">
              <a:solidFill>
                <a:schemeClr val="dk1"/>
              </a:solidFill>
              <a:latin typeface="Constantia"/>
              <a:ea typeface="Constantia"/>
              <a:cs typeface="Constantia"/>
              <a:sym typeface="Constantia"/>
            </a:endParaRPr>
          </a:p>
        </p:txBody>
      </p:sp>
      <p:pic>
        <p:nvPicPr>
          <p:cNvPr descr="j0300520" id="266" name="Google Shape;266;p3"/>
          <p:cNvPicPr preferRelativeResize="0"/>
          <p:nvPr/>
        </p:nvPicPr>
        <p:blipFill rotWithShape="1">
          <a:blip r:embed="rId3">
            <a:alphaModFix/>
          </a:blip>
          <a:srcRect b="0" l="0" r="0" t="0"/>
          <a:stretch/>
        </p:blipFill>
        <p:spPr>
          <a:xfrm>
            <a:off x="3028950" y="1063625"/>
            <a:ext cx="2916237" cy="2509837"/>
          </a:xfrm>
          <a:prstGeom prst="rect">
            <a:avLst/>
          </a:prstGeom>
          <a:noFill/>
          <a:ln>
            <a:noFill/>
          </a:ln>
        </p:spPr>
      </p:pic>
      <p:sp>
        <p:nvSpPr>
          <p:cNvPr id="267" name="Google Shape;267;p3"/>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
        <p:nvSpPr>
          <p:cNvPr id="268" name="Google Shape;268;p3"/>
          <p:cNvSpPr txBox="1"/>
          <p:nvPr/>
        </p:nvSpPr>
        <p:spPr>
          <a:xfrm>
            <a:off x="3390900" y="6356350"/>
            <a:ext cx="3352800" cy="365125"/>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Chương I - Tổng quan về mạng máy tính</a:t>
            </a:r>
            <a:endParaRPr/>
          </a:p>
        </p:txBody>
      </p:sp>
      <p:sp>
        <p:nvSpPr>
          <p:cNvPr id="269" name="Google Shape;269;p3"/>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
          <p:cNvSpPr txBox="1"/>
          <p:nvPr/>
        </p:nvSpPr>
        <p:spPr>
          <a:xfrm>
            <a:off x="3390900" y="6356350"/>
            <a:ext cx="3352800" cy="365125"/>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Chương I - Tổng quan về mạng máy tính</a:t>
            </a:r>
            <a:endParaRPr/>
          </a:p>
        </p:txBody>
      </p:sp>
      <p:sp>
        <p:nvSpPr>
          <p:cNvPr id="277" name="Google Shape;277;p4"/>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
        <p:nvSpPr>
          <p:cNvPr id="278" name="Google Shape;278;p4"/>
          <p:cNvSpPr txBox="1"/>
          <p:nvPr>
            <p:ph idx="4294967295" type="title"/>
          </p:nvPr>
        </p:nvSpPr>
        <p:spPr>
          <a:xfrm>
            <a:off x="673100" y="279400"/>
            <a:ext cx="7772400" cy="1143000"/>
          </a:xfrm>
          <a:prstGeom prst="rect">
            <a:avLst/>
          </a:prstGeom>
          <a:noFill/>
          <a:ln>
            <a:noFill/>
          </a:ln>
          <a:effectLst>
            <a:outerShdw blurRad="63500" dir="4293903" dist="40160">
              <a:srgbClr val="808080"/>
            </a:outerShdw>
          </a:effectLst>
        </p:spPr>
        <p:txBody>
          <a:bodyPr anchorCtr="0" anchor="b" bIns="0" lIns="0" spcFirstLastPara="1" rIns="0" wrap="square" tIns="45700">
            <a:normAutofit/>
          </a:bodyPr>
          <a:lstStyle/>
          <a:p>
            <a:pPr indent="0" lvl="0" marL="0" marR="0" rtl="0" algn="ctr">
              <a:lnSpc>
                <a:spcPct val="100000"/>
              </a:lnSpc>
              <a:spcBef>
                <a:spcPts val="0"/>
              </a:spcBef>
              <a:spcAft>
                <a:spcPts val="0"/>
              </a:spcAft>
              <a:buClr>
                <a:schemeClr val="dk1"/>
              </a:buClr>
              <a:buSzPts val="4500"/>
              <a:buFont typeface="Calibri"/>
              <a:buNone/>
            </a:pPr>
            <a:r>
              <a:rPr b="1" i="0" lang="en-US" sz="4500" u="none" cap="none" strike="noStrike">
                <a:solidFill>
                  <a:schemeClr val="dk1"/>
                </a:solidFill>
                <a:latin typeface="Calibri"/>
                <a:ea typeface="Calibri"/>
                <a:cs typeface="Calibri"/>
                <a:sym typeface="Calibri"/>
              </a:rPr>
              <a:t>Chương I – Tổng quan mạng máy tính</a:t>
            </a:r>
            <a:endParaRPr/>
          </a:p>
        </p:txBody>
      </p:sp>
      <p:sp>
        <p:nvSpPr>
          <p:cNvPr id="279" name="Google Shape;279;p4"/>
          <p:cNvSpPr txBox="1"/>
          <p:nvPr>
            <p:ph idx="4294967295" type="body"/>
          </p:nvPr>
        </p:nvSpPr>
        <p:spPr>
          <a:xfrm>
            <a:off x="838200" y="1866900"/>
            <a:ext cx="8051800" cy="4013200"/>
          </a:xfrm>
          <a:prstGeom prst="rect">
            <a:avLst/>
          </a:prstGeom>
          <a:noFill/>
          <a:ln>
            <a:noFill/>
          </a:ln>
        </p:spPr>
        <p:txBody>
          <a:bodyPr anchorCtr="0" anchor="t" bIns="45700" lIns="91425" spcFirstLastPara="1" rIns="91425" wrap="square" tIns="45700">
            <a:noAutofit/>
          </a:bodyPr>
          <a:lstStyle/>
          <a:p>
            <a:pPr indent="-571500" lvl="0" marL="571500" marR="0" rtl="0" algn="just">
              <a:lnSpc>
                <a:spcPct val="125000"/>
              </a:lnSpc>
              <a:spcBef>
                <a:spcPts val="0"/>
              </a:spcBef>
              <a:spcAft>
                <a:spcPts val="0"/>
              </a:spcAft>
              <a:buClr>
                <a:srgbClr val="0BD0D9"/>
              </a:buClr>
              <a:buSzPts val="3040"/>
              <a:buFont typeface="Noto Sans Symbols"/>
              <a:buAutoNum type="romanUcPeriod"/>
            </a:pPr>
            <a:r>
              <a:rPr b="1" i="0" lang="en-US" sz="3200" u="sng" cap="none" strike="noStrike">
                <a:solidFill>
                  <a:srgbClr val="FF0066"/>
                </a:solidFill>
                <a:latin typeface="Constantia"/>
                <a:ea typeface="Constantia"/>
                <a:cs typeface="Constantia"/>
                <a:sym typeface="Constantia"/>
                <a:hlinkClick action="ppaction://hlinkshowjump?jump=nextslide">
                  <a:extLst>
                    <a:ext uri="{A12FA001-AC4F-418D-AE19-62706E023703}">
                      <ahyp:hlinkClr val="tx"/>
                    </a:ext>
                  </a:extLst>
                </a:hlinkClick>
              </a:rPr>
              <a:t>Các khái niệm cơ bản về mạng máy tính</a:t>
            </a:r>
            <a:endParaRPr/>
          </a:p>
          <a:p>
            <a:pPr indent="-571500" lvl="0" marL="571500" marR="0" rtl="0" algn="just">
              <a:lnSpc>
                <a:spcPct val="125000"/>
              </a:lnSpc>
              <a:spcBef>
                <a:spcPts val="1100"/>
              </a:spcBef>
              <a:spcAft>
                <a:spcPts val="0"/>
              </a:spcAft>
              <a:buClr>
                <a:srgbClr val="0BD0D9"/>
              </a:buClr>
              <a:buSzPts val="3040"/>
              <a:buFont typeface="Noto Sans Symbols"/>
              <a:buAutoNum type="romanUcPeriod"/>
            </a:pPr>
            <a:r>
              <a:rPr b="1" i="0" lang="en-US" sz="3200" u="none" cap="none" strike="noStrike">
                <a:solidFill>
                  <a:srgbClr val="C00000"/>
                </a:solidFill>
                <a:latin typeface="Constantia"/>
                <a:ea typeface="Constantia"/>
                <a:cs typeface="Constantia"/>
                <a:sym typeface="Constantia"/>
              </a:rPr>
              <a:t>Lịch sử phát triển của các mạng máy tính nói chung</a:t>
            </a:r>
            <a:endParaRPr/>
          </a:p>
          <a:p>
            <a:pPr indent="-571500" lvl="0" marL="571500" marR="0" rtl="0" algn="just">
              <a:lnSpc>
                <a:spcPct val="125000"/>
              </a:lnSpc>
              <a:spcBef>
                <a:spcPts val="1100"/>
              </a:spcBef>
              <a:spcAft>
                <a:spcPts val="0"/>
              </a:spcAft>
              <a:buClr>
                <a:srgbClr val="0BD0D9"/>
              </a:buClr>
              <a:buSzPts val="3040"/>
              <a:buFont typeface="Noto Sans Symbols"/>
              <a:buAutoNum type="romanUcPeriod"/>
            </a:pPr>
            <a:r>
              <a:rPr b="1" i="0" lang="en-US" sz="3200" u="none" cap="none" strike="noStrike">
                <a:solidFill>
                  <a:srgbClr val="C00000"/>
                </a:solidFill>
                <a:latin typeface="Constantia"/>
                <a:ea typeface="Constantia"/>
                <a:cs typeface="Constantia"/>
                <a:sym typeface="Constantia"/>
              </a:rPr>
              <a:t>Phân loại mạng máy tính.</a:t>
            </a:r>
            <a:endParaRPr/>
          </a:p>
          <a:p>
            <a:pPr indent="-571500" lvl="0" marL="571500" marR="0" rtl="0" algn="just">
              <a:lnSpc>
                <a:spcPct val="125000"/>
              </a:lnSpc>
              <a:spcBef>
                <a:spcPts val="1100"/>
              </a:spcBef>
              <a:spcAft>
                <a:spcPts val="0"/>
              </a:spcAft>
              <a:buClr>
                <a:srgbClr val="0BD0D9"/>
              </a:buClr>
              <a:buSzPts val="3040"/>
              <a:buFont typeface="Noto Sans Symbols"/>
              <a:buAutoNum type="romanUcPeriod"/>
            </a:pPr>
            <a:r>
              <a:rPr b="1" i="0" lang="en-US" sz="3200" u="none" cap="none" strike="noStrike">
                <a:solidFill>
                  <a:srgbClr val="C00000"/>
                </a:solidFill>
                <a:latin typeface="Constantia"/>
                <a:ea typeface="Constantia"/>
                <a:cs typeface="Constantia"/>
                <a:sym typeface="Constantia"/>
              </a:rPr>
              <a:t>Các dịch vụ mạng máy tính</a:t>
            </a:r>
            <a:endParaRPr/>
          </a:p>
        </p:txBody>
      </p:sp>
      <p:sp>
        <p:nvSpPr>
          <p:cNvPr id="280" name="Google Shape;280;p4"/>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5"/>
          <p:cNvSpPr txBox="1"/>
          <p:nvPr/>
        </p:nvSpPr>
        <p:spPr>
          <a:xfrm>
            <a:off x="3390900" y="6356350"/>
            <a:ext cx="3352800" cy="365125"/>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Chương I - Tổng quan về mạng máy tính</a:t>
            </a:r>
            <a:endParaRPr/>
          </a:p>
        </p:txBody>
      </p:sp>
      <p:sp>
        <p:nvSpPr>
          <p:cNvPr id="286" name="Google Shape;286;p5"/>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
        <p:nvSpPr>
          <p:cNvPr id="287" name="Google Shape;287;p5"/>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rgbClr val="FF0000"/>
              </a:buClr>
              <a:buSzPts val="5000"/>
              <a:buFont typeface="Times New Roman"/>
              <a:buNone/>
            </a:pPr>
            <a:r>
              <a:rPr b="1" i="0" lang="en-US" sz="5000" u="none">
                <a:solidFill>
                  <a:srgbClr val="FF0000"/>
                </a:solidFill>
                <a:latin typeface="Times New Roman"/>
                <a:ea typeface="Times New Roman"/>
                <a:cs typeface="Times New Roman"/>
                <a:sym typeface="Times New Roman"/>
              </a:rPr>
              <a:t>I.Khái niệm cơ bản về mạng máy tính</a:t>
            </a:r>
            <a:endParaRPr/>
          </a:p>
        </p:txBody>
      </p:sp>
      <p:sp>
        <p:nvSpPr>
          <p:cNvPr id="288" name="Google Shape;288;p5"/>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Autofit/>
          </a:bodyPr>
          <a:lstStyle/>
          <a:p>
            <a:pPr indent="-273050" lvl="0" marL="273050" rtl="0" algn="l">
              <a:lnSpc>
                <a:spcPct val="100000"/>
              </a:lnSpc>
              <a:spcBef>
                <a:spcPts val="0"/>
              </a:spcBef>
              <a:spcAft>
                <a:spcPts val="0"/>
              </a:spcAft>
              <a:buClr>
                <a:srgbClr val="0BD0D9"/>
              </a:buClr>
              <a:buSzPts val="2470"/>
              <a:buFont typeface="Noto Sans Symbols"/>
              <a:buChar char="⚫"/>
            </a:pPr>
            <a:r>
              <a:rPr b="0" i="0" lang="en-US" sz="2600" u="none">
                <a:solidFill>
                  <a:schemeClr val="dk1"/>
                </a:solidFill>
                <a:latin typeface="Constantia"/>
                <a:ea typeface="Constantia"/>
                <a:cs typeface="Constantia"/>
                <a:sym typeface="Constantia"/>
              </a:rPr>
              <a:t>Khái niệm:</a:t>
            </a:r>
            <a:endParaRPr/>
          </a:p>
          <a:p>
            <a:pPr indent="-246062" lvl="1" marL="639762" rtl="0" algn="l">
              <a:lnSpc>
                <a:spcPct val="100000"/>
              </a:lnSpc>
              <a:spcBef>
                <a:spcPts val="480"/>
              </a:spcBef>
              <a:spcAft>
                <a:spcPts val="0"/>
              </a:spcAft>
              <a:buClr>
                <a:schemeClr val="accent1"/>
              </a:buClr>
              <a:buSzPts val="2040"/>
              <a:buFont typeface="Noto Sans Symbols"/>
              <a:buChar char="⚫"/>
            </a:pPr>
            <a:r>
              <a:rPr b="0" i="0" lang="en-US" sz="2400" u="none">
                <a:solidFill>
                  <a:schemeClr val="dk1"/>
                </a:solidFill>
                <a:latin typeface="Constantia"/>
                <a:ea typeface="Constantia"/>
                <a:cs typeface="Constantia"/>
                <a:sym typeface="Constantia"/>
              </a:rPr>
              <a:t>Mạng máy tính là một tập hợp các máy tính và các thiết bị liên quan được kết nối bằng các thiết bị truyền thông để thực hiện việc chia sẻ dữ liệu, và các thiết bị ngoại vi như ổ cứng hay máy in,…</a:t>
            </a:r>
            <a:endParaRPr/>
          </a:p>
          <a:p>
            <a:pPr indent="-246062" lvl="1" marL="639762" rtl="0" algn="l">
              <a:lnSpc>
                <a:spcPct val="100000"/>
              </a:lnSpc>
              <a:spcBef>
                <a:spcPts val="480"/>
              </a:spcBef>
              <a:spcAft>
                <a:spcPts val="0"/>
              </a:spcAft>
              <a:buClr>
                <a:schemeClr val="accent1"/>
              </a:buClr>
              <a:buSzPts val="2040"/>
              <a:buFont typeface="Noto Sans Symbols"/>
              <a:buChar char="⚫"/>
            </a:pPr>
            <a:r>
              <a:rPr b="0" i="1" lang="en-US" sz="2400" u="none">
                <a:solidFill>
                  <a:schemeClr val="dk1"/>
                </a:solidFill>
                <a:latin typeface="Constantia"/>
                <a:ea typeface="Constantia"/>
                <a:cs typeface="Constantia"/>
                <a:sym typeface="Constantia"/>
              </a:rPr>
              <a:t>Mạng máy tính là một tập hợp các máy tính và thiết bị được nối với nhau bởi đường truyền vật lý theo một kiến trúc nào đó, để trao đổi thông tin và dùng chung các dữ liệu hay tài nguyên.</a:t>
            </a:r>
            <a:endParaRPr/>
          </a:p>
          <a:p>
            <a:pPr indent="-246062" lvl="1" marL="639762" rtl="0" algn="l">
              <a:lnSpc>
                <a:spcPct val="100000"/>
              </a:lnSpc>
              <a:spcBef>
                <a:spcPts val="480"/>
              </a:spcBef>
              <a:spcAft>
                <a:spcPts val="0"/>
              </a:spcAft>
              <a:buClr>
                <a:schemeClr val="accent1"/>
              </a:buClr>
              <a:buSzPts val="2040"/>
              <a:buFont typeface="Noto Sans Symbols"/>
              <a:buChar char="⚫"/>
            </a:pPr>
            <a:r>
              <a:rPr b="0" i="1" lang="en-US" sz="2400" u="none">
                <a:solidFill>
                  <a:schemeClr val="dk1"/>
                </a:solidFill>
                <a:latin typeface="Constantia"/>
                <a:ea typeface="Constantia"/>
                <a:cs typeface="Constantia"/>
                <a:sym typeface="Constantia"/>
              </a:rPr>
              <a:t>Mạng máy tính hình thành từ nhu cầu chia sẻ và dùng chung dữ liệu giữa các máy tính với nhau.</a:t>
            </a:r>
            <a:endParaRPr b="0" i="0" sz="2400" u="none">
              <a:solidFill>
                <a:schemeClr val="dk1"/>
              </a:solidFill>
              <a:latin typeface="Constantia"/>
              <a:ea typeface="Constantia"/>
              <a:cs typeface="Constantia"/>
              <a:sym typeface="Constantia"/>
            </a:endParaRPr>
          </a:p>
          <a:p>
            <a:pPr indent="-128270" lvl="0" marL="273050" rtl="0" algn="l">
              <a:spcBef>
                <a:spcPts val="480"/>
              </a:spcBef>
              <a:spcAft>
                <a:spcPts val="0"/>
              </a:spcAft>
              <a:buSzPts val="2280"/>
              <a:buNone/>
            </a:pPr>
            <a:r>
              <a:t/>
            </a:r>
            <a:endParaRPr b="0" i="0" sz="2400" u="none">
              <a:solidFill>
                <a:schemeClr val="dk1"/>
              </a:solidFill>
              <a:latin typeface="Constantia"/>
              <a:ea typeface="Constantia"/>
              <a:cs typeface="Constantia"/>
              <a:sym typeface="Constantia"/>
            </a:endParaRPr>
          </a:p>
        </p:txBody>
      </p:sp>
      <p:sp>
        <p:nvSpPr>
          <p:cNvPr id="289" name="Google Shape;289;p5"/>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6"/>
          <p:cNvSpPr txBox="1"/>
          <p:nvPr/>
        </p:nvSpPr>
        <p:spPr>
          <a:xfrm>
            <a:off x="3390900" y="6356350"/>
            <a:ext cx="3352800" cy="365125"/>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Chương I - Tổng quan về mạng máy tính</a:t>
            </a:r>
            <a:endParaRPr/>
          </a:p>
        </p:txBody>
      </p:sp>
      <p:sp>
        <p:nvSpPr>
          <p:cNvPr id="297" name="Google Shape;297;p6"/>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
        <p:nvSpPr>
          <p:cNvPr id="298" name="Google Shape;298;p6"/>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 </a:t>
            </a:r>
            <a:fld id="{00000000-1234-1234-1234-123412341234}" type="slidenum">
              <a:rPr b="0" i="0" lang="en-US" sz="1200" u="none">
                <a:solidFill>
                  <a:srgbClr val="045C75"/>
                </a:solidFill>
                <a:latin typeface="Arial"/>
                <a:ea typeface="Arial"/>
                <a:cs typeface="Arial"/>
                <a:sym typeface="Arial"/>
              </a:rPr>
              <a:t>‹#›</a:t>
            </a:fld>
            <a:endParaRPr/>
          </a:p>
        </p:txBody>
      </p:sp>
      <p:sp>
        <p:nvSpPr>
          <p:cNvPr id="299" name="Google Shape;299;p6"/>
          <p:cNvSpPr txBox="1"/>
          <p:nvPr/>
        </p:nvSpPr>
        <p:spPr>
          <a:xfrm>
            <a:off x="215900" y="5991225"/>
            <a:ext cx="2133600" cy="71437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pic>
        <p:nvPicPr>
          <p:cNvPr descr="http://www.cameralevu.com/images/tintuc/hinh_1_tin_27.gif" id="300" name="Google Shape;300;p6"/>
          <p:cNvPicPr preferRelativeResize="0"/>
          <p:nvPr/>
        </p:nvPicPr>
        <p:blipFill rotWithShape="1">
          <a:blip r:embed="rId3">
            <a:alphaModFix/>
          </a:blip>
          <a:srcRect b="0" l="0" r="0" t="0"/>
          <a:stretch/>
        </p:blipFill>
        <p:spPr>
          <a:xfrm>
            <a:off x="812800" y="800100"/>
            <a:ext cx="7874000" cy="5092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7"/>
          <p:cNvSpPr txBox="1"/>
          <p:nvPr/>
        </p:nvSpPr>
        <p:spPr>
          <a:xfrm>
            <a:off x="3390900" y="6356350"/>
            <a:ext cx="3352800" cy="365125"/>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Chương I - Tổng quan về mạng máy tính</a:t>
            </a:r>
            <a:endParaRPr/>
          </a:p>
        </p:txBody>
      </p:sp>
      <p:sp>
        <p:nvSpPr>
          <p:cNvPr id="306" name="Google Shape;306;p7"/>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
        <p:nvSpPr>
          <p:cNvPr id="307" name="Google Shape;307;p7"/>
          <p:cNvSpPr txBox="1"/>
          <p:nvPr>
            <p:ph idx="1" type="body"/>
          </p:nvPr>
        </p:nvSpPr>
        <p:spPr>
          <a:xfrm>
            <a:off x="520700" y="614362"/>
            <a:ext cx="8623300" cy="4389437"/>
          </a:xfrm>
          <a:prstGeom prst="rect">
            <a:avLst/>
          </a:prstGeom>
          <a:noFill/>
          <a:ln>
            <a:noFill/>
          </a:ln>
        </p:spPr>
        <p:txBody>
          <a:bodyPr anchorCtr="0" anchor="t" bIns="45700" lIns="91425" spcFirstLastPara="1" rIns="91425" wrap="square" tIns="45700">
            <a:noAutofit/>
          </a:bodyPr>
          <a:lstStyle/>
          <a:p>
            <a:pPr indent="-246062" lvl="1" marL="639762" rtl="0" algn="l">
              <a:lnSpc>
                <a:spcPct val="130000"/>
              </a:lnSpc>
              <a:spcBef>
                <a:spcPts val="0"/>
              </a:spcBef>
              <a:spcAft>
                <a:spcPts val="0"/>
              </a:spcAft>
              <a:buClr>
                <a:schemeClr val="accent1"/>
              </a:buClr>
              <a:buSzPts val="3060"/>
              <a:buFont typeface="Noto Sans Symbols"/>
              <a:buChar char="⚫"/>
            </a:pPr>
            <a:r>
              <a:rPr b="1" i="0" lang="en-US" sz="3600" u="sng">
                <a:solidFill>
                  <a:srgbClr val="002060"/>
                </a:solidFill>
                <a:latin typeface="Constantia"/>
                <a:ea typeface="Constantia"/>
                <a:cs typeface="Constantia"/>
                <a:sym typeface="Constantia"/>
              </a:rPr>
              <a:t>Ưu điểm của mạng máy tính</a:t>
            </a:r>
            <a:r>
              <a:rPr b="0" i="0" lang="en-US" sz="3600" u="none">
                <a:solidFill>
                  <a:schemeClr val="dk1"/>
                </a:solidFill>
                <a:latin typeface="Constantia"/>
                <a:ea typeface="Constantia"/>
                <a:cs typeface="Constantia"/>
                <a:sym typeface="Constantia"/>
              </a:rPr>
              <a:t>: </a:t>
            </a:r>
            <a:endParaRPr/>
          </a:p>
          <a:p>
            <a:pPr indent="-209550" lvl="3" marL="1187450" rtl="0" algn="l">
              <a:lnSpc>
                <a:spcPct val="130000"/>
              </a:lnSpc>
              <a:spcBef>
                <a:spcPts val="560"/>
              </a:spcBef>
              <a:spcAft>
                <a:spcPts val="0"/>
              </a:spcAft>
              <a:buClr>
                <a:srgbClr val="0BD0D9"/>
              </a:buClr>
              <a:buSzPts val="1820"/>
              <a:buFont typeface="Noto Sans Symbols"/>
              <a:buChar char="✓"/>
            </a:pPr>
            <a:r>
              <a:rPr b="0" i="0" lang="en-US" sz="2800" u="none">
                <a:solidFill>
                  <a:srgbClr val="FF0066"/>
                </a:solidFill>
                <a:latin typeface="Constantia"/>
                <a:ea typeface="Constantia"/>
                <a:cs typeface="Constantia"/>
                <a:sym typeface="Constantia"/>
              </a:rPr>
              <a:t>Giảm các chi phí khi dùng chung các tài nguyên mạng bao gồm các thiết bị ngoại vi và dữ liệu</a:t>
            </a:r>
            <a:endParaRPr/>
          </a:p>
          <a:p>
            <a:pPr indent="-209550" lvl="3" marL="1187450" rtl="0" algn="l">
              <a:lnSpc>
                <a:spcPct val="130000"/>
              </a:lnSpc>
              <a:spcBef>
                <a:spcPts val="560"/>
              </a:spcBef>
              <a:spcAft>
                <a:spcPts val="0"/>
              </a:spcAft>
              <a:buClr>
                <a:srgbClr val="0BD0D9"/>
              </a:buClr>
              <a:buSzPts val="1820"/>
              <a:buFont typeface="Noto Sans Symbols"/>
              <a:buChar char="✓"/>
            </a:pPr>
            <a:r>
              <a:rPr b="0" i="0" lang="en-US" sz="2800" u="none">
                <a:solidFill>
                  <a:srgbClr val="FF0066"/>
                </a:solidFill>
                <a:latin typeface="Constantia"/>
                <a:ea typeface="Constantia"/>
                <a:cs typeface="Constantia"/>
                <a:sym typeface="Constantia"/>
              </a:rPr>
              <a:t>Chuẩn hoá các ứng dụng</a:t>
            </a:r>
            <a:endParaRPr/>
          </a:p>
          <a:p>
            <a:pPr indent="-209550" lvl="3" marL="1187450" rtl="0" algn="l">
              <a:lnSpc>
                <a:spcPct val="130000"/>
              </a:lnSpc>
              <a:spcBef>
                <a:spcPts val="560"/>
              </a:spcBef>
              <a:spcAft>
                <a:spcPts val="0"/>
              </a:spcAft>
              <a:buClr>
                <a:srgbClr val="0BD0D9"/>
              </a:buClr>
              <a:buSzPts val="1820"/>
              <a:buFont typeface="Noto Sans Symbols"/>
              <a:buChar char="✓"/>
            </a:pPr>
            <a:r>
              <a:rPr b="0" i="0" lang="en-US" sz="2800" u="none">
                <a:solidFill>
                  <a:srgbClr val="FF0066"/>
                </a:solidFill>
                <a:latin typeface="Constantia"/>
                <a:ea typeface="Constantia"/>
                <a:cs typeface="Constantia"/>
                <a:sym typeface="Constantia"/>
              </a:rPr>
              <a:t>Thu thập dữ liệu 1 cách kịp thời</a:t>
            </a:r>
            <a:endParaRPr/>
          </a:p>
          <a:p>
            <a:pPr indent="-209550" lvl="3" marL="1187450" rtl="0" algn="l">
              <a:lnSpc>
                <a:spcPct val="130000"/>
              </a:lnSpc>
              <a:spcBef>
                <a:spcPts val="560"/>
              </a:spcBef>
              <a:spcAft>
                <a:spcPts val="0"/>
              </a:spcAft>
              <a:buClr>
                <a:srgbClr val="0BD0D9"/>
              </a:buClr>
              <a:buSzPts val="1820"/>
              <a:buFont typeface="Noto Sans Symbols"/>
              <a:buChar char="✓"/>
            </a:pPr>
            <a:r>
              <a:rPr b="0" i="0" lang="en-US" sz="2800" u="none">
                <a:solidFill>
                  <a:srgbClr val="FF0066"/>
                </a:solidFill>
                <a:latin typeface="Times New Roman"/>
                <a:ea typeface="Times New Roman"/>
                <a:cs typeface="Times New Roman"/>
                <a:sym typeface="Times New Roman"/>
              </a:rPr>
              <a:t>Tăng thời gian làm việc</a:t>
            </a:r>
            <a:endParaRPr b="0" i="0" sz="3200" u="none">
              <a:solidFill>
                <a:srgbClr val="FF0066"/>
              </a:solidFill>
              <a:latin typeface="Times New Roman"/>
              <a:ea typeface="Times New Roman"/>
              <a:cs typeface="Times New Roman"/>
              <a:sym typeface="Times New Roman"/>
            </a:endParaRPr>
          </a:p>
          <a:p>
            <a:pPr indent="-246062" lvl="1" marL="639762" rtl="0" algn="just">
              <a:lnSpc>
                <a:spcPct val="130000"/>
              </a:lnSpc>
              <a:spcBef>
                <a:spcPts val="640"/>
              </a:spcBef>
              <a:spcAft>
                <a:spcPts val="0"/>
              </a:spcAft>
              <a:buClr>
                <a:schemeClr val="accent1"/>
              </a:buClr>
              <a:buSzPts val="2720"/>
              <a:buFont typeface="Noto Sans Symbols"/>
              <a:buChar char="⚫"/>
            </a:pPr>
            <a:r>
              <a:rPr b="1" i="0" lang="en-US" sz="3200" u="sng">
                <a:solidFill>
                  <a:srgbClr val="002060"/>
                </a:solidFill>
                <a:latin typeface="Constantia"/>
                <a:ea typeface="Constantia"/>
                <a:cs typeface="Constantia"/>
                <a:sym typeface="Constantia"/>
              </a:rPr>
              <a:t>Nhược điểm</a:t>
            </a:r>
            <a:r>
              <a:rPr b="0" i="0" lang="en-US" sz="2400" u="none">
                <a:solidFill>
                  <a:schemeClr val="dk1"/>
                </a:solidFill>
                <a:latin typeface="Constantia"/>
                <a:ea typeface="Constantia"/>
                <a:cs typeface="Constantia"/>
                <a:sym typeface="Constantia"/>
              </a:rPr>
              <a:t>: </a:t>
            </a:r>
            <a:r>
              <a:rPr b="0" i="0" lang="en-US" sz="2800" u="none">
                <a:solidFill>
                  <a:srgbClr val="0070C0"/>
                </a:solidFill>
                <a:latin typeface="Times New Roman"/>
                <a:ea typeface="Times New Roman"/>
                <a:cs typeface="Times New Roman"/>
                <a:sym typeface="Times New Roman"/>
              </a:rPr>
              <a:t>Dễ bị mất mát hay thất lạc thông tin khi truyền hoặc khi thiết lập chế độ bảo mật không tốt</a:t>
            </a:r>
            <a:endParaRPr/>
          </a:p>
        </p:txBody>
      </p:sp>
      <p:sp>
        <p:nvSpPr>
          <p:cNvPr id="308" name="Google Shape;308;p7"/>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8"/>
          <p:cNvSpPr txBox="1"/>
          <p:nvPr/>
        </p:nvSpPr>
        <p:spPr>
          <a:xfrm>
            <a:off x="3390900" y="6356350"/>
            <a:ext cx="3352800" cy="365125"/>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Chương I - Tổng quan về mạng máy tính</a:t>
            </a:r>
            <a:endParaRPr/>
          </a:p>
        </p:txBody>
      </p:sp>
      <p:sp>
        <p:nvSpPr>
          <p:cNvPr id="314" name="Google Shape;314;p8"/>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
        <p:nvSpPr>
          <p:cNvPr id="315" name="Google Shape;315;p8"/>
          <p:cNvSpPr txBox="1"/>
          <p:nvPr>
            <p:ph type="title"/>
          </p:nvPr>
        </p:nvSpPr>
        <p:spPr>
          <a:xfrm>
            <a:off x="457200" y="374650"/>
            <a:ext cx="8229600" cy="11430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rgbClr val="FF0000"/>
              </a:buClr>
              <a:buSzPts val="4800"/>
              <a:buFont typeface="Times New Roman"/>
              <a:buNone/>
            </a:pPr>
            <a:r>
              <a:rPr b="1" i="0" lang="en-US" sz="4800" u="none">
                <a:solidFill>
                  <a:srgbClr val="FF0000"/>
                </a:solidFill>
                <a:latin typeface="Times New Roman"/>
                <a:ea typeface="Times New Roman"/>
                <a:cs typeface="Times New Roman"/>
                <a:sym typeface="Times New Roman"/>
              </a:rPr>
              <a:t>II. Lịch sử phát triển của mạng máy tính nói chung</a:t>
            </a:r>
            <a:endParaRPr/>
          </a:p>
        </p:txBody>
      </p:sp>
      <p:sp>
        <p:nvSpPr>
          <p:cNvPr id="316" name="Google Shape;316;p8"/>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Autofit/>
          </a:bodyPr>
          <a:lstStyle/>
          <a:p>
            <a:pPr indent="-273050" lvl="0" marL="273050" rtl="0" algn="l">
              <a:lnSpc>
                <a:spcPct val="100000"/>
              </a:lnSpc>
              <a:spcBef>
                <a:spcPts val="0"/>
              </a:spcBef>
              <a:spcAft>
                <a:spcPts val="0"/>
              </a:spcAft>
              <a:buClr>
                <a:srgbClr val="0BD0D9"/>
              </a:buClr>
              <a:buSzPts val="2470"/>
              <a:buFont typeface="Noto Sans Symbols"/>
              <a:buChar char="⚫"/>
            </a:pPr>
            <a:r>
              <a:rPr b="0" i="0" lang="en-US" sz="2600" u="none">
                <a:solidFill>
                  <a:schemeClr val="dk1"/>
                </a:solidFill>
                <a:latin typeface="Constantia"/>
                <a:ea typeface="Constantia"/>
                <a:cs typeface="Constantia"/>
                <a:sym typeface="Constantia"/>
              </a:rPr>
              <a:t>Giai đoạn I : Mạng xử lý gồm một máy tính xử lý trung tâm và các trạm đầu cuối.</a:t>
            </a:r>
            <a:endParaRPr/>
          </a:p>
          <a:p>
            <a:pPr indent="-273050" lvl="0" marL="273050" rtl="0" algn="l">
              <a:lnSpc>
                <a:spcPct val="100000"/>
              </a:lnSpc>
              <a:spcBef>
                <a:spcPts val="2400"/>
              </a:spcBef>
              <a:spcAft>
                <a:spcPts val="0"/>
              </a:spcAft>
              <a:buClr>
                <a:srgbClr val="0BD0D9"/>
              </a:buClr>
              <a:buSzPts val="2470"/>
              <a:buFont typeface="Noto Sans Symbols"/>
              <a:buChar char="⚫"/>
            </a:pPr>
            <a:r>
              <a:rPr b="0" i="0" lang="en-US" sz="2600" u="none">
                <a:solidFill>
                  <a:schemeClr val="dk1"/>
                </a:solidFill>
                <a:latin typeface="Constantia"/>
                <a:ea typeface="Constantia"/>
                <a:cs typeface="Constantia"/>
                <a:sym typeface="Constantia"/>
              </a:rPr>
              <a:t>Giai đoạn II: Mạng giai đoạn I tích hợp thêm thiết bị tập trung (lưu trữ tạm thời thông tin) và bộ dồn kênh (gộp và chuyển song song các kênh thông tin).</a:t>
            </a:r>
            <a:endParaRPr/>
          </a:p>
          <a:p>
            <a:pPr indent="-273050" lvl="0" marL="273050" rtl="0" algn="l">
              <a:lnSpc>
                <a:spcPct val="100000"/>
              </a:lnSpc>
              <a:spcBef>
                <a:spcPts val="2400"/>
              </a:spcBef>
              <a:spcAft>
                <a:spcPts val="0"/>
              </a:spcAft>
              <a:buClr>
                <a:srgbClr val="0BD0D9"/>
              </a:buClr>
              <a:buSzPts val="2470"/>
              <a:buFont typeface="Noto Sans Symbols"/>
              <a:buChar char="⚫"/>
            </a:pPr>
            <a:r>
              <a:rPr b="0" i="0" lang="en-US" sz="2600" u="none">
                <a:solidFill>
                  <a:schemeClr val="dk1"/>
                </a:solidFill>
                <a:latin typeface="Constantia"/>
                <a:ea typeface="Constantia"/>
                <a:cs typeface="Constantia"/>
                <a:sym typeface="Constantia"/>
              </a:rPr>
              <a:t>Giai đoạn III: Mạng giai đoan II tích hợp bộ tiền xử lý để giảm tải cho máy tính trung tâm khi số lượng các trạm đầu cuối tăng nhanh.</a:t>
            </a:r>
            <a:endParaRPr/>
          </a:p>
          <a:p>
            <a:pPr indent="-116204" lvl="0" marL="273050" rtl="0" algn="l">
              <a:spcBef>
                <a:spcPts val="1720"/>
              </a:spcBef>
              <a:spcAft>
                <a:spcPts val="0"/>
              </a:spcAft>
              <a:buSzPts val="2470"/>
              <a:buNone/>
            </a:pPr>
            <a:r>
              <a:t/>
            </a:r>
            <a:endParaRPr b="0" i="0" sz="2600" u="none">
              <a:solidFill>
                <a:schemeClr val="dk1"/>
              </a:solidFill>
              <a:latin typeface="Constantia"/>
              <a:ea typeface="Constantia"/>
              <a:cs typeface="Constantia"/>
              <a:sym typeface="Constantia"/>
            </a:endParaRPr>
          </a:p>
        </p:txBody>
      </p:sp>
      <p:sp>
        <p:nvSpPr>
          <p:cNvPr id="317" name="Google Shape;317;p8"/>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9"/>
          <p:cNvSpPr txBox="1"/>
          <p:nvPr/>
        </p:nvSpPr>
        <p:spPr>
          <a:xfrm>
            <a:off x="3390900" y="6356350"/>
            <a:ext cx="3352800" cy="365125"/>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Chương I - Tổng quan về mạng máy tính</a:t>
            </a:r>
            <a:endParaRPr/>
          </a:p>
        </p:txBody>
      </p:sp>
      <p:sp>
        <p:nvSpPr>
          <p:cNvPr id="323" name="Google Shape;323;p9"/>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
        <p:nvSpPr>
          <p:cNvPr id="324" name="Google Shape;324;p9"/>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5000"/>
              <a:buFont typeface="Calibri"/>
              <a:buNone/>
            </a:pPr>
            <a:r>
              <a:rPr b="0" i="0" lang="en-US" sz="5000" u="none">
                <a:solidFill>
                  <a:schemeClr val="dk2"/>
                </a:solidFill>
                <a:latin typeface="Calibri"/>
                <a:ea typeface="Calibri"/>
                <a:cs typeface="Calibri"/>
                <a:sym typeface="Calibri"/>
              </a:rPr>
              <a:t>Lịch sử phát triển (t)</a:t>
            </a:r>
            <a:endParaRPr/>
          </a:p>
        </p:txBody>
      </p:sp>
      <p:sp>
        <p:nvSpPr>
          <p:cNvPr id="325" name="Google Shape;325;p9"/>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Autofit/>
          </a:bodyPr>
          <a:lstStyle/>
          <a:p>
            <a:pPr indent="-273050" lvl="0" marL="273050" rtl="0" algn="l">
              <a:lnSpc>
                <a:spcPct val="100000"/>
              </a:lnSpc>
              <a:spcBef>
                <a:spcPts val="0"/>
              </a:spcBef>
              <a:spcAft>
                <a:spcPts val="0"/>
              </a:spcAft>
              <a:buClr>
                <a:srgbClr val="0BD0D9"/>
              </a:buClr>
              <a:buSzPts val="2470"/>
              <a:buFont typeface="Noto Sans Symbols"/>
              <a:buChar char="⚫"/>
            </a:pPr>
            <a:r>
              <a:rPr b="0" i="0" lang="en-US" sz="2600" u="none">
                <a:solidFill>
                  <a:schemeClr val="dk1"/>
                </a:solidFill>
                <a:latin typeface="Constantia"/>
                <a:ea typeface="Constantia"/>
                <a:cs typeface="Constantia"/>
                <a:sym typeface="Constantia"/>
              </a:rPr>
              <a:t>Giai đoạn 4: </a:t>
            </a:r>
            <a:endParaRPr/>
          </a:p>
          <a:p>
            <a:pPr indent="-246062" lvl="1" marL="639762" rtl="0" algn="l">
              <a:lnSpc>
                <a:spcPct val="100000"/>
              </a:lnSpc>
              <a:spcBef>
                <a:spcPts val="480"/>
              </a:spcBef>
              <a:spcAft>
                <a:spcPts val="0"/>
              </a:spcAft>
              <a:buClr>
                <a:schemeClr val="accent1"/>
              </a:buClr>
              <a:buSzPts val="2040"/>
              <a:buFont typeface="Noto Sans Symbols"/>
              <a:buChar char="⚫"/>
            </a:pPr>
            <a:r>
              <a:rPr b="0" i="0" lang="en-US" sz="2400" u="none">
                <a:solidFill>
                  <a:schemeClr val="dk1"/>
                </a:solidFill>
                <a:latin typeface="Constantia"/>
                <a:ea typeface="Constantia"/>
                <a:cs typeface="Constantia"/>
                <a:sym typeface="Constantia"/>
              </a:rPr>
              <a:t>Mạng gồm các máy tính được kết nối với nhau trực tiếp.</a:t>
            </a:r>
            <a:endParaRPr/>
          </a:p>
          <a:p>
            <a:pPr indent="-246062" lvl="1" marL="639762" rtl="0" algn="l">
              <a:lnSpc>
                <a:spcPct val="100000"/>
              </a:lnSpc>
              <a:spcBef>
                <a:spcPts val="480"/>
              </a:spcBef>
              <a:spcAft>
                <a:spcPts val="0"/>
              </a:spcAft>
              <a:buClr>
                <a:schemeClr val="accent1"/>
              </a:buClr>
              <a:buSzPts val="2040"/>
              <a:buFont typeface="Noto Sans Symbols"/>
              <a:buChar char="⚫"/>
            </a:pPr>
            <a:r>
              <a:rPr b="0" i="0" lang="en-US" sz="2400" u="none">
                <a:solidFill>
                  <a:schemeClr val="dk1"/>
                </a:solidFill>
                <a:latin typeface="Constantia"/>
                <a:ea typeface="Constantia"/>
                <a:cs typeface="Constantia"/>
                <a:sym typeface="Constantia"/>
              </a:rPr>
              <a:t>Người dùng độc lập kết nối và chia sẻ với nhau thông qua việc sử dụng modem quay số và các mạng truyền thông.</a:t>
            </a:r>
            <a:endParaRPr/>
          </a:p>
        </p:txBody>
      </p:sp>
      <p:grpSp>
        <p:nvGrpSpPr>
          <p:cNvPr id="326" name="Google Shape;326;p9"/>
          <p:cNvGrpSpPr/>
          <p:nvPr/>
        </p:nvGrpSpPr>
        <p:grpSpPr>
          <a:xfrm>
            <a:off x="1524000" y="3681412"/>
            <a:ext cx="6608762" cy="2643187"/>
            <a:chOff x="952" y="1663"/>
            <a:chExt cx="4099" cy="2208"/>
          </a:xfrm>
        </p:grpSpPr>
        <p:sp>
          <p:nvSpPr>
            <p:cNvPr id="327" name="Google Shape;327;p9"/>
            <p:cNvSpPr/>
            <p:nvPr/>
          </p:nvSpPr>
          <p:spPr>
            <a:xfrm>
              <a:off x="1205" y="2609"/>
              <a:ext cx="1117" cy="695"/>
            </a:xfrm>
            <a:prstGeom prst="ellipse">
              <a:avLst/>
            </a:prstGeom>
            <a:noFill/>
            <a:ln cap="flat" cmpd="sng" w="2857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Thiết bị     </a:t>
              </a:r>
              <a:br>
                <a:rPr b="0" i="0" lang="en-US" sz="2000" u="none">
                  <a:solidFill>
                    <a:schemeClr val="dk1"/>
                  </a:solidFill>
                  <a:latin typeface="Arial"/>
                  <a:ea typeface="Arial"/>
                  <a:cs typeface="Arial"/>
                  <a:sym typeface="Arial"/>
                </a:rPr>
              </a:br>
              <a:r>
                <a:rPr b="0" i="0" lang="en-US" sz="2000" u="none">
                  <a:solidFill>
                    <a:schemeClr val="dk1"/>
                  </a:solidFill>
                  <a:latin typeface="Arial"/>
                  <a:ea typeface="Arial"/>
                  <a:cs typeface="Arial"/>
                  <a:sym typeface="Arial"/>
                </a:rPr>
                <a:t>đầu cuối</a:t>
              </a:r>
              <a:endParaRPr/>
            </a:p>
          </p:txBody>
        </p:sp>
        <p:sp>
          <p:nvSpPr>
            <p:cNvPr id="328" name="Google Shape;328;p9"/>
            <p:cNvSpPr/>
            <p:nvPr/>
          </p:nvSpPr>
          <p:spPr>
            <a:xfrm>
              <a:off x="3459" y="2609"/>
              <a:ext cx="1091" cy="695"/>
            </a:xfrm>
            <a:prstGeom prst="ellipse">
              <a:avLst/>
            </a:prstGeom>
            <a:noFill/>
            <a:ln cap="flat" cmpd="sng" w="2857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Máy tính trung tâm</a:t>
              </a:r>
              <a:endParaRPr/>
            </a:p>
          </p:txBody>
        </p:sp>
        <p:sp>
          <p:nvSpPr>
            <p:cNvPr id="329" name="Google Shape;329;p9"/>
            <p:cNvSpPr txBox="1"/>
            <p:nvPr/>
          </p:nvSpPr>
          <p:spPr>
            <a:xfrm>
              <a:off x="1401" y="1725"/>
              <a:ext cx="746" cy="393"/>
            </a:xfrm>
            <a:prstGeom prst="rect">
              <a:avLst/>
            </a:prstGeom>
            <a:noFill/>
            <a:ln cap="flat" cmpd="sng" w="2857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Modem</a:t>
              </a:r>
              <a:endParaRPr/>
            </a:p>
          </p:txBody>
        </p:sp>
        <p:sp>
          <p:nvSpPr>
            <p:cNvPr id="330" name="Google Shape;330;p9"/>
            <p:cNvSpPr txBox="1"/>
            <p:nvPr/>
          </p:nvSpPr>
          <p:spPr>
            <a:xfrm>
              <a:off x="3655" y="1725"/>
              <a:ext cx="746" cy="393"/>
            </a:xfrm>
            <a:prstGeom prst="rect">
              <a:avLst/>
            </a:prstGeom>
            <a:noFill/>
            <a:ln cap="flat" cmpd="sng" w="2857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Modem</a:t>
              </a:r>
              <a:endParaRPr/>
            </a:p>
          </p:txBody>
        </p:sp>
        <p:cxnSp>
          <p:nvCxnSpPr>
            <p:cNvPr id="331" name="Google Shape;331;p9"/>
            <p:cNvCxnSpPr/>
            <p:nvPr/>
          </p:nvCxnSpPr>
          <p:spPr>
            <a:xfrm>
              <a:off x="2142" y="1922"/>
              <a:ext cx="339" cy="0"/>
            </a:xfrm>
            <a:prstGeom prst="straightConnector1">
              <a:avLst/>
            </a:prstGeom>
            <a:noFill/>
            <a:ln cap="flat" cmpd="sng" w="28575">
              <a:solidFill>
                <a:schemeClr val="dk1"/>
              </a:solidFill>
              <a:prstDash val="solid"/>
              <a:miter lim="800000"/>
              <a:headEnd len="med" w="med" type="none"/>
              <a:tailEnd len="med" w="med" type="none"/>
            </a:ln>
          </p:spPr>
        </p:cxnSp>
        <p:cxnSp>
          <p:nvCxnSpPr>
            <p:cNvPr id="332" name="Google Shape;332;p9"/>
            <p:cNvCxnSpPr/>
            <p:nvPr/>
          </p:nvCxnSpPr>
          <p:spPr>
            <a:xfrm>
              <a:off x="1770" y="2118"/>
              <a:ext cx="0" cy="485"/>
            </a:xfrm>
            <a:prstGeom prst="straightConnector1">
              <a:avLst/>
            </a:prstGeom>
            <a:noFill/>
            <a:ln cap="flat" cmpd="sng" w="28575">
              <a:solidFill>
                <a:schemeClr val="dk1"/>
              </a:solidFill>
              <a:prstDash val="solid"/>
              <a:miter lim="800000"/>
              <a:headEnd len="med" w="med" type="none"/>
              <a:tailEnd len="med" w="med" type="none"/>
            </a:ln>
          </p:spPr>
        </p:cxnSp>
        <p:cxnSp>
          <p:nvCxnSpPr>
            <p:cNvPr id="333" name="Google Shape;333;p9"/>
            <p:cNvCxnSpPr/>
            <p:nvPr/>
          </p:nvCxnSpPr>
          <p:spPr>
            <a:xfrm>
              <a:off x="3995" y="2118"/>
              <a:ext cx="0" cy="485"/>
            </a:xfrm>
            <a:prstGeom prst="straightConnector1">
              <a:avLst/>
            </a:prstGeom>
            <a:noFill/>
            <a:ln cap="flat" cmpd="sng" w="28575">
              <a:solidFill>
                <a:schemeClr val="dk1"/>
              </a:solidFill>
              <a:prstDash val="solid"/>
              <a:miter lim="800000"/>
              <a:headEnd len="med" w="med" type="none"/>
              <a:tailEnd len="med" w="med" type="none"/>
            </a:ln>
          </p:spPr>
        </p:cxnSp>
        <p:sp>
          <p:nvSpPr>
            <p:cNvPr id="334" name="Google Shape;334;p9"/>
            <p:cNvSpPr txBox="1"/>
            <p:nvPr/>
          </p:nvSpPr>
          <p:spPr>
            <a:xfrm>
              <a:off x="952" y="3489"/>
              <a:ext cx="4099" cy="38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Hình 1.1. Mô hình truyền dữ liệu từ xa đầu tiên</a:t>
              </a:r>
              <a:endParaRPr/>
            </a:p>
          </p:txBody>
        </p:sp>
        <p:sp>
          <p:nvSpPr>
            <p:cNvPr id="335" name="Google Shape;335;p9"/>
            <p:cNvSpPr txBox="1"/>
            <p:nvPr/>
          </p:nvSpPr>
          <p:spPr>
            <a:xfrm>
              <a:off x="2488" y="1663"/>
              <a:ext cx="834" cy="496"/>
            </a:xfrm>
            <a:prstGeom prst="rect">
              <a:avLst/>
            </a:prstGeom>
            <a:noFill/>
            <a:ln cap="flat" cmpd="sng" w="28575">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Đường dây </a:t>
              </a:r>
              <a:endParaRPr/>
            </a:p>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điện thoại</a:t>
              </a:r>
              <a:endParaRPr/>
            </a:p>
          </p:txBody>
        </p:sp>
        <p:cxnSp>
          <p:nvCxnSpPr>
            <p:cNvPr id="336" name="Google Shape;336;p9"/>
            <p:cNvCxnSpPr/>
            <p:nvPr/>
          </p:nvCxnSpPr>
          <p:spPr>
            <a:xfrm>
              <a:off x="3326" y="1938"/>
              <a:ext cx="339" cy="0"/>
            </a:xfrm>
            <a:prstGeom prst="straightConnector1">
              <a:avLst/>
            </a:prstGeom>
            <a:noFill/>
            <a:ln cap="flat" cmpd="sng" w="28575">
              <a:solidFill>
                <a:schemeClr val="dk1"/>
              </a:solidFill>
              <a:prstDash val="solid"/>
              <a:miter lim="800000"/>
              <a:headEnd len="med" w="med" type="none"/>
              <a:tailEnd len="med" w="med" type="none"/>
            </a:ln>
          </p:spPr>
        </p:cxnSp>
      </p:grpSp>
      <p:sp>
        <p:nvSpPr>
          <p:cNvPr id="337" name="Google Shape;337;p9"/>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10"/>
          <p:cNvSpPr txBox="1"/>
          <p:nvPr/>
        </p:nvSpPr>
        <p:spPr>
          <a:xfrm>
            <a:off x="3390900" y="6356350"/>
            <a:ext cx="3352800" cy="365125"/>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Chương I - Tổng quan về mạng máy tính</a:t>
            </a:r>
            <a:endParaRPr/>
          </a:p>
        </p:txBody>
      </p:sp>
      <p:sp>
        <p:nvSpPr>
          <p:cNvPr id="343" name="Google Shape;343;p10"/>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
        <p:nvSpPr>
          <p:cNvPr id="344" name="Google Shape;344;p10"/>
          <p:cNvSpPr txBox="1"/>
          <p:nvPr>
            <p:ph idx="4294967295" type="title"/>
          </p:nvPr>
        </p:nvSpPr>
        <p:spPr>
          <a:xfrm>
            <a:off x="685800" y="152400"/>
            <a:ext cx="7772400" cy="609600"/>
          </a:xfrm>
          <a:prstGeom prst="rect">
            <a:avLst/>
          </a:prstGeom>
          <a:noFill/>
          <a:ln>
            <a:noFill/>
          </a:ln>
        </p:spPr>
        <p:txBody>
          <a:bodyPr anchorCtr="0" anchor="b" bIns="0" lIns="0" spcFirstLastPara="1" rIns="0" wrap="square" tIns="45700">
            <a:noAutofit/>
          </a:bodyPr>
          <a:lstStyle/>
          <a:p>
            <a:pPr indent="0" lvl="0" marL="0" marR="0" rtl="0" algn="ctr">
              <a:lnSpc>
                <a:spcPct val="100000"/>
              </a:lnSpc>
              <a:spcBef>
                <a:spcPts val="0"/>
              </a:spcBef>
              <a:spcAft>
                <a:spcPts val="0"/>
              </a:spcAft>
              <a:buClr>
                <a:schemeClr val="dk1"/>
              </a:buClr>
              <a:buSzPts val="3100"/>
              <a:buFont typeface="Calibri"/>
              <a:buNone/>
            </a:pPr>
            <a:r>
              <a:rPr b="1" i="0" lang="en-US" sz="3100" u="none" cap="none" strike="noStrike">
                <a:solidFill>
                  <a:schemeClr val="dk1"/>
                </a:solidFill>
                <a:latin typeface="Calibri"/>
                <a:ea typeface="Calibri"/>
                <a:cs typeface="Calibri"/>
                <a:sym typeface="Calibri"/>
              </a:rPr>
              <a:t>T</a:t>
            </a:r>
            <a:r>
              <a:rPr b="1" i="0" lang="en-US" sz="3100" u="none" cap="none" strike="noStrike">
                <a:solidFill>
                  <a:schemeClr val="dk1"/>
                </a:solidFill>
                <a:latin typeface="Arial"/>
                <a:ea typeface="Arial"/>
                <a:cs typeface="Arial"/>
                <a:sym typeface="Arial"/>
              </a:rPr>
              <a:t>ó</a:t>
            </a:r>
            <a:r>
              <a:rPr b="1" i="0" lang="en-US" sz="3100" u="none" cap="none" strike="noStrike">
                <a:solidFill>
                  <a:schemeClr val="dk1"/>
                </a:solidFill>
                <a:latin typeface="Calibri"/>
                <a:ea typeface="Calibri"/>
                <a:cs typeface="Calibri"/>
                <a:sym typeface="Calibri"/>
              </a:rPr>
              <a:t>m tắt lịch sử mạng m</a:t>
            </a:r>
            <a:r>
              <a:rPr b="1" i="0" lang="en-US" sz="3100" u="none" cap="none" strike="noStrike">
                <a:solidFill>
                  <a:schemeClr val="dk1"/>
                </a:solidFill>
                <a:latin typeface="Arial"/>
                <a:ea typeface="Arial"/>
                <a:cs typeface="Arial"/>
                <a:sym typeface="Arial"/>
              </a:rPr>
              <a:t>á</a:t>
            </a:r>
            <a:r>
              <a:rPr b="1" i="0" lang="en-US" sz="3100" u="none" cap="none" strike="noStrike">
                <a:solidFill>
                  <a:schemeClr val="dk1"/>
                </a:solidFill>
                <a:latin typeface="Calibri"/>
                <a:ea typeface="Calibri"/>
                <a:cs typeface="Calibri"/>
                <a:sym typeface="Calibri"/>
              </a:rPr>
              <a:t>y t</a:t>
            </a:r>
            <a:r>
              <a:rPr b="1" i="0" lang="en-US" sz="3100" u="none" cap="none" strike="noStrike">
                <a:solidFill>
                  <a:schemeClr val="dk1"/>
                </a:solidFill>
                <a:latin typeface="Arial"/>
                <a:ea typeface="Arial"/>
                <a:cs typeface="Arial"/>
                <a:sym typeface="Arial"/>
              </a:rPr>
              <a:t>í</a:t>
            </a:r>
            <a:r>
              <a:rPr b="1" i="0" lang="en-US" sz="3100" u="none" cap="none" strike="noStrike">
                <a:solidFill>
                  <a:schemeClr val="dk1"/>
                </a:solidFill>
                <a:latin typeface="Calibri"/>
                <a:ea typeface="Calibri"/>
                <a:cs typeface="Calibri"/>
                <a:sym typeface="Calibri"/>
              </a:rPr>
              <a:t>nh</a:t>
            </a:r>
            <a:endParaRPr/>
          </a:p>
        </p:txBody>
      </p:sp>
      <p:sp>
        <p:nvSpPr>
          <p:cNvPr id="345" name="Google Shape;345;p10"/>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
        <p:nvSpPr>
          <p:cNvPr id="346" name="Google Shape;346;p10"/>
          <p:cNvSpPr txBox="1"/>
          <p:nvPr/>
        </p:nvSpPr>
        <p:spPr>
          <a:xfrm>
            <a:off x="7620000" y="6248400"/>
            <a:ext cx="838200" cy="4572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grpSp>
        <p:nvGrpSpPr>
          <p:cNvPr id="347" name="Google Shape;347;p10"/>
          <p:cNvGrpSpPr/>
          <p:nvPr/>
        </p:nvGrpSpPr>
        <p:grpSpPr>
          <a:xfrm>
            <a:off x="685800" y="685800"/>
            <a:ext cx="8229600" cy="5410200"/>
            <a:chOff x="100" y="84"/>
            <a:chExt cx="5584" cy="4162"/>
          </a:xfrm>
        </p:grpSpPr>
        <p:sp>
          <p:nvSpPr>
            <p:cNvPr id="348" name="Google Shape;348;p10"/>
            <p:cNvSpPr/>
            <p:nvPr/>
          </p:nvSpPr>
          <p:spPr>
            <a:xfrm>
              <a:off x="192" y="1386"/>
              <a:ext cx="5321" cy="244"/>
            </a:xfrm>
            <a:custGeom>
              <a:rect b="b" l="l" r="r" t="t"/>
              <a:pathLst>
                <a:path extrusionOk="0" h="244" w="5321">
                  <a:moveTo>
                    <a:pt x="0" y="0"/>
                  </a:moveTo>
                  <a:lnTo>
                    <a:pt x="5321" y="190"/>
                  </a:lnTo>
                  <a:lnTo>
                    <a:pt x="5301" y="244"/>
                  </a:lnTo>
                  <a:lnTo>
                    <a:pt x="8" y="87"/>
                  </a:lnTo>
                  <a:lnTo>
                    <a:pt x="0" y="0"/>
                  </a:lnTo>
                  <a:close/>
                </a:path>
              </a:pathLst>
            </a:custGeom>
            <a:solidFill>
              <a:srgbClr val="E6E6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grpSp>
          <p:nvGrpSpPr>
            <p:cNvPr id="349" name="Google Shape;349;p10"/>
            <p:cNvGrpSpPr/>
            <p:nvPr/>
          </p:nvGrpSpPr>
          <p:grpSpPr>
            <a:xfrm>
              <a:off x="100" y="84"/>
              <a:ext cx="5584" cy="4162"/>
              <a:chOff x="100" y="84"/>
              <a:chExt cx="5584" cy="4162"/>
            </a:xfrm>
          </p:grpSpPr>
          <p:sp>
            <p:nvSpPr>
              <p:cNvPr id="350" name="Google Shape;350;p10"/>
              <p:cNvSpPr/>
              <p:nvPr/>
            </p:nvSpPr>
            <p:spPr>
              <a:xfrm>
                <a:off x="192" y="1386"/>
                <a:ext cx="5321" cy="244"/>
              </a:xfrm>
              <a:custGeom>
                <a:rect b="b" l="l" r="r" t="t"/>
                <a:pathLst>
                  <a:path extrusionOk="0" h="244" w="5321">
                    <a:moveTo>
                      <a:pt x="5321" y="190"/>
                    </a:moveTo>
                    <a:lnTo>
                      <a:pt x="0" y="0"/>
                    </a:lnTo>
                    <a:lnTo>
                      <a:pt x="8" y="87"/>
                    </a:lnTo>
                    <a:lnTo>
                      <a:pt x="5301" y="244"/>
                    </a:lnTo>
                    <a:lnTo>
                      <a:pt x="5321" y="190"/>
                    </a:lnTo>
                    <a:close/>
                  </a:path>
                </a:pathLst>
              </a:custGeom>
              <a:solidFill>
                <a:srgbClr val="666100"/>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grpSp>
            <p:nvGrpSpPr>
              <p:cNvPr id="351" name="Google Shape;351;p10"/>
              <p:cNvGrpSpPr/>
              <p:nvPr/>
            </p:nvGrpSpPr>
            <p:grpSpPr>
              <a:xfrm>
                <a:off x="100" y="84"/>
                <a:ext cx="5584" cy="4162"/>
                <a:chOff x="192" y="994"/>
                <a:chExt cx="5287" cy="3079"/>
              </a:xfrm>
            </p:grpSpPr>
            <p:sp>
              <p:nvSpPr>
                <p:cNvPr id="352" name="Google Shape;352;p10"/>
                <p:cNvSpPr/>
                <p:nvPr/>
              </p:nvSpPr>
              <p:spPr>
                <a:xfrm>
                  <a:off x="192" y="1028"/>
                  <a:ext cx="5287" cy="2980"/>
                </a:xfrm>
                <a:custGeom>
                  <a:rect b="b" l="l" r="r" t="t"/>
                  <a:pathLst>
                    <a:path extrusionOk="0" h="2980" w="5287">
                      <a:moveTo>
                        <a:pt x="169" y="2980"/>
                      </a:moveTo>
                      <a:lnTo>
                        <a:pt x="130" y="2784"/>
                      </a:lnTo>
                      <a:lnTo>
                        <a:pt x="103" y="2594"/>
                      </a:lnTo>
                      <a:lnTo>
                        <a:pt x="78" y="2402"/>
                      </a:lnTo>
                      <a:lnTo>
                        <a:pt x="58" y="2217"/>
                      </a:lnTo>
                      <a:lnTo>
                        <a:pt x="44" y="2030"/>
                      </a:lnTo>
                      <a:lnTo>
                        <a:pt x="33" y="1847"/>
                      </a:lnTo>
                      <a:lnTo>
                        <a:pt x="25" y="1661"/>
                      </a:lnTo>
                      <a:lnTo>
                        <a:pt x="19" y="1480"/>
                      </a:lnTo>
                      <a:lnTo>
                        <a:pt x="14" y="1295"/>
                      </a:lnTo>
                      <a:lnTo>
                        <a:pt x="11" y="1112"/>
                      </a:lnTo>
                      <a:lnTo>
                        <a:pt x="6" y="929"/>
                      </a:lnTo>
                      <a:lnTo>
                        <a:pt x="3" y="746"/>
                      </a:lnTo>
                      <a:lnTo>
                        <a:pt x="0" y="561"/>
                      </a:lnTo>
                      <a:lnTo>
                        <a:pt x="0" y="375"/>
                      </a:lnTo>
                      <a:lnTo>
                        <a:pt x="0" y="190"/>
                      </a:lnTo>
                      <a:lnTo>
                        <a:pt x="0" y="0"/>
                      </a:lnTo>
                      <a:lnTo>
                        <a:pt x="336" y="35"/>
                      </a:lnTo>
                      <a:lnTo>
                        <a:pt x="688" y="61"/>
                      </a:lnTo>
                      <a:lnTo>
                        <a:pt x="1035" y="79"/>
                      </a:lnTo>
                      <a:lnTo>
                        <a:pt x="1373" y="90"/>
                      </a:lnTo>
                      <a:lnTo>
                        <a:pt x="1706" y="94"/>
                      </a:lnTo>
                      <a:lnTo>
                        <a:pt x="2033" y="96"/>
                      </a:lnTo>
                      <a:lnTo>
                        <a:pt x="2358" y="94"/>
                      </a:lnTo>
                      <a:lnTo>
                        <a:pt x="2682" y="92"/>
                      </a:lnTo>
                      <a:lnTo>
                        <a:pt x="2999" y="88"/>
                      </a:lnTo>
                      <a:lnTo>
                        <a:pt x="3320" y="85"/>
                      </a:lnTo>
                      <a:lnTo>
                        <a:pt x="3639" y="83"/>
                      </a:lnTo>
                      <a:lnTo>
                        <a:pt x="3964" y="85"/>
                      </a:lnTo>
                      <a:lnTo>
                        <a:pt x="4286" y="92"/>
                      </a:lnTo>
                      <a:lnTo>
                        <a:pt x="4616" y="105"/>
                      </a:lnTo>
                      <a:lnTo>
                        <a:pt x="4949" y="123"/>
                      </a:lnTo>
                      <a:lnTo>
                        <a:pt x="5287" y="153"/>
                      </a:lnTo>
                      <a:lnTo>
                        <a:pt x="5251" y="325"/>
                      </a:lnTo>
                      <a:lnTo>
                        <a:pt x="5226" y="497"/>
                      </a:lnTo>
                      <a:lnTo>
                        <a:pt x="5207" y="674"/>
                      </a:lnTo>
                      <a:lnTo>
                        <a:pt x="5193" y="848"/>
                      </a:lnTo>
                      <a:lnTo>
                        <a:pt x="5182" y="1025"/>
                      </a:lnTo>
                      <a:lnTo>
                        <a:pt x="5173" y="1199"/>
                      </a:lnTo>
                      <a:lnTo>
                        <a:pt x="5165" y="1378"/>
                      </a:lnTo>
                      <a:lnTo>
                        <a:pt x="5157" y="1555"/>
                      </a:lnTo>
                      <a:lnTo>
                        <a:pt x="5143" y="1731"/>
                      </a:lnTo>
                      <a:lnTo>
                        <a:pt x="5126" y="1910"/>
                      </a:lnTo>
                      <a:lnTo>
                        <a:pt x="5104" y="2086"/>
                      </a:lnTo>
                      <a:lnTo>
                        <a:pt x="5079" y="2263"/>
                      </a:lnTo>
                      <a:lnTo>
                        <a:pt x="5040" y="2439"/>
                      </a:lnTo>
                      <a:lnTo>
                        <a:pt x="4993" y="2616"/>
                      </a:lnTo>
                      <a:lnTo>
                        <a:pt x="4938" y="2793"/>
                      </a:lnTo>
                      <a:lnTo>
                        <a:pt x="4868" y="2971"/>
                      </a:lnTo>
                      <a:lnTo>
                        <a:pt x="169" y="2980"/>
                      </a:lnTo>
                      <a:close/>
                    </a:path>
                  </a:pathLst>
                </a:custGeom>
                <a:solidFill>
                  <a:srgbClr val="BDC9D4"/>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53" name="Google Shape;353;p10"/>
                <p:cNvSpPr/>
                <p:nvPr/>
              </p:nvSpPr>
              <p:spPr>
                <a:xfrm>
                  <a:off x="211" y="1746"/>
                  <a:ext cx="5221" cy="244"/>
                </a:xfrm>
                <a:custGeom>
                  <a:rect b="b" l="l" r="r" t="t"/>
                  <a:pathLst>
                    <a:path extrusionOk="0" h="244" w="5221">
                      <a:moveTo>
                        <a:pt x="0" y="0"/>
                      </a:moveTo>
                      <a:lnTo>
                        <a:pt x="5221" y="191"/>
                      </a:lnTo>
                      <a:lnTo>
                        <a:pt x="5202" y="244"/>
                      </a:lnTo>
                      <a:lnTo>
                        <a:pt x="14" y="85"/>
                      </a:lnTo>
                      <a:lnTo>
                        <a:pt x="0" y="0"/>
                      </a:lnTo>
                      <a:close/>
                    </a:path>
                  </a:pathLst>
                </a:custGeom>
                <a:solidFill>
                  <a:srgbClr val="E6E6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54" name="Google Shape;354;p10"/>
                <p:cNvSpPr/>
                <p:nvPr/>
              </p:nvSpPr>
              <p:spPr>
                <a:xfrm>
                  <a:off x="231" y="2107"/>
                  <a:ext cx="5121" cy="240"/>
                </a:xfrm>
                <a:custGeom>
                  <a:rect b="b" l="l" r="r" t="t"/>
                  <a:pathLst>
                    <a:path extrusionOk="0" h="240" w="5121">
                      <a:moveTo>
                        <a:pt x="0" y="0"/>
                      </a:moveTo>
                      <a:lnTo>
                        <a:pt x="5121" y="188"/>
                      </a:lnTo>
                      <a:lnTo>
                        <a:pt x="5104" y="240"/>
                      </a:lnTo>
                      <a:lnTo>
                        <a:pt x="14" y="81"/>
                      </a:lnTo>
                      <a:lnTo>
                        <a:pt x="0" y="0"/>
                      </a:lnTo>
                      <a:close/>
                    </a:path>
                  </a:pathLst>
                </a:custGeom>
                <a:solidFill>
                  <a:srgbClr val="E6E6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55" name="Google Shape;355;p10"/>
                <p:cNvSpPr/>
                <p:nvPr/>
              </p:nvSpPr>
              <p:spPr>
                <a:xfrm>
                  <a:off x="256" y="2467"/>
                  <a:ext cx="5015" cy="235"/>
                </a:xfrm>
                <a:custGeom>
                  <a:rect b="b" l="l" r="r" t="t"/>
                  <a:pathLst>
                    <a:path extrusionOk="0" h="235" w="5015">
                      <a:moveTo>
                        <a:pt x="0" y="0"/>
                      </a:moveTo>
                      <a:lnTo>
                        <a:pt x="5015" y="187"/>
                      </a:lnTo>
                      <a:lnTo>
                        <a:pt x="4999" y="235"/>
                      </a:lnTo>
                      <a:lnTo>
                        <a:pt x="16" y="78"/>
                      </a:lnTo>
                      <a:lnTo>
                        <a:pt x="0" y="0"/>
                      </a:lnTo>
                      <a:close/>
                    </a:path>
                  </a:pathLst>
                </a:custGeom>
                <a:solidFill>
                  <a:srgbClr val="E6E6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56" name="Google Shape;356;p10"/>
                <p:cNvSpPr/>
                <p:nvPr/>
              </p:nvSpPr>
              <p:spPr>
                <a:xfrm>
                  <a:off x="281" y="2827"/>
                  <a:ext cx="4910" cy="235"/>
                </a:xfrm>
                <a:custGeom>
                  <a:rect b="b" l="l" r="r" t="t"/>
                  <a:pathLst>
                    <a:path extrusionOk="0" h="235" w="4910">
                      <a:moveTo>
                        <a:pt x="0" y="0"/>
                      </a:moveTo>
                      <a:lnTo>
                        <a:pt x="4910" y="185"/>
                      </a:lnTo>
                      <a:lnTo>
                        <a:pt x="4896" y="235"/>
                      </a:lnTo>
                      <a:lnTo>
                        <a:pt x="14" y="76"/>
                      </a:lnTo>
                      <a:lnTo>
                        <a:pt x="0" y="0"/>
                      </a:lnTo>
                      <a:close/>
                    </a:path>
                  </a:pathLst>
                </a:custGeom>
                <a:solidFill>
                  <a:srgbClr val="E6E6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57" name="Google Shape;357;p10"/>
                <p:cNvSpPr/>
                <p:nvPr/>
              </p:nvSpPr>
              <p:spPr>
                <a:xfrm>
                  <a:off x="306" y="3188"/>
                  <a:ext cx="4804" cy="232"/>
                </a:xfrm>
                <a:custGeom>
                  <a:rect b="b" l="l" r="r" t="t"/>
                  <a:pathLst>
                    <a:path extrusionOk="0" h="232" w="4804">
                      <a:moveTo>
                        <a:pt x="0" y="0"/>
                      </a:moveTo>
                      <a:lnTo>
                        <a:pt x="4804" y="181"/>
                      </a:lnTo>
                      <a:lnTo>
                        <a:pt x="4790" y="232"/>
                      </a:lnTo>
                      <a:lnTo>
                        <a:pt x="14" y="72"/>
                      </a:lnTo>
                      <a:lnTo>
                        <a:pt x="0" y="0"/>
                      </a:lnTo>
                      <a:close/>
                    </a:path>
                  </a:pathLst>
                </a:custGeom>
                <a:solidFill>
                  <a:srgbClr val="E6E6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58" name="Google Shape;358;p10"/>
                <p:cNvSpPr/>
                <p:nvPr/>
              </p:nvSpPr>
              <p:spPr>
                <a:xfrm>
                  <a:off x="325" y="3548"/>
                  <a:ext cx="4705" cy="229"/>
                </a:xfrm>
                <a:custGeom>
                  <a:rect b="b" l="l" r="r" t="t"/>
                  <a:pathLst>
                    <a:path extrusionOk="0" h="229" w="4705">
                      <a:moveTo>
                        <a:pt x="0" y="0"/>
                      </a:moveTo>
                      <a:lnTo>
                        <a:pt x="4705" y="181"/>
                      </a:lnTo>
                      <a:lnTo>
                        <a:pt x="4691" y="229"/>
                      </a:lnTo>
                      <a:lnTo>
                        <a:pt x="17" y="70"/>
                      </a:lnTo>
                      <a:lnTo>
                        <a:pt x="0" y="0"/>
                      </a:lnTo>
                      <a:close/>
                    </a:path>
                  </a:pathLst>
                </a:custGeom>
                <a:solidFill>
                  <a:srgbClr val="E6E6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59" name="Google Shape;359;p10"/>
                <p:cNvSpPr/>
                <p:nvPr/>
              </p:nvSpPr>
              <p:spPr>
                <a:xfrm>
                  <a:off x="652" y="994"/>
                  <a:ext cx="228" cy="2981"/>
                </a:xfrm>
                <a:custGeom>
                  <a:rect b="b" l="l" r="r" t="t"/>
                  <a:pathLst>
                    <a:path extrusionOk="0" h="2981" w="228">
                      <a:moveTo>
                        <a:pt x="0" y="0"/>
                      </a:moveTo>
                      <a:lnTo>
                        <a:pt x="86" y="6"/>
                      </a:lnTo>
                      <a:lnTo>
                        <a:pt x="228" y="2981"/>
                      </a:lnTo>
                      <a:lnTo>
                        <a:pt x="167" y="2970"/>
                      </a:lnTo>
                      <a:lnTo>
                        <a:pt x="0" y="0"/>
                      </a:lnTo>
                      <a:close/>
                    </a:path>
                  </a:pathLst>
                </a:custGeom>
                <a:solidFill>
                  <a:srgbClr val="E6E6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60" name="Google Shape;360;p10"/>
                <p:cNvSpPr/>
                <p:nvPr/>
              </p:nvSpPr>
              <p:spPr>
                <a:xfrm>
                  <a:off x="1160" y="1020"/>
                  <a:ext cx="147" cy="2960"/>
                </a:xfrm>
                <a:custGeom>
                  <a:rect b="b" l="l" r="r" t="t"/>
                  <a:pathLst>
                    <a:path extrusionOk="0" h="2960" w="147">
                      <a:moveTo>
                        <a:pt x="0" y="0"/>
                      </a:moveTo>
                      <a:lnTo>
                        <a:pt x="75" y="4"/>
                      </a:lnTo>
                      <a:lnTo>
                        <a:pt x="147" y="2960"/>
                      </a:lnTo>
                      <a:lnTo>
                        <a:pt x="83" y="2949"/>
                      </a:lnTo>
                      <a:lnTo>
                        <a:pt x="0" y="0"/>
                      </a:lnTo>
                      <a:close/>
                    </a:path>
                  </a:pathLst>
                </a:custGeom>
                <a:solidFill>
                  <a:srgbClr val="E6E6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61" name="Google Shape;361;p10"/>
                <p:cNvSpPr/>
                <p:nvPr/>
              </p:nvSpPr>
              <p:spPr>
                <a:xfrm>
                  <a:off x="1673" y="1046"/>
                  <a:ext cx="81" cy="2936"/>
                </a:xfrm>
                <a:custGeom>
                  <a:rect b="b" l="l" r="r" t="t"/>
                  <a:pathLst>
                    <a:path extrusionOk="0" h="2936" w="81">
                      <a:moveTo>
                        <a:pt x="0" y="0"/>
                      </a:moveTo>
                      <a:lnTo>
                        <a:pt x="81" y="0"/>
                      </a:lnTo>
                      <a:lnTo>
                        <a:pt x="72" y="2936"/>
                      </a:lnTo>
                      <a:lnTo>
                        <a:pt x="14" y="2927"/>
                      </a:lnTo>
                      <a:lnTo>
                        <a:pt x="0" y="0"/>
                      </a:lnTo>
                      <a:close/>
                    </a:path>
                  </a:pathLst>
                </a:custGeom>
                <a:solidFill>
                  <a:srgbClr val="E6E6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62" name="Google Shape;362;p10"/>
                <p:cNvSpPr/>
                <p:nvPr/>
              </p:nvSpPr>
              <p:spPr>
                <a:xfrm>
                  <a:off x="2098" y="1059"/>
                  <a:ext cx="138" cy="2923"/>
                </a:xfrm>
                <a:custGeom>
                  <a:rect b="b" l="l" r="r" t="t"/>
                  <a:pathLst>
                    <a:path extrusionOk="0" h="2923" w="138">
                      <a:moveTo>
                        <a:pt x="64" y="0"/>
                      </a:moveTo>
                      <a:lnTo>
                        <a:pt x="138" y="13"/>
                      </a:lnTo>
                      <a:lnTo>
                        <a:pt x="58" y="2923"/>
                      </a:lnTo>
                      <a:lnTo>
                        <a:pt x="0" y="2916"/>
                      </a:lnTo>
                      <a:lnTo>
                        <a:pt x="64" y="0"/>
                      </a:lnTo>
                      <a:close/>
                    </a:path>
                  </a:pathLst>
                </a:custGeom>
                <a:solidFill>
                  <a:srgbClr val="E6E6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63" name="Google Shape;363;p10"/>
                <p:cNvSpPr/>
                <p:nvPr/>
              </p:nvSpPr>
              <p:spPr>
                <a:xfrm>
                  <a:off x="2506" y="1089"/>
                  <a:ext cx="216" cy="2895"/>
                </a:xfrm>
                <a:custGeom>
                  <a:rect b="b" l="l" r="r" t="t"/>
                  <a:pathLst>
                    <a:path extrusionOk="0" h="2895" w="216">
                      <a:moveTo>
                        <a:pt x="138" y="0"/>
                      </a:moveTo>
                      <a:lnTo>
                        <a:pt x="216" y="5"/>
                      </a:lnTo>
                      <a:lnTo>
                        <a:pt x="58" y="2895"/>
                      </a:lnTo>
                      <a:lnTo>
                        <a:pt x="0" y="2893"/>
                      </a:lnTo>
                      <a:lnTo>
                        <a:pt x="138" y="0"/>
                      </a:lnTo>
                      <a:close/>
                    </a:path>
                  </a:pathLst>
                </a:custGeom>
                <a:solidFill>
                  <a:srgbClr val="E6E6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64" name="Google Shape;364;p10"/>
                <p:cNvSpPr/>
                <p:nvPr/>
              </p:nvSpPr>
              <p:spPr>
                <a:xfrm>
                  <a:off x="2913" y="1113"/>
                  <a:ext cx="292" cy="2875"/>
                </a:xfrm>
                <a:custGeom>
                  <a:rect b="b" l="l" r="r" t="t"/>
                  <a:pathLst>
                    <a:path extrusionOk="0" h="2875" w="292">
                      <a:moveTo>
                        <a:pt x="217" y="0"/>
                      </a:moveTo>
                      <a:lnTo>
                        <a:pt x="292" y="5"/>
                      </a:lnTo>
                      <a:lnTo>
                        <a:pt x="61" y="2875"/>
                      </a:lnTo>
                      <a:lnTo>
                        <a:pt x="0" y="2875"/>
                      </a:lnTo>
                      <a:lnTo>
                        <a:pt x="217" y="0"/>
                      </a:lnTo>
                      <a:close/>
                    </a:path>
                  </a:pathLst>
                </a:custGeom>
                <a:solidFill>
                  <a:srgbClr val="E6E6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65" name="Google Shape;365;p10"/>
                <p:cNvSpPr/>
                <p:nvPr/>
              </p:nvSpPr>
              <p:spPr>
                <a:xfrm>
                  <a:off x="3321" y="1142"/>
                  <a:ext cx="363" cy="2849"/>
                </a:xfrm>
                <a:custGeom>
                  <a:rect b="b" l="l" r="r" t="t"/>
                  <a:pathLst>
                    <a:path extrusionOk="0" h="2849" w="363">
                      <a:moveTo>
                        <a:pt x="294" y="0"/>
                      </a:moveTo>
                      <a:lnTo>
                        <a:pt x="363" y="2"/>
                      </a:lnTo>
                      <a:lnTo>
                        <a:pt x="61" y="2849"/>
                      </a:lnTo>
                      <a:lnTo>
                        <a:pt x="0" y="2849"/>
                      </a:lnTo>
                      <a:lnTo>
                        <a:pt x="294" y="0"/>
                      </a:lnTo>
                      <a:close/>
                    </a:path>
                  </a:pathLst>
                </a:custGeom>
                <a:solidFill>
                  <a:srgbClr val="E6E6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66" name="Google Shape;366;p10"/>
                <p:cNvSpPr/>
                <p:nvPr/>
              </p:nvSpPr>
              <p:spPr>
                <a:xfrm>
                  <a:off x="3734" y="1166"/>
                  <a:ext cx="436" cy="2829"/>
                </a:xfrm>
                <a:custGeom>
                  <a:rect b="b" l="l" r="r" t="t"/>
                  <a:pathLst>
                    <a:path extrusionOk="0" h="2829" w="436">
                      <a:moveTo>
                        <a:pt x="367" y="0"/>
                      </a:moveTo>
                      <a:lnTo>
                        <a:pt x="436" y="0"/>
                      </a:lnTo>
                      <a:lnTo>
                        <a:pt x="56" y="2827"/>
                      </a:lnTo>
                      <a:lnTo>
                        <a:pt x="0" y="2829"/>
                      </a:lnTo>
                      <a:lnTo>
                        <a:pt x="367" y="0"/>
                      </a:lnTo>
                      <a:close/>
                    </a:path>
                  </a:pathLst>
                </a:custGeom>
                <a:solidFill>
                  <a:srgbClr val="E6E6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67" name="Google Shape;367;p10"/>
                <p:cNvSpPr/>
                <p:nvPr/>
              </p:nvSpPr>
              <p:spPr>
                <a:xfrm>
                  <a:off x="4139" y="1190"/>
                  <a:ext cx="514" cy="2809"/>
                </a:xfrm>
                <a:custGeom>
                  <a:rect b="b" l="l" r="r" t="t"/>
                  <a:pathLst>
                    <a:path extrusionOk="0" h="2809" w="514">
                      <a:moveTo>
                        <a:pt x="444" y="6"/>
                      </a:moveTo>
                      <a:lnTo>
                        <a:pt x="514" y="0"/>
                      </a:lnTo>
                      <a:lnTo>
                        <a:pt x="59" y="2805"/>
                      </a:lnTo>
                      <a:lnTo>
                        <a:pt x="0" y="2809"/>
                      </a:lnTo>
                      <a:lnTo>
                        <a:pt x="444" y="6"/>
                      </a:lnTo>
                      <a:close/>
                    </a:path>
                  </a:pathLst>
                </a:custGeom>
                <a:solidFill>
                  <a:srgbClr val="E6E6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68" name="Google Shape;368;p10"/>
                <p:cNvSpPr/>
                <p:nvPr/>
              </p:nvSpPr>
              <p:spPr>
                <a:xfrm>
                  <a:off x="4550" y="1216"/>
                  <a:ext cx="588" cy="2788"/>
                </a:xfrm>
                <a:custGeom>
                  <a:rect b="b" l="l" r="r" t="t"/>
                  <a:pathLst>
                    <a:path extrusionOk="0" h="2788" w="588">
                      <a:moveTo>
                        <a:pt x="521" y="6"/>
                      </a:moveTo>
                      <a:lnTo>
                        <a:pt x="588" y="0"/>
                      </a:lnTo>
                      <a:lnTo>
                        <a:pt x="58" y="2783"/>
                      </a:lnTo>
                      <a:lnTo>
                        <a:pt x="0" y="2788"/>
                      </a:lnTo>
                      <a:lnTo>
                        <a:pt x="521" y="6"/>
                      </a:lnTo>
                      <a:close/>
                    </a:path>
                  </a:pathLst>
                </a:custGeom>
                <a:solidFill>
                  <a:srgbClr val="E6E6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69" name="Google Shape;369;p10"/>
                <p:cNvSpPr/>
                <p:nvPr/>
              </p:nvSpPr>
              <p:spPr>
                <a:xfrm>
                  <a:off x="253" y="3906"/>
                  <a:ext cx="175" cy="95"/>
                </a:xfrm>
                <a:custGeom>
                  <a:rect b="b" l="l" r="r" t="t"/>
                  <a:pathLst>
                    <a:path extrusionOk="0" h="95" w="175">
                      <a:moveTo>
                        <a:pt x="97" y="0"/>
                      </a:moveTo>
                      <a:lnTo>
                        <a:pt x="44" y="24"/>
                      </a:lnTo>
                      <a:lnTo>
                        <a:pt x="0" y="69"/>
                      </a:lnTo>
                      <a:lnTo>
                        <a:pt x="72" y="93"/>
                      </a:lnTo>
                      <a:lnTo>
                        <a:pt x="175" y="95"/>
                      </a:lnTo>
                      <a:lnTo>
                        <a:pt x="97" y="0"/>
                      </a:lnTo>
                      <a:close/>
                    </a:path>
                  </a:pathLst>
                </a:custGeom>
                <a:solidFill>
                  <a:srgbClr val="E680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70" name="Google Shape;370;p10"/>
                <p:cNvSpPr/>
                <p:nvPr/>
              </p:nvSpPr>
              <p:spPr>
                <a:xfrm>
                  <a:off x="528" y="1399"/>
                  <a:ext cx="4136" cy="2653"/>
                </a:xfrm>
                <a:custGeom>
                  <a:rect b="b" l="l" r="r" t="t"/>
                  <a:pathLst>
                    <a:path extrusionOk="0" h="2653" w="4136">
                      <a:moveTo>
                        <a:pt x="0" y="2646"/>
                      </a:moveTo>
                      <a:lnTo>
                        <a:pt x="260" y="2328"/>
                      </a:lnTo>
                      <a:lnTo>
                        <a:pt x="260" y="2326"/>
                      </a:lnTo>
                      <a:lnTo>
                        <a:pt x="269" y="2323"/>
                      </a:lnTo>
                      <a:lnTo>
                        <a:pt x="277" y="2319"/>
                      </a:lnTo>
                      <a:lnTo>
                        <a:pt x="294" y="2315"/>
                      </a:lnTo>
                      <a:lnTo>
                        <a:pt x="299" y="2310"/>
                      </a:lnTo>
                      <a:lnTo>
                        <a:pt x="310" y="2308"/>
                      </a:lnTo>
                      <a:lnTo>
                        <a:pt x="321" y="2304"/>
                      </a:lnTo>
                      <a:lnTo>
                        <a:pt x="330" y="2304"/>
                      </a:lnTo>
                      <a:lnTo>
                        <a:pt x="341" y="2300"/>
                      </a:lnTo>
                      <a:lnTo>
                        <a:pt x="355" y="2297"/>
                      </a:lnTo>
                      <a:lnTo>
                        <a:pt x="369" y="2295"/>
                      </a:lnTo>
                      <a:lnTo>
                        <a:pt x="385" y="2295"/>
                      </a:lnTo>
                      <a:lnTo>
                        <a:pt x="399" y="2293"/>
                      </a:lnTo>
                      <a:lnTo>
                        <a:pt x="419" y="2291"/>
                      </a:lnTo>
                      <a:lnTo>
                        <a:pt x="441" y="2291"/>
                      </a:lnTo>
                      <a:lnTo>
                        <a:pt x="471" y="2291"/>
                      </a:lnTo>
                      <a:lnTo>
                        <a:pt x="496" y="2291"/>
                      </a:lnTo>
                      <a:lnTo>
                        <a:pt x="527" y="2291"/>
                      </a:lnTo>
                      <a:lnTo>
                        <a:pt x="557" y="2291"/>
                      </a:lnTo>
                      <a:lnTo>
                        <a:pt x="588" y="2291"/>
                      </a:lnTo>
                      <a:lnTo>
                        <a:pt x="615" y="2291"/>
                      </a:lnTo>
                      <a:lnTo>
                        <a:pt x="643" y="2291"/>
                      </a:lnTo>
                      <a:lnTo>
                        <a:pt x="668" y="2291"/>
                      </a:lnTo>
                      <a:lnTo>
                        <a:pt x="693" y="2291"/>
                      </a:lnTo>
                      <a:lnTo>
                        <a:pt x="713" y="2291"/>
                      </a:lnTo>
                      <a:lnTo>
                        <a:pt x="729" y="2291"/>
                      </a:lnTo>
                      <a:lnTo>
                        <a:pt x="738" y="2291"/>
                      </a:lnTo>
                      <a:lnTo>
                        <a:pt x="740" y="2291"/>
                      </a:lnTo>
                      <a:lnTo>
                        <a:pt x="1015" y="1861"/>
                      </a:lnTo>
                      <a:lnTo>
                        <a:pt x="1184" y="1798"/>
                      </a:lnTo>
                      <a:lnTo>
                        <a:pt x="1556" y="1798"/>
                      </a:lnTo>
                      <a:lnTo>
                        <a:pt x="1925" y="1279"/>
                      </a:lnTo>
                      <a:lnTo>
                        <a:pt x="1928" y="1277"/>
                      </a:lnTo>
                      <a:lnTo>
                        <a:pt x="1939" y="1273"/>
                      </a:lnTo>
                      <a:lnTo>
                        <a:pt x="1944" y="1269"/>
                      </a:lnTo>
                      <a:lnTo>
                        <a:pt x="1953" y="1264"/>
                      </a:lnTo>
                      <a:lnTo>
                        <a:pt x="1961" y="1262"/>
                      </a:lnTo>
                      <a:lnTo>
                        <a:pt x="1972" y="1260"/>
                      </a:lnTo>
                      <a:lnTo>
                        <a:pt x="1980" y="1253"/>
                      </a:lnTo>
                      <a:lnTo>
                        <a:pt x="1991" y="1249"/>
                      </a:lnTo>
                      <a:lnTo>
                        <a:pt x="2002" y="1245"/>
                      </a:lnTo>
                      <a:lnTo>
                        <a:pt x="2014" y="1240"/>
                      </a:lnTo>
                      <a:lnTo>
                        <a:pt x="2025" y="1238"/>
                      </a:lnTo>
                      <a:lnTo>
                        <a:pt x="2036" y="1234"/>
                      </a:lnTo>
                      <a:lnTo>
                        <a:pt x="2047" y="1229"/>
                      </a:lnTo>
                      <a:lnTo>
                        <a:pt x="2058" y="1227"/>
                      </a:lnTo>
                      <a:lnTo>
                        <a:pt x="2075" y="1218"/>
                      </a:lnTo>
                      <a:lnTo>
                        <a:pt x="2091" y="1214"/>
                      </a:lnTo>
                      <a:lnTo>
                        <a:pt x="2105" y="1210"/>
                      </a:lnTo>
                      <a:lnTo>
                        <a:pt x="2116" y="1208"/>
                      </a:lnTo>
                      <a:lnTo>
                        <a:pt x="2130" y="1205"/>
                      </a:lnTo>
                      <a:lnTo>
                        <a:pt x="2138" y="1205"/>
                      </a:lnTo>
                      <a:lnTo>
                        <a:pt x="2369" y="1290"/>
                      </a:lnTo>
                      <a:lnTo>
                        <a:pt x="2371" y="1286"/>
                      </a:lnTo>
                      <a:lnTo>
                        <a:pt x="2380" y="1277"/>
                      </a:lnTo>
                      <a:lnTo>
                        <a:pt x="2391" y="1264"/>
                      </a:lnTo>
                      <a:lnTo>
                        <a:pt x="2410" y="1245"/>
                      </a:lnTo>
                      <a:lnTo>
                        <a:pt x="2430" y="1223"/>
                      </a:lnTo>
                      <a:lnTo>
                        <a:pt x="2455" y="1199"/>
                      </a:lnTo>
                      <a:lnTo>
                        <a:pt x="2482" y="1168"/>
                      </a:lnTo>
                      <a:lnTo>
                        <a:pt x="2513" y="1138"/>
                      </a:lnTo>
                      <a:lnTo>
                        <a:pt x="2541" y="1105"/>
                      </a:lnTo>
                      <a:lnTo>
                        <a:pt x="2574" y="1072"/>
                      </a:lnTo>
                      <a:lnTo>
                        <a:pt x="2602" y="1040"/>
                      </a:lnTo>
                      <a:lnTo>
                        <a:pt x="2635" y="1007"/>
                      </a:lnTo>
                      <a:lnTo>
                        <a:pt x="2663" y="974"/>
                      </a:lnTo>
                      <a:lnTo>
                        <a:pt x="2693" y="944"/>
                      </a:lnTo>
                      <a:lnTo>
                        <a:pt x="2718" y="915"/>
                      </a:lnTo>
                      <a:lnTo>
                        <a:pt x="2746" y="889"/>
                      </a:lnTo>
                      <a:lnTo>
                        <a:pt x="2765" y="865"/>
                      </a:lnTo>
                      <a:lnTo>
                        <a:pt x="2785" y="844"/>
                      </a:lnTo>
                      <a:lnTo>
                        <a:pt x="2801" y="826"/>
                      </a:lnTo>
                      <a:lnTo>
                        <a:pt x="2815" y="811"/>
                      </a:lnTo>
                      <a:lnTo>
                        <a:pt x="2824" y="798"/>
                      </a:lnTo>
                      <a:lnTo>
                        <a:pt x="2835" y="785"/>
                      </a:lnTo>
                      <a:lnTo>
                        <a:pt x="2840" y="776"/>
                      </a:lnTo>
                      <a:lnTo>
                        <a:pt x="2849" y="769"/>
                      </a:lnTo>
                      <a:lnTo>
                        <a:pt x="2854" y="759"/>
                      </a:lnTo>
                      <a:lnTo>
                        <a:pt x="2857" y="754"/>
                      </a:lnTo>
                      <a:lnTo>
                        <a:pt x="2857" y="752"/>
                      </a:lnTo>
                      <a:lnTo>
                        <a:pt x="3090" y="682"/>
                      </a:lnTo>
                      <a:lnTo>
                        <a:pt x="3301" y="785"/>
                      </a:lnTo>
                      <a:lnTo>
                        <a:pt x="3301" y="782"/>
                      </a:lnTo>
                      <a:lnTo>
                        <a:pt x="3306" y="778"/>
                      </a:lnTo>
                      <a:lnTo>
                        <a:pt x="3315" y="769"/>
                      </a:lnTo>
                      <a:lnTo>
                        <a:pt x="3326" y="761"/>
                      </a:lnTo>
                      <a:lnTo>
                        <a:pt x="3342" y="745"/>
                      </a:lnTo>
                      <a:lnTo>
                        <a:pt x="3356" y="730"/>
                      </a:lnTo>
                      <a:lnTo>
                        <a:pt x="3376" y="713"/>
                      </a:lnTo>
                      <a:lnTo>
                        <a:pt x="3401" y="693"/>
                      </a:lnTo>
                      <a:lnTo>
                        <a:pt x="3423" y="669"/>
                      </a:lnTo>
                      <a:lnTo>
                        <a:pt x="3448" y="643"/>
                      </a:lnTo>
                      <a:lnTo>
                        <a:pt x="3475" y="615"/>
                      </a:lnTo>
                      <a:lnTo>
                        <a:pt x="3506" y="586"/>
                      </a:lnTo>
                      <a:lnTo>
                        <a:pt x="3534" y="556"/>
                      </a:lnTo>
                      <a:lnTo>
                        <a:pt x="3567" y="523"/>
                      </a:lnTo>
                      <a:lnTo>
                        <a:pt x="3598" y="488"/>
                      </a:lnTo>
                      <a:lnTo>
                        <a:pt x="3634" y="453"/>
                      </a:lnTo>
                      <a:lnTo>
                        <a:pt x="3664" y="414"/>
                      </a:lnTo>
                      <a:lnTo>
                        <a:pt x="3697" y="377"/>
                      </a:lnTo>
                      <a:lnTo>
                        <a:pt x="3733" y="338"/>
                      </a:lnTo>
                      <a:lnTo>
                        <a:pt x="3767" y="299"/>
                      </a:lnTo>
                      <a:lnTo>
                        <a:pt x="3800" y="262"/>
                      </a:lnTo>
                      <a:lnTo>
                        <a:pt x="3831" y="222"/>
                      </a:lnTo>
                      <a:lnTo>
                        <a:pt x="3861" y="187"/>
                      </a:lnTo>
                      <a:lnTo>
                        <a:pt x="3889" y="153"/>
                      </a:lnTo>
                      <a:lnTo>
                        <a:pt x="3914" y="120"/>
                      </a:lnTo>
                      <a:lnTo>
                        <a:pt x="3939" y="92"/>
                      </a:lnTo>
                      <a:lnTo>
                        <a:pt x="3961" y="63"/>
                      </a:lnTo>
                      <a:lnTo>
                        <a:pt x="3980" y="44"/>
                      </a:lnTo>
                      <a:lnTo>
                        <a:pt x="3994" y="24"/>
                      </a:lnTo>
                      <a:lnTo>
                        <a:pt x="4005" y="11"/>
                      </a:lnTo>
                      <a:lnTo>
                        <a:pt x="4011" y="2"/>
                      </a:lnTo>
                      <a:lnTo>
                        <a:pt x="4016" y="0"/>
                      </a:lnTo>
                      <a:lnTo>
                        <a:pt x="4136" y="262"/>
                      </a:lnTo>
                      <a:lnTo>
                        <a:pt x="3611" y="1003"/>
                      </a:lnTo>
                      <a:lnTo>
                        <a:pt x="3112" y="985"/>
                      </a:lnTo>
                      <a:lnTo>
                        <a:pt x="2915" y="1742"/>
                      </a:lnTo>
                      <a:lnTo>
                        <a:pt x="2000" y="1694"/>
                      </a:lnTo>
                      <a:lnTo>
                        <a:pt x="2005" y="2125"/>
                      </a:lnTo>
                      <a:lnTo>
                        <a:pt x="1295" y="2095"/>
                      </a:lnTo>
                      <a:lnTo>
                        <a:pt x="1237" y="2478"/>
                      </a:lnTo>
                      <a:lnTo>
                        <a:pt x="310" y="2653"/>
                      </a:lnTo>
                      <a:lnTo>
                        <a:pt x="0" y="2646"/>
                      </a:lnTo>
                      <a:close/>
                    </a:path>
                  </a:pathLst>
                </a:custGeom>
                <a:solidFill>
                  <a:srgbClr val="FFC266"/>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71" name="Google Shape;371;p10"/>
                <p:cNvSpPr/>
                <p:nvPr/>
              </p:nvSpPr>
              <p:spPr>
                <a:xfrm>
                  <a:off x="3923" y="1844"/>
                  <a:ext cx="516" cy="499"/>
                </a:xfrm>
                <a:custGeom>
                  <a:rect b="b" l="l" r="r" t="t"/>
                  <a:pathLst>
                    <a:path extrusionOk="0" h="499" w="516">
                      <a:moveTo>
                        <a:pt x="0" y="296"/>
                      </a:moveTo>
                      <a:lnTo>
                        <a:pt x="103" y="274"/>
                      </a:lnTo>
                      <a:lnTo>
                        <a:pt x="100" y="237"/>
                      </a:lnTo>
                      <a:lnTo>
                        <a:pt x="100" y="233"/>
                      </a:lnTo>
                      <a:lnTo>
                        <a:pt x="108" y="224"/>
                      </a:lnTo>
                      <a:lnTo>
                        <a:pt x="111" y="218"/>
                      </a:lnTo>
                      <a:lnTo>
                        <a:pt x="117" y="209"/>
                      </a:lnTo>
                      <a:lnTo>
                        <a:pt x="122" y="202"/>
                      </a:lnTo>
                      <a:lnTo>
                        <a:pt x="133" y="194"/>
                      </a:lnTo>
                      <a:lnTo>
                        <a:pt x="141" y="183"/>
                      </a:lnTo>
                      <a:lnTo>
                        <a:pt x="153" y="174"/>
                      </a:lnTo>
                      <a:lnTo>
                        <a:pt x="164" y="163"/>
                      </a:lnTo>
                      <a:lnTo>
                        <a:pt x="180" y="152"/>
                      </a:lnTo>
                      <a:lnTo>
                        <a:pt x="194" y="139"/>
                      </a:lnTo>
                      <a:lnTo>
                        <a:pt x="214" y="128"/>
                      </a:lnTo>
                      <a:lnTo>
                        <a:pt x="227" y="117"/>
                      </a:lnTo>
                      <a:lnTo>
                        <a:pt x="250" y="106"/>
                      </a:lnTo>
                      <a:lnTo>
                        <a:pt x="269" y="96"/>
                      </a:lnTo>
                      <a:lnTo>
                        <a:pt x="289" y="85"/>
                      </a:lnTo>
                      <a:lnTo>
                        <a:pt x="311" y="74"/>
                      </a:lnTo>
                      <a:lnTo>
                        <a:pt x="333" y="65"/>
                      </a:lnTo>
                      <a:lnTo>
                        <a:pt x="352" y="54"/>
                      </a:lnTo>
                      <a:lnTo>
                        <a:pt x="377" y="48"/>
                      </a:lnTo>
                      <a:lnTo>
                        <a:pt x="399" y="39"/>
                      </a:lnTo>
                      <a:lnTo>
                        <a:pt x="419" y="32"/>
                      </a:lnTo>
                      <a:lnTo>
                        <a:pt x="438" y="24"/>
                      </a:lnTo>
                      <a:lnTo>
                        <a:pt x="458" y="17"/>
                      </a:lnTo>
                      <a:lnTo>
                        <a:pt x="472" y="11"/>
                      </a:lnTo>
                      <a:lnTo>
                        <a:pt x="488" y="8"/>
                      </a:lnTo>
                      <a:lnTo>
                        <a:pt x="499" y="4"/>
                      </a:lnTo>
                      <a:lnTo>
                        <a:pt x="508" y="2"/>
                      </a:lnTo>
                      <a:lnTo>
                        <a:pt x="513" y="0"/>
                      </a:lnTo>
                      <a:lnTo>
                        <a:pt x="516" y="0"/>
                      </a:lnTo>
                      <a:lnTo>
                        <a:pt x="169" y="499"/>
                      </a:lnTo>
                      <a:lnTo>
                        <a:pt x="0" y="296"/>
                      </a:lnTo>
                      <a:close/>
                    </a:path>
                  </a:pathLst>
                </a:custGeom>
                <a:solidFill>
                  <a:srgbClr val="C24D4D"/>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72" name="Google Shape;372;p10"/>
                <p:cNvSpPr/>
                <p:nvPr/>
              </p:nvSpPr>
              <p:spPr>
                <a:xfrm>
                  <a:off x="1299" y="3241"/>
                  <a:ext cx="474" cy="466"/>
                </a:xfrm>
                <a:custGeom>
                  <a:rect b="b" l="l" r="r" t="t"/>
                  <a:pathLst>
                    <a:path extrusionOk="0" h="466" w="474">
                      <a:moveTo>
                        <a:pt x="0" y="438"/>
                      </a:moveTo>
                      <a:lnTo>
                        <a:pt x="161" y="375"/>
                      </a:lnTo>
                      <a:lnTo>
                        <a:pt x="136" y="349"/>
                      </a:lnTo>
                      <a:lnTo>
                        <a:pt x="136" y="346"/>
                      </a:lnTo>
                      <a:lnTo>
                        <a:pt x="139" y="342"/>
                      </a:lnTo>
                      <a:lnTo>
                        <a:pt x="139" y="335"/>
                      </a:lnTo>
                      <a:lnTo>
                        <a:pt x="144" y="329"/>
                      </a:lnTo>
                      <a:lnTo>
                        <a:pt x="150" y="318"/>
                      </a:lnTo>
                      <a:lnTo>
                        <a:pt x="158" y="307"/>
                      </a:lnTo>
                      <a:lnTo>
                        <a:pt x="163" y="294"/>
                      </a:lnTo>
                      <a:lnTo>
                        <a:pt x="175" y="281"/>
                      </a:lnTo>
                      <a:lnTo>
                        <a:pt x="183" y="264"/>
                      </a:lnTo>
                      <a:lnTo>
                        <a:pt x="194" y="248"/>
                      </a:lnTo>
                      <a:lnTo>
                        <a:pt x="208" y="231"/>
                      </a:lnTo>
                      <a:lnTo>
                        <a:pt x="222" y="216"/>
                      </a:lnTo>
                      <a:lnTo>
                        <a:pt x="233" y="198"/>
                      </a:lnTo>
                      <a:lnTo>
                        <a:pt x="249" y="181"/>
                      </a:lnTo>
                      <a:lnTo>
                        <a:pt x="263" y="163"/>
                      </a:lnTo>
                      <a:lnTo>
                        <a:pt x="283" y="148"/>
                      </a:lnTo>
                      <a:lnTo>
                        <a:pt x="297" y="133"/>
                      </a:lnTo>
                      <a:lnTo>
                        <a:pt x="313" y="115"/>
                      </a:lnTo>
                      <a:lnTo>
                        <a:pt x="330" y="100"/>
                      </a:lnTo>
                      <a:lnTo>
                        <a:pt x="347" y="87"/>
                      </a:lnTo>
                      <a:lnTo>
                        <a:pt x="360" y="74"/>
                      </a:lnTo>
                      <a:lnTo>
                        <a:pt x="377" y="61"/>
                      </a:lnTo>
                      <a:lnTo>
                        <a:pt x="394" y="50"/>
                      </a:lnTo>
                      <a:lnTo>
                        <a:pt x="410" y="41"/>
                      </a:lnTo>
                      <a:lnTo>
                        <a:pt x="421" y="30"/>
                      </a:lnTo>
                      <a:lnTo>
                        <a:pt x="435" y="22"/>
                      </a:lnTo>
                      <a:lnTo>
                        <a:pt x="444" y="13"/>
                      </a:lnTo>
                      <a:lnTo>
                        <a:pt x="455" y="11"/>
                      </a:lnTo>
                      <a:lnTo>
                        <a:pt x="469" y="2"/>
                      </a:lnTo>
                      <a:lnTo>
                        <a:pt x="474" y="0"/>
                      </a:lnTo>
                      <a:lnTo>
                        <a:pt x="319" y="466"/>
                      </a:lnTo>
                      <a:lnTo>
                        <a:pt x="0" y="438"/>
                      </a:lnTo>
                      <a:close/>
                    </a:path>
                  </a:pathLst>
                </a:custGeom>
                <a:solidFill>
                  <a:srgbClr val="C24D4D"/>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73" name="Google Shape;373;p10"/>
                <p:cNvSpPr/>
                <p:nvPr/>
              </p:nvSpPr>
              <p:spPr>
                <a:xfrm>
                  <a:off x="608" y="3679"/>
                  <a:ext cx="522" cy="373"/>
                </a:xfrm>
                <a:custGeom>
                  <a:rect b="b" l="l" r="r" t="t"/>
                  <a:pathLst>
                    <a:path extrusionOk="0" h="373" w="522">
                      <a:moveTo>
                        <a:pt x="522" y="6"/>
                      </a:moveTo>
                      <a:lnTo>
                        <a:pt x="513" y="2"/>
                      </a:lnTo>
                      <a:lnTo>
                        <a:pt x="502" y="0"/>
                      </a:lnTo>
                      <a:lnTo>
                        <a:pt x="488" y="0"/>
                      </a:lnTo>
                      <a:lnTo>
                        <a:pt x="474" y="0"/>
                      </a:lnTo>
                      <a:lnTo>
                        <a:pt x="458" y="0"/>
                      </a:lnTo>
                      <a:lnTo>
                        <a:pt x="438" y="2"/>
                      </a:lnTo>
                      <a:lnTo>
                        <a:pt x="422" y="4"/>
                      </a:lnTo>
                      <a:lnTo>
                        <a:pt x="402" y="4"/>
                      </a:lnTo>
                      <a:lnTo>
                        <a:pt x="380" y="4"/>
                      </a:lnTo>
                      <a:lnTo>
                        <a:pt x="363" y="6"/>
                      </a:lnTo>
                      <a:lnTo>
                        <a:pt x="347" y="6"/>
                      </a:lnTo>
                      <a:lnTo>
                        <a:pt x="333" y="11"/>
                      </a:lnTo>
                      <a:lnTo>
                        <a:pt x="322" y="11"/>
                      </a:lnTo>
                      <a:lnTo>
                        <a:pt x="311" y="13"/>
                      </a:lnTo>
                      <a:lnTo>
                        <a:pt x="305" y="13"/>
                      </a:lnTo>
                      <a:lnTo>
                        <a:pt x="305" y="15"/>
                      </a:lnTo>
                      <a:lnTo>
                        <a:pt x="283" y="122"/>
                      </a:lnTo>
                      <a:lnTo>
                        <a:pt x="0" y="364"/>
                      </a:lnTo>
                      <a:lnTo>
                        <a:pt x="347" y="373"/>
                      </a:lnTo>
                      <a:lnTo>
                        <a:pt x="522" y="6"/>
                      </a:lnTo>
                      <a:close/>
                    </a:path>
                  </a:pathLst>
                </a:custGeom>
                <a:solidFill>
                  <a:srgbClr val="C24D4D"/>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74" name="Google Shape;374;p10"/>
                <p:cNvSpPr/>
                <p:nvPr/>
              </p:nvSpPr>
              <p:spPr>
                <a:xfrm>
                  <a:off x="3002" y="2184"/>
                  <a:ext cx="560" cy="649"/>
                </a:xfrm>
                <a:custGeom>
                  <a:rect b="b" l="l" r="r" t="t"/>
                  <a:pathLst>
                    <a:path extrusionOk="0" h="649" w="560">
                      <a:moveTo>
                        <a:pt x="0" y="460"/>
                      </a:moveTo>
                      <a:lnTo>
                        <a:pt x="144" y="392"/>
                      </a:lnTo>
                      <a:lnTo>
                        <a:pt x="114" y="348"/>
                      </a:lnTo>
                      <a:lnTo>
                        <a:pt x="114" y="346"/>
                      </a:lnTo>
                      <a:lnTo>
                        <a:pt x="114" y="342"/>
                      </a:lnTo>
                      <a:lnTo>
                        <a:pt x="117" y="333"/>
                      </a:lnTo>
                      <a:lnTo>
                        <a:pt x="125" y="322"/>
                      </a:lnTo>
                      <a:lnTo>
                        <a:pt x="128" y="314"/>
                      </a:lnTo>
                      <a:lnTo>
                        <a:pt x="133" y="305"/>
                      </a:lnTo>
                      <a:lnTo>
                        <a:pt x="144" y="296"/>
                      </a:lnTo>
                      <a:lnTo>
                        <a:pt x="153" y="285"/>
                      </a:lnTo>
                      <a:lnTo>
                        <a:pt x="164" y="274"/>
                      </a:lnTo>
                      <a:lnTo>
                        <a:pt x="180" y="261"/>
                      </a:lnTo>
                      <a:lnTo>
                        <a:pt x="200" y="246"/>
                      </a:lnTo>
                      <a:lnTo>
                        <a:pt x="219" y="231"/>
                      </a:lnTo>
                      <a:lnTo>
                        <a:pt x="239" y="213"/>
                      </a:lnTo>
                      <a:lnTo>
                        <a:pt x="264" y="194"/>
                      </a:lnTo>
                      <a:lnTo>
                        <a:pt x="291" y="176"/>
                      </a:lnTo>
                      <a:lnTo>
                        <a:pt x="319" y="159"/>
                      </a:lnTo>
                      <a:lnTo>
                        <a:pt x="344" y="139"/>
                      </a:lnTo>
                      <a:lnTo>
                        <a:pt x="375" y="120"/>
                      </a:lnTo>
                      <a:lnTo>
                        <a:pt x="402" y="100"/>
                      </a:lnTo>
                      <a:lnTo>
                        <a:pt x="430" y="85"/>
                      </a:lnTo>
                      <a:lnTo>
                        <a:pt x="455" y="65"/>
                      </a:lnTo>
                      <a:lnTo>
                        <a:pt x="480" y="50"/>
                      </a:lnTo>
                      <a:lnTo>
                        <a:pt x="502" y="35"/>
                      </a:lnTo>
                      <a:lnTo>
                        <a:pt x="522" y="24"/>
                      </a:lnTo>
                      <a:lnTo>
                        <a:pt x="535" y="13"/>
                      </a:lnTo>
                      <a:lnTo>
                        <a:pt x="549" y="6"/>
                      </a:lnTo>
                      <a:lnTo>
                        <a:pt x="558" y="0"/>
                      </a:lnTo>
                      <a:lnTo>
                        <a:pt x="560" y="0"/>
                      </a:lnTo>
                      <a:lnTo>
                        <a:pt x="350" y="649"/>
                      </a:lnTo>
                      <a:lnTo>
                        <a:pt x="0" y="460"/>
                      </a:lnTo>
                      <a:close/>
                    </a:path>
                  </a:pathLst>
                </a:custGeom>
                <a:solidFill>
                  <a:srgbClr val="C24D4D"/>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75" name="Google Shape;375;p10"/>
                <p:cNvSpPr/>
                <p:nvPr/>
              </p:nvSpPr>
              <p:spPr>
                <a:xfrm>
                  <a:off x="253" y="3906"/>
                  <a:ext cx="352" cy="167"/>
                </a:xfrm>
                <a:custGeom>
                  <a:rect b="b" l="l" r="r" t="t"/>
                  <a:pathLst>
                    <a:path extrusionOk="0" h="167" w="352">
                      <a:moveTo>
                        <a:pt x="119" y="0"/>
                      </a:moveTo>
                      <a:lnTo>
                        <a:pt x="114" y="0"/>
                      </a:lnTo>
                      <a:lnTo>
                        <a:pt x="108" y="2"/>
                      </a:lnTo>
                      <a:lnTo>
                        <a:pt x="94" y="6"/>
                      </a:lnTo>
                      <a:lnTo>
                        <a:pt x="80" y="13"/>
                      </a:lnTo>
                      <a:lnTo>
                        <a:pt x="67" y="21"/>
                      </a:lnTo>
                      <a:lnTo>
                        <a:pt x="53" y="30"/>
                      </a:lnTo>
                      <a:lnTo>
                        <a:pt x="42" y="39"/>
                      </a:lnTo>
                      <a:lnTo>
                        <a:pt x="39" y="41"/>
                      </a:lnTo>
                      <a:lnTo>
                        <a:pt x="86" y="69"/>
                      </a:lnTo>
                      <a:lnTo>
                        <a:pt x="22" y="52"/>
                      </a:lnTo>
                      <a:lnTo>
                        <a:pt x="0" y="69"/>
                      </a:lnTo>
                      <a:lnTo>
                        <a:pt x="80" y="106"/>
                      </a:lnTo>
                      <a:lnTo>
                        <a:pt x="111" y="102"/>
                      </a:lnTo>
                      <a:lnTo>
                        <a:pt x="114" y="102"/>
                      </a:lnTo>
                      <a:lnTo>
                        <a:pt x="122" y="109"/>
                      </a:lnTo>
                      <a:lnTo>
                        <a:pt x="130" y="119"/>
                      </a:lnTo>
                      <a:lnTo>
                        <a:pt x="144" y="133"/>
                      </a:lnTo>
                      <a:lnTo>
                        <a:pt x="155" y="143"/>
                      </a:lnTo>
                      <a:lnTo>
                        <a:pt x="169" y="152"/>
                      </a:lnTo>
                      <a:lnTo>
                        <a:pt x="178" y="159"/>
                      </a:lnTo>
                      <a:lnTo>
                        <a:pt x="180" y="161"/>
                      </a:lnTo>
                      <a:lnTo>
                        <a:pt x="255" y="167"/>
                      </a:lnTo>
                      <a:lnTo>
                        <a:pt x="352" y="167"/>
                      </a:lnTo>
                      <a:lnTo>
                        <a:pt x="352" y="165"/>
                      </a:lnTo>
                      <a:lnTo>
                        <a:pt x="352" y="157"/>
                      </a:lnTo>
                      <a:lnTo>
                        <a:pt x="350" y="148"/>
                      </a:lnTo>
                      <a:lnTo>
                        <a:pt x="341" y="139"/>
                      </a:lnTo>
                      <a:lnTo>
                        <a:pt x="330" y="135"/>
                      </a:lnTo>
                      <a:lnTo>
                        <a:pt x="319" y="130"/>
                      </a:lnTo>
                      <a:lnTo>
                        <a:pt x="308" y="126"/>
                      </a:lnTo>
                      <a:lnTo>
                        <a:pt x="294" y="122"/>
                      </a:lnTo>
                      <a:lnTo>
                        <a:pt x="280" y="117"/>
                      </a:lnTo>
                      <a:lnTo>
                        <a:pt x="266" y="111"/>
                      </a:lnTo>
                      <a:lnTo>
                        <a:pt x="255" y="102"/>
                      </a:lnTo>
                      <a:lnTo>
                        <a:pt x="244" y="95"/>
                      </a:lnTo>
                      <a:lnTo>
                        <a:pt x="233" y="85"/>
                      </a:lnTo>
                      <a:lnTo>
                        <a:pt x="225" y="74"/>
                      </a:lnTo>
                      <a:lnTo>
                        <a:pt x="219" y="63"/>
                      </a:lnTo>
                      <a:lnTo>
                        <a:pt x="216" y="54"/>
                      </a:lnTo>
                      <a:lnTo>
                        <a:pt x="214" y="45"/>
                      </a:lnTo>
                      <a:lnTo>
                        <a:pt x="214" y="39"/>
                      </a:lnTo>
                      <a:lnTo>
                        <a:pt x="214" y="32"/>
                      </a:lnTo>
                      <a:lnTo>
                        <a:pt x="119" y="0"/>
                      </a:lnTo>
                      <a:close/>
                    </a:path>
                  </a:pathLst>
                </a:custGeom>
                <a:solidFill>
                  <a:srgbClr val="913E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76" name="Google Shape;376;p10"/>
                <p:cNvSpPr/>
                <p:nvPr/>
              </p:nvSpPr>
              <p:spPr>
                <a:xfrm>
                  <a:off x="286" y="3038"/>
                  <a:ext cx="1240" cy="940"/>
                </a:xfrm>
                <a:custGeom>
                  <a:rect b="b" l="l" r="r" t="t"/>
                  <a:pathLst>
                    <a:path extrusionOk="0" h="940" w="1240">
                      <a:moveTo>
                        <a:pt x="522" y="50"/>
                      </a:moveTo>
                      <a:lnTo>
                        <a:pt x="525" y="50"/>
                      </a:lnTo>
                      <a:lnTo>
                        <a:pt x="538" y="55"/>
                      </a:lnTo>
                      <a:lnTo>
                        <a:pt x="544" y="55"/>
                      </a:lnTo>
                      <a:lnTo>
                        <a:pt x="555" y="57"/>
                      </a:lnTo>
                      <a:lnTo>
                        <a:pt x="566" y="59"/>
                      </a:lnTo>
                      <a:lnTo>
                        <a:pt x="580" y="61"/>
                      </a:lnTo>
                      <a:lnTo>
                        <a:pt x="594" y="63"/>
                      </a:lnTo>
                      <a:lnTo>
                        <a:pt x="608" y="65"/>
                      </a:lnTo>
                      <a:lnTo>
                        <a:pt x="624" y="68"/>
                      </a:lnTo>
                      <a:lnTo>
                        <a:pt x="644" y="70"/>
                      </a:lnTo>
                      <a:lnTo>
                        <a:pt x="658" y="70"/>
                      </a:lnTo>
                      <a:lnTo>
                        <a:pt x="677" y="72"/>
                      </a:lnTo>
                      <a:lnTo>
                        <a:pt x="697" y="72"/>
                      </a:lnTo>
                      <a:lnTo>
                        <a:pt x="716" y="72"/>
                      </a:lnTo>
                      <a:lnTo>
                        <a:pt x="733" y="70"/>
                      </a:lnTo>
                      <a:lnTo>
                        <a:pt x="749" y="68"/>
                      </a:lnTo>
                      <a:lnTo>
                        <a:pt x="766" y="65"/>
                      </a:lnTo>
                      <a:lnTo>
                        <a:pt x="783" y="61"/>
                      </a:lnTo>
                      <a:lnTo>
                        <a:pt x="799" y="57"/>
                      </a:lnTo>
                      <a:lnTo>
                        <a:pt x="816" y="55"/>
                      </a:lnTo>
                      <a:lnTo>
                        <a:pt x="830" y="50"/>
                      </a:lnTo>
                      <a:lnTo>
                        <a:pt x="846" y="46"/>
                      </a:lnTo>
                      <a:lnTo>
                        <a:pt x="860" y="41"/>
                      </a:lnTo>
                      <a:lnTo>
                        <a:pt x="871" y="37"/>
                      </a:lnTo>
                      <a:lnTo>
                        <a:pt x="880" y="35"/>
                      </a:lnTo>
                      <a:lnTo>
                        <a:pt x="891" y="33"/>
                      </a:lnTo>
                      <a:lnTo>
                        <a:pt x="905" y="26"/>
                      </a:lnTo>
                      <a:lnTo>
                        <a:pt x="910" y="26"/>
                      </a:lnTo>
                      <a:lnTo>
                        <a:pt x="913" y="28"/>
                      </a:lnTo>
                      <a:lnTo>
                        <a:pt x="930" y="37"/>
                      </a:lnTo>
                      <a:lnTo>
                        <a:pt x="938" y="41"/>
                      </a:lnTo>
                      <a:lnTo>
                        <a:pt x="949" y="50"/>
                      </a:lnTo>
                      <a:lnTo>
                        <a:pt x="963" y="57"/>
                      </a:lnTo>
                      <a:lnTo>
                        <a:pt x="980" y="65"/>
                      </a:lnTo>
                      <a:lnTo>
                        <a:pt x="993" y="74"/>
                      </a:lnTo>
                      <a:lnTo>
                        <a:pt x="1010" y="85"/>
                      </a:lnTo>
                      <a:lnTo>
                        <a:pt x="1027" y="96"/>
                      </a:lnTo>
                      <a:lnTo>
                        <a:pt x="1046" y="109"/>
                      </a:lnTo>
                      <a:lnTo>
                        <a:pt x="1060" y="120"/>
                      </a:lnTo>
                      <a:lnTo>
                        <a:pt x="1079" y="133"/>
                      </a:lnTo>
                      <a:lnTo>
                        <a:pt x="1096" y="146"/>
                      </a:lnTo>
                      <a:lnTo>
                        <a:pt x="1115" y="159"/>
                      </a:lnTo>
                      <a:lnTo>
                        <a:pt x="1127" y="170"/>
                      </a:lnTo>
                      <a:lnTo>
                        <a:pt x="1140" y="183"/>
                      </a:lnTo>
                      <a:lnTo>
                        <a:pt x="1154" y="196"/>
                      </a:lnTo>
                      <a:lnTo>
                        <a:pt x="1165" y="209"/>
                      </a:lnTo>
                      <a:lnTo>
                        <a:pt x="1176" y="220"/>
                      </a:lnTo>
                      <a:lnTo>
                        <a:pt x="1188" y="233"/>
                      </a:lnTo>
                      <a:lnTo>
                        <a:pt x="1196" y="244"/>
                      </a:lnTo>
                      <a:lnTo>
                        <a:pt x="1207" y="255"/>
                      </a:lnTo>
                      <a:lnTo>
                        <a:pt x="1210" y="264"/>
                      </a:lnTo>
                      <a:lnTo>
                        <a:pt x="1218" y="273"/>
                      </a:lnTo>
                      <a:lnTo>
                        <a:pt x="1224" y="279"/>
                      </a:lnTo>
                      <a:lnTo>
                        <a:pt x="1232" y="288"/>
                      </a:lnTo>
                      <a:lnTo>
                        <a:pt x="1235" y="297"/>
                      </a:lnTo>
                      <a:lnTo>
                        <a:pt x="1240" y="299"/>
                      </a:lnTo>
                      <a:lnTo>
                        <a:pt x="1238" y="299"/>
                      </a:lnTo>
                      <a:lnTo>
                        <a:pt x="1235" y="303"/>
                      </a:lnTo>
                      <a:lnTo>
                        <a:pt x="1232" y="307"/>
                      </a:lnTo>
                      <a:lnTo>
                        <a:pt x="1229" y="316"/>
                      </a:lnTo>
                      <a:lnTo>
                        <a:pt x="1221" y="323"/>
                      </a:lnTo>
                      <a:lnTo>
                        <a:pt x="1215" y="336"/>
                      </a:lnTo>
                      <a:lnTo>
                        <a:pt x="1210" y="347"/>
                      </a:lnTo>
                      <a:lnTo>
                        <a:pt x="1207" y="360"/>
                      </a:lnTo>
                      <a:lnTo>
                        <a:pt x="1196" y="373"/>
                      </a:lnTo>
                      <a:lnTo>
                        <a:pt x="1190" y="386"/>
                      </a:lnTo>
                      <a:lnTo>
                        <a:pt x="1182" y="401"/>
                      </a:lnTo>
                      <a:lnTo>
                        <a:pt x="1176" y="416"/>
                      </a:lnTo>
                      <a:lnTo>
                        <a:pt x="1171" y="429"/>
                      </a:lnTo>
                      <a:lnTo>
                        <a:pt x="1163" y="445"/>
                      </a:lnTo>
                      <a:lnTo>
                        <a:pt x="1157" y="458"/>
                      </a:lnTo>
                      <a:lnTo>
                        <a:pt x="1152" y="475"/>
                      </a:lnTo>
                      <a:lnTo>
                        <a:pt x="1146" y="486"/>
                      </a:lnTo>
                      <a:lnTo>
                        <a:pt x="1140" y="497"/>
                      </a:lnTo>
                      <a:lnTo>
                        <a:pt x="1135" y="506"/>
                      </a:lnTo>
                      <a:lnTo>
                        <a:pt x="1132" y="517"/>
                      </a:lnTo>
                      <a:lnTo>
                        <a:pt x="1127" y="525"/>
                      </a:lnTo>
                      <a:lnTo>
                        <a:pt x="1124" y="534"/>
                      </a:lnTo>
                      <a:lnTo>
                        <a:pt x="1121" y="541"/>
                      </a:lnTo>
                      <a:lnTo>
                        <a:pt x="1121" y="549"/>
                      </a:lnTo>
                      <a:lnTo>
                        <a:pt x="1115" y="558"/>
                      </a:lnTo>
                      <a:lnTo>
                        <a:pt x="1115" y="567"/>
                      </a:lnTo>
                      <a:lnTo>
                        <a:pt x="1115" y="571"/>
                      </a:lnTo>
                      <a:lnTo>
                        <a:pt x="1115" y="573"/>
                      </a:lnTo>
                      <a:lnTo>
                        <a:pt x="1110" y="573"/>
                      </a:lnTo>
                      <a:lnTo>
                        <a:pt x="1099" y="576"/>
                      </a:lnTo>
                      <a:lnTo>
                        <a:pt x="1090" y="576"/>
                      </a:lnTo>
                      <a:lnTo>
                        <a:pt x="1079" y="578"/>
                      </a:lnTo>
                      <a:lnTo>
                        <a:pt x="1071" y="578"/>
                      </a:lnTo>
                      <a:lnTo>
                        <a:pt x="1060" y="582"/>
                      </a:lnTo>
                      <a:lnTo>
                        <a:pt x="1046" y="582"/>
                      </a:lnTo>
                      <a:lnTo>
                        <a:pt x="1035" y="584"/>
                      </a:lnTo>
                      <a:lnTo>
                        <a:pt x="1021" y="584"/>
                      </a:lnTo>
                      <a:lnTo>
                        <a:pt x="1010" y="586"/>
                      </a:lnTo>
                      <a:lnTo>
                        <a:pt x="996" y="589"/>
                      </a:lnTo>
                      <a:lnTo>
                        <a:pt x="985" y="589"/>
                      </a:lnTo>
                      <a:lnTo>
                        <a:pt x="971" y="591"/>
                      </a:lnTo>
                      <a:lnTo>
                        <a:pt x="960" y="593"/>
                      </a:lnTo>
                      <a:lnTo>
                        <a:pt x="946" y="591"/>
                      </a:lnTo>
                      <a:lnTo>
                        <a:pt x="935" y="591"/>
                      </a:lnTo>
                      <a:lnTo>
                        <a:pt x="924" y="589"/>
                      </a:lnTo>
                      <a:lnTo>
                        <a:pt x="916" y="589"/>
                      </a:lnTo>
                      <a:lnTo>
                        <a:pt x="899" y="589"/>
                      </a:lnTo>
                      <a:lnTo>
                        <a:pt x="885" y="586"/>
                      </a:lnTo>
                      <a:lnTo>
                        <a:pt x="874" y="584"/>
                      </a:lnTo>
                      <a:lnTo>
                        <a:pt x="869" y="582"/>
                      </a:lnTo>
                      <a:lnTo>
                        <a:pt x="863" y="582"/>
                      </a:lnTo>
                      <a:lnTo>
                        <a:pt x="863" y="580"/>
                      </a:lnTo>
                      <a:lnTo>
                        <a:pt x="866" y="576"/>
                      </a:lnTo>
                      <a:lnTo>
                        <a:pt x="869" y="567"/>
                      </a:lnTo>
                      <a:lnTo>
                        <a:pt x="874" y="558"/>
                      </a:lnTo>
                      <a:lnTo>
                        <a:pt x="877" y="552"/>
                      </a:lnTo>
                      <a:lnTo>
                        <a:pt x="880" y="545"/>
                      </a:lnTo>
                      <a:lnTo>
                        <a:pt x="885" y="538"/>
                      </a:lnTo>
                      <a:lnTo>
                        <a:pt x="891" y="530"/>
                      </a:lnTo>
                      <a:lnTo>
                        <a:pt x="894" y="521"/>
                      </a:lnTo>
                      <a:lnTo>
                        <a:pt x="899" y="514"/>
                      </a:lnTo>
                      <a:lnTo>
                        <a:pt x="905" y="506"/>
                      </a:lnTo>
                      <a:lnTo>
                        <a:pt x="910" y="497"/>
                      </a:lnTo>
                      <a:lnTo>
                        <a:pt x="913" y="486"/>
                      </a:lnTo>
                      <a:lnTo>
                        <a:pt x="919" y="475"/>
                      </a:lnTo>
                      <a:lnTo>
                        <a:pt x="921" y="464"/>
                      </a:lnTo>
                      <a:lnTo>
                        <a:pt x="927" y="453"/>
                      </a:lnTo>
                      <a:lnTo>
                        <a:pt x="930" y="443"/>
                      </a:lnTo>
                      <a:lnTo>
                        <a:pt x="935" y="434"/>
                      </a:lnTo>
                      <a:lnTo>
                        <a:pt x="941" y="423"/>
                      </a:lnTo>
                      <a:lnTo>
                        <a:pt x="946" y="414"/>
                      </a:lnTo>
                      <a:lnTo>
                        <a:pt x="949" y="405"/>
                      </a:lnTo>
                      <a:lnTo>
                        <a:pt x="952" y="397"/>
                      </a:lnTo>
                      <a:lnTo>
                        <a:pt x="955" y="388"/>
                      </a:lnTo>
                      <a:lnTo>
                        <a:pt x="960" y="384"/>
                      </a:lnTo>
                      <a:lnTo>
                        <a:pt x="963" y="375"/>
                      </a:lnTo>
                      <a:lnTo>
                        <a:pt x="966" y="373"/>
                      </a:lnTo>
                      <a:lnTo>
                        <a:pt x="727" y="329"/>
                      </a:lnTo>
                      <a:lnTo>
                        <a:pt x="724" y="331"/>
                      </a:lnTo>
                      <a:lnTo>
                        <a:pt x="719" y="340"/>
                      </a:lnTo>
                      <a:lnTo>
                        <a:pt x="713" y="344"/>
                      </a:lnTo>
                      <a:lnTo>
                        <a:pt x="708" y="351"/>
                      </a:lnTo>
                      <a:lnTo>
                        <a:pt x="702" y="358"/>
                      </a:lnTo>
                      <a:lnTo>
                        <a:pt x="697" y="366"/>
                      </a:lnTo>
                      <a:lnTo>
                        <a:pt x="688" y="375"/>
                      </a:lnTo>
                      <a:lnTo>
                        <a:pt x="677" y="386"/>
                      </a:lnTo>
                      <a:lnTo>
                        <a:pt x="669" y="399"/>
                      </a:lnTo>
                      <a:lnTo>
                        <a:pt x="661" y="412"/>
                      </a:lnTo>
                      <a:lnTo>
                        <a:pt x="649" y="425"/>
                      </a:lnTo>
                      <a:lnTo>
                        <a:pt x="638" y="438"/>
                      </a:lnTo>
                      <a:lnTo>
                        <a:pt x="627" y="453"/>
                      </a:lnTo>
                      <a:lnTo>
                        <a:pt x="619" y="471"/>
                      </a:lnTo>
                      <a:lnTo>
                        <a:pt x="608" y="486"/>
                      </a:lnTo>
                      <a:lnTo>
                        <a:pt x="594" y="501"/>
                      </a:lnTo>
                      <a:lnTo>
                        <a:pt x="583" y="519"/>
                      </a:lnTo>
                      <a:lnTo>
                        <a:pt x="569" y="536"/>
                      </a:lnTo>
                      <a:lnTo>
                        <a:pt x="555" y="554"/>
                      </a:lnTo>
                      <a:lnTo>
                        <a:pt x="541" y="571"/>
                      </a:lnTo>
                      <a:lnTo>
                        <a:pt x="527" y="589"/>
                      </a:lnTo>
                      <a:lnTo>
                        <a:pt x="516" y="608"/>
                      </a:lnTo>
                      <a:lnTo>
                        <a:pt x="502" y="626"/>
                      </a:lnTo>
                      <a:lnTo>
                        <a:pt x="486" y="645"/>
                      </a:lnTo>
                      <a:lnTo>
                        <a:pt x="472" y="661"/>
                      </a:lnTo>
                      <a:lnTo>
                        <a:pt x="458" y="680"/>
                      </a:lnTo>
                      <a:lnTo>
                        <a:pt x="444" y="700"/>
                      </a:lnTo>
                      <a:lnTo>
                        <a:pt x="430" y="717"/>
                      </a:lnTo>
                      <a:lnTo>
                        <a:pt x="416" y="737"/>
                      </a:lnTo>
                      <a:lnTo>
                        <a:pt x="403" y="756"/>
                      </a:lnTo>
                      <a:lnTo>
                        <a:pt x="386" y="772"/>
                      </a:lnTo>
                      <a:lnTo>
                        <a:pt x="372" y="791"/>
                      </a:lnTo>
                      <a:lnTo>
                        <a:pt x="358" y="807"/>
                      </a:lnTo>
                      <a:lnTo>
                        <a:pt x="347" y="824"/>
                      </a:lnTo>
                      <a:lnTo>
                        <a:pt x="330" y="839"/>
                      </a:lnTo>
                      <a:lnTo>
                        <a:pt x="319" y="854"/>
                      </a:lnTo>
                      <a:lnTo>
                        <a:pt x="305" y="868"/>
                      </a:lnTo>
                      <a:lnTo>
                        <a:pt x="297" y="883"/>
                      </a:lnTo>
                      <a:lnTo>
                        <a:pt x="286" y="892"/>
                      </a:lnTo>
                      <a:lnTo>
                        <a:pt x="278" y="902"/>
                      </a:lnTo>
                      <a:lnTo>
                        <a:pt x="267" y="911"/>
                      </a:lnTo>
                      <a:lnTo>
                        <a:pt x="261" y="920"/>
                      </a:lnTo>
                      <a:lnTo>
                        <a:pt x="250" y="931"/>
                      </a:lnTo>
                      <a:lnTo>
                        <a:pt x="250" y="935"/>
                      </a:lnTo>
                      <a:lnTo>
                        <a:pt x="247" y="935"/>
                      </a:lnTo>
                      <a:lnTo>
                        <a:pt x="242" y="937"/>
                      </a:lnTo>
                      <a:lnTo>
                        <a:pt x="233" y="937"/>
                      </a:lnTo>
                      <a:lnTo>
                        <a:pt x="222" y="940"/>
                      </a:lnTo>
                      <a:lnTo>
                        <a:pt x="206" y="940"/>
                      </a:lnTo>
                      <a:lnTo>
                        <a:pt x="192" y="940"/>
                      </a:lnTo>
                      <a:lnTo>
                        <a:pt x="181" y="937"/>
                      </a:lnTo>
                      <a:lnTo>
                        <a:pt x="170" y="937"/>
                      </a:lnTo>
                      <a:lnTo>
                        <a:pt x="161" y="937"/>
                      </a:lnTo>
                      <a:lnTo>
                        <a:pt x="150" y="935"/>
                      </a:lnTo>
                      <a:lnTo>
                        <a:pt x="136" y="933"/>
                      </a:lnTo>
                      <a:lnTo>
                        <a:pt x="125" y="931"/>
                      </a:lnTo>
                      <a:lnTo>
                        <a:pt x="111" y="926"/>
                      </a:lnTo>
                      <a:lnTo>
                        <a:pt x="100" y="924"/>
                      </a:lnTo>
                      <a:lnTo>
                        <a:pt x="86" y="922"/>
                      </a:lnTo>
                      <a:lnTo>
                        <a:pt x="75" y="918"/>
                      </a:lnTo>
                      <a:lnTo>
                        <a:pt x="61" y="916"/>
                      </a:lnTo>
                      <a:lnTo>
                        <a:pt x="50" y="913"/>
                      </a:lnTo>
                      <a:lnTo>
                        <a:pt x="39" y="909"/>
                      </a:lnTo>
                      <a:lnTo>
                        <a:pt x="31" y="907"/>
                      </a:lnTo>
                      <a:lnTo>
                        <a:pt x="20" y="905"/>
                      </a:lnTo>
                      <a:lnTo>
                        <a:pt x="14" y="902"/>
                      </a:lnTo>
                      <a:lnTo>
                        <a:pt x="6" y="900"/>
                      </a:lnTo>
                      <a:lnTo>
                        <a:pt x="0" y="900"/>
                      </a:lnTo>
                      <a:lnTo>
                        <a:pt x="56" y="820"/>
                      </a:lnTo>
                      <a:lnTo>
                        <a:pt x="59" y="815"/>
                      </a:lnTo>
                      <a:lnTo>
                        <a:pt x="67" y="804"/>
                      </a:lnTo>
                      <a:lnTo>
                        <a:pt x="72" y="796"/>
                      </a:lnTo>
                      <a:lnTo>
                        <a:pt x="81" y="787"/>
                      </a:lnTo>
                      <a:lnTo>
                        <a:pt x="89" y="776"/>
                      </a:lnTo>
                      <a:lnTo>
                        <a:pt x="100" y="763"/>
                      </a:lnTo>
                      <a:lnTo>
                        <a:pt x="109" y="748"/>
                      </a:lnTo>
                      <a:lnTo>
                        <a:pt x="120" y="735"/>
                      </a:lnTo>
                      <a:lnTo>
                        <a:pt x="131" y="719"/>
                      </a:lnTo>
                      <a:lnTo>
                        <a:pt x="142" y="704"/>
                      </a:lnTo>
                      <a:lnTo>
                        <a:pt x="153" y="684"/>
                      </a:lnTo>
                      <a:lnTo>
                        <a:pt x="167" y="669"/>
                      </a:lnTo>
                      <a:lnTo>
                        <a:pt x="175" y="650"/>
                      </a:lnTo>
                      <a:lnTo>
                        <a:pt x="192" y="632"/>
                      </a:lnTo>
                      <a:lnTo>
                        <a:pt x="200" y="613"/>
                      </a:lnTo>
                      <a:lnTo>
                        <a:pt x="214" y="593"/>
                      </a:lnTo>
                      <a:lnTo>
                        <a:pt x="225" y="573"/>
                      </a:lnTo>
                      <a:lnTo>
                        <a:pt x="239" y="554"/>
                      </a:lnTo>
                      <a:lnTo>
                        <a:pt x="250" y="534"/>
                      </a:lnTo>
                      <a:lnTo>
                        <a:pt x="261" y="514"/>
                      </a:lnTo>
                      <a:lnTo>
                        <a:pt x="272" y="495"/>
                      </a:lnTo>
                      <a:lnTo>
                        <a:pt x="286" y="477"/>
                      </a:lnTo>
                      <a:lnTo>
                        <a:pt x="294" y="456"/>
                      </a:lnTo>
                      <a:lnTo>
                        <a:pt x="305" y="438"/>
                      </a:lnTo>
                      <a:lnTo>
                        <a:pt x="314" y="419"/>
                      </a:lnTo>
                      <a:lnTo>
                        <a:pt x="322" y="399"/>
                      </a:lnTo>
                      <a:lnTo>
                        <a:pt x="330" y="382"/>
                      </a:lnTo>
                      <a:lnTo>
                        <a:pt x="339" y="364"/>
                      </a:lnTo>
                      <a:lnTo>
                        <a:pt x="347" y="347"/>
                      </a:lnTo>
                      <a:lnTo>
                        <a:pt x="353" y="329"/>
                      </a:lnTo>
                      <a:lnTo>
                        <a:pt x="355" y="312"/>
                      </a:lnTo>
                      <a:lnTo>
                        <a:pt x="358" y="297"/>
                      </a:lnTo>
                      <a:lnTo>
                        <a:pt x="361" y="279"/>
                      </a:lnTo>
                      <a:lnTo>
                        <a:pt x="366" y="266"/>
                      </a:lnTo>
                      <a:lnTo>
                        <a:pt x="366" y="251"/>
                      </a:lnTo>
                      <a:lnTo>
                        <a:pt x="369" y="235"/>
                      </a:lnTo>
                      <a:lnTo>
                        <a:pt x="372" y="225"/>
                      </a:lnTo>
                      <a:lnTo>
                        <a:pt x="372" y="212"/>
                      </a:lnTo>
                      <a:lnTo>
                        <a:pt x="372" y="198"/>
                      </a:lnTo>
                      <a:lnTo>
                        <a:pt x="375" y="185"/>
                      </a:lnTo>
                      <a:lnTo>
                        <a:pt x="378" y="174"/>
                      </a:lnTo>
                      <a:lnTo>
                        <a:pt x="380" y="166"/>
                      </a:lnTo>
                      <a:lnTo>
                        <a:pt x="383" y="153"/>
                      </a:lnTo>
                      <a:lnTo>
                        <a:pt x="386" y="142"/>
                      </a:lnTo>
                      <a:lnTo>
                        <a:pt x="386" y="133"/>
                      </a:lnTo>
                      <a:lnTo>
                        <a:pt x="391" y="124"/>
                      </a:lnTo>
                      <a:lnTo>
                        <a:pt x="397" y="113"/>
                      </a:lnTo>
                      <a:lnTo>
                        <a:pt x="403" y="103"/>
                      </a:lnTo>
                      <a:lnTo>
                        <a:pt x="405" y="94"/>
                      </a:lnTo>
                      <a:lnTo>
                        <a:pt x="416" y="83"/>
                      </a:lnTo>
                      <a:lnTo>
                        <a:pt x="422" y="72"/>
                      </a:lnTo>
                      <a:lnTo>
                        <a:pt x="430" y="61"/>
                      </a:lnTo>
                      <a:lnTo>
                        <a:pt x="439" y="50"/>
                      </a:lnTo>
                      <a:lnTo>
                        <a:pt x="447" y="41"/>
                      </a:lnTo>
                      <a:lnTo>
                        <a:pt x="452" y="33"/>
                      </a:lnTo>
                      <a:lnTo>
                        <a:pt x="461" y="24"/>
                      </a:lnTo>
                      <a:lnTo>
                        <a:pt x="466" y="18"/>
                      </a:lnTo>
                      <a:lnTo>
                        <a:pt x="472" y="11"/>
                      </a:lnTo>
                      <a:lnTo>
                        <a:pt x="483" y="2"/>
                      </a:lnTo>
                      <a:lnTo>
                        <a:pt x="486" y="0"/>
                      </a:lnTo>
                      <a:lnTo>
                        <a:pt x="522" y="50"/>
                      </a:lnTo>
                      <a:close/>
                    </a:path>
                  </a:pathLst>
                </a:custGeom>
                <a:solidFill>
                  <a:srgbClr val="B3B3B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77" name="Google Shape;377;p10"/>
                <p:cNvSpPr/>
                <p:nvPr/>
              </p:nvSpPr>
              <p:spPr>
                <a:xfrm>
                  <a:off x="1834" y="2323"/>
                  <a:ext cx="389" cy="249"/>
                </a:xfrm>
                <a:custGeom>
                  <a:rect b="b" l="l" r="r" t="t"/>
                  <a:pathLst>
                    <a:path extrusionOk="0" h="249" w="389">
                      <a:moveTo>
                        <a:pt x="0" y="185"/>
                      </a:moveTo>
                      <a:lnTo>
                        <a:pt x="100" y="118"/>
                      </a:lnTo>
                      <a:lnTo>
                        <a:pt x="100" y="116"/>
                      </a:lnTo>
                      <a:lnTo>
                        <a:pt x="100" y="114"/>
                      </a:lnTo>
                      <a:lnTo>
                        <a:pt x="100" y="107"/>
                      </a:lnTo>
                      <a:lnTo>
                        <a:pt x="100" y="98"/>
                      </a:lnTo>
                      <a:lnTo>
                        <a:pt x="100" y="90"/>
                      </a:lnTo>
                      <a:lnTo>
                        <a:pt x="106" y="79"/>
                      </a:lnTo>
                      <a:lnTo>
                        <a:pt x="111" y="70"/>
                      </a:lnTo>
                      <a:lnTo>
                        <a:pt x="117" y="61"/>
                      </a:lnTo>
                      <a:lnTo>
                        <a:pt x="125" y="52"/>
                      </a:lnTo>
                      <a:lnTo>
                        <a:pt x="133" y="46"/>
                      </a:lnTo>
                      <a:lnTo>
                        <a:pt x="142" y="42"/>
                      </a:lnTo>
                      <a:lnTo>
                        <a:pt x="150" y="39"/>
                      </a:lnTo>
                      <a:lnTo>
                        <a:pt x="169" y="35"/>
                      </a:lnTo>
                      <a:lnTo>
                        <a:pt x="186" y="33"/>
                      </a:lnTo>
                      <a:lnTo>
                        <a:pt x="203" y="24"/>
                      </a:lnTo>
                      <a:lnTo>
                        <a:pt x="217" y="15"/>
                      </a:lnTo>
                      <a:lnTo>
                        <a:pt x="228" y="9"/>
                      </a:lnTo>
                      <a:lnTo>
                        <a:pt x="230" y="7"/>
                      </a:lnTo>
                      <a:lnTo>
                        <a:pt x="250" y="13"/>
                      </a:lnTo>
                      <a:lnTo>
                        <a:pt x="239" y="29"/>
                      </a:lnTo>
                      <a:lnTo>
                        <a:pt x="344" y="0"/>
                      </a:lnTo>
                      <a:lnTo>
                        <a:pt x="361" y="13"/>
                      </a:lnTo>
                      <a:lnTo>
                        <a:pt x="389" y="13"/>
                      </a:lnTo>
                      <a:lnTo>
                        <a:pt x="389" y="55"/>
                      </a:lnTo>
                      <a:lnTo>
                        <a:pt x="300" y="107"/>
                      </a:lnTo>
                      <a:lnTo>
                        <a:pt x="205" y="140"/>
                      </a:lnTo>
                      <a:lnTo>
                        <a:pt x="200" y="135"/>
                      </a:lnTo>
                      <a:lnTo>
                        <a:pt x="189" y="133"/>
                      </a:lnTo>
                      <a:lnTo>
                        <a:pt x="172" y="131"/>
                      </a:lnTo>
                      <a:lnTo>
                        <a:pt x="156" y="133"/>
                      </a:lnTo>
                      <a:lnTo>
                        <a:pt x="150" y="135"/>
                      </a:lnTo>
                      <a:lnTo>
                        <a:pt x="144" y="140"/>
                      </a:lnTo>
                      <a:lnTo>
                        <a:pt x="136" y="144"/>
                      </a:lnTo>
                      <a:lnTo>
                        <a:pt x="125" y="153"/>
                      </a:lnTo>
                      <a:lnTo>
                        <a:pt x="117" y="161"/>
                      </a:lnTo>
                      <a:lnTo>
                        <a:pt x="106" y="170"/>
                      </a:lnTo>
                      <a:lnTo>
                        <a:pt x="95" y="181"/>
                      </a:lnTo>
                      <a:lnTo>
                        <a:pt x="86" y="192"/>
                      </a:lnTo>
                      <a:lnTo>
                        <a:pt x="72" y="203"/>
                      </a:lnTo>
                      <a:lnTo>
                        <a:pt x="61" y="212"/>
                      </a:lnTo>
                      <a:lnTo>
                        <a:pt x="50" y="220"/>
                      </a:lnTo>
                      <a:lnTo>
                        <a:pt x="45" y="229"/>
                      </a:lnTo>
                      <a:lnTo>
                        <a:pt x="36" y="238"/>
                      </a:lnTo>
                      <a:lnTo>
                        <a:pt x="33" y="242"/>
                      </a:lnTo>
                      <a:lnTo>
                        <a:pt x="31" y="246"/>
                      </a:lnTo>
                      <a:lnTo>
                        <a:pt x="31" y="249"/>
                      </a:lnTo>
                      <a:lnTo>
                        <a:pt x="0" y="185"/>
                      </a:lnTo>
                      <a:close/>
                    </a:path>
                  </a:pathLst>
                </a:custGeom>
                <a:solidFill>
                  <a:srgbClr val="F2CC99"/>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78" name="Google Shape;378;p10"/>
                <p:cNvSpPr/>
                <p:nvPr/>
              </p:nvSpPr>
              <p:spPr>
                <a:xfrm>
                  <a:off x="4217" y="1170"/>
                  <a:ext cx="519" cy="508"/>
                </a:xfrm>
                <a:custGeom>
                  <a:rect b="b" l="l" r="r" t="t"/>
                  <a:pathLst>
                    <a:path extrusionOk="0" h="508" w="519">
                      <a:moveTo>
                        <a:pt x="136" y="0"/>
                      </a:moveTo>
                      <a:lnTo>
                        <a:pt x="133" y="0"/>
                      </a:lnTo>
                      <a:lnTo>
                        <a:pt x="133" y="9"/>
                      </a:lnTo>
                      <a:lnTo>
                        <a:pt x="130" y="20"/>
                      </a:lnTo>
                      <a:lnTo>
                        <a:pt x="130" y="33"/>
                      </a:lnTo>
                      <a:lnTo>
                        <a:pt x="128" y="39"/>
                      </a:lnTo>
                      <a:lnTo>
                        <a:pt x="125" y="48"/>
                      </a:lnTo>
                      <a:lnTo>
                        <a:pt x="125" y="57"/>
                      </a:lnTo>
                      <a:lnTo>
                        <a:pt x="125" y="66"/>
                      </a:lnTo>
                      <a:lnTo>
                        <a:pt x="119" y="72"/>
                      </a:lnTo>
                      <a:lnTo>
                        <a:pt x="119" y="81"/>
                      </a:lnTo>
                      <a:lnTo>
                        <a:pt x="117" y="90"/>
                      </a:lnTo>
                      <a:lnTo>
                        <a:pt x="114" y="98"/>
                      </a:lnTo>
                      <a:lnTo>
                        <a:pt x="108" y="103"/>
                      </a:lnTo>
                      <a:lnTo>
                        <a:pt x="103" y="111"/>
                      </a:lnTo>
                      <a:lnTo>
                        <a:pt x="94" y="120"/>
                      </a:lnTo>
                      <a:lnTo>
                        <a:pt x="86" y="131"/>
                      </a:lnTo>
                      <a:lnTo>
                        <a:pt x="75" y="140"/>
                      </a:lnTo>
                      <a:lnTo>
                        <a:pt x="67" y="151"/>
                      </a:lnTo>
                      <a:lnTo>
                        <a:pt x="58" y="159"/>
                      </a:lnTo>
                      <a:lnTo>
                        <a:pt x="50" y="170"/>
                      </a:lnTo>
                      <a:lnTo>
                        <a:pt x="39" y="179"/>
                      </a:lnTo>
                      <a:lnTo>
                        <a:pt x="28" y="185"/>
                      </a:lnTo>
                      <a:lnTo>
                        <a:pt x="19" y="194"/>
                      </a:lnTo>
                      <a:lnTo>
                        <a:pt x="14" y="203"/>
                      </a:lnTo>
                      <a:lnTo>
                        <a:pt x="3" y="212"/>
                      </a:lnTo>
                      <a:lnTo>
                        <a:pt x="0" y="216"/>
                      </a:lnTo>
                      <a:lnTo>
                        <a:pt x="3" y="216"/>
                      </a:lnTo>
                      <a:lnTo>
                        <a:pt x="14" y="218"/>
                      </a:lnTo>
                      <a:lnTo>
                        <a:pt x="19" y="218"/>
                      </a:lnTo>
                      <a:lnTo>
                        <a:pt x="31" y="222"/>
                      </a:lnTo>
                      <a:lnTo>
                        <a:pt x="42" y="225"/>
                      </a:lnTo>
                      <a:lnTo>
                        <a:pt x="56" y="229"/>
                      </a:lnTo>
                      <a:lnTo>
                        <a:pt x="64" y="231"/>
                      </a:lnTo>
                      <a:lnTo>
                        <a:pt x="75" y="236"/>
                      </a:lnTo>
                      <a:lnTo>
                        <a:pt x="89" y="240"/>
                      </a:lnTo>
                      <a:lnTo>
                        <a:pt x="100" y="246"/>
                      </a:lnTo>
                      <a:lnTo>
                        <a:pt x="111" y="251"/>
                      </a:lnTo>
                      <a:lnTo>
                        <a:pt x="122" y="255"/>
                      </a:lnTo>
                      <a:lnTo>
                        <a:pt x="130" y="262"/>
                      </a:lnTo>
                      <a:lnTo>
                        <a:pt x="142" y="268"/>
                      </a:lnTo>
                      <a:lnTo>
                        <a:pt x="155" y="279"/>
                      </a:lnTo>
                      <a:lnTo>
                        <a:pt x="172" y="292"/>
                      </a:lnTo>
                      <a:lnTo>
                        <a:pt x="186" y="305"/>
                      </a:lnTo>
                      <a:lnTo>
                        <a:pt x="200" y="321"/>
                      </a:lnTo>
                      <a:lnTo>
                        <a:pt x="208" y="329"/>
                      </a:lnTo>
                      <a:lnTo>
                        <a:pt x="216" y="340"/>
                      </a:lnTo>
                      <a:lnTo>
                        <a:pt x="222" y="345"/>
                      </a:lnTo>
                      <a:lnTo>
                        <a:pt x="225" y="349"/>
                      </a:lnTo>
                      <a:lnTo>
                        <a:pt x="208" y="368"/>
                      </a:lnTo>
                      <a:lnTo>
                        <a:pt x="222" y="508"/>
                      </a:lnTo>
                      <a:lnTo>
                        <a:pt x="519" y="196"/>
                      </a:lnTo>
                      <a:lnTo>
                        <a:pt x="352" y="59"/>
                      </a:lnTo>
                      <a:lnTo>
                        <a:pt x="136" y="0"/>
                      </a:lnTo>
                      <a:close/>
                    </a:path>
                  </a:pathLst>
                </a:custGeom>
                <a:solidFill>
                  <a:srgbClr val="C24D4D"/>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79" name="Google Shape;379;p10"/>
                <p:cNvSpPr/>
                <p:nvPr/>
              </p:nvSpPr>
              <p:spPr>
                <a:xfrm>
                  <a:off x="4794" y="1591"/>
                  <a:ext cx="483" cy="377"/>
                </a:xfrm>
                <a:custGeom>
                  <a:rect b="b" l="l" r="r" t="t"/>
                  <a:pathLst>
                    <a:path extrusionOk="0" h="377" w="483">
                      <a:moveTo>
                        <a:pt x="241" y="0"/>
                      </a:moveTo>
                      <a:lnTo>
                        <a:pt x="244" y="4"/>
                      </a:lnTo>
                      <a:lnTo>
                        <a:pt x="250" y="9"/>
                      </a:lnTo>
                      <a:lnTo>
                        <a:pt x="261" y="17"/>
                      </a:lnTo>
                      <a:lnTo>
                        <a:pt x="269" y="26"/>
                      </a:lnTo>
                      <a:lnTo>
                        <a:pt x="283" y="39"/>
                      </a:lnTo>
                      <a:lnTo>
                        <a:pt x="291" y="50"/>
                      </a:lnTo>
                      <a:lnTo>
                        <a:pt x="308" y="65"/>
                      </a:lnTo>
                      <a:lnTo>
                        <a:pt x="322" y="78"/>
                      </a:lnTo>
                      <a:lnTo>
                        <a:pt x="338" y="94"/>
                      </a:lnTo>
                      <a:lnTo>
                        <a:pt x="352" y="111"/>
                      </a:lnTo>
                      <a:lnTo>
                        <a:pt x="366" y="128"/>
                      </a:lnTo>
                      <a:lnTo>
                        <a:pt x="383" y="146"/>
                      </a:lnTo>
                      <a:lnTo>
                        <a:pt x="397" y="161"/>
                      </a:lnTo>
                      <a:lnTo>
                        <a:pt x="408" y="181"/>
                      </a:lnTo>
                      <a:lnTo>
                        <a:pt x="422" y="198"/>
                      </a:lnTo>
                      <a:lnTo>
                        <a:pt x="433" y="216"/>
                      </a:lnTo>
                      <a:lnTo>
                        <a:pt x="441" y="233"/>
                      </a:lnTo>
                      <a:lnTo>
                        <a:pt x="447" y="248"/>
                      </a:lnTo>
                      <a:lnTo>
                        <a:pt x="455" y="266"/>
                      </a:lnTo>
                      <a:lnTo>
                        <a:pt x="461" y="281"/>
                      </a:lnTo>
                      <a:lnTo>
                        <a:pt x="466" y="296"/>
                      </a:lnTo>
                      <a:lnTo>
                        <a:pt x="469" y="309"/>
                      </a:lnTo>
                      <a:lnTo>
                        <a:pt x="472" y="325"/>
                      </a:lnTo>
                      <a:lnTo>
                        <a:pt x="474" y="333"/>
                      </a:lnTo>
                      <a:lnTo>
                        <a:pt x="477" y="344"/>
                      </a:lnTo>
                      <a:lnTo>
                        <a:pt x="477" y="353"/>
                      </a:lnTo>
                      <a:lnTo>
                        <a:pt x="480" y="362"/>
                      </a:lnTo>
                      <a:lnTo>
                        <a:pt x="480" y="373"/>
                      </a:lnTo>
                      <a:lnTo>
                        <a:pt x="483" y="377"/>
                      </a:lnTo>
                      <a:lnTo>
                        <a:pt x="269" y="377"/>
                      </a:lnTo>
                      <a:lnTo>
                        <a:pt x="0" y="274"/>
                      </a:lnTo>
                      <a:lnTo>
                        <a:pt x="241" y="0"/>
                      </a:lnTo>
                      <a:close/>
                    </a:path>
                  </a:pathLst>
                </a:custGeom>
                <a:solidFill>
                  <a:srgbClr val="C24D4D"/>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80" name="Google Shape;380;p10"/>
                <p:cNvSpPr/>
                <p:nvPr/>
              </p:nvSpPr>
              <p:spPr>
                <a:xfrm>
                  <a:off x="3573" y="2437"/>
                  <a:ext cx="866" cy="313"/>
                </a:xfrm>
                <a:custGeom>
                  <a:rect b="b" l="l" r="r" t="t"/>
                  <a:pathLst>
                    <a:path extrusionOk="0" h="313" w="866">
                      <a:moveTo>
                        <a:pt x="866" y="285"/>
                      </a:moveTo>
                      <a:lnTo>
                        <a:pt x="863" y="283"/>
                      </a:lnTo>
                      <a:lnTo>
                        <a:pt x="855" y="283"/>
                      </a:lnTo>
                      <a:lnTo>
                        <a:pt x="838" y="283"/>
                      </a:lnTo>
                      <a:lnTo>
                        <a:pt x="822" y="283"/>
                      </a:lnTo>
                      <a:lnTo>
                        <a:pt x="811" y="281"/>
                      </a:lnTo>
                      <a:lnTo>
                        <a:pt x="799" y="281"/>
                      </a:lnTo>
                      <a:lnTo>
                        <a:pt x="783" y="281"/>
                      </a:lnTo>
                      <a:lnTo>
                        <a:pt x="772" y="281"/>
                      </a:lnTo>
                      <a:lnTo>
                        <a:pt x="758" y="281"/>
                      </a:lnTo>
                      <a:lnTo>
                        <a:pt x="744" y="281"/>
                      </a:lnTo>
                      <a:lnTo>
                        <a:pt x="727" y="283"/>
                      </a:lnTo>
                      <a:lnTo>
                        <a:pt x="713" y="285"/>
                      </a:lnTo>
                      <a:lnTo>
                        <a:pt x="694" y="285"/>
                      </a:lnTo>
                      <a:lnTo>
                        <a:pt x="677" y="287"/>
                      </a:lnTo>
                      <a:lnTo>
                        <a:pt x="661" y="289"/>
                      </a:lnTo>
                      <a:lnTo>
                        <a:pt x="644" y="292"/>
                      </a:lnTo>
                      <a:lnTo>
                        <a:pt x="627" y="294"/>
                      </a:lnTo>
                      <a:lnTo>
                        <a:pt x="611" y="296"/>
                      </a:lnTo>
                      <a:lnTo>
                        <a:pt x="594" y="298"/>
                      </a:lnTo>
                      <a:lnTo>
                        <a:pt x="583" y="302"/>
                      </a:lnTo>
                      <a:lnTo>
                        <a:pt x="566" y="302"/>
                      </a:lnTo>
                      <a:lnTo>
                        <a:pt x="555" y="305"/>
                      </a:lnTo>
                      <a:lnTo>
                        <a:pt x="544" y="307"/>
                      </a:lnTo>
                      <a:lnTo>
                        <a:pt x="536" y="309"/>
                      </a:lnTo>
                      <a:lnTo>
                        <a:pt x="522" y="311"/>
                      </a:lnTo>
                      <a:lnTo>
                        <a:pt x="519" y="313"/>
                      </a:lnTo>
                      <a:lnTo>
                        <a:pt x="514" y="311"/>
                      </a:lnTo>
                      <a:lnTo>
                        <a:pt x="503" y="307"/>
                      </a:lnTo>
                      <a:lnTo>
                        <a:pt x="491" y="305"/>
                      </a:lnTo>
                      <a:lnTo>
                        <a:pt x="483" y="302"/>
                      </a:lnTo>
                      <a:lnTo>
                        <a:pt x="472" y="298"/>
                      </a:lnTo>
                      <a:lnTo>
                        <a:pt x="461" y="296"/>
                      </a:lnTo>
                      <a:lnTo>
                        <a:pt x="444" y="292"/>
                      </a:lnTo>
                      <a:lnTo>
                        <a:pt x="428" y="289"/>
                      </a:lnTo>
                      <a:lnTo>
                        <a:pt x="411" y="285"/>
                      </a:lnTo>
                      <a:lnTo>
                        <a:pt x="392" y="283"/>
                      </a:lnTo>
                      <a:lnTo>
                        <a:pt x="372" y="278"/>
                      </a:lnTo>
                      <a:lnTo>
                        <a:pt x="350" y="278"/>
                      </a:lnTo>
                      <a:lnTo>
                        <a:pt x="328" y="274"/>
                      </a:lnTo>
                      <a:lnTo>
                        <a:pt x="306" y="274"/>
                      </a:lnTo>
                      <a:lnTo>
                        <a:pt x="281" y="272"/>
                      </a:lnTo>
                      <a:lnTo>
                        <a:pt x="256" y="272"/>
                      </a:lnTo>
                      <a:lnTo>
                        <a:pt x="228" y="272"/>
                      </a:lnTo>
                      <a:lnTo>
                        <a:pt x="203" y="272"/>
                      </a:lnTo>
                      <a:lnTo>
                        <a:pt x="175" y="272"/>
                      </a:lnTo>
                      <a:lnTo>
                        <a:pt x="150" y="272"/>
                      </a:lnTo>
                      <a:lnTo>
                        <a:pt x="125" y="274"/>
                      </a:lnTo>
                      <a:lnTo>
                        <a:pt x="106" y="276"/>
                      </a:lnTo>
                      <a:lnTo>
                        <a:pt x="81" y="276"/>
                      </a:lnTo>
                      <a:lnTo>
                        <a:pt x="62" y="278"/>
                      </a:lnTo>
                      <a:lnTo>
                        <a:pt x="45" y="278"/>
                      </a:lnTo>
                      <a:lnTo>
                        <a:pt x="31" y="281"/>
                      </a:lnTo>
                      <a:lnTo>
                        <a:pt x="17" y="283"/>
                      </a:lnTo>
                      <a:lnTo>
                        <a:pt x="9" y="283"/>
                      </a:lnTo>
                      <a:lnTo>
                        <a:pt x="0" y="285"/>
                      </a:lnTo>
                      <a:lnTo>
                        <a:pt x="167" y="0"/>
                      </a:lnTo>
                      <a:lnTo>
                        <a:pt x="866" y="235"/>
                      </a:lnTo>
                      <a:lnTo>
                        <a:pt x="866" y="285"/>
                      </a:lnTo>
                      <a:close/>
                    </a:path>
                  </a:pathLst>
                </a:custGeom>
                <a:solidFill>
                  <a:srgbClr val="A64D4D"/>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81" name="Google Shape;381;p10"/>
                <p:cNvSpPr/>
                <p:nvPr/>
              </p:nvSpPr>
              <p:spPr>
                <a:xfrm>
                  <a:off x="2542" y="3045"/>
                  <a:ext cx="1084" cy="290"/>
                </a:xfrm>
                <a:custGeom>
                  <a:rect b="b" l="l" r="r" t="t"/>
                  <a:pathLst>
                    <a:path extrusionOk="0" h="290" w="1084">
                      <a:moveTo>
                        <a:pt x="1084" y="226"/>
                      </a:moveTo>
                      <a:lnTo>
                        <a:pt x="663" y="290"/>
                      </a:lnTo>
                      <a:lnTo>
                        <a:pt x="0" y="246"/>
                      </a:lnTo>
                      <a:lnTo>
                        <a:pt x="271" y="0"/>
                      </a:lnTo>
                      <a:lnTo>
                        <a:pt x="1084" y="226"/>
                      </a:lnTo>
                      <a:close/>
                    </a:path>
                  </a:pathLst>
                </a:custGeom>
                <a:solidFill>
                  <a:srgbClr val="A64D4D"/>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82" name="Google Shape;382;p10"/>
                <p:cNvSpPr/>
                <p:nvPr/>
              </p:nvSpPr>
              <p:spPr>
                <a:xfrm>
                  <a:off x="1837" y="3500"/>
                  <a:ext cx="951" cy="207"/>
                </a:xfrm>
                <a:custGeom>
                  <a:rect b="b" l="l" r="r" t="t"/>
                  <a:pathLst>
                    <a:path extrusionOk="0" h="207" w="951">
                      <a:moveTo>
                        <a:pt x="951" y="196"/>
                      </a:moveTo>
                      <a:lnTo>
                        <a:pt x="616" y="207"/>
                      </a:lnTo>
                      <a:lnTo>
                        <a:pt x="0" y="207"/>
                      </a:lnTo>
                      <a:lnTo>
                        <a:pt x="72" y="0"/>
                      </a:lnTo>
                      <a:lnTo>
                        <a:pt x="843" y="133"/>
                      </a:lnTo>
                      <a:lnTo>
                        <a:pt x="951" y="196"/>
                      </a:lnTo>
                      <a:close/>
                    </a:path>
                  </a:pathLst>
                </a:custGeom>
                <a:solidFill>
                  <a:srgbClr val="A64D4D"/>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83" name="Google Shape;383;p10"/>
                <p:cNvSpPr/>
                <p:nvPr/>
              </p:nvSpPr>
              <p:spPr>
                <a:xfrm>
                  <a:off x="650" y="2415"/>
                  <a:ext cx="1312" cy="732"/>
                </a:xfrm>
                <a:custGeom>
                  <a:rect b="b" l="l" r="r" t="t"/>
                  <a:pathLst>
                    <a:path extrusionOk="0" h="732" w="1312">
                      <a:moveTo>
                        <a:pt x="133" y="649"/>
                      </a:moveTo>
                      <a:lnTo>
                        <a:pt x="136" y="667"/>
                      </a:lnTo>
                      <a:lnTo>
                        <a:pt x="147" y="686"/>
                      </a:lnTo>
                      <a:lnTo>
                        <a:pt x="127" y="702"/>
                      </a:lnTo>
                      <a:lnTo>
                        <a:pt x="47" y="732"/>
                      </a:lnTo>
                      <a:lnTo>
                        <a:pt x="25" y="684"/>
                      </a:lnTo>
                      <a:lnTo>
                        <a:pt x="27" y="625"/>
                      </a:lnTo>
                      <a:lnTo>
                        <a:pt x="0" y="466"/>
                      </a:lnTo>
                      <a:lnTo>
                        <a:pt x="0" y="433"/>
                      </a:lnTo>
                      <a:lnTo>
                        <a:pt x="0" y="431"/>
                      </a:lnTo>
                      <a:lnTo>
                        <a:pt x="2" y="423"/>
                      </a:lnTo>
                      <a:lnTo>
                        <a:pt x="5" y="414"/>
                      </a:lnTo>
                      <a:lnTo>
                        <a:pt x="14" y="403"/>
                      </a:lnTo>
                      <a:lnTo>
                        <a:pt x="16" y="394"/>
                      </a:lnTo>
                      <a:lnTo>
                        <a:pt x="22" y="386"/>
                      </a:lnTo>
                      <a:lnTo>
                        <a:pt x="27" y="377"/>
                      </a:lnTo>
                      <a:lnTo>
                        <a:pt x="39" y="368"/>
                      </a:lnTo>
                      <a:lnTo>
                        <a:pt x="44" y="355"/>
                      </a:lnTo>
                      <a:lnTo>
                        <a:pt x="55" y="346"/>
                      </a:lnTo>
                      <a:lnTo>
                        <a:pt x="66" y="335"/>
                      </a:lnTo>
                      <a:lnTo>
                        <a:pt x="80" y="327"/>
                      </a:lnTo>
                      <a:lnTo>
                        <a:pt x="91" y="314"/>
                      </a:lnTo>
                      <a:lnTo>
                        <a:pt x="105" y="300"/>
                      </a:lnTo>
                      <a:lnTo>
                        <a:pt x="122" y="287"/>
                      </a:lnTo>
                      <a:lnTo>
                        <a:pt x="138" y="277"/>
                      </a:lnTo>
                      <a:lnTo>
                        <a:pt x="155" y="263"/>
                      </a:lnTo>
                      <a:lnTo>
                        <a:pt x="169" y="253"/>
                      </a:lnTo>
                      <a:lnTo>
                        <a:pt x="186" y="242"/>
                      </a:lnTo>
                      <a:lnTo>
                        <a:pt x="202" y="231"/>
                      </a:lnTo>
                      <a:lnTo>
                        <a:pt x="213" y="220"/>
                      </a:lnTo>
                      <a:lnTo>
                        <a:pt x="230" y="211"/>
                      </a:lnTo>
                      <a:lnTo>
                        <a:pt x="241" y="202"/>
                      </a:lnTo>
                      <a:lnTo>
                        <a:pt x="255" y="198"/>
                      </a:lnTo>
                      <a:lnTo>
                        <a:pt x="269" y="187"/>
                      </a:lnTo>
                      <a:lnTo>
                        <a:pt x="274" y="185"/>
                      </a:lnTo>
                      <a:lnTo>
                        <a:pt x="280" y="185"/>
                      </a:lnTo>
                      <a:lnTo>
                        <a:pt x="297" y="185"/>
                      </a:lnTo>
                      <a:lnTo>
                        <a:pt x="308" y="185"/>
                      </a:lnTo>
                      <a:lnTo>
                        <a:pt x="319" y="185"/>
                      </a:lnTo>
                      <a:lnTo>
                        <a:pt x="333" y="185"/>
                      </a:lnTo>
                      <a:lnTo>
                        <a:pt x="349" y="185"/>
                      </a:lnTo>
                      <a:lnTo>
                        <a:pt x="360" y="181"/>
                      </a:lnTo>
                      <a:lnTo>
                        <a:pt x="371" y="178"/>
                      </a:lnTo>
                      <a:lnTo>
                        <a:pt x="383" y="174"/>
                      </a:lnTo>
                      <a:lnTo>
                        <a:pt x="394" y="172"/>
                      </a:lnTo>
                      <a:lnTo>
                        <a:pt x="407" y="165"/>
                      </a:lnTo>
                      <a:lnTo>
                        <a:pt x="416" y="165"/>
                      </a:lnTo>
                      <a:lnTo>
                        <a:pt x="466" y="141"/>
                      </a:lnTo>
                      <a:lnTo>
                        <a:pt x="505" y="178"/>
                      </a:lnTo>
                      <a:lnTo>
                        <a:pt x="582" y="233"/>
                      </a:lnTo>
                      <a:lnTo>
                        <a:pt x="607" y="178"/>
                      </a:lnTo>
                      <a:lnTo>
                        <a:pt x="646" y="192"/>
                      </a:lnTo>
                      <a:lnTo>
                        <a:pt x="646" y="189"/>
                      </a:lnTo>
                      <a:lnTo>
                        <a:pt x="652" y="189"/>
                      </a:lnTo>
                      <a:lnTo>
                        <a:pt x="657" y="185"/>
                      </a:lnTo>
                      <a:lnTo>
                        <a:pt x="668" y="185"/>
                      </a:lnTo>
                      <a:lnTo>
                        <a:pt x="679" y="181"/>
                      </a:lnTo>
                      <a:lnTo>
                        <a:pt x="696" y="178"/>
                      </a:lnTo>
                      <a:lnTo>
                        <a:pt x="702" y="176"/>
                      </a:lnTo>
                      <a:lnTo>
                        <a:pt x="710" y="174"/>
                      </a:lnTo>
                      <a:lnTo>
                        <a:pt x="721" y="174"/>
                      </a:lnTo>
                      <a:lnTo>
                        <a:pt x="732" y="174"/>
                      </a:lnTo>
                      <a:lnTo>
                        <a:pt x="740" y="172"/>
                      </a:lnTo>
                      <a:lnTo>
                        <a:pt x="749" y="170"/>
                      </a:lnTo>
                      <a:lnTo>
                        <a:pt x="760" y="170"/>
                      </a:lnTo>
                      <a:lnTo>
                        <a:pt x="771" y="168"/>
                      </a:lnTo>
                      <a:lnTo>
                        <a:pt x="779" y="165"/>
                      </a:lnTo>
                      <a:lnTo>
                        <a:pt x="790" y="165"/>
                      </a:lnTo>
                      <a:lnTo>
                        <a:pt x="801" y="163"/>
                      </a:lnTo>
                      <a:lnTo>
                        <a:pt x="815" y="161"/>
                      </a:lnTo>
                      <a:lnTo>
                        <a:pt x="826" y="159"/>
                      </a:lnTo>
                      <a:lnTo>
                        <a:pt x="837" y="157"/>
                      </a:lnTo>
                      <a:lnTo>
                        <a:pt x="851" y="154"/>
                      </a:lnTo>
                      <a:lnTo>
                        <a:pt x="868" y="152"/>
                      </a:lnTo>
                      <a:lnTo>
                        <a:pt x="882" y="146"/>
                      </a:lnTo>
                      <a:lnTo>
                        <a:pt x="898" y="141"/>
                      </a:lnTo>
                      <a:lnTo>
                        <a:pt x="912" y="137"/>
                      </a:lnTo>
                      <a:lnTo>
                        <a:pt x="932" y="135"/>
                      </a:lnTo>
                      <a:lnTo>
                        <a:pt x="948" y="126"/>
                      </a:lnTo>
                      <a:lnTo>
                        <a:pt x="965" y="117"/>
                      </a:lnTo>
                      <a:lnTo>
                        <a:pt x="982" y="111"/>
                      </a:lnTo>
                      <a:lnTo>
                        <a:pt x="1004" y="104"/>
                      </a:lnTo>
                      <a:lnTo>
                        <a:pt x="1021" y="96"/>
                      </a:lnTo>
                      <a:lnTo>
                        <a:pt x="1037" y="87"/>
                      </a:lnTo>
                      <a:lnTo>
                        <a:pt x="1057" y="80"/>
                      </a:lnTo>
                      <a:lnTo>
                        <a:pt x="1073" y="74"/>
                      </a:lnTo>
                      <a:lnTo>
                        <a:pt x="1087" y="65"/>
                      </a:lnTo>
                      <a:lnTo>
                        <a:pt x="1104" y="59"/>
                      </a:lnTo>
                      <a:lnTo>
                        <a:pt x="1115" y="52"/>
                      </a:lnTo>
                      <a:lnTo>
                        <a:pt x="1129" y="48"/>
                      </a:lnTo>
                      <a:lnTo>
                        <a:pt x="1137" y="43"/>
                      </a:lnTo>
                      <a:lnTo>
                        <a:pt x="1143" y="39"/>
                      </a:lnTo>
                      <a:lnTo>
                        <a:pt x="1148" y="39"/>
                      </a:lnTo>
                      <a:lnTo>
                        <a:pt x="1151" y="39"/>
                      </a:lnTo>
                      <a:lnTo>
                        <a:pt x="1206" y="35"/>
                      </a:lnTo>
                      <a:lnTo>
                        <a:pt x="1279" y="0"/>
                      </a:lnTo>
                      <a:lnTo>
                        <a:pt x="1298" y="30"/>
                      </a:lnTo>
                      <a:lnTo>
                        <a:pt x="1312" y="98"/>
                      </a:lnTo>
                      <a:lnTo>
                        <a:pt x="1267" y="126"/>
                      </a:lnTo>
                      <a:lnTo>
                        <a:pt x="1265" y="126"/>
                      </a:lnTo>
                      <a:lnTo>
                        <a:pt x="1265" y="133"/>
                      </a:lnTo>
                      <a:lnTo>
                        <a:pt x="1259" y="139"/>
                      </a:lnTo>
                      <a:lnTo>
                        <a:pt x="1254" y="150"/>
                      </a:lnTo>
                      <a:lnTo>
                        <a:pt x="1242" y="161"/>
                      </a:lnTo>
                      <a:lnTo>
                        <a:pt x="1229" y="174"/>
                      </a:lnTo>
                      <a:lnTo>
                        <a:pt x="1220" y="178"/>
                      </a:lnTo>
                      <a:lnTo>
                        <a:pt x="1212" y="185"/>
                      </a:lnTo>
                      <a:lnTo>
                        <a:pt x="1201" y="189"/>
                      </a:lnTo>
                      <a:lnTo>
                        <a:pt x="1190" y="198"/>
                      </a:lnTo>
                      <a:lnTo>
                        <a:pt x="1176" y="202"/>
                      </a:lnTo>
                      <a:lnTo>
                        <a:pt x="1165" y="207"/>
                      </a:lnTo>
                      <a:lnTo>
                        <a:pt x="1148" y="211"/>
                      </a:lnTo>
                      <a:lnTo>
                        <a:pt x="1134" y="218"/>
                      </a:lnTo>
                      <a:lnTo>
                        <a:pt x="1115" y="222"/>
                      </a:lnTo>
                      <a:lnTo>
                        <a:pt x="1098" y="224"/>
                      </a:lnTo>
                      <a:lnTo>
                        <a:pt x="1082" y="231"/>
                      </a:lnTo>
                      <a:lnTo>
                        <a:pt x="1062" y="237"/>
                      </a:lnTo>
                      <a:lnTo>
                        <a:pt x="1043" y="244"/>
                      </a:lnTo>
                      <a:lnTo>
                        <a:pt x="1023" y="250"/>
                      </a:lnTo>
                      <a:lnTo>
                        <a:pt x="1001" y="259"/>
                      </a:lnTo>
                      <a:lnTo>
                        <a:pt x="979" y="268"/>
                      </a:lnTo>
                      <a:lnTo>
                        <a:pt x="957" y="277"/>
                      </a:lnTo>
                      <a:lnTo>
                        <a:pt x="935" y="287"/>
                      </a:lnTo>
                      <a:lnTo>
                        <a:pt x="912" y="298"/>
                      </a:lnTo>
                      <a:lnTo>
                        <a:pt x="890" y="314"/>
                      </a:lnTo>
                      <a:lnTo>
                        <a:pt x="865" y="324"/>
                      </a:lnTo>
                      <a:lnTo>
                        <a:pt x="843" y="340"/>
                      </a:lnTo>
                      <a:lnTo>
                        <a:pt x="818" y="353"/>
                      </a:lnTo>
                      <a:lnTo>
                        <a:pt x="796" y="368"/>
                      </a:lnTo>
                      <a:lnTo>
                        <a:pt x="774" y="383"/>
                      </a:lnTo>
                      <a:lnTo>
                        <a:pt x="751" y="399"/>
                      </a:lnTo>
                      <a:lnTo>
                        <a:pt x="732" y="416"/>
                      </a:lnTo>
                      <a:lnTo>
                        <a:pt x="715" y="431"/>
                      </a:lnTo>
                      <a:lnTo>
                        <a:pt x="696" y="444"/>
                      </a:lnTo>
                      <a:lnTo>
                        <a:pt x="682" y="457"/>
                      </a:lnTo>
                      <a:lnTo>
                        <a:pt x="665" y="468"/>
                      </a:lnTo>
                      <a:lnTo>
                        <a:pt x="657" y="479"/>
                      </a:lnTo>
                      <a:lnTo>
                        <a:pt x="646" y="486"/>
                      </a:lnTo>
                      <a:lnTo>
                        <a:pt x="641" y="494"/>
                      </a:lnTo>
                      <a:lnTo>
                        <a:pt x="635" y="497"/>
                      </a:lnTo>
                      <a:lnTo>
                        <a:pt x="635" y="499"/>
                      </a:lnTo>
                      <a:lnTo>
                        <a:pt x="577" y="656"/>
                      </a:lnTo>
                      <a:lnTo>
                        <a:pt x="285" y="717"/>
                      </a:lnTo>
                      <a:lnTo>
                        <a:pt x="133" y="649"/>
                      </a:lnTo>
                      <a:close/>
                    </a:path>
                  </a:pathLst>
                </a:custGeom>
                <a:solidFill>
                  <a:srgbClr val="FFFFC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84" name="Google Shape;384;p10"/>
                <p:cNvSpPr/>
                <p:nvPr/>
              </p:nvSpPr>
              <p:spPr>
                <a:xfrm>
                  <a:off x="1221" y="2454"/>
                  <a:ext cx="730" cy="512"/>
                </a:xfrm>
                <a:custGeom>
                  <a:rect b="b" l="l" r="r" t="t"/>
                  <a:pathLst>
                    <a:path extrusionOk="0" h="512" w="730">
                      <a:moveTo>
                        <a:pt x="36" y="139"/>
                      </a:moveTo>
                      <a:lnTo>
                        <a:pt x="0" y="181"/>
                      </a:lnTo>
                      <a:lnTo>
                        <a:pt x="25" y="216"/>
                      </a:lnTo>
                      <a:lnTo>
                        <a:pt x="56" y="512"/>
                      </a:lnTo>
                      <a:lnTo>
                        <a:pt x="56" y="508"/>
                      </a:lnTo>
                      <a:lnTo>
                        <a:pt x="64" y="501"/>
                      </a:lnTo>
                      <a:lnTo>
                        <a:pt x="72" y="490"/>
                      </a:lnTo>
                      <a:lnTo>
                        <a:pt x="83" y="477"/>
                      </a:lnTo>
                      <a:lnTo>
                        <a:pt x="89" y="469"/>
                      </a:lnTo>
                      <a:lnTo>
                        <a:pt x="94" y="460"/>
                      </a:lnTo>
                      <a:lnTo>
                        <a:pt x="100" y="451"/>
                      </a:lnTo>
                      <a:lnTo>
                        <a:pt x="106" y="445"/>
                      </a:lnTo>
                      <a:lnTo>
                        <a:pt x="111" y="436"/>
                      </a:lnTo>
                      <a:lnTo>
                        <a:pt x="117" y="427"/>
                      </a:lnTo>
                      <a:lnTo>
                        <a:pt x="122" y="418"/>
                      </a:lnTo>
                      <a:lnTo>
                        <a:pt x="131" y="412"/>
                      </a:lnTo>
                      <a:lnTo>
                        <a:pt x="131" y="403"/>
                      </a:lnTo>
                      <a:lnTo>
                        <a:pt x="136" y="397"/>
                      </a:lnTo>
                      <a:lnTo>
                        <a:pt x="136" y="392"/>
                      </a:lnTo>
                      <a:lnTo>
                        <a:pt x="142" y="388"/>
                      </a:lnTo>
                      <a:lnTo>
                        <a:pt x="147" y="384"/>
                      </a:lnTo>
                      <a:lnTo>
                        <a:pt x="155" y="381"/>
                      </a:lnTo>
                      <a:lnTo>
                        <a:pt x="161" y="379"/>
                      </a:lnTo>
                      <a:lnTo>
                        <a:pt x="169" y="377"/>
                      </a:lnTo>
                      <a:lnTo>
                        <a:pt x="178" y="375"/>
                      </a:lnTo>
                      <a:lnTo>
                        <a:pt x="192" y="370"/>
                      </a:lnTo>
                      <a:lnTo>
                        <a:pt x="203" y="362"/>
                      </a:lnTo>
                      <a:lnTo>
                        <a:pt x="219" y="351"/>
                      </a:lnTo>
                      <a:lnTo>
                        <a:pt x="236" y="338"/>
                      </a:lnTo>
                      <a:lnTo>
                        <a:pt x="255" y="325"/>
                      </a:lnTo>
                      <a:lnTo>
                        <a:pt x="264" y="316"/>
                      </a:lnTo>
                      <a:lnTo>
                        <a:pt x="272" y="309"/>
                      </a:lnTo>
                      <a:lnTo>
                        <a:pt x="283" y="303"/>
                      </a:lnTo>
                      <a:lnTo>
                        <a:pt x="294" y="296"/>
                      </a:lnTo>
                      <a:lnTo>
                        <a:pt x="305" y="288"/>
                      </a:lnTo>
                      <a:lnTo>
                        <a:pt x="316" y="281"/>
                      </a:lnTo>
                      <a:lnTo>
                        <a:pt x="327" y="275"/>
                      </a:lnTo>
                      <a:lnTo>
                        <a:pt x="341" y="270"/>
                      </a:lnTo>
                      <a:lnTo>
                        <a:pt x="352" y="264"/>
                      </a:lnTo>
                      <a:lnTo>
                        <a:pt x="361" y="259"/>
                      </a:lnTo>
                      <a:lnTo>
                        <a:pt x="372" y="255"/>
                      </a:lnTo>
                      <a:lnTo>
                        <a:pt x="383" y="251"/>
                      </a:lnTo>
                      <a:lnTo>
                        <a:pt x="394" y="246"/>
                      </a:lnTo>
                      <a:lnTo>
                        <a:pt x="408" y="244"/>
                      </a:lnTo>
                      <a:lnTo>
                        <a:pt x="416" y="242"/>
                      </a:lnTo>
                      <a:lnTo>
                        <a:pt x="430" y="240"/>
                      </a:lnTo>
                      <a:lnTo>
                        <a:pt x="441" y="235"/>
                      </a:lnTo>
                      <a:lnTo>
                        <a:pt x="452" y="233"/>
                      </a:lnTo>
                      <a:lnTo>
                        <a:pt x="463" y="229"/>
                      </a:lnTo>
                      <a:lnTo>
                        <a:pt x="475" y="229"/>
                      </a:lnTo>
                      <a:lnTo>
                        <a:pt x="486" y="227"/>
                      </a:lnTo>
                      <a:lnTo>
                        <a:pt x="497" y="222"/>
                      </a:lnTo>
                      <a:lnTo>
                        <a:pt x="508" y="220"/>
                      </a:lnTo>
                      <a:lnTo>
                        <a:pt x="522" y="218"/>
                      </a:lnTo>
                      <a:lnTo>
                        <a:pt x="530" y="214"/>
                      </a:lnTo>
                      <a:lnTo>
                        <a:pt x="541" y="209"/>
                      </a:lnTo>
                      <a:lnTo>
                        <a:pt x="552" y="207"/>
                      </a:lnTo>
                      <a:lnTo>
                        <a:pt x="563" y="203"/>
                      </a:lnTo>
                      <a:lnTo>
                        <a:pt x="572" y="198"/>
                      </a:lnTo>
                      <a:lnTo>
                        <a:pt x="583" y="194"/>
                      </a:lnTo>
                      <a:lnTo>
                        <a:pt x="591" y="190"/>
                      </a:lnTo>
                      <a:lnTo>
                        <a:pt x="602" y="185"/>
                      </a:lnTo>
                      <a:lnTo>
                        <a:pt x="619" y="174"/>
                      </a:lnTo>
                      <a:lnTo>
                        <a:pt x="633" y="166"/>
                      </a:lnTo>
                      <a:lnTo>
                        <a:pt x="646" y="155"/>
                      </a:lnTo>
                      <a:lnTo>
                        <a:pt x="660" y="146"/>
                      </a:lnTo>
                      <a:lnTo>
                        <a:pt x="669" y="135"/>
                      </a:lnTo>
                      <a:lnTo>
                        <a:pt x="677" y="122"/>
                      </a:lnTo>
                      <a:lnTo>
                        <a:pt x="683" y="113"/>
                      </a:lnTo>
                      <a:lnTo>
                        <a:pt x="688" y="107"/>
                      </a:lnTo>
                      <a:lnTo>
                        <a:pt x="691" y="98"/>
                      </a:lnTo>
                      <a:lnTo>
                        <a:pt x="694" y="91"/>
                      </a:lnTo>
                      <a:lnTo>
                        <a:pt x="694" y="87"/>
                      </a:lnTo>
                      <a:lnTo>
                        <a:pt x="696" y="87"/>
                      </a:lnTo>
                      <a:lnTo>
                        <a:pt x="730" y="57"/>
                      </a:lnTo>
                      <a:lnTo>
                        <a:pt x="727" y="9"/>
                      </a:lnTo>
                      <a:lnTo>
                        <a:pt x="685" y="0"/>
                      </a:lnTo>
                      <a:lnTo>
                        <a:pt x="660" y="13"/>
                      </a:lnTo>
                      <a:lnTo>
                        <a:pt x="677" y="65"/>
                      </a:lnTo>
                      <a:lnTo>
                        <a:pt x="649" y="39"/>
                      </a:lnTo>
                      <a:lnTo>
                        <a:pt x="638" y="91"/>
                      </a:lnTo>
                      <a:lnTo>
                        <a:pt x="635" y="87"/>
                      </a:lnTo>
                      <a:lnTo>
                        <a:pt x="627" y="87"/>
                      </a:lnTo>
                      <a:lnTo>
                        <a:pt x="619" y="85"/>
                      </a:lnTo>
                      <a:lnTo>
                        <a:pt x="613" y="83"/>
                      </a:lnTo>
                      <a:lnTo>
                        <a:pt x="602" y="83"/>
                      </a:lnTo>
                      <a:lnTo>
                        <a:pt x="591" y="85"/>
                      </a:lnTo>
                      <a:lnTo>
                        <a:pt x="572" y="85"/>
                      </a:lnTo>
                      <a:lnTo>
                        <a:pt x="558" y="87"/>
                      </a:lnTo>
                      <a:lnTo>
                        <a:pt x="541" y="91"/>
                      </a:lnTo>
                      <a:lnTo>
                        <a:pt x="524" y="96"/>
                      </a:lnTo>
                      <a:lnTo>
                        <a:pt x="508" y="100"/>
                      </a:lnTo>
                      <a:lnTo>
                        <a:pt x="491" y="105"/>
                      </a:lnTo>
                      <a:lnTo>
                        <a:pt x="477" y="109"/>
                      </a:lnTo>
                      <a:lnTo>
                        <a:pt x="469" y="115"/>
                      </a:lnTo>
                      <a:lnTo>
                        <a:pt x="458" y="122"/>
                      </a:lnTo>
                      <a:lnTo>
                        <a:pt x="461" y="129"/>
                      </a:lnTo>
                      <a:lnTo>
                        <a:pt x="466" y="131"/>
                      </a:lnTo>
                      <a:lnTo>
                        <a:pt x="477" y="131"/>
                      </a:lnTo>
                      <a:lnTo>
                        <a:pt x="488" y="133"/>
                      </a:lnTo>
                      <a:lnTo>
                        <a:pt x="508" y="135"/>
                      </a:lnTo>
                      <a:lnTo>
                        <a:pt x="522" y="133"/>
                      </a:lnTo>
                      <a:lnTo>
                        <a:pt x="544" y="131"/>
                      </a:lnTo>
                      <a:lnTo>
                        <a:pt x="560" y="131"/>
                      </a:lnTo>
                      <a:lnTo>
                        <a:pt x="580" y="131"/>
                      </a:lnTo>
                      <a:lnTo>
                        <a:pt x="594" y="126"/>
                      </a:lnTo>
                      <a:lnTo>
                        <a:pt x="608" y="126"/>
                      </a:lnTo>
                      <a:lnTo>
                        <a:pt x="619" y="126"/>
                      </a:lnTo>
                      <a:lnTo>
                        <a:pt x="624" y="126"/>
                      </a:lnTo>
                      <a:lnTo>
                        <a:pt x="622" y="126"/>
                      </a:lnTo>
                      <a:lnTo>
                        <a:pt x="619" y="131"/>
                      </a:lnTo>
                      <a:lnTo>
                        <a:pt x="610" y="137"/>
                      </a:lnTo>
                      <a:lnTo>
                        <a:pt x="602" y="146"/>
                      </a:lnTo>
                      <a:lnTo>
                        <a:pt x="588" y="153"/>
                      </a:lnTo>
                      <a:lnTo>
                        <a:pt x="574" y="161"/>
                      </a:lnTo>
                      <a:lnTo>
                        <a:pt x="558" y="166"/>
                      </a:lnTo>
                      <a:lnTo>
                        <a:pt x="538" y="170"/>
                      </a:lnTo>
                      <a:lnTo>
                        <a:pt x="527" y="168"/>
                      </a:lnTo>
                      <a:lnTo>
                        <a:pt x="516" y="168"/>
                      </a:lnTo>
                      <a:lnTo>
                        <a:pt x="508" y="166"/>
                      </a:lnTo>
                      <a:lnTo>
                        <a:pt x="497" y="166"/>
                      </a:lnTo>
                      <a:lnTo>
                        <a:pt x="488" y="163"/>
                      </a:lnTo>
                      <a:lnTo>
                        <a:pt x="477" y="161"/>
                      </a:lnTo>
                      <a:lnTo>
                        <a:pt x="466" y="159"/>
                      </a:lnTo>
                      <a:lnTo>
                        <a:pt x="455" y="157"/>
                      </a:lnTo>
                      <a:lnTo>
                        <a:pt x="444" y="153"/>
                      </a:lnTo>
                      <a:lnTo>
                        <a:pt x="433" y="150"/>
                      </a:lnTo>
                      <a:lnTo>
                        <a:pt x="422" y="148"/>
                      </a:lnTo>
                      <a:lnTo>
                        <a:pt x="411" y="148"/>
                      </a:lnTo>
                      <a:lnTo>
                        <a:pt x="391" y="146"/>
                      </a:lnTo>
                      <a:lnTo>
                        <a:pt x="377" y="150"/>
                      </a:lnTo>
                      <a:lnTo>
                        <a:pt x="361" y="153"/>
                      </a:lnTo>
                      <a:lnTo>
                        <a:pt x="352" y="161"/>
                      </a:lnTo>
                      <a:lnTo>
                        <a:pt x="341" y="170"/>
                      </a:lnTo>
                      <a:lnTo>
                        <a:pt x="333" y="181"/>
                      </a:lnTo>
                      <a:lnTo>
                        <a:pt x="325" y="190"/>
                      </a:lnTo>
                      <a:lnTo>
                        <a:pt x="316" y="203"/>
                      </a:lnTo>
                      <a:lnTo>
                        <a:pt x="308" y="211"/>
                      </a:lnTo>
                      <a:lnTo>
                        <a:pt x="300" y="222"/>
                      </a:lnTo>
                      <a:lnTo>
                        <a:pt x="289" y="227"/>
                      </a:lnTo>
                      <a:lnTo>
                        <a:pt x="275" y="231"/>
                      </a:lnTo>
                      <a:lnTo>
                        <a:pt x="261" y="233"/>
                      </a:lnTo>
                      <a:lnTo>
                        <a:pt x="250" y="235"/>
                      </a:lnTo>
                      <a:lnTo>
                        <a:pt x="236" y="233"/>
                      </a:lnTo>
                      <a:lnTo>
                        <a:pt x="225" y="231"/>
                      </a:lnTo>
                      <a:lnTo>
                        <a:pt x="214" y="227"/>
                      </a:lnTo>
                      <a:lnTo>
                        <a:pt x="205" y="224"/>
                      </a:lnTo>
                      <a:lnTo>
                        <a:pt x="200" y="216"/>
                      </a:lnTo>
                      <a:lnTo>
                        <a:pt x="197" y="209"/>
                      </a:lnTo>
                      <a:lnTo>
                        <a:pt x="192" y="203"/>
                      </a:lnTo>
                      <a:lnTo>
                        <a:pt x="192" y="194"/>
                      </a:lnTo>
                      <a:lnTo>
                        <a:pt x="186" y="185"/>
                      </a:lnTo>
                      <a:lnTo>
                        <a:pt x="186" y="179"/>
                      </a:lnTo>
                      <a:lnTo>
                        <a:pt x="180" y="174"/>
                      </a:lnTo>
                      <a:lnTo>
                        <a:pt x="175" y="170"/>
                      </a:lnTo>
                      <a:lnTo>
                        <a:pt x="167" y="166"/>
                      </a:lnTo>
                      <a:lnTo>
                        <a:pt x="155" y="163"/>
                      </a:lnTo>
                      <a:lnTo>
                        <a:pt x="139" y="163"/>
                      </a:lnTo>
                      <a:lnTo>
                        <a:pt x="131" y="163"/>
                      </a:lnTo>
                      <a:lnTo>
                        <a:pt x="117" y="163"/>
                      </a:lnTo>
                      <a:lnTo>
                        <a:pt x="106" y="166"/>
                      </a:lnTo>
                      <a:lnTo>
                        <a:pt x="100" y="166"/>
                      </a:lnTo>
                      <a:lnTo>
                        <a:pt x="111" y="170"/>
                      </a:lnTo>
                      <a:lnTo>
                        <a:pt x="119" y="176"/>
                      </a:lnTo>
                      <a:lnTo>
                        <a:pt x="133" y="185"/>
                      </a:lnTo>
                      <a:lnTo>
                        <a:pt x="136" y="198"/>
                      </a:lnTo>
                      <a:lnTo>
                        <a:pt x="136" y="214"/>
                      </a:lnTo>
                      <a:lnTo>
                        <a:pt x="133" y="224"/>
                      </a:lnTo>
                      <a:lnTo>
                        <a:pt x="133" y="229"/>
                      </a:lnTo>
                      <a:lnTo>
                        <a:pt x="75" y="185"/>
                      </a:lnTo>
                      <a:lnTo>
                        <a:pt x="36" y="139"/>
                      </a:lnTo>
                      <a:close/>
                    </a:path>
                  </a:pathLst>
                </a:custGeom>
                <a:solidFill>
                  <a:srgbClr val="D1D080"/>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85" name="Google Shape;385;p10"/>
                <p:cNvSpPr/>
                <p:nvPr/>
              </p:nvSpPr>
              <p:spPr>
                <a:xfrm>
                  <a:off x="766" y="2626"/>
                  <a:ext cx="491" cy="501"/>
                </a:xfrm>
                <a:custGeom>
                  <a:rect b="b" l="l" r="r" t="t"/>
                  <a:pathLst>
                    <a:path extrusionOk="0" h="501" w="491">
                      <a:moveTo>
                        <a:pt x="17" y="423"/>
                      </a:moveTo>
                      <a:lnTo>
                        <a:pt x="34" y="364"/>
                      </a:lnTo>
                      <a:lnTo>
                        <a:pt x="31" y="255"/>
                      </a:lnTo>
                      <a:lnTo>
                        <a:pt x="0" y="212"/>
                      </a:lnTo>
                      <a:lnTo>
                        <a:pt x="34" y="214"/>
                      </a:lnTo>
                      <a:lnTo>
                        <a:pt x="122" y="170"/>
                      </a:lnTo>
                      <a:lnTo>
                        <a:pt x="236" y="63"/>
                      </a:lnTo>
                      <a:lnTo>
                        <a:pt x="236" y="66"/>
                      </a:lnTo>
                      <a:lnTo>
                        <a:pt x="239" y="74"/>
                      </a:lnTo>
                      <a:lnTo>
                        <a:pt x="242" y="79"/>
                      </a:lnTo>
                      <a:lnTo>
                        <a:pt x="244" y="87"/>
                      </a:lnTo>
                      <a:lnTo>
                        <a:pt x="247" y="94"/>
                      </a:lnTo>
                      <a:lnTo>
                        <a:pt x="250" y="105"/>
                      </a:lnTo>
                      <a:lnTo>
                        <a:pt x="250" y="113"/>
                      </a:lnTo>
                      <a:lnTo>
                        <a:pt x="253" y="124"/>
                      </a:lnTo>
                      <a:lnTo>
                        <a:pt x="253" y="133"/>
                      </a:lnTo>
                      <a:lnTo>
                        <a:pt x="253" y="146"/>
                      </a:lnTo>
                      <a:lnTo>
                        <a:pt x="253" y="157"/>
                      </a:lnTo>
                      <a:lnTo>
                        <a:pt x="250" y="168"/>
                      </a:lnTo>
                      <a:lnTo>
                        <a:pt x="247" y="181"/>
                      </a:lnTo>
                      <a:lnTo>
                        <a:pt x="244" y="192"/>
                      </a:lnTo>
                      <a:lnTo>
                        <a:pt x="236" y="203"/>
                      </a:lnTo>
                      <a:lnTo>
                        <a:pt x="230" y="214"/>
                      </a:lnTo>
                      <a:lnTo>
                        <a:pt x="222" y="225"/>
                      </a:lnTo>
                      <a:lnTo>
                        <a:pt x="217" y="236"/>
                      </a:lnTo>
                      <a:lnTo>
                        <a:pt x="208" y="244"/>
                      </a:lnTo>
                      <a:lnTo>
                        <a:pt x="203" y="253"/>
                      </a:lnTo>
                      <a:lnTo>
                        <a:pt x="194" y="262"/>
                      </a:lnTo>
                      <a:lnTo>
                        <a:pt x="189" y="273"/>
                      </a:lnTo>
                      <a:lnTo>
                        <a:pt x="178" y="286"/>
                      </a:lnTo>
                      <a:lnTo>
                        <a:pt x="169" y="299"/>
                      </a:lnTo>
                      <a:lnTo>
                        <a:pt x="167" y="307"/>
                      </a:lnTo>
                      <a:lnTo>
                        <a:pt x="169" y="314"/>
                      </a:lnTo>
                      <a:lnTo>
                        <a:pt x="178" y="316"/>
                      </a:lnTo>
                      <a:lnTo>
                        <a:pt x="194" y="316"/>
                      </a:lnTo>
                      <a:lnTo>
                        <a:pt x="203" y="316"/>
                      </a:lnTo>
                      <a:lnTo>
                        <a:pt x="214" y="316"/>
                      </a:lnTo>
                      <a:lnTo>
                        <a:pt x="222" y="314"/>
                      </a:lnTo>
                      <a:lnTo>
                        <a:pt x="233" y="314"/>
                      </a:lnTo>
                      <a:lnTo>
                        <a:pt x="253" y="312"/>
                      </a:lnTo>
                      <a:lnTo>
                        <a:pt x="269" y="312"/>
                      </a:lnTo>
                      <a:lnTo>
                        <a:pt x="280" y="314"/>
                      </a:lnTo>
                      <a:lnTo>
                        <a:pt x="286" y="321"/>
                      </a:lnTo>
                      <a:lnTo>
                        <a:pt x="280" y="327"/>
                      </a:lnTo>
                      <a:lnTo>
                        <a:pt x="269" y="340"/>
                      </a:lnTo>
                      <a:lnTo>
                        <a:pt x="253" y="353"/>
                      </a:lnTo>
                      <a:lnTo>
                        <a:pt x="233" y="368"/>
                      </a:lnTo>
                      <a:lnTo>
                        <a:pt x="222" y="375"/>
                      </a:lnTo>
                      <a:lnTo>
                        <a:pt x="214" y="384"/>
                      </a:lnTo>
                      <a:lnTo>
                        <a:pt x="203" y="390"/>
                      </a:lnTo>
                      <a:lnTo>
                        <a:pt x="194" y="399"/>
                      </a:lnTo>
                      <a:lnTo>
                        <a:pt x="178" y="410"/>
                      </a:lnTo>
                      <a:lnTo>
                        <a:pt x="169" y="421"/>
                      </a:lnTo>
                      <a:lnTo>
                        <a:pt x="164" y="425"/>
                      </a:lnTo>
                      <a:lnTo>
                        <a:pt x="169" y="427"/>
                      </a:lnTo>
                      <a:lnTo>
                        <a:pt x="175" y="425"/>
                      </a:lnTo>
                      <a:lnTo>
                        <a:pt x="189" y="425"/>
                      </a:lnTo>
                      <a:lnTo>
                        <a:pt x="200" y="423"/>
                      </a:lnTo>
                      <a:lnTo>
                        <a:pt x="217" y="421"/>
                      </a:lnTo>
                      <a:lnTo>
                        <a:pt x="230" y="419"/>
                      </a:lnTo>
                      <a:lnTo>
                        <a:pt x="247" y="421"/>
                      </a:lnTo>
                      <a:lnTo>
                        <a:pt x="255" y="423"/>
                      </a:lnTo>
                      <a:lnTo>
                        <a:pt x="264" y="427"/>
                      </a:lnTo>
                      <a:lnTo>
                        <a:pt x="272" y="432"/>
                      </a:lnTo>
                      <a:lnTo>
                        <a:pt x="278" y="440"/>
                      </a:lnTo>
                      <a:lnTo>
                        <a:pt x="283" y="447"/>
                      </a:lnTo>
                      <a:lnTo>
                        <a:pt x="291" y="451"/>
                      </a:lnTo>
                      <a:lnTo>
                        <a:pt x="300" y="453"/>
                      </a:lnTo>
                      <a:lnTo>
                        <a:pt x="314" y="456"/>
                      </a:lnTo>
                      <a:lnTo>
                        <a:pt x="325" y="451"/>
                      </a:lnTo>
                      <a:lnTo>
                        <a:pt x="339" y="447"/>
                      </a:lnTo>
                      <a:lnTo>
                        <a:pt x="353" y="438"/>
                      </a:lnTo>
                      <a:lnTo>
                        <a:pt x="369" y="430"/>
                      </a:lnTo>
                      <a:lnTo>
                        <a:pt x="380" y="419"/>
                      </a:lnTo>
                      <a:lnTo>
                        <a:pt x="394" y="406"/>
                      </a:lnTo>
                      <a:lnTo>
                        <a:pt x="402" y="395"/>
                      </a:lnTo>
                      <a:lnTo>
                        <a:pt x="408" y="386"/>
                      </a:lnTo>
                      <a:lnTo>
                        <a:pt x="408" y="377"/>
                      </a:lnTo>
                      <a:lnTo>
                        <a:pt x="405" y="368"/>
                      </a:lnTo>
                      <a:lnTo>
                        <a:pt x="397" y="362"/>
                      </a:lnTo>
                      <a:lnTo>
                        <a:pt x="389" y="358"/>
                      </a:lnTo>
                      <a:lnTo>
                        <a:pt x="375" y="347"/>
                      </a:lnTo>
                      <a:lnTo>
                        <a:pt x="372" y="338"/>
                      </a:lnTo>
                      <a:lnTo>
                        <a:pt x="372" y="329"/>
                      </a:lnTo>
                      <a:lnTo>
                        <a:pt x="380" y="323"/>
                      </a:lnTo>
                      <a:lnTo>
                        <a:pt x="386" y="314"/>
                      </a:lnTo>
                      <a:lnTo>
                        <a:pt x="397" y="307"/>
                      </a:lnTo>
                      <a:lnTo>
                        <a:pt x="405" y="299"/>
                      </a:lnTo>
                      <a:lnTo>
                        <a:pt x="416" y="290"/>
                      </a:lnTo>
                      <a:lnTo>
                        <a:pt x="425" y="281"/>
                      </a:lnTo>
                      <a:lnTo>
                        <a:pt x="433" y="275"/>
                      </a:lnTo>
                      <a:lnTo>
                        <a:pt x="436" y="260"/>
                      </a:lnTo>
                      <a:lnTo>
                        <a:pt x="430" y="253"/>
                      </a:lnTo>
                      <a:lnTo>
                        <a:pt x="425" y="244"/>
                      </a:lnTo>
                      <a:lnTo>
                        <a:pt x="422" y="240"/>
                      </a:lnTo>
                      <a:lnTo>
                        <a:pt x="422" y="233"/>
                      </a:lnTo>
                      <a:lnTo>
                        <a:pt x="430" y="227"/>
                      </a:lnTo>
                      <a:lnTo>
                        <a:pt x="436" y="220"/>
                      </a:lnTo>
                      <a:lnTo>
                        <a:pt x="439" y="216"/>
                      </a:lnTo>
                      <a:lnTo>
                        <a:pt x="444" y="207"/>
                      </a:lnTo>
                      <a:lnTo>
                        <a:pt x="450" y="198"/>
                      </a:lnTo>
                      <a:lnTo>
                        <a:pt x="450" y="185"/>
                      </a:lnTo>
                      <a:lnTo>
                        <a:pt x="455" y="175"/>
                      </a:lnTo>
                      <a:lnTo>
                        <a:pt x="455" y="161"/>
                      </a:lnTo>
                      <a:lnTo>
                        <a:pt x="455" y="148"/>
                      </a:lnTo>
                      <a:lnTo>
                        <a:pt x="455" y="137"/>
                      </a:lnTo>
                      <a:lnTo>
                        <a:pt x="455" y="129"/>
                      </a:lnTo>
                      <a:lnTo>
                        <a:pt x="455" y="122"/>
                      </a:lnTo>
                      <a:lnTo>
                        <a:pt x="400" y="137"/>
                      </a:lnTo>
                      <a:lnTo>
                        <a:pt x="319" y="0"/>
                      </a:lnTo>
                      <a:lnTo>
                        <a:pt x="414" y="105"/>
                      </a:lnTo>
                      <a:lnTo>
                        <a:pt x="469" y="55"/>
                      </a:lnTo>
                      <a:lnTo>
                        <a:pt x="491" y="113"/>
                      </a:lnTo>
                      <a:lnTo>
                        <a:pt x="491" y="116"/>
                      </a:lnTo>
                      <a:lnTo>
                        <a:pt x="491" y="124"/>
                      </a:lnTo>
                      <a:lnTo>
                        <a:pt x="488" y="129"/>
                      </a:lnTo>
                      <a:lnTo>
                        <a:pt x="488" y="137"/>
                      </a:lnTo>
                      <a:lnTo>
                        <a:pt x="488" y="146"/>
                      </a:lnTo>
                      <a:lnTo>
                        <a:pt x="488" y="157"/>
                      </a:lnTo>
                      <a:lnTo>
                        <a:pt x="486" y="166"/>
                      </a:lnTo>
                      <a:lnTo>
                        <a:pt x="486" y="172"/>
                      </a:lnTo>
                      <a:lnTo>
                        <a:pt x="483" y="181"/>
                      </a:lnTo>
                      <a:lnTo>
                        <a:pt x="483" y="192"/>
                      </a:lnTo>
                      <a:lnTo>
                        <a:pt x="480" y="198"/>
                      </a:lnTo>
                      <a:lnTo>
                        <a:pt x="480" y="207"/>
                      </a:lnTo>
                      <a:lnTo>
                        <a:pt x="477" y="212"/>
                      </a:lnTo>
                      <a:lnTo>
                        <a:pt x="477" y="220"/>
                      </a:lnTo>
                      <a:lnTo>
                        <a:pt x="463" y="229"/>
                      </a:lnTo>
                      <a:lnTo>
                        <a:pt x="455" y="236"/>
                      </a:lnTo>
                      <a:lnTo>
                        <a:pt x="447" y="240"/>
                      </a:lnTo>
                      <a:lnTo>
                        <a:pt x="444" y="244"/>
                      </a:lnTo>
                      <a:lnTo>
                        <a:pt x="447" y="253"/>
                      </a:lnTo>
                      <a:lnTo>
                        <a:pt x="450" y="266"/>
                      </a:lnTo>
                      <a:lnTo>
                        <a:pt x="455" y="279"/>
                      </a:lnTo>
                      <a:lnTo>
                        <a:pt x="452" y="292"/>
                      </a:lnTo>
                      <a:lnTo>
                        <a:pt x="441" y="299"/>
                      </a:lnTo>
                      <a:lnTo>
                        <a:pt x="427" y="305"/>
                      </a:lnTo>
                      <a:lnTo>
                        <a:pt x="419" y="310"/>
                      </a:lnTo>
                      <a:lnTo>
                        <a:pt x="414" y="316"/>
                      </a:lnTo>
                      <a:lnTo>
                        <a:pt x="408" y="323"/>
                      </a:lnTo>
                      <a:lnTo>
                        <a:pt x="408" y="331"/>
                      </a:lnTo>
                      <a:lnTo>
                        <a:pt x="411" y="340"/>
                      </a:lnTo>
                      <a:lnTo>
                        <a:pt x="414" y="351"/>
                      </a:lnTo>
                      <a:lnTo>
                        <a:pt x="419" y="364"/>
                      </a:lnTo>
                      <a:lnTo>
                        <a:pt x="427" y="375"/>
                      </a:lnTo>
                      <a:lnTo>
                        <a:pt x="433" y="384"/>
                      </a:lnTo>
                      <a:lnTo>
                        <a:pt x="439" y="392"/>
                      </a:lnTo>
                      <a:lnTo>
                        <a:pt x="441" y="399"/>
                      </a:lnTo>
                      <a:lnTo>
                        <a:pt x="444" y="401"/>
                      </a:lnTo>
                      <a:lnTo>
                        <a:pt x="350" y="484"/>
                      </a:lnTo>
                      <a:lnTo>
                        <a:pt x="344" y="484"/>
                      </a:lnTo>
                      <a:lnTo>
                        <a:pt x="336" y="486"/>
                      </a:lnTo>
                      <a:lnTo>
                        <a:pt x="325" y="491"/>
                      </a:lnTo>
                      <a:lnTo>
                        <a:pt x="308" y="495"/>
                      </a:lnTo>
                      <a:lnTo>
                        <a:pt x="300" y="495"/>
                      </a:lnTo>
                      <a:lnTo>
                        <a:pt x="289" y="497"/>
                      </a:lnTo>
                      <a:lnTo>
                        <a:pt x="278" y="497"/>
                      </a:lnTo>
                      <a:lnTo>
                        <a:pt x="267" y="499"/>
                      </a:lnTo>
                      <a:lnTo>
                        <a:pt x="253" y="499"/>
                      </a:lnTo>
                      <a:lnTo>
                        <a:pt x="242" y="501"/>
                      </a:lnTo>
                      <a:lnTo>
                        <a:pt x="228" y="501"/>
                      </a:lnTo>
                      <a:lnTo>
                        <a:pt x="217" y="501"/>
                      </a:lnTo>
                      <a:lnTo>
                        <a:pt x="200" y="499"/>
                      </a:lnTo>
                      <a:lnTo>
                        <a:pt x="189" y="497"/>
                      </a:lnTo>
                      <a:lnTo>
                        <a:pt x="172" y="495"/>
                      </a:lnTo>
                      <a:lnTo>
                        <a:pt x="161" y="495"/>
                      </a:lnTo>
                      <a:lnTo>
                        <a:pt x="147" y="491"/>
                      </a:lnTo>
                      <a:lnTo>
                        <a:pt x="136" y="488"/>
                      </a:lnTo>
                      <a:lnTo>
                        <a:pt x="125" y="486"/>
                      </a:lnTo>
                      <a:lnTo>
                        <a:pt x="114" y="482"/>
                      </a:lnTo>
                      <a:lnTo>
                        <a:pt x="103" y="477"/>
                      </a:lnTo>
                      <a:lnTo>
                        <a:pt x="95" y="475"/>
                      </a:lnTo>
                      <a:lnTo>
                        <a:pt x="86" y="473"/>
                      </a:lnTo>
                      <a:lnTo>
                        <a:pt x="81" y="471"/>
                      </a:lnTo>
                      <a:lnTo>
                        <a:pt x="72" y="467"/>
                      </a:lnTo>
                      <a:lnTo>
                        <a:pt x="70" y="467"/>
                      </a:lnTo>
                      <a:lnTo>
                        <a:pt x="72" y="467"/>
                      </a:lnTo>
                      <a:lnTo>
                        <a:pt x="78" y="467"/>
                      </a:lnTo>
                      <a:lnTo>
                        <a:pt x="89" y="464"/>
                      </a:lnTo>
                      <a:lnTo>
                        <a:pt x="103" y="464"/>
                      </a:lnTo>
                      <a:lnTo>
                        <a:pt x="114" y="462"/>
                      </a:lnTo>
                      <a:lnTo>
                        <a:pt x="125" y="458"/>
                      </a:lnTo>
                      <a:lnTo>
                        <a:pt x="133" y="456"/>
                      </a:lnTo>
                      <a:lnTo>
                        <a:pt x="139" y="453"/>
                      </a:lnTo>
                      <a:lnTo>
                        <a:pt x="139" y="447"/>
                      </a:lnTo>
                      <a:lnTo>
                        <a:pt x="133" y="443"/>
                      </a:lnTo>
                      <a:lnTo>
                        <a:pt x="125" y="438"/>
                      </a:lnTo>
                      <a:lnTo>
                        <a:pt x="117" y="434"/>
                      </a:lnTo>
                      <a:lnTo>
                        <a:pt x="103" y="430"/>
                      </a:lnTo>
                      <a:lnTo>
                        <a:pt x="89" y="425"/>
                      </a:lnTo>
                      <a:lnTo>
                        <a:pt x="72" y="423"/>
                      </a:lnTo>
                      <a:lnTo>
                        <a:pt x="61" y="421"/>
                      </a:lnTo>
                      <a:lnTo>
                        <a:pt x="50" y="419"/>
                      </a:lnTo>
                      <a:lnTo>
                        <a:pt x="42" y="419"/>
                      </a:lnTo>
                      <a:lnTo>
                        <a:pt x="34" y="419"/>
                      </a:lnTo>
                      <a:lnTo>
                        <a:pt x="28" y="419"/>
                      </a:lnTo>
                      <a:lnTo>
                        <a:pt x="17" y="421"/>
                      </a:lnTo>
                      <a:lnTo>
                        <a:pt x="17" y="423"/>
                      </a:lnTo>
                      <a:close/>
                    </a:path>
                  </a:pathLst>
                </a:custGeom>
                <a:solidFill>
                  <a:srgbClr val="D1D080"/>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86" name="Google Shape;386;p10"/>
                <p:cNvSpPr/>
                <p:nvPr/>
              </p:nvSpPr>
              <p:spPr>
                <a:xfrm>
                  <a:off x="1149" y="3350"/>
                  <a:ext cx="372" cy="301"/>
                </a:xfrm>
                <a:custGeom>
                  <a:rect b="b" l="l" r="r" t="t"/>
                  <a:pathLst>
                    <a:path extrusionOk="0" h="301" w="372">
                      <a:moveTo>
                        <a:pt x="0" y="270"/>
                      </a:moveTo>
                      <a:lnTo>
                        <a:pt x="0" y="268"/>
                      </a:lnTo>
                      <a:lnTo>
                        <a:pt x="11" y="266"/>
                      </a:lnTo>
                      <a:lnTo>
                        <a:pt x="22" y="261"/>
                      </a:lnTo>
                      <a:lnTo>
                        <a:pt x="39" y="257"/>
                      </a:lnTo>
                      <a:lnTo>
                        <a:pt x="56" y="250"/>
                      </a:lnTo>
                      <a:lnTo>
                        <a:pt x="75" y="246"/>
                      </a:lnTo>
                      <a:lnTo>
                        <a:pt x="83" y="242"/>
                      </a:lnTo>
                      <a:lnTo>
                        <a:pt x="94" y="242"/>
                      </a:lnTo>
                      <a:lnTo>
                        <a:pt x="103" y="240"/>
                      </a:lnTo>
                      <a:lnTo>
                        <a:pt x="111" y="240"/>
                      </a:lnTo>
                      <a:lnTo>
                        <a:pt x="125" y="235"/>
                      </a:lnTo>
                      <a:lnTo>
                        <a:pt x="136" y="235"/>
                      </a:lnTo>
                      <a:lnTo>
                        <a:pt x="147" y="235"/>
                      </a:lnTo>
                      <a:lnTo>
                        <a:pt x="158" y="237"/>
                      </a:lnTo>
                      <a:lnTo>
                        <a:pt x="166" y="240"/>
                      </a:lnTo>
                      <a:lnTo>
                        <a:pt x="172" y="242"/>
                      </a:lnTo>
                      <a:lnTo>
                        <a:pt x="178" y="242"/>
                      </a:lnTo>
                      <a:lnTo>
                        <a:pt x="183" y="235"/>
                      </a:lnTo>
                      <a:lnTo>
                        <a:pt x="191" y="226"/>
                      </a:lnTo>
                      <a:lnTo>
                        <a:pt x="197" y="220"/>
                      </a:lnTo>
                      <a:lnTo>
                        <a:pt x="205" y="213"/>
                      </a:lnTo>
                      <a:lnTo>
                        <a:pt x="211" y="205"/>
                      </a:lnTo>
                      <a:lnTo>
                        <a:pt x="222" y="196"/>
                      </a:lnTo>
                      <a:lnTo>
                        <a:pt x="233" y="183"/>
                      </a:lnTo>
                      <a:lnTo>
                        <a:pt x="244" y="170"/>
                      </a:lnTo>
                      <a:lnTo>
                        <a:pt x="252" y="155"/>
                      </a:lnTo>
                      <a:lnTo>
                        <a:pt x="266" y="139"/>
                      </a:lnTo>
                      <a:lnTo>
                        <a:pt x="277" y="122"/>
                      </a:lnTo>
                      <a:lnTo>
                        <a:pt x="291" y="107"/>
                      </a:lnTo>
                      <a:lnTo>
                        <a:pt x="302" y="89"/>
                      </a:lnTo>
                      <a:lnTo>
                        <a:pt x="316" y="74"/>
                      </a:lnTo>
                      <a:lnTo>
                        <a:pt x="327" y="59"/>
                      </a:lnTo>
                      <a:lnTo>
                        <a:pt x="338" y="46"/>
                      </a:lnTo>
                      <a:lnTo>
                        <a:pt x="347" y="32"/>
                      </a:lnTo>
                      <a:lnTo>
                        <a:pt x="355" y="22"/>
                      </a:lnTo>
                      <a:lnTo>
                        <a:pt x="361" y="11"/>
                      </a:lnTo>
                      <a:lnTo>
                        <a:pt x="369" y="6"/>
                      </a:lnTo>
                      <a:lnTo>
                        <a:pt x="372" y="0"/>
                      </a:lnTo>
                      <a:lnTo>
                        <a:pt x="369" y="4"/>
                      </a:lnTo>
                      <a:lnTo>
                        <a:pt x="366" y="11"/>
                      </a:lnTo>
                      <a:lnTo>
                        <a:pt x="363" y="19"/>
                      </a:lnTo>
                      <a:lnTo>
                        <a:pt x="358" y="28"/>
                      </a:lnTo>
                      <a:lnTo>
                        <a:pt x="352" y="39"/>
                      </a:lnTo>
                      <a:lnTo>
                        <a:pt x="347" y="50"/>
                      </a:lnTo>
                      <a:lnTo>
                        <a:pt x="341" y="63"/>
                      </a:lnTo>
                      <a:lnTo>
                        <a:pt x="333" y="76"/>
                      </a:lnTo>
                      <a:lnTo>
                        <a:pt x="327" y="91"/>
                      </a:lnTo>
                      <a:lnTo>
                        <a:pt x="319" y="107"/>
                      </a:lnTo>
                      <a:lnTo>
                        <a:pt x="313" y="122"/>
                      </a:lnTo>
                      <a:lnTo>
                        <a:pt x="308" y="135"/>
                      </a:lnTo>
                      <a:lnTo>
                        <a:pt x="302" y="150"/>
                      </a:lnTo>
                      <a:lnTo>
                        <a:pt x="297" y="165"/>
                      </a:lnTo>
                      <a:lnTo>
                        <a:pt x="291" y="179"/>
                      </a:lnTo>
                      <a:lnTo>
                        <a:pt x="289" y="189"/>
                      </a:lnTo>
                      <a:lnTo>
                        <a:pt x="283" y="200"/>
                      </a:lnTo>
                      <a:lnTo>
                        <a:pt x="277" y="209"/>
                      </a:lnTo>
                      <a:lnTo>
                        <a:pt x="275" y="220"/>
                      </a:lnTo>
                      <a:lnTo>
                        <a:pt x="272" y="226"/>
                      </a:lnTo>
                      <a:lnTo>
                        <a:pt x="269" y="235"/>
                      </a:lnTo>
                      <a:lnTo>
                        <a:pt x="269" y="242"/>
                      </a:lnTo>
                      <a:lnTo>
                        <a:pt x="269" y="248"/>
                      </a:lnTo>
                      <a:lnTo>
                        <a:pt x="266" y="257"/>
                      </a:lnTo>
                      <a:lnTo>
                        <a:pt x="266" y="261"/>
                      </a:lnTo>
                      <a:lnTo>
                        <a:pt x="266" y="266"/>
                      </a:lnTo>
                      <a:lnTo>
                        <a:pt x="266" y="268"/>
                      </a:lnTo>
                      <a:lnTo>
                        <a:pt x="142" y="301"/>
                      </a:lnTo>
                      <a:lnTo>
                        <a:pt x="139" y="298"/>
                      </a:lnTo>
                      <a:lnTo>
                        <a:pt x="133" y="298"/>
                      </a:lnTo>
                      <a:lnTo>
                        <a:pt x="122" y="298"/>
                      </a:lnTo>
                      <a:lnTo>
                        <a:pt x="111" y="298"/>
                      </a:lnTo>
                      <a:lnTo>
                        <a:pt x="97" y="296"/>
                      </a:lnTo>
                      <a:lnTo>
                        <a:pt x="80" y="296"/>
                      </a:lnTo>
                      <a:lnTo>
                        <a:pt x="67" y="294"/>
                      </a:lnTo>
                      <a:lnTo>
                        <a:pt x="53" y="292"/>
                      </a:lnTo>
                      <a:lnTo>
                        <a:pt x="42" y="287"/>
                      </a:lnTo>
                      <a:lnTo>
                        <a:pt x="31" y="285"/>
                      </a:lnTo>
                      <a:lnTo>
                        <a:pt x="19" y="281"/>
                      </a:lnTo>
                      <a:lnTo>
                        <a:pt x="14" y="279"/>
                      </a:lnTo>
                      <a:lnTo>
                        <a:pt x="3" y="272"/>
                      </a:lnTo>
                      <a:lnTo>
                        <a:pt x="0" y="270"/>
                      </a:lnTo>
                      <a:close/>
                    </a:path>
                  </a:pathLst>
                </a:custGeom>
                <a:solidFill>
                  <a:srgbClr val="808080"/>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87" name="Google Shape;387;p10"/>
                <p:cNvSpPr/>
                <p:nvPr/>
              </p:nvSpPr>
              <p:spPr>
                <a:xfrm>
                  <a:off x="1155" y="3620"/>
                  <a:ext cx="363" cy="63"/>
                </a:xfrm>
                <a:custGeom>
                  <a:rect b="b" l="l" r="r" t="t"/>
                  <a:pathLst>
                    <a:path extrusionOk="0" h="63" w="363">
                      <a:moveTo>
                        <a:pt x="44" y="0"/>
                      </a:moveTo>
                      <a:lnTo>
                        <a:pt x="11" y="33"/>
                      </a:lnTo>
                      <a:lnTo>
                        <a:pt x="0" y="63"/>
                      </a:lnTo>
                      <a:lnTo>
                        <a:pt x="363" y="50"/>
                      </a:lnTo>
                      <a:lnTo>
                        <a:pt x="332" y="22"/>
                      </a:lnTo>
                      <a:lnTo>
                        <a:pt x="330" y="22"/>
                      </a:lnTo>
                      <a:lnTo>
                        <a:pt x="324" y="22"/>
                      </a:lnTo>
                      <a:lnTo>
                        <a:pt x="313" y="22"/>
                      </a:lnTo>
                      <a:lnTo>
                        <a:pt x="305" y="24"/>
                      </a:lnTo>
                      <a:lnTo>
                        <a:pt x="288" y="24"/>
                      </a:lnTo>
                      <a:lnTo>
                        <a:pt x="274" y="24"/>
                      </a:lnTo>
                      <a:lnTo>
                        <a:pt x="260" y="22"/>
                      </a:lnTo>
                      <a:lnTo>
                        <a:pt x="246" y="22"/>
                      </a:lnTo>
                      <a:lnTo>
                        <a:pt x="230" y="20"/>
                      </a:lnTo>
                      <a:lnTo>
                        <a:pt x="216" y="15"/>
                      </a:lnTo>
                      <a:lnTo>
                        <a:pt x="202" y="11"/>
                      </a:lnTo>
                      <a:lnTo>
                        <a:pt x="191" y="9"/>
                      </a:lnTo>
                      <a:lnTo>
                        <a:pt x="183" y="4"/>
                      </a:lnTo>
                      <a:lnTo>
                        <a:pt x="174" y="2"/>
                      </a:lnTo>
                      <a:lnTo>
                        <a:pt x="169" y="0"/>
                      </a:lnTo>
                      <a:lnTo>
                        <a:pt x="88" y="22"/>
                      </a:lnTo>
                      <a:lnTo>
                        <a:pt x="44" y="0"/>
                      </a:lnTo>
                      <a:close/>
                    </a:path>
                  </a:pathLst>
                </a:custGeom>
                <a:solidFill>
                  <a:srgbClr val="913E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88" name="Google Shape;388;p10"/>
                <p:cNvSpPr/>
                <p:nvPr/>
              </p:nvSpPr>
              <p:spPr>
                <a:xfrm>
                  <a:off x="1091" y="2253"/>
                  <a:ext cx="324" cy="395"/>
                </a:xfrm>
                <a:custGeom>
                  <a:rect b="b" l="l" r="r" t="t"/>
                  <a:pathLst>
                    <a:path extrusionOk="0" h="395" w="324">
                      <a:moveTo>
                        <a:pt x="230" y="0"/>
                      </a:moveTo>
                      <a:lnTo>
                        <a:pt x="291" y="77"/>
                      </a:lnTo>
                      <a:lnTo>
                        <a:pt x="288" y="99"/>
                      </a:lnTo>
                      <a:lnTo>
                        <a:pt x="324" y="146"/>
                      </a:lnTo>
                      <a:lnTo>
                        <a:pt x="297" y="173"/>
                      </a:lnTo>
                      <a:lnTo>
                        <a:pt x="297" y="247"/>
                      </a:lnTo>
                      <a:lnTo>
                        <a:pt x="219" y="292"/>
                      </a:lnTo>
                      <a:lnTo>
                        <a:pt x="141" y="395"/>
                      </a:lnTo>
                      <a:lnTo>
                        <a:pt x="16" y="316"/>
                      </a:lnTo>
                      <a:lnTo>
                        <a:pt x="16" y="312"/>
                      </a:lnTo>
                      <a:lnTo>
                        <a:pt x="19" y="308"/>
                      </a:lnTo>
                      <a:lnTo>
                        <a:pt x="22" y="301"/>
                      </a:lnTo>
                      <a:lnTo>
                        <a:pt x="28" y="292"/>
                      </a:lnTo>
                      <a:lnTo>
                        <a:pt x="30" y="279"/>
                      </a:lnTo>
                      <a:lnTo>
                        <a:pt x="33" y="266"/>
                      </a:lnTo>
                      <a:lnTo>
                        <a:pt x="33" y="258"/>
                      </a:lnTo>
                      <a:lnTo>
                        <a:pt x="33" y="249"/>
                      </a:lnTo>
                      <a:lnTo>
                        <a:pt x="33" y="240"/>
                      </a:lnTo>
                      <a:lnTo>
                        <a:pt x="33" y="231"/>
                      </a:lnTo>
                      <a:lnTo>
                        <a:pt x="33" y="218"/>
                      </a:lnTo>
                      <a:lnTo>
                        <a:pt x="30" y="207"/>
                      </a:lnTo>
                      <a:lnTo>
                        <a:pt x="30" y="197"/>
                      </a:lnTo>
                      <a:lnTo>
                        <a:pt x="28" y="186"/>
                      </a:lnTo>
                      <a:lnTo>
                        <a:pt x="25" y="175"/>
                      </a:lnTo>
                      <a:lnTo>
                        <a:pt x="19" y="166"/>
                      </a:lnTo>
                      <a:lnTo>
                        <a:pt x="16" y="153"/>
                      </a:lnTo>
                      <a:lnTo>
                        <a:pt x="14" y="146"/>
                      </a:lnTo>
                      <a:lnTo>
                        <a:pt x="8" y="136"/>
                      </a:lnTo>
                      <a:lnTo>
                        <a:pt x="8" y="129"/>
                      </a:lnTo>
                      <a:lnTo>
                        <a:pt x="5" y="120"/>
                      </a:lnTo>
                      <a:lnTo>
                        <a:pt x="3" y="116"/>
                      </a:lnTo>
                      <a:lnTo>
                        <a:pt x="0" y="107"/>
                      </a:lnTo>
                      <a:lnTo>
                        <a:pt x="0" y="105"/>
                      </a:lnTo>
                      <a:lnTo>
                        <a:pt x="86" y="35"/>
                      </a:lnTo>
                      <a:lnTo>
                        <a:pt x="230" y="0"/>
                      </a:lnTo>
                      <a:close/>
                    </a:path>
                  </a:pathLst>
                </a:custGeom>
                <a:solidFill>
                  <a:srgbClr val="F2CC99"/>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89" name="Google Shape;389;p10"/>
                <p:cNvSpPr/>
                <p:nvPr/>
              </p:nvSpPr>
              <p:spPr>
                <a:xfrm>
                  <a:off x="1216" y="2670"/>
                  <a:ext cx="66" cy="74"/>
                </a:xfrm>
                <a:custGeom>
                  <a:rect b="b" l="l" r="r" t="t"/>
                  <a:pathLst>
                    <a:path extrusionOk="0" h="74" w="66">
                      <a:moveTo>
                        <a:pt x="19" y="2"/>
                      </a:moveTo>
                      <a:lnTo>
                        <a:pt x="41" y="0"/>
                      </a:lnTo>
                      <a:lnTo>
                        <a:pt x="50" y="6"/>
                      </a:lnTo>
                      <a:lnTo>
                        <a:pt x="58" y="17"/>
                      </a:lnTo>
                      <a:lnTo>
                        <a:pt x="61" y="28"/>
                      </a:lnTo>
                      <a:lnTo>
                        <a:pt x="66" y="32"/>
                      </a:lnTo>
                      <a:lnTo>
                        <a:pt x="36" y="74"/>
                      </a:lnTo>
                      <a:lnTo>
                        <a:pt x="0" y="32"/>
                      </a:lnTo>
                      <a:lnTo>
                        <a:pt x="19" y="2"/>
                      </a:lnTo>
                      <a:close/>
                    </a:path>
                  </a:pathLst>
                </a:custGeom>
                <a:solidFill>
                  <a:srgbClr val="7E94D8"/>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90" name="Google Shape;390;p10"/>
                <p:cNvSpPr/>
                <p:nvPr/>
              </p:nvSpPr>
              <p:spPr>
                <a:xfrm>
                  <a:off x="838" y="1050"/>
                  <a:ext cx="4497" cy="3017"/>
                </a:xfrm>
                <a:custGeom>
                  <a:rect b="b" l="l" r="r" t="t"/>
                  <a:pathLst>
                    <a:path extrusionOk="0" h="3017" w="4497">
                      <a:moveTo>
                        <a:pt x="0" y="3002"/>
                      </a:moveTo>
                      <a:lnTo>
                        <a:pt x="0" y="2997"/>
                      </a:lnTo>
                      <a:lnTo>
                        <a:pt x="3" y="2993"/>
                      </a:lnTo>
                      <a:lnTo>
                        <a:pt x="6" y="2986"/>
                      </a:lnTo>
                      <a:lnTo>
                        <a:pt x="14" y="2975"/>
                      </a:lnTo>
                      <a:lnTo>
                        <a:pt x="20" y="2962"/>
                      </a:lnTo>
                      <a:lnTo>
                        <a:pt x="28" y="2947"/>
                      </a:lnTo>
                      <a:lnTo>
                        <a:pt x="36" y="2930"/>
                      </a:lnTo>
                      <a:lnTo>
                        <a:pt x="47" y="2914"/>
                      </a:lnTo>
                      <a:lnTo>
                        <a:pt x="56" y="2895"/>
                      </a:lnTo>
                      <a:lnTo>
                        <a:pt x="67" y="2875"/>
                      </a:lnTo>
                      <a:lnTo>
                        <a:pt x="81" y="2853"/>
                      </a:lnTo>
                      <a:lnTo>
                        <a:pt x="92" y="2834"/>
                      </a:lnTo>
                      <a:lnTo>
                        <a:pt x="103" y="2812"/>
                      </a:lnTo>
                      <a:lnTo>
                        <a:pt x="117" y="2795"/>
                      </a:lnTo>
                      <a:lnTo>
                        <a:pt x="128" y="2775"/>
                      </a:lnTo>
                      <a:lnTo>
                        <a:pt x="142" y="2760"/>
                      </a:lnTo>
                      <a:lnTo>
                        <a:pt x="150" y="2740"/>
                      </a:lnTo>
                      <a:lnTo>
                        <a:pt x="161" y="2725"/>
                      </a:lnTo>
                      <a:lnTo>
                        <a:pt x="172" y="2712"/>
                      </a:lnTo>
                      <a:lnTo>
                        <a:pt x="183" y="2699"/>
                      </a:lnTo>
                      <a:lnTo>
                        <a:pt x="192" y="2686"/>
                      </a:lnTo>
                      <a:lnTo>
                        <a:pt x="203" y="2675"/>
                      </a:lnTo>
                      <a:lnTo>
                        <a:pt x="211" y="2664"/>
                      </a:lnTo>
                      <a:lnTo>
                        <a:pt x="219" y="2657"/>
                      </a:lnTo>
                      <a:lnTo>
                        <a:pt x="225" y="2649"/>
                      </a:lnTo>
                      <a:lnTo>
                        <a:pt x="231" y="2644"/>
                      </a:lnTo>
                      <a:lnTo>
                        <a:pt x="236" y="2638"/>
                      </a:lnTo>
                      <a:lnTo>
                        <a:pt x="242" y="2633"/>
                      </a:lnTo>
                      <a:lnTo>
                        <a:pt x="247" y="2629"/>
                      </a:lnTo>
                      <a:lnTo>
                        <a:pt x="253" y="2629"/>
                      </a:lnTo>
                      <a:lnTo>
                        <a:pt x="256" y="2627"/>
                      </a:lnTo>
                      <a:lnTo>
                        <a:pt x="269" y="2627"/>
                      </a:lnTo>
                      <a:lnTo>
                        <a:pt x="278" y="2625"/>
                      </a:lnTo>
                      <a:lnTo>
                        <a:pt x="292" y="2625"/>
                      </a:lnTo>
                      <a:lnTo>
                        <a:pt x="305" y="2625"/>
                      </a:lnTo>
                      <a:lnTo>
                        <a:pt x="322" y="2625"/>
                      </a:lnTo>
                      <a:lnTo>
                        <a:pt x="339" y="2625"/>
                      </a:lnTo>
                      <a:lnTo>
                        <a:pt x="355" y="2625"/>
                      </a:lnTo>
                      <a:lnTo>
                        <a:pt x="372" y="2622"/>
                      </a:lnTo>
                      <a:lnTo>
                        <a:pt x="394" y="2622"/>
                      </a:lnTo>
                      <a:lnTo>
                        <a:pt x="416" y="2622"/>
                      </a:lnTo>
                      <a:lnTo>
                        <a:pt x="439" y="2622"/>
                      </a:lnTo>
                      <a:lnTo>
                        <a:pt x="458" y="2622"/>
                      </a:lnTo>
                      <a:lnTo>
                        <a:pt x="483" y="2622"/>
                      </a:lnTo>
                      <a:lnTo>
                        <a:pt x="502" y="2620"/>
                      </a:lnTo>
                      <a:lnTo>
                        <a:pt x="522" y="2620"/>
                      </a:lnTo>
                      <a:lnTo>
                        <a:pt x="544" y="2620"/>
                      </a:lnTo>
                      <a:lnTo>
                        <a:pt x="566" y="2620"/>
                      </a:lnTo>
                      <a:lnTo>
                        <a:pt x="586" y="2620"/>
                      </a:lnTo>
                      <a:lnTo>
                        <a:pt x="605" y="2620"/>
                      </a:lnTo>
                      <a:lnTo>
                        <a:pt x="624" y="2620"/>
                      </a:lnTo>
                      <a:lnTo>
                        <a:pt x="641" y="2620"/>
                      </a:lnTo>
                      <a:lnTo>
                        <a:pt x="655" y="2620"/>
                      </a:lnTo>
                      <a:lnTo>
                        <a:pt x="669" y="2620"/>
                      </a:lnTo>
                      <a:lnTo>
                        <a:pt x="680" y="2620"/>
                      </a:lnTo>
                      <a:lnTo>
                        <a:pt x="694" y="2620"/>
                      </a:lnTo>
                      <a:lnTo>
                        <a:pt x="708" y="2620"/>
                      </a:lnTo>
                      <a:lnTo>
                        <a:pt x="713" y="2622"/>
                      </a:lnTo>
                      <a:lnTo>
                        <a:pt x="713" y="2620"/>
                      </a:lnTo>
                      <a:lnTo>
                        <a:pt x="713" y="2616"/>
                      </a:lnTo>
                      <a:lnTo>
                        <a:pt x="713" y="2607"/>
                      </a:lnTo>
                      <a:lnTo>
                        <a:pt x="719" y="2596"/>
                      </a:lnTo>
                      <a:lnTo>
                        <a:pt x="722" y="2583"/>
                      </a:lnTo>
                      <a:lnTo>
                        <a:pt x="724" y="2570"/>
                      </a:lnTo>
                      <a:lnTo>
                        <a:pt x="730" y="2553"/>
                      </a:lnTo>
                      <a:lnTo>
                        <a:pt x="738" y="2535"/>
                      </a:lnTo>
                      <a:lnTo>
                        <a:pt x="744" y="2513"/>
                      </a:lnTo>
                      <a:lnTo>
                        <a:pt x="749" y="2494"/>
                      </a:lnTo>
                      <a:lnTo>
                        <a:pt x="755" y="2472"/>
                      </a:lnTo>
                      <a:lnTo>
                        <a:pt x="763" y="2450"/>
                      </a:lnTo>
                      <a:lnTo>
                        <a:pt x="769" y="2426"/>
                      </a:lnTo>
                      <a:lnTo>
                        <a:pt x="777" y="2402"/>
                      </a:lnTo>
                      <a:lnTo>
                        <a:pt x="785" y="2378"/>
                      </a:lnTo>
                      <a:lnTo>
                        <a:pt x="794" y="2359"/>
                      </a:lnTo>
                      <a:lnTo>
                        <a:pt x="799" y="2335"/>
                      </a:lnTo>
                      <a:lnTo>
                        <a:pt x="808" y="2315"/>
                      </a:lnTo>
                      <a:lnTo>
                        <a:pt x="813" y="2293"/>
                      </a:lnTo>
                      <a:lnTo>
                        <a:pt x="821" y="2274"/>
                      </a:lnTo>
                      <a:lnTo>
                        <a:pt x="830" y="2254"/>
                      </a:lnTo>
                      <a:lnTo>
                        <a:pt x="835" y="2237"/>
                      </a:lnTo>
                      <a:lnTo>
                        <a:pt x="841" y="2221"/>
                      </a:lnTo>
                      <a:lnTo>
                        <a:pt x="849" y="2208"/>
                      </a:lnTo>
                      <a:lnTo>
                        <a:pt x="852" y="2193"/>
                      </a:lnTo>
                      <a:lnTo>
                        <a:pt x="858" y="2180"/>
                      </a:lnTo>
                      <a:lnTo>
                        <a:pt x="860" y="2169"/>
                      </a:lnTo>
                      <a:lnTo>
                        <a:pt x="866" y="2162"/>
                      </a:lnTo>
                      <a:lnTo>
                        <a:pt x="871" y="2149"/>
                      </a:lnTo>
                      <a:lnTo>
                        <a:pt x="874" y="2147"/>
                      </a:lnTo>
                      <a:lnTo>
                        <a:pt x="874" y="2145"/>
                      </a:lnTo>
                      <a:lnTo>
                        <a:pt x="880" y="2145"/>
                      </a:lnTo>
                      <a:lnTo>
                        <a:pt x="885" y="2143"/>
                      </a:lnTo>
                      <a:lnTo>
                        <a:pt x="896" y="2141"/>
                      </a:lnTo>
                      <a:lnTo>
                        <a:pt x="905" y="2138"/>
                      </a:lnTo>
                      <a:lnTo>
                        <a:pt x="919" y="2136"/>
                      </a:lnTo>
                      <a:lnTo>
                        <a:pt x="932" y="2134"/>
                      </a:lnTo>
                      <a:lnTo>
                        <a:pt x="952" y="2134"/>
                      </a:lnTo>
                      <a:lnTo>
                        <a:pt x="971" y="2130"/>
                      </a:lnTo>
                      <a:lnTo>
                        <a:pt x="993" y="2125"/>
                      </a:lnTo>
                      <a:lnTo>
                        <a:pt x="1016" y="2123"/>
                      </a:lnTo>
                      <a:lnTo>
                        <a:pt x="1043" y="2121"/>
                      </a:lnTo>
                      <a:lnTo>
                        <a:pt x="1071" y="2117"/>
                      </a:lnTo>
                      <a:lnTo>
                        <a:pt x="1102" y="2115"/>
                      </a:lnTo>
                      <a:lnTo>
                        <a:pt x="1132" y="2112"/>
                      </a:lnTo>
                      <a:lnTo>
                        <a:pt x="1165" y="2112"/>
                      </a:lnTo>
                      <a:lnTo>
                        <a:pt x="1196" y="2110"/>
                      </a:lnTo>
                      <a:lnTo>
                        <a:pt x="1232" y="2108"/>
                      </a:lnTo>
                      <a:lnTo>
                        <a:pt x="1268" y="2108"/>
                      </a:lnTo>
                      <a:lnTo>
                        <a:pt x="1304" y="2108"/>
                      </a:lnTo>
                      <a:lnTo>
                        <a:pt x="1337" y="2108"/>
                      </a:lnTo>
                      <a:lnTo>
                        <a:pt x="1373" y="2108"/>
                      </a:lnTo>
                      <a:lnTo>
                        <a:pt x="1404" y="2108"/>
                      </a:lnTo>
                      <a:lnTo>
                        <a:pt x="1437" y="2108"/>
                      </a:lnTo>
                      <a:lnTo>
                        <a:pt x="1465" y="2108"/>
                      </a:lnTo>
                      <a:lnTo>
                        <a:pt x="1493" y="2108"/>
                      </a:lnTo>
                      <a:lnTo>
                        <a:pt x="1515" y="2108"/>
                      </a:lnTo>
                      <a:lnTo>
                        <a:pt x="1537" y="2110"/>
                      </a:lnTo>
                      <a:lnTo>
                        <a:pt x="1554" y="2110"/>
                      </a:lnTo>
                      <a:lnTo>
                        <a:pt x="1565" y="2110"/>
                      </a:lnTo>
                      <a:lnTo>
                        <a:pt x="1573" y="2110"/>
                      </a:lnTo>
                      <a:lnTo>
                        <a:pt x="1579" y="2112"/>
                      </a:lnTo>
                      <a:lnTo>
                        <a:pt x="1579" y="2110"/>
                      </a:lnTo>
                      <a:lnTo>
                        <a:pt x="1579" y="2104"/>
                      </a:lnTo>
                      <a:lnTo>
                        <a:pt x="1579" y="2093"/>
                      </a:lnTo>
                      <a:lnTo>
                        <a:pt x="1584" y="2082"/>
                      </a:lnTo>
                      <a:lnTo>
                        <a:pt x="1590" y="2067"/>
                      </a:lnTo>
                      <a:lnTo>
                        <a:pt x="1595" y="2049"/>
                      </a:lnTo>
                      <a:lnTo>
                        <a:pt x="1598" y="2029"/>
                      </a:lnTo>
                      <a:lnTo>
                        <a:pt x="1609" y="2010"/>
                      </a:lnTo>
                      <a:lnTo>
                        <a:pt x="1615" y="1986"/>
                      </a:lnTo>
                      <a:lnTo>
                        <a:pt x="1623" y="1962"/>
                      </a:lnTo>
                      <a:lnTo>
                        <a:pt x="1634" y="1936"/>
                      </a:lnTo>
                      <a:lnTo>
                        <a:pt x="1645" y="1912"/>
                      </a:lnTo>
                      <a:lnTo>
                        <a:pt x="1654" y="1883"/>
                      </a:lnTo>
                      <a:lnTo>
                        <a:pt x="1665" y="1857"/>
                      </a:lnTo>
                      <a:lnTo>
                        <a:pt x="1676" y="1829"/>
                      </a:lnTo>
                      <a:lnTo>
                        <a:pt x="1690" y="1805"/>
                      </a:lnTo>
                      <a:lnTo>
                        <a:pt x="1701" y="1777"/>
                      </a:lnTo>
                      <a:lnTo>
                        <a:pt x="1709" y="1751"/>
                      </a:lnTo>
                      <a:lnTo>
                        <a:pt x="1723" y="1724"/>
                      </a:lnTo>
                      <a:lnTo>
                        <a:pt x="1734" y="1705"/>
                      </a:lnTo>
                      <a:lnTo>
                        <a:pt x="1745" y="1681"/>
                      </a:lnTo>
                      <a:lnTo>
                        <a:pt x="1759" y="1661"/>
                      </a:lnTo>
                      <a:lnTo>
                        <a:pt x="1770" y="1642"/>
                      </a:lnTo>
                      <a:lnTo>
                        <a:pt x="1781" y="1626"/>
                      </a:lnTo>
                      <a:lnTo>
                        <a:pt x="1790" y="1609"/>
                      </a:lnTo>
                      <a:lnTo>
                        <a:pt x="1801" y="1594"/>
                      </a:lnTo>
                      <a:lnTo>
                        <a:pt x="1806" y="1583"/>
                      </a:lnTo>
                      <a:lnTo>
                        <a:pt x="1815" y="1572"/>
                      </a:lnTo>
                      <a:lnTo>
                        <a:pt x="1817" y="1563"/>
                      </a:lnTo>
                      <a:lnTo>
                        <a:pt x="1823" y="1559"/>
                      </a:lnTo>
                      <a:lnTo>
                        <a:pt x="1826" y="1554"/>
                      </a:lnTo>
                      <a:lnTo>
                        <a:pt x="1828" y="1554"/>
                      </a:lnTo>
                      <a:lnTo>
                        <a:pt x="2425" y="1639"/>
                      </a:lnTo>
                      <a:lnTo>
                        <a:pt x="2425" y="1637"/>
                      </a:lnTo>
                      <a:lnTo>
                        <a:pt x="2428" y="1631"/>
                      </a:lnTo>
                      <a:lnTo>
                        <a:pt x="2430" y="1620"/>
                      </a:lnTo>
                      <a:lnTo>
                        <a:pt x="2436" y="1607"/>
                      </a:lnTo>
                      <a:lnTo>
                        <a:pt x="2441" y="1589"/>
                      </a:lnTo>
                      <a:lnTo>
                        <a:pt x="2450" y="1572"/>
                      </a:lnTo>
                      <a:lnTo>
                        <a:pt x="2458" y="1550"/>
                      </a:lnTo>
                      <a:lnTo>
                        <a:pt x="2469" y="1530"/>
                      </a:lnTo>
                      <a:lnTo>
                        <a:pt x="2480" y="1502"/>
                      </a:lnTo>
                      <a:lnTo>
                        <a:pt x="2491" y="1478"/>
                      </a:lnTo>
                      <a:lnTo>
                        <a:pt x="2505" y="1450"/>
                      </a:lnTo>
                      <a:lnTo>
                        <a:pt x="2519" y="1421"/>
                      </a:lnTo>
                      <a:lnTo>
                        <a:pt x="2533" y="1391"/>
                      </a:lnTo>
                      <a:lnTo>
                        <a:pt x="2550" y="1365"/>
                      </a:lnTo>
                      <a:lnTo>
                        <a:pt x="2564" y="1334"/>
                      </a:lnTo>
                      <a:lnTo>
                        <a:pt x="2583" y="1308"/>
                      </a:lnTo>
                      <a:lnTo>
                        <a:pt x="2600" y="1278"/>
                      </a:lnTo>
                      <a:lnTo>
                        <a:pt x="2613" y="1251"/>
                      </a:lnTo>
                      <a:lnTo>
                        <a:pt x="2630" y="1225"/>
                      </a:lnTo>
                      <a:lnTo>
                        <a:pt x="2650" y="1199"/>
                      </a:lnTo>
                      <a:lnTo>
                        <a:pt x="2666" y="1175"/>
                      </a:lnTo>
                      <a:lnTo>
                        <a:pt x="2680" y="1151"/>
                      </a:lnTo>
                      <a:lnTo>
                        <a:pt x="2697" y="1129"/>
                      </a:lnTo>
                      <a:lnTo>
                        <a:pt x="2713" y="1112"/>
                      </a:lnTo>
                      <a:lnTo>
                        <a:pt x="2724" y="1092"/>
                      </a:lnTo>
                      <a:lnTo>
                        <a:pt x="2741" y="1077"/>
                      </a:lnTo>
                      <a:lnTo>
                        <a:pt x="2749" y="1064"/>
                      </a:lnTo>
                      <a:lnTo>
                        <a:pt x="2760" y="1051"/>
                      </a:lnTo>
                      <a:lnTo>
                        <a:pt x="2769" y="1042"/>
                      </a:lnTo>
                      <a:lnTo>
                        <a:pt x="2774" y="1036"/>
                      </a:lnTo>
                      <a:lnTo>
                        <a:pt x="2780" y="1031"/>
                      </a:lnTo>
                      <a:lnTo>
                        <a:pt x="2785" y="1031"/>
                      </a:lnTo>
                      <a:lnTo>
                        <a:pt x="2802" y="1033"/>
                      </a:lnTo>
                      <a:lnTo>
                        <a:pt x="2810" y="1036"/>
                      </a:lnTo>
                      <a:lnTo>
                        <a:pt x="2824" y="1038"/>
                      </a:lnTo>
                      <a:lnTo>
                        <a:pt x="2838" y="1040"/>
                      </a:lnTo>
                      <a:lnTo>
                        <a:pt x="2855" y="1044"/>
                      </a:lnTo>
                      <a:lnTo>
                        <a:pt x="2871" y="1046"/>
                      </a:lnTo>
                      <a:lnTo>
                        <a:pt x="2888" y="1051"/>
                      </a:lnTo>
                      <a:lnTo>
                        <a:pt x="2905" y="1055"/>
                      </a:lnTo>
                      <a:lnTo>
                        <a:pt x="2927" y="1060"/>
                      </a:lnTo>
                      <a:lnTo>
                        <a:pt x="2946" y="1064"/>
                      </a:lnTo>
                      <a:lnTo>
                        <a:pt x="2966" y="1068"/>
                      </a:lnTo>
                      <a:lnTo>
                        <a:pt x="2985" y="1075"/>
                      </a:lnTo>
                      <a:lnTo>
                        <a:pt x="3007" y="1079"/>
                      </a:lnTo>
                      <a:lnTo>
                        <a:pt x="3027" y="1084"/>
                      </a:lnTo>
                      <a:lnTo>
                        <a:pt x="3046" y="1090"/>
                      </a:lnTo>
                      <a:lnTo>
                        <a:pt x="3063" y="1097"/>
                      </a:lnTo>
                      <a:lnTo>
                        <a:pt x="3082" y="1103"/>
                      </a:lnTo>
                      <a:lnTo>
                        <a:pt x="3099" y="1110"/>
                      </a:lnTo>
                      <a:lnTo>
                        <a:pt x="3118" y="1114"/>
                      </a:lnTo>
                      <a:lnTo>
                        <a:pt x="3132" y="1121"/>
                      </a:lnTo>
                      <a:lnTo>
                        <a:pt x="3149" y="1127"/>
                      </a:lnTo>
                      <a:lnTo>
                        <a:pt x="3160" y="1131"/>
                      </a:lnTo>
                      <a:lnTo>
                        <a:pt x="3174" y="1136"/>
                      </a:lnTo>
                      <a:lnTo>
                        <a:pt x="3182" y="1140"/>
                      </a:lnTo>
                      <a:lnTo>
                        <a:pt x="3193" y="1145"/>
                      </a:lnTo>
                      <a:lnTo>
                        <a:pt x="3204" y="1149"/>
                      </a:lnTo>
                      <a:lnTo>
                        <a:pt x="3210" y="1151"/>
                      </a:lnTo>
                      <a:lnTo>
                        <a:pt x="3210" y="1147"/>
                      </a:lnTo>
                      <a:lnTo>
                        <a:pt x="3218" y="1138"/>
                      </a:lnTo>
                      <a:lnTo>
                        <a:pt x="3226" y="1121"/>
                      </a:lnTo>
                      <a:lnTo>
                        <a:pt x="3240" y="1101"/>
                      </a:lnTo>
                      <a:lnTo>
                        <a:pt x="3257" y="1075"/>
                      </a:lnTo>
                      <a:lnTo>
                        <a:pt x="3276" y="1044"/>
                      </a:lnTo>
                      <a:lnTo>
                        <a:pt x="3299" y="1012"/>
                      </a:lnTo>
                      <a:lnTo>
                        <a:pt x="3324" y="977"/>
                      </a:lnTo>
                      <a:lnTo>
                        <a:pt x="3349" y="935"/>
                      </a:lnTo>
                      <a:lnTo>
                        <a:pt x="3379" y="896"/>
                      </a:lnTo>
                      <a:lnTo>
                        <a:pt x="3404" y="852"/>
                      </a:lnTo>
                      <a:lnTo>
                        <a:pt x="3437" y="811"/>
                      </a:lnTo>
                      <a:lnTo>
                        <a:pt x="3465" y="770"/>
                      </a:lnTo>
                      <a:lnTo>
                        <a:pt x="3498" y="726"/>
                      </a:lnTo>
                      <a:lnTo>
                        <a:pt x="3529" y="687"/>
                      </a:lnTo>
                      <a:lnTo>
                        <a:pt x="3559" y="648"/>
                      </a:lnTo>
                      <a:lnTo>
                        <a:pt x="3584" y="611"/>
                      </a:lnTo>
                      <a:lnTo>
                        <a:pt x="3615" y="576"/>
                      </a:lnTo>
                      <a:lnTo>
                        <a:pt x="3640" y="543"/>
                      </a:lnTo>
                      <a:lnTo>
                        <a:pt x="3668" y="512"/>
                      </a:lnTo>
                      <a:lnTo>
                        <a:pt x="3690" y="484"/>
                      </a:lnTo>
                      <a:lnTo>
                        <a:pt x="3715" y="458"/>
                      </a:lnTo>
                      <a:lnTo>
                        <a:pt x="3737" y="434"/>
                      </a:lnTo>
                      <a:lnTo>
                        <a:pt x="3759" y="414"/>
                      </a:lnTo>
                      <a:lnTo>
                        <a:pt x="3776" y="395"/>
                      </a:lnTo>
                      <a:lnTo>
                        <a:pt x="3790" y="377"/>
                      </a:lnTo>
                      <a:lnTo>
                        <a:pt x="3806" y="364"/>
                      </a:lnTo>
                      <a:lnTo>
                        <a:pt x="3817" y="353"/>
                      </a:lnTo>
                      <a:lnTo>
                        <a:pt x="3826" y="342"/>
                      </a:lnTo>
                      <a:lnTo>
                        <a:pt x="3834" y="338"/>
                      </a:lnTo>
                      <a:lnTo>
                        <a:pt x="3837" y="334"/>
                      </a:lnTo>
                      <a:lnTo>
                        <a:pt x="3842" y="334"/>
                      </a:lnTo>
                      <a:lnTo>
                        <a:pt x="3837" y="329"/>
                      </a:lnTo>
                      <a:lnTo>
                        <a:pt x="3828" y="323"/>
                      </a:lnTo>
                      <a:lnTo>
                        <a:pt x="3820" y="316"/>
                      </a:lnTo>
                      <a:lnTo>
                        <a:pt x="3812" y="310"/>
                      </a:lnTo>
                      <a:lnTo>
                        <a:pt x="3803" y="303"/>
                      </a:lnTo>
                      <a:lnTo>
                        <a:pt x="3795" y="297"/>
                      </a:lnTo>
                      <a:lnTo>
                        <a:pt x="3781" y="286"/>
                      </a:lnTo>
                      <a:lnTo>
                        <a:pt x="3770" y="279"/>
                      </a:lnTo>
                      <a:lnTo>
                        <a:pt x="3759" y="271"/>
                      </a:lnTo>
                      <a:lnTo>
                        <a:pt x="3745" y="262"/>
                      </a:lnTo>
                      <a:lnTo>
                        <a:pt x="3731" y="251"/>
                      </a:lnTo>
                      <a:lnTo>
                        <a:pt x="3717" y="242"/>
                      </a:lnTo>
                      <a:lnTo>
                        <a:pt x="3704" y="236"/>
                      </a:lnTo>
                      <a:lnTo>
                        <a:pt x="3690" y="227"/>
                      </a:lnTo>
                      <a:lnTo>
                        <a:pt x="3673" y="216"/>
                      </a:lnTo>
                      <a:lnTo>
                        <a:pt x="3656" y="207"/>
                      </a:lnTo>
                      <a:lnTo>
                        <a:pt x="3640" y="201"/>
                      </a:lnTo>
                      <a:lnTo>
                        <a:pt x="3626" y="194"/>
                      </a:lnTo>
                      <a:lnTo>
                        <a:pt x="3609" y="188"/>
                      </a:lnTo>
                      <a:lnTo>
                        <a:pt x="3595" y="181"/>
                      </a:lnTo>
                      <a:lnTo>
                        <a:pt x="3579" y="175"/>
                      </a:lnTo>
                      <a:lnTo>
                        <a:pt x="3570" y="172"/>
                      </a:lnTo>
                      <a:lnTo>
                        <a:pt x="3554" y="166"/>
                      </a:lnTo>
                      <a:lnTo>
                        <a:pt x="3546" y="162"/>
                      </a:lnTo>
                      <a:lnTo>
                        <a:pt x="3534" y="159"/>
                      </a:lnTo>
                      <a:lnTo>
                        <a:pt x="3529" y="155"/>
                      </a:lnTo>
                      <a:lnTo>
                        <a:pt x="3518" y="151"/>
                      </a:lnTo>
                      <a:lnTo>
                        <a:pt x="3515" y="151"/>
                      </a:lnTo>
                      <a:lnTo>
                        <a:pt x="3521" y="148"/>
                      </a:lnTo>
                      <a:lnTo>
                        <a:pt x="3529" y="146"/>
                      </a:lnTo>
                      <a:lnTo>
                        <a:pt x="3546" y="144"/>
                      </a:lnTo>
                      <a:lnTo>
                        <a:pt x="3562" y="140"/>
                      </a:lnTo>
                      <a:lnTo>
                        <a:pt x="3584" y="138"/>
                      </a:lnTo>
                      <a:lnTo>
                        <a:pt x="3609" y="133"/>
                      </a:lnTo>
                      <a:lnTo>
                        <a:pt x="3637" y="131"/>
                      </a:lnTo>
                      <a:lnTo>
                        <a:pt x="3665" y="125"/>
                      </a:lnTo>
                      <a:lnTo>
                        <a:pt x="3698" y="120"/>
                      </a:lnTo>
                      <a:lnTo>
                        <a:pt x="3734" y="114"/>
                      </a:lnTo>
                      <a:lnTo>
                        <a:pt x="3770" y="109"/>
                      </a:lnTo>
                      <a:lnTo>
                        <a:pt x="3809" y="101"/>
                      </a:lnTo>
                      <a:lnTo>
                        <a:pt x="3851" y="96"/>
                      </a:lnTo>
                      <a:lnTo>
                        <a:pt x="3892" y="87"/>
                      </a:lnTo>
                      <a:lnTo>
                        <a:pt x="3937" y="83"/>
                      </a:lnTo>
                      <a:lnTo>
                        <a:pt x="3978" y="74"/>
                      </a:lnTo>
                      <a:lnTo>
                        <a:pt x="4023" y="68"/>
                      </a:lnTo>
                      <a:lnTo>
                        <a:pt x="4067" y="61"/>
                      </a:lnTo>
                      <a:lnTo>
                        <a:pt x="4111" y="53"/>
                      </a:lnTo>
                      <a:lnTo>
                        <a:pt x="4153" y="44"/>
                      </a:lnTo>
                      <a:lnTo>
                        <a:pt x="4195" y="39"/>
                      </a:lnTo>
                      <a:lnTo>
                        <a:pt x="4236" y="33"/>
                      </a:lnTo>
                      <a:lnTo>
                        <a:pt x="4275" y="26"/>
                      </a:lnTo>
                      <a:lnTo>
                        <a:pt x="4308" y="20"/>
                      </a:lnTo>
                      <a:lnTo>
                        <a:pt x="4344" y="16"/>
                      </a:lnTo>
                      <a:lnTo>
                        <a:pt x="4369" y="11"/>
                      </a:lnTo>
                      <a:lnTo>
                        <a:pt x="4397" y="7"/>
                      </a:lnTo>
                      <a:lnTo>
                        <a:pt x="4417" y="2"/>
                      </a:lnTo>
                      <a:lnTo>
                        <a:pt x="4430" y="0"/>
                      </a:lnTo>
                      <a:lnTo>
                        <a:pt x="4439" y="0"/>
                      </a:lnTo>
                      <a:lnTo>
                        <a:pt x="4444" y="0"/>
                      </a:lnTo>
                      <a:lnTo>
                        <a:pt x="4444" y="5"/>
                      </a:lnTo>
                      <a:lnTo>
                        <a:pt x="4444" y="16"/>
                      </a:lnTo>
                      <a:lnTo>
                        <a:pt x="4447" y="31"/>
                      </a:lnTo>
                      <a:lnTo>
                        <a:pt x="4453" y="55"/>
                      </a:lnTo>
                      <a:lnTo>
                        <a:pt x="4455" y="83"/>
                      </a:lnTo>
                      <a:lnTo>
                        <a:pt x="4458" y="116"/>
                      </a:lnTo>
                      <a:lnTo>
                        <a:pt x="4464" y="151"/>
                      </a:lnTo>
                      <a:lnTo>
                        <a:pt x="4469" y="192"/>
                      </a:lnTo>
                      <a:lnTo>
                        <a:pt x="4475" y="233"/>
                      </a:lnTo>
                      <a:lnTo>
                        <a:pt x="4480" y="279"/>
                      </a:lnTo>
                      <a:lnTo>
                        <a:pt x="4483" y="325"/>
                      </a:lnTo>
                      <a:lnTo>
                        <a:pt x="4489" y="373"/>
                      </a:lnTo>
                      <a:lnTo>
                        <a:pt x="4489" y="419"/>
                      </a:lnTo>
                      <a:lnTo>
                        <a:pt x="4494" y="467"/>
                      </a:lnTo>
                      <a:lnTo>
                        <a:pt x="4494" y="512"/>
                      </a:lnTo>
                      <a:lnTo>
                        <a:pt x="4497" y="558"/>
                      </a:lnTo>
                      <a:lnTo>
                        <a:pt x="4494" y="600"/>
                      </a:lnTo>
                      <a:lnTo>
                        <a:pt x="4491" y="639"/>
                      </a:lnTo>
                      <a:lnTo>
                        <a:pt x="4489" y="674"/>
                      </a:lnTo>
                      <a:lnTo>
                        <a:pt x="4483" y="711"/>
                      </a:lnTo>
                      <a:lnTo>
                        <a:pt x="4480" y="741"/>
                      </a:lnTo>
                      <a:lnTo>
                        <a:pt x="4475" y="770"/>
                      </a:lnTo>
                      <a:lnTo>
                        <a:pt x="4469" y="798"/>
                      </a:lnTo>
                      <a:lnTo>
                        <a:pt x="4464" y="822"/>
                      </a:lnTo>
                      <a:lnTo>
                        <a:pt x="4458" y="844"/>
                      </a:lnTo>
                      <a:lnTo>
                        <a:pt x="4455" y="863"/>
                      </a:lnTo>
                      <a:lnTo>
                        <a:pt x="4450" y="879"/>
                      </a:lnTo>
                      <a:lnTo>
                        <a:pt x="4444" y="894"/>
                      </a:lnTo>
                      <a:lnTo>
                        <a:pt x="4439" y="903"/>
                      </a:lnTo>
                      <a:lnTo>
                        <a:pt x="4439" y="911"/>
                      </a:lnTo>
                      <a:lnTo>
                        <a:pt x="4439" y="916"/>
                      </a:lnTo>
                      <a:lnTo>
                        <a:pt x="4439" y="918"/>
                      </a:lnTo>
                      <a:lnTo>
                        <a:pt x="4433" y="914"/>
                      </a:lnTo>
                      <a:lnTo>
                        <a:pt x="4428" y="905"/>
                      </a:lnTo>
                      <a:lnTo>
                        <a:pt x="4425" y="898"/>
                      </a:lnTo>
                      <a:lnTo>
                        <a:pt x="4419" y="894"/>
                      </a:lnTo>
                      <a:lnTo>
                        <a:pt x="4414" y="885"/>
                      </a:lnTo>
                      <a:lnTo>
                        <a:pt x="4408" y="876"/>
                      </a:lnTo>
                      <a:lnTo>
                        <a:pt x="4400" y="866"/>
                      </a:lnTo>
                      <a:lnTo>
                        <a:pt x="4394" y="855"/>
                      </a:lnTo>
                      <a:lnTo>
                        <a:pt x="4383" y="844"/>
                      </a:lnTo>
                      <a:lnTo>
                        <a:pt x="4378" y="833"/>
                      </a:lnTo>
                      <a:lnTo>
                        <a:pt x="4367" y="818"/>
                      </a:lnTo>
                      <a:lnTo>
                        <a:pt x="4356" y="805"/>
                      </a:lnTo>
                      <a:lnTo>
                        <a:pt x="4344" y="794"/>
                      </a:lnTo>
                      <a:lnTo>
                        <a:pt x="4333" y="781"/>
                      </a:lnTo>
                      <a:lnTo>
                        <a:pt x="4319" y="765"/>
                      </a:lnTo>
                      <a:lnTo>
                        <a:pt x="4308" y="750"/>
                      </a:lnTo>
                      <a:lnTo>
                        <a:pt x="4294" y="735"/>
                      </a:lnTo>
                      <a:lnTo>
                        <a:pt x="4278" y="722"/>
                      </a:lnTo>
                      <a:lnTo>
                        <a:pt x="4264" y="706"/>
                      </a:lnTo>
                      <a:lnTo>
                        <a:pt x="4250" y="693"/>
                      </a:lnTo>
                      <a:lnTo>
                        <a:pt x="4236" y="680"/>
                      </a:lnTo>
                      <a:lnTo>
                        <a:pt x="4225" y="669"/>
                      </a:lnTo>
                      <a:lnTo>
                        <a:pt x="4211" y="656"/>
                      </a:lnTo>
                      <a:lnTo>
                        <a:pt x="4200" y="648"/>
                      </a:lnTo>
                      <a:lnTo>
                        <a:pt x="4189" y="637"/>
                      </a:lnTo>
                      <a:lnTo>
                        <a:pt x="4184" y="630"/>
                      </a:lnTo>
                      <a:lnTo>
                        <a:pt x="4170" y="619"/>
                      </a:lnTo>
                      <a:lnTo>
                        <a:pt x="4167" y="615"/>
                      </a:lnTo>
                      <a:lnTo>
                        <a:pt x="4164" y="617"/>
                      </a:lnTo>
                      <a:lnTo>
                        <a:pt x="4159" y="624"/>
                      </a:lnTo>
                      <a:lnTo>
                        <a:pt x="4153" y="632"/>
                      </a:lnTo>
                      <a:lnTo>
                        <a:pt x="4142" y="645"/>
                      </a:lnTo>
                      <a:lnTo>
                        <a:pt x="4131" y="661"/>
                      </a:lnTo>
                      <a:lnTo>
                        <a:pt x="4117" y="682"/>
                      </a:lnTo>
                      <a:lnTo>
                        <a:pt x="4100" y="704"/>
                      </a:lnTo>
                      <a:lnTo>
                        <a:pt x="4086" y="733"/>
                      </a:lnTo>
                      <a:lnTo>
                        <a:pt x="4064" y="761"/>
                      </a:lnTo>
                      <a:lnTo>
                        <a:pt x="4045" y="794"/>
                      </a:lnTo>
                      <a:lnTo>
                        <a:pt x="4023" y="829"/>
                      </a:lnTo>
                      <a:lnTo>
                        <a:pt x="4000" y="868"/>
                      </a:lnTo>
                      <a:lnTo>
                        <a:pt x="3975" y="909"/>
                      </a:lnTo>
                      <a:lnTo>
                        <a:pt x="3951" y="953"/>
                      </a:lnTo>
                      <a:lnTo>
                        <a:pt x="3923" y="999"/>
                      </a:lnTo>
                      <a:lnTo>
                        <a:pt x="3898" y="1049"/>
                      </a:lnTo>
                      <a:lnTo>
                        <a:pt x="3870" y="1099"/>
                      </a:lnTo>
                      <a:lnTo>
                        <a:pt x="3842" y="1151"/>
                      </a:lnTo>
                      <a:lnTo>
                        <a:pt x="3815" y="1203"/>
                      </a:lnTo>
                      <a:lnTo>
                        <a:pt x="3790" y="1258"/>
                      </a:lnTo>
                      <a:lnTo>
                        <a:pt x="3765" y="1308"/>
                      </a:lnTo>
                      <a:lnTo>
                        <a:pt x="3740" y="1360"/>
                      </a:lnTo>
                      <a:lnTo>
                        <a:pt x="3715" y="1410"/>
                      </a:lnTo>
                      <a:lnTo>
                        <a:pt x="3695" y="1458"/>
                      </a:lnTo>
                      <a:lnTo>
                        <a:pt x="3676" y="1502"/>
                      </a:lnTo>
                      <a:lnTo>
                        <a:pt x="3654" y="1543"/>
                      </a:lnTo>
                      <a:lnTo>
                        <a:pt x="3640" y="1578"/>
                      </a:lnTo>
                      <a:lnTo>
                        <a:pt x="3626" y="1611"/>
                      </a:lnTo>
                      <a:lnTo>
                        <a:pt x="3615" y="1635"/>
                      </a:lnTo>
                      <a:lnTo>
                        <a:pt x="3607" y="1655"/>
                      </a:lnTo>
                      <a:lnTo>
                        <a:pt x="3601" y="1668"/>
                      </a:lnTo>
                      <a:lnTo>
                        <a:pt x="3601" y="1672"/>
                      </a:lnTo>
                      <a:lnTo>
                        <a:pt x="3595" y="1670"/>
                      </a:lnTo>
                      <a:lnTo>
                        <a:pt x="3582" y="1665"/>
                      </a:lnTo>
                      <a:lnTo>
                        <a:pt x="3570" y="1661"/>
                      </a:lnTo>
                      <a:lnTo>
                        <a:pt x="3559" y="1657"/>
                      </a:lnTo>
                      <a:lnTo>
                        <a:pt x="3546" y="1650"/>
                      </a:lnTo>
                      <a:lnTo>
                        <a:pt x="3529" y="1646"/>
                      </a:lnTo>
                      <a:lnTo>
                        <a:pt x="3509" y="1639"/>
                      </a:lnTo>
                      <a:lnTo>
                        <a:pt x="3490" y="1633"/>
                      </a:lnTo>
                      <a:lnTo>
                        <a:pt x="3468" y="1626"/>
                      </a:lnTo>
                      <a:lnTo>
                        <a:pt x="3443" y="1618"/>
                      </a:lnTo>
                      <a:lnTo>
                        <a:pt x="3418" y="1611"/>
                      </a:lnTo>
                      <a:lnTo>
                        <a:pt x="3390" y="1602"/>
                      </a:lnTo>
                      <a:lnTo>
                        <a:pt x="3362" y="1594"/>
                      </a:lnTo>
                      <a:lnTo>
                        <a:pt x="3332" y="1587"/>
                      </a:lnTo>
                      <a:lnTo>
                        <a:pt x="3299" y="1578"/>
                      </a:lnTo>
                      <a:lnTo>
                        <a:pt x="3263" y="1570"/>
                      </a:lnTo>
                      <a:lnTo>
                        <a:pt x="3226" y="1559"/>
                      </a:lnTo>
                      <a:lnTo>
                        <a:pt x="3193" y="1550"/>
                      </a:lnTo>
                      <a:lnTo>
                        <a:pt x="3157" y="1543"/>
                      </a:lnTo>
                      <a:lnTo>
                        <a:pt x="3127" y="1535"/>
                      </a:lnTo>
                      <a:lnTo>
                        <a:pt x="3093" y="1526"/>
                      </a:lnTo>
                      <a:lnTo>
                        <a:pt x="3063" y="1519"/>
                      </a:lnTo>
                      <a:lnTo>
                        <a:pt x="3032" y="1511"/>
                      </a:lnTo>
                      <a:lnTo>
                        <a:pt x="3007" y="1506"/>
                      </a:lnTo>
                      <a:lnTo>
                        <a:pt x="2982" y="1502"/>
                      </a:lnTo>
                      <a:lnTo>
                        <a:pt x="2963" y="1498"/>
                      </a:lnTo>
                      <a:lnTo>
                        <a:pt x="2946" y="1493"/>
                      </a:lnTo>
                      <a:lnTo>
                        <a:pt x="2932" y="1491"/>
                      </a:lnTo>
                      <a:lnTo>
                        <a:pt x="2927" y="1489"/>
                      </a:lnTo>
                      <a:lnTo>
                        <a:pt x="2924" y="1489"/>
                      </a:lnTo>
                      <a:lnTo>
                        <a:pt x="2921" y="1491"/>
                      </a:lnTo>
                      <a:lnTo>
                        <a:pt x="2921" y="1500"/>
                      </a:lnTo>
                      <a:lnTo>
                        <a:pt x="2916" y="1513"/>
                      </a:lnTo>
                      <a:lnTo>
                        <a:pt x="2913" y="1530"/>
                      </a:lnTo>
                      <a:lnTo>
                        <a:pt x="2907" y="1554"/>
                      </a:lnTo>
                      <a:lnTo>
                        <a:pt x="2902" y="1580"/>
                      </a:lnTo>
                      <a:lnTo>
                        <a:pt x="2896" y="1609"/>
                      </a:lnTo>
                      <a:lnTo>
                        <a:pt x="2894" y="1642"/>
                      </a:lnTo>
                      <a:lnTo>
                        <a:pt x="2885" y="1676"/>
                      </a:lnTo>
                      <a:lnTo>
                        <a:pt x="2880" y="1713"/>
                      </a:lnTo>
                      <a:lnTo>
                        <a:pt x="2871" y="1748"/>
                      </a:lnTo>
                      <a:lnTo>
                        <a:pt x="2866" y="1788"/>
                      </a:lnTo>
                      <a:lnTo>
                        <a:pt x="2858" y="1825"/>
                      </a:lnTo>
                      <a:lnTo>
                        <a:pt x="2849" y="1864"/>
                      </a:lnTo>
                      <a:lnTo>
                        <a:pt x="2846" y="1899"/>
                      </a:lnTo>
                      <a:lnTo>
                        <a:pt x="2841" y="1936"/>
                      </a:lnTo>
                      <a:lnTo>
                        <a:pt x="2830" y="1968"/>
                      </a:lnTo>
                      <a:lnTo>
                        <a:pt x="2824" y="1999"/>
                      </a:lnTo>
                      <a:lnTo>
                        <a:pt x="2821" y="2027"/>
                      </a:lnTo>
                      <a:lnTo>
                        <a:pt x="2816" y="2056"/>
                      </a:lnTo>
                      <a:lnTo>
                        <a:pt x="2810" y="2080"/>
                      </a:lnTo>
                      <a:lnTo>
                        <a:pt x="2805" y="2106"/>
                      </a:lnTo>
                      <a:lnTo>
                        <a:pt x="2802" y="2125"/>
                      </a:lnTo>
                      <a:lnTo>
                        <a:pt x="2799" y="2145"/>
                      </a:lnTo>
                      <a:lnTo>
                        <a:pt x="2797" y="2160"/>
                      </a:lnTo>
                      <a:lnTo>
                        <a:pt x="2794" y="2178"/>
                      </a:lnTo>
                      <a:lnTo>
                        <a:pt x="2791" y="2189"/>
                      </a:lnTo>
                      <a:lnTo>
                        <a:pt x="2791" y="2202"/>
                      </a:lnTo>
                      <a:lnTo>
                        <a:pt x="2788" y="2208"/>
                      </a:lnTo>
                      <a:lnTo>
                        <a:pt x="2788" y="2217"/>
                      </a:lnTo>
                      <a:lnTo>
                        <a:pt x="2788" y="2219"/>
                      </a:lnTo>
                      <a:lnTo>
                        <a:pt x="2788" y="2221"/>
                      </a:lnTo>
                      <a:lnTo>
                        <a:pt x="2785" y="2221"/>
                      </a:lnTo>
                      <a:lnTo>
                        <a:pt x="2774" y="2219"/>
                      </a:lnTo>
                      <a:lnTo>
                        <a:pt x="2763" y="2215"/>
                      </a:lnTo>
                      <a:lnTo>
                        <a:pt x="2747" y="2213"/>
                      </a:lnTo>
                      <a:lnTo>
                        <a:pt x="2724" y="2206"/>
                      </a:lnTo>
                      <a:lnTo>
                        <a:pt x="2702" y="2202"/>
                      </a:lnTo>
                      <a:lnTo>
                        <a:pt x="2674" y="2197"/>
                      </a:lnTo>
                      <a:lnTo>
                        <a:pt x="2647" y="2193"/>
                      </a:lnTo>
                      <a:lnTo>
                        <a:pt x="2613" y="2184"/>
                      </a:lnTo>
                      <a:lnTo>
                        <a:pt x="2580" y="2178"/>
                      </a:lnTo>
                      <a:lnTo>
                        <a:pt x="2544" y="2171"/>
                      </a:lnTo>
                      <a:lnTo>
                        <a:pt x="2508" y="2165"/>
                      </a:lnTo>
                      <a:lnTo>
                        <a:pt x="2472" y="2158"/>
                      </a:lnTo>
                      <a:lnTo>
                        <a:pt x="2436" y="2154"/>
                      </a:lnTo>
                      <a:lnTo>
                        <a:pt x="2400" y="2145"/>
                      </a:lnTo>
                      <a:lnTo>
                        <a:pt x="2367" y="2141"/>
                      </a:lnTo>
                      <a:lnTo>
                        <a:pt x="2328" y="2136"/>
                      </a:lnTo>
                      <a:lnTo>
                        <a:pt x="2297" y="2132"/>
                      </a:lnTo>
                      <a:lnTo>
                        <a:pt x="2264" y="2128"/>
                      </a:lnTo>
                      <a:lnTo>
                        <a:pt x="2233" y="2125"/>
                      </a:lnTo>
                      <a:lnTo>
                        <a:pt x="2203" y="2121"/>
                      </a:lnTo>
                      <a:lnTo>
                        <a:pt x="2175" y="2119"/>
                      </a:lnTo>
                      <a:lnTo>
                        <a:pt x="2147" y="2117"/>
                      </a:lnTo>
                      <a:lnTo>
                        <a:pt x="2128" y="2117"/>
                      </a:lnTo>
                      <a:lnTo>
                        <a:pt x="2103" y="2112"/>
                      </a:lnTo>
                      <a:lnTo>
                        <a:pt x="2086" y="2112"/>
                      </a:lnTo>
                      <a:lnTo>
                        <a:pt x="2067" y="2112"/>
                      </a:lnTo>
                      <a:lnTo>
                        <a:pt x="2056" y="2112"/>
                      </a:lnTo>
                      <a:lnTo>
                        <a:pt x="2042" y="2112"/>
                      </a:lnTo>
                      <a:lnTo>
                        <a:pt x="2036" y="2112"/>
                      </a:lnTo>
                      <a:lnTo>
                        <a:pt x="2031" y="2112"/>
                      </a:lnTo>
                      <a:lnTo>
                        <a:pt x="2028" y="2112"/>
                      </a:lnTo>
                      <a:lnTo>
                        <a:pt x="2028" y="2117"/>
                      </a:lnTo>
                      <a:lnTo>
                        <a:pt x="2025" y="2123"/>
                      </a:lnTo>
                      <a:lnTo>
                        <a:pt x="2025" y="2134"/>
                      </a:lnTo>
                      <a:lnTo>
                        <a:pt x="2023" y="2145"/>
                      </a:lnTo>
                      <a:lnTo>
                        <a:pt x="2023" y="2158"/>
                      </a:lnTo>
                      <a:lnTo>
                        <a:pt x="2020" y="2176"/>
                      </a:lnTo>
                      <a:lnTo>
                        <a:pt x="2020" y="2193"/>
                      </a:lnTo>
                      <a:lnTo>
                        <a:pt x="2017" y="2213"/>
                      </a:lnTo>
                      <a:lnTo>
                        <a:pt x="2011" y="2232"/>
                      </a:lnTo>
                      <a:lnTo>
                        <a:pt x="2009" y="2254"/>
                      </a:lnTo>
                      <a:lnTo>
                        <a:pt x="2006" y="2278"/>
                      </a:lnTo>
                      <a:lnTo>
                        <a:pt x="2003" y="2300"/>
                      </a:lnTo>
                      <a:lnTo>
                        <a:pt x="2000" y="2324"/>
                      </a:lnTo>
                      <a:lnTo>
                        <a:pt x="1998" y="2350"/>
                      </a:lnTo>
                      <a:lnTo>
                        <a:pt x="1998" y="2374"/>
                      </a:lnTo>
                      <a:lnTo>
                        <a:pt x="1992" y="2398"/>
                      </a:lnTo>
                      <a:lnTo>
                        <a:pt x="1987" y="2424"/>
                      </a:lnTo>
                      <a:lnTo>
                        <a:pt x="1981" y="2448"/>
                      </a:lnTo>
                      <a:lnTo>
                        <a:pt x="1978" y="2474"/>
                      </a:lnTo>
                      <a:lnTo>
                        <a:pt x="1973" y="2496"/>
                      </a:lnTo>
                      <a:lnTo>
                        <a:pt x="1973" y="2518"/>
                      </a:lnTo>
                      <a:lnTo>
                        <a:pt x="1967" y="2540"/>
                      </a:lnTo>
                      <a:lnTo>
                        <a:pt x="1967" y="2561"/>
                      </a:lnTo>
                      <a:lnTo>
                        <a:pt x="1962" y="2577"/>
                      </a:lnTo>
                      <a:lnTo>
                        <a:pt x="1959" y="2594"/>
                      </a:lnTo>
                      <a:lnTo>
                        <a:pt x="1956" y="2609"/>
                      </a:lnTo>
                      <a:lnTo>
                        <a:pt x="1956" y="2622"/>
                      </a:lnTo>
                      <a:lnTo>
                        <a:pt x="1950" y="2631"/>
                      </a:lnTo>
                      <a:lnTo>
                        <a:pt x="1950" y="2640"/>
                      </a:lnTo>
                      <a:lnTo>
                        <a:pt x="1950" y="2644"/>
                      </a:lnTo>
                      <a:lnTo>
                        <a:pt x="1950" y="2646"/>
                      </a:lnTo>
                      <a:lnTo>
                        <a:pt x="1945" y="2644"/>
                      </a:lnTo>
                      <a:lnTo>
                        <a:pt x="1937" y="2644"/>
                      </a:lnTo>
                      <a:lnTo>
                        <a:pt x="1923" y="2640"/>
                      </a:lnTo>
                      <a:lnTo>
                        <a:pt x="1903" y="2638"/>
                      </a:lnTo>
                      <a:lnTo>
                        <a:pt x="1876" y="2633"/>
                      </a:lnTo>
                      <a:lnTo>
                        <a:pt x="1851" y="2629"/>
                      </a:lnTo>
                      <a:lnTo>
                        <a:pt x="1817" y="2625"/>
                      </a:lnTo>
                      <a:lnTo>
                        <a:pt x="1784" y="2620"/>
                      </a:lnTo>
                      <a:lnTo>
                        <a:pt x="1745" y="2614"/>
                      </a:lnTo>
                      <a:lnTo>
                        <a:pt x="1709" y="2609"/>
                      </a:lnTo>
                      <a:lnTo>
                        <a:pt x="1668" y="2605"/>
                      </a:lnTo>
                      <a:lnTo>
                        <a:pt x="1626" y="2601"/>
                      </a:lnTo>
                      <a:lnTo>
                        <a:pt x="1584" y="2594"/>
                      </a:lnTo>
                      <a:lnTo>
                        <a:pt x="1543" y="2590"/>
                      </a:lnTo>
                      <a:lnTo>
                        <a:pt x="1504" y="2585"/>
                      </a:lnTo>
                      <a:lnTo>
                        <a:pt x="1465" y="2583"/>
                      </a:lnTo>
                      <a:lnTo>
                        <a:pt x="1423" y="2579"/>
                      </a:lnTo>
                      <a:lnTo>
                        <a:pt x="1387" y="2577"/>
                      </a:lnTo>
                      <a:lnTo>
                        <a:pt x="1351" y="2572"/>
                      </a:lnTo>
                      <a:lnTo>
                        <a:pt x="1324" y="2572"/>
                      </a:lnTo>
                      <a:lnTo>
                        <a:pt x="1290" y="2572"/>
                      </a:lnTo>
                      <a:lnTo>
                        <a:pt x="1263" y="2572"/>
                      </a:lnTo>
                      <a:lnTo>
                        <a:pt x="1238" y="2572"/>
                      </a:lnTo>
                      <a:lnTo>
                        <a:pt x="1215" y="2572"/>
                      </a:lnTo>
                      <a:lnTo>
                        <a:pt x="1193" y="2572"/>
                      </a:lnTo>
                      <a:lnTo>
                        <a:pt x="1174" y="2572"/>
                      </a:lnTo>
                      <a:lnTo>
                        <a:pt x="1157" y="2572"/>
                      </a:lnTo>
                      <a:lnTo>
                        <a:pt x="1146" y="2574"/>
                      </a:lnTo>
                      <a:lnTo>
                        <a:pt x="1135" y="2574"/>
                      </a:lnTo>
                      <a:lnTo>
                        <a:pt x="1129" y="2577"/>
                      </a:lnTo>
                      <a:lnTo>
                        <a:pt x="1124" y="2577"/>
                      </a:lnTo>
                      <a:lnTo>
                        <a:pt x="1124" y="2583"/>
                      </a:lnTo>
                      <a:lnTo>
                        <a:pt x="1124" y="2590"/>
                      </a:lnTo>
                      <a:lnTo>
                        <a:pt x="1127" y="2601"/>
                      </a:lnTo>
                      <a:lnTo>
                        <a:pt x="1127" y="2611"/>
                      </a:lnTo>
                      <a:lnTo>
                        <a:pt x="1132" y="2627"/>
                      </a:lnTo>
                      <a:lnTo>
                        <a:pt x="1132" y="2642"/>
                      </a:lnTo>
                      <a:lnTo>
                        <a:pt x="1138" y="2659"/>
                      </a:lnTo>
                      <a:lnTo>
                        <a:pt x="1138" y="2677"/>
                      </a:lnTo>
                      <a:lnTo>
                        <a:pt x="1140" y="2699"/>
                      </a:lnTo>
                      <a:lnTo>
                        <a:pt x="1143" y="2720"/>
                      </a:lnTo>
                      <a:lnTo>
                        <a:pt x="1146" y="2742"/>
                      </a:lnTo>
                      <a:lnTo>
                        <a:pt x="1149" y="2764"/>
                      </a:lnTo>
                      <a:lnTo>
                        <a:pt x="1152" y="2784"/>
                      </a:lnTo>
                      <a:lnTo>
                        <a:pt x="1152" y="2805"/>
                      </a:lnTo>
                      <a:lnTo>
                        <a:pt x="1157" y="2827"/>
                      </a:lnTo>
                      <a:lnTo>
                        <a:pt x="1157" y="2847"/>
                      </a:lnTo>
                      <a:lnTo>
                        <a:pt x="1157" y="2866"/>
                      </a:lnTo>
                      <a:lnTo>
                        <a:pt x="1157" y="2884"/>
                      </a:lnTo>
                      <a:lnTo>
                        <a:pt x="1157" y="2901"/>
                      </a:lnTo>
                      <a:lnTo>
                        <a:pt x="1157" y="2919"/>
                      </a:lnTo>
                      <a:lnTo>
                        <a:pt x="1157" y="2934"/>
                      </a:lnTo>
                      <a:lnTo>
                        <a:pt x="1154" y="2949"/>
                      </a:lnTo>
                      <a:lnTo>
                        <a:pt x="1154" y="2962"/>
                      </a:lnTo>
                      <a:lnTo>
                        <a:pt x="1152" y="2973"/>
                      </a:lnTo>
                      <a:lnTo>
                        <a:pt x="1152" y="2984"/>
                      </a:lnTo>
                      <a:lnTo>
                        <a:pt x="1152" y="2993"/>
                      </a:lnTo>
                      <a:lnTo>
                        <a:pt x="1152" y="3002"/>
                      </a:lnTo>
                      <a:lnTo>
                        <a:pt x="1149" y="3013"/>
                      </a:lnTo>
                      <a:lnTo>
                        <a:pt x="1149" y="3017"/>
                      </a:lnTo>
                      <a:lnTo>
                        <a:pt x="0" y="3002"/>
                      </a:lnTo>
                      <a:close/>
                    </a:path>
                  </a:pathLst>
                </a:custGeom>
                <a:solidFill>
                  <a:srgbClr val="F35050"/>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91" name="Google Shape;391;p10"/>
                <p:cNvSpPr/>
                <p:nvPr/>
              </p:nvSpPr>
              <p:spPr>
                <a:xfrm>
                  <a:off x="375" y="3045"/>
                  <a:ext cx="1074" cy="935"/>
                </a:xfrm>
                <a:custGeom>
                  <a:rect b="b" l="l" r="r" t="t"/>
                  <a:pathLst>
                    <a:path extrusionOk="0" h="935" w="1074">
                      <a:moveTo>
                        <a:pt x="408" y="19"/>
                      </a:moveTo>
                      <a:lnTo>
                        <a:pt x="408" y="24"/>
                      </a:lnTo>
                      <a:lnTo>
                        <a:pt x="413" y="30"/>
                      </a:lnTo>
                      <a:lnTo>
                        <a:pt x="419" y="39"/>
                      </a:lnTo>
                      <a:lnTo>
                        <a:pt x="427" y="50"/>
                      </a:lnTo>
                      <a:lnTo>
                        <a:pt x="438" y="63"/>
                      </a:lnTo>
                      <a:lnTo>
                        <a:pt x="444" y="69"/>
                      </a:lnTo>
                      <a:lnTo>
                        <a:pt x="449" y="76"/>
                      </a:lnTo>
                      <a:lnTo>
                        <a:pt x="455" y="85"/>
                      </a:lnTo>
                      <a:lnTo>
                        <a:pt x="463" y="96"/>
                      </a:lnTo>
                      <a:lnTo>
                        <a:pt x="472" y="102"/>
                      </a:lnTo>
                      <a:lnTo>
                        <a:pt x="480" y="109"/>
                      </a:lnTo>
                      <a:lnTo>
                        <a:pt x="488" y="115"/>
                      </a:lnTo>
                      <a:lnTo>
                        <a:pt x="499" y="122"/>
                      </a:lnTo>
                      <a:lnTo>
                        <a:pt x="519" y="130"/>
                      </a:lnTo>
                      <a:lnTo>
                        <a:pt x="538" y="139"/>
                      </a:lnTo>
                      <a:lnTo>
                        <a:pt x="552" y="141"/>
                      </a:lnTo>
                      <a:lnTo>
                        <a:pt x="566" y="146"/>
                      </a:lnTo>
                      <a:lnTo>
                        <a:pt x="574" y="148"/>
                      </a:lnTo>
                      <a:lnTo>
                        <a:pt x="580" y="150"/>
                      </a:lnTo>
                      <a:lnTo>
                        <a:pt x="574" y="150"/>
                      </a:lnTo>
                      <a:lnTo>
                        <a:pt x="572" y="159"/>
                      </a:lnTo>
                      <a:lnTo>
                        <a:pt x="563" y="174"/>
                      </a:lnTo>
                      <a:lnTo>
                        <a:pt x="555" y="191"/>
                      </a:lnTo>
                      <a:lnTo>
                        <a:pt x="544" y="211"/>
                      </a:lnTo>
                      <a:lnTo>
                        <a:pt x="530" y="237"/>
                      </a:lnTo>
                      <a:lnTo>
                        <a:pt x="513" y="263"/>
                      </a:lnTo>
                      <a:lnTo>
                        <a:pt x="499" y="292"/>
                      </a:lnTo>
                      <a:lnTo>
                        <a:pt x="483" y="322"/>
                      </a:lnTo>
                      <a:lnTo>
                        <a:pt x="469" y="353"/>
                      </a:lnTo>
                      <a:lnTo>
                        <a:pt x="452" y="383"/>
                      </a:lnTo>
                      <a:lnTo>
                        <a:pt x="436" y="414"/>
                      </a:lnTo>
                      <a:lnTo>
                        <a:pt x="419" y="442"/>
                      </a:lnTo>
                      <a:lnTo>
                        <a:pt x="408" y="468"/>
                      </a:lnTo>
                      <a:lnTo>
                        <a:pt x="397" y="492"/>
                      </a:lnTo>
                      <a:lnTo>
                        <a:pt x="388" y="514"/>
                      </a:lnTo>
                      <a:lnTo>
                        <a:pt x="377" y="531"/>
                      </a:lnTo>
                      <a:lnTo>
                        <a:pt x="372" y="551"/>
                      </a:lnTo>
                      <a:lnTo>
                        <a:pt x="369" y="562"/>
                      </a:lnTo>
                      <a:lnTo>
                        <a:pt x="363" y="577"/>
                      </a:lnTo>
                      <a:lnTo>
                        <a:pt x="361" y="586"/>
                      </a:lnTo>
                      <a:lnTo>
                        <a:pt x="358" y="599"/>
                      </a:lnTo>
                      <a:lnTo>
                        <a:pt x="358" y="606"/>
                      </a:lnTo>
                      <a:lnTo>
                        <a:pt x="358" y="616"/>
                      </a:lnTo>
                      <a:lnTo>
                        <a:pt x="352" y="623"/>
                      </a:lnTo>
                      <a:lnTo>
                        <a:pt x="350" y="632"/>
                      </a:lnTo>
                      <a:lnTo>
                        <a:pt x="344" y="640"/>
                      </a:lnTo>
                      <a:lnTo>
                        <a:pt x="341" y="649"/>
                      </a:lnTo>
                      <a:lnTo>
                        <a:pt x="333" y="658"/>
                      </a:lnTo>
                      <a:lnTo>
                        <a:pt x="322" y="671"/>
                      </a:lnTo>
                      <a:lnTo>
                        <a:pt x="314" y="682"/>
                      </a:lnTo>
                      <a:lnTo>
                        <a:pt x="300" y="697"/>
                      </a:lnTo>
                      <a:lnTo>
                        <a:pt x="280" y="710"/>
                      </a:lnTo>
                      <a:lnTo>
                        <a:pt x="258" y="728"/>
                      </a:lnTo>
                      <a:lnTo>
                        <a:pt x="236" y="745"/>
                      </a:lnTo>
                      <a:lnTo>
                        <a:pt x="214" y="762"/>
                      </a:lnTo>
                      <a:lnTo>
                        <a:pt x="189" y="780"/>
                      </a:lnTo>
                      <a:lnTo>
                        <a:pt x="164" y="800"/>
                      </a:lnTo>
                      <a:lnTo>
                        <a:pt x="139" y="815"/>
                      </a:lnTo>
                      <a:lnTo>
                        <a:pt x="117" y="837"/>
                      </a:lnTo>
                      <a:lnTo>
                        <a:pt x="92" y="852"/>
                      </a:lnTo>
                      <a:lnTo>
                        <a:pt x="69" y="867"/>
                      </a:lnTo>
                      <a:lnTo>
                        <a:pt x="47" y="880"/>
                      </a:lnTo>
                      <a:lnTo>
                        <a:pt x="33" y="893"/>
                      </a:lnTo>
                      <a:lnTo>
                        <a:pt x="17" y="902"/>
                      </a:lnTo>
                      <a:lnTo>
                        <a:pt x="8" y="911"/>
                      </a:lnTo>
                      <a:lnTo>
                        <a:pt x="0" y="915"/>
                      </a:lnTo>
                      <a:lnTo>
                        <a:pt x="0" y="919"/>
                      </a:lnTo>
                      <a:lnTo>
                        <a:pt x="72" y="935"/>
                      </a:lnTo>
                      <a:lnTo>
                        <a:pt x="183" y="935"/>
                      </a:lnTo>
                      <a:lnTo>
                        <a:pt x="183" y="930"/>
                      </a:lnTo>
                      <a:lnTo>
                        <a:pt x="189" y="926"/>
                      </a:lnTo>
                      <a:lnTo>
                        <a:pt x="194" y="915"/>
                      </a:lnTo>
                      <a:lnTo>
                        <a:pt x="205" y="904"/>
                      </a:lnTo>
                      <a:lnTo>
                        <a:pt x="216" y="889"/>
                      </a:lnTo>
                      <a:lnTo>
                        <a:pt x="228" y="874"/>
                      </a:lnTo>
                      <a:lnTo>
                        <a:pt x="241" y="856"/>
                      </a:lnTo>
                      <a:lnTo>
                        <a:pt x="258" y="839"/>
                      </a:lnTo>
                      <a:lnTo>
                        <a:pt x="272" y="819"/>
                      </a:lnTo>
                      <a:lnTo>
                        <a:pt x="286" y="802"/>
                      </a:lnTo>
                      <a:lnTo>
                        <a:pt x="297" y="784"/>
                      </a:lnTo>
                      <a:lnTo>
                        <a:pt x="314" y="769"/>
                      </a:lnTo>
                      <a:lnTo>
                        <a:pt x="322" y="756"/>
                      </a:lnTo>
                      <a:lnTo>
                        <a:pt x="333" y="745"/>
                      </a:lnTo>
                      <a:lnTo>
                        <a:pt x="339" y="736"/>
                      </a:lnTo>
                      <a:lnTo>
                        <a:pt x="344" y="732"/>
                      </a:lnTo>
                      <a:lnTo>
                        <a:pt x="352" y="721"/>
                      </a:lnTo>
                      <a:lnTo>
                        <a:pt x="363" y="710"/>
                      </a:lnTo>
                      <a:lnTo>
                        <a:pt x="377" y="695"/>
                      </a:lnTo>
                      <a:lnTo>
                        <a:pt x="394" y="682"/>
                      </a:lnTo>
                      <a:lnTo>
                        <a:pt x="397" y="673"/>
                      </a:lnTo>
                      <a:lnTo>
                        <a:pt x="405" y="664"/>
                      </a:lnTo>
                      <a:lnTo>
                        <a:pt x="413" y="658"/>
                      </a:lnTo>
                      <a:lnTo>
                        <a:pt x="419" y="654"/>
                      </a:lnTo>
                      <a:lnTo>
                        <a:pt x="430" y="645"/>
                      </a:lnTo>
                      <a:lnTo>
                        <a:pt x="433" y="643"/>
                      </a:lnTo>
                      <a:lnTo>
                        <a:pt x="619" y="372"/>
                      </a:lnTo>
                      <a:lnTo>
                        <a:pt x="655" y="351"/>
                      </a:lnTo>
                      <a:lnTo>
                        <a:pt x="663" y="351"/>
                      </a:lnTo>
                      <a:lnTo>
                        <a:pt x="671" y="351"/>
                      </a:lnTo>
                      <a:lnTo>
                        <a:pt x="685" y="353"/>
                      </a:lnTo>
                      <a:lnTo>
                        <a:pt x="699" y="353"/>
                      </a:lnTo>
                      <a:lnTo>
                        <a:pt x="716" y="357"/>
                      </a:lnTo>
                      <a:lnTo>
                        <a:pt x="735" y="357"/>
                      </a:lnTo>
                      <a:lnTo>
                        <a:pt x="755" y="359"/>
                      </a:lnTo>
                      <a:lnTo>
                        <a:pt x="763" y="359"/>
                      </a:lnTo>
                      <a:lnTo>
                        <a:pt x="774" y="361"/>
                      </a:lnTo>
                      <a:lnTo>
                        <a:pt x="785" y="364"/>
                      </a:lnTo>
                      <a:lnTo>
                        <a:pt x="796" y="364"/>
                      </a:lnTo>
                      <a:lnTo>
                        <a:pt x="805" y="366"/>
                      </a:lnTo>
                      <a:lnTo>
                        <a:pt x="813" y="368"/>
                      </a:lnTo>
                      <a:lnTo>
                        <a:pt x="821" y="368"/>
                      </a:lnTo>
                      <a:lnTo>
                        <a:pt x="832" y="372"/>
                      </a:lnTo>
                      <a:lnTo>
                        <a:pt x="846" y="375"/>
                      </a:lnTo>
                      <a:lnTo>
                        <a:pt x="860" y="377"/>
                      </a:lnTo>
                      <a:lnTo>
                        <a:pt x="868" y="379"/>
                      </a:lnTo>
                      <a:lnTo>
                        <a:pt x="871" y="379"/>
                      </a:lnTo>
                      <a:lnTo>
                        <a:pt x="965" y="322"/>
                      </a:lnTo>
                      <a:lnTo>
                        <a:pt x="877" y="322"/>
                      </a:lnTo>
                      <a:lnTo>
                        <a:pt x="949" y="300"/>
                      </a:lnTo>
                      <a:lnTo>
                        <a:pt x="946" y="296"/>
                      </a:lnTo>
                      <a:lnTo>
                        <a:pt x="940" y="294"/>
                      </a:lnTo>
                      <a:lnTo>
                        <a:pt x="932" y="290"/>
                      </a:lnTo>
                      <a:lnTo>
                        <a:pt x="924" y="285"/>
                      </a:lnTo>
                      <a:lnTo>
                        <a:pt x="907" y="279"/>
                      </a:lnTo>
                      <a:lnTo>
                        <a:pt x="891" y="272"/>
                      </a:lnTo>
                      <a:lnTo>
                        <a:pt x="882" y="268"/>
                      </a:lnTo>
                      <a:lnTo>
                        <a:pt x="871" y="266"/>
                      </a:lnTo>
                      <a:lnTo>
                        <a:pt x="860" y="261"/>
                      </a:lnTo>
                      <a:lnTo>
                        <a:pt x="852" y="259"/>
                      </a:lnTo>
                      <a:lnTo>
                        <a:pt x="835" y="255"/>
                      </a:lnTo>
                      <a:lnTo>
                        <a:pt x="821" y="250"/>
                      </a:lnTo>
                      <a:lnTo>
                        <a:pt x="807" y="246"/>
                      </a:lnTo>
                      <a:lnTo>
                        <a:pt x="793" y="244"/>
                      </a:lnTo>
                      <a:lnTo>
                        <a:pt x="777" y="239"/>
                      </a:lnTo>
                      <a:lnTo>
                        <a:pt x="763" y="237"/>
                      </a:lnTo>
                      <a:lnTo>
                        <a:pt x="749" y="233"/>
                      </a:lnTo>
                      <a:lnTo>
                        <a:pt x="735" y="233"/>
                      </a:lnTo>
                      <a:lnTo>
                        <a:pt x="721" y="228"/>
                      </a:lnTo>
                      <a:lnTo>
                        <a:pt x="710" y="228"/>
                      </a:lnTo>
                      <a:lnTo>
                        <a:pt x="699" y="226"/>
                      </a:lnTo>
                      <a:lnTo>
                        <a:pt x="694" y="226"/>
                      </a:lnTo>
                      <a:lnTo>
                        <a:pt x="680" y="224"/>
                      </a:lnTo>
                      <a:lnTo>
                        <a:pt x="677" y="224"/>
                      </a:lnTo>
                      <a:lnTo>
                        <a:pt x="705" y="146"/>
                      </a:lnTo>
                      <a:lnTo>
                        <a:pt x="705" y="143"/>
                      </a:lnTo>
                      <a:lnTo>
                        <a:pt x="707" y="137"/>
                      </a:lnTo>
                      <a:lnTo>
                        <a:pt x="713" y="126"/>
                      </a:lnTo>
                      <a:lnTo>
                        <a:pt x="721" y="117"/>
                      </a:lnTo>
                      <a:lnTo>
                        <a:pt x="730" y="104"/>
                      </a:lnTo>
                      <a:lnTo>
                        <a:pt x="744" y="91"/>
                      </a:lnTo>
                      <a:lnTo>
                        <a:pt x="755" y="82"/>
                      </a:lnTo>
                      <a:lnTo>
                        <a:pt x="771" y="76"/>
                      </a:lnTo>
                      <a:lnTo>
                        <a:pt x="782" y="67"/>
                      </a:lnTo>
                      <a:lnTo>
                        <a:pt x="796" y="67"/>
                      </a:lnTo>
                      <a:lnTo>
                        <a:pt x="810" y="67"/>
                      </a:lnTo>
                      <a:lnTo>
                        <a:pt x="827" y="72"/>
                      </a:lnTo>
                      <a:lnTo>
                        <a:pt x="841" y="74"/>
                      </a:lnTo>
                      <a:lnTo>
                        <a:pt x="854" y="78"/>
                      </a:lnTo>
                      <a:lnTo>
                        <a:pt x="866" y="82"/>
                      </a:lnTo>
                      <a:lnTo>
                        <a:pt x="879" y="89"/>
                      </a:lnTo>
                      <a:lnTo>
                        <a:pt x="888" y="91"/>
                      </a:lnTo>
                      <a:lnTo>
                        <a:pt x="896" y="93"/>
                      </a:lnTo>
                      <a:lnTo>
                        <a:pt x="904" y="96"/>
                      </a:lnTo>
                      <a:lnTo>
                        <a:pt x="913" y="98"/>
                      </a:lnTo>
                      <a:lnTo>
                        <a:pt x="921" y="102"/>
                      </a:lnTo>
                      <a:lnTo>
                        <a:pt x="932" y="106"/>
                      </a:lnTo>
                      <a:lnTo>
                        <a:pt x="940" y="111"/>
                      </a:lnTo>
                      <a:lnTo>
                        <a:pt x="957" y="120"/>
                      </a:lnTo>
                      <a:lnTo>
                        <a:pt x="971" y="128"/>
                      </a:lnTo>
                      <a:lnTo>
                        <a:pt x="990" y="139"/>
                      </a:lnTo>
                      <a:lnTo>
                        <a:pt x="999" y="146"/>
                      </a:lnTo>
                      <a:lnTo>
                        <a:pt x="1010" y="152"/>
                      </a:lnTo>
                      <a:lnTo>
                        <a:pt x="1018" y="159"/>
                      </a:lnTo>
                      <a:lnTo>
                        <a:pt x="1029" y="165"/>
                      </a:lnTo>
                      <a:lnTo>
                        <a:pt x="1046" y="174"/>
                      </a:lnTo>
                      <a:lnTo>
                        <a:pt x="1060" y="185"/>
                      </a:lnTo>
                      <a:lnTo>
                        <a:pt x="1068" y="189"/>
                      </a:lnTo>
                      <a:lnTo>
                        <a:pt x="1074" y="194"/>
                      </a:lnTo>
                      <a:lnTo>
                        <a:pt x="1068" y="189"/>
                      </a:lnTo>
                      <a:lnTo>
                        <a:pt x="1060" y="183"/>
                      </a:lnTo>
                      <a:lnTo>
                        <a:pt x="1046" y="170"/>
                      </a:lnTo>
                      <a:lnTo>
                        <a:pt x="1029" y="157"/>
                      </a:lnTo>
                      <a:lnTo>
                        <a:pt x="1018" y="146"/>
                      </a:lnTo>
                      <a:lnTo>
                        <a:pt x="1007" y="139"/>
                      </a:lnTo>
                      <a:lnTo>
                        <a:pt x="996" y="128"/>
                      </a:lnTo>
                      <a:lnTo>
                        <a:pt x="985" y="120"/>
                      </a:lnTo>
                      <a:lnTo>
                        <a:pt x="974" y="111"/>
                      </a:lnTo>
                      <a:lnTo>
                        <a:pt x="963" y="100"/>
                      </a:lnTo>
                      <a:lnTo>
                        <a:pt x="952" y="91"/>
                      </a:lnTo>
                      <a:lnTo>
                        <a:pt x="940" y="82"/>
                      </a:lnTo>
                      <a:lnTo>
                        <a:pt x="929" y="74"/>
                      </a:lnTo>
                      <a:lnTo>
                        <a:pt x="918" y="63"/>
                      </a:lnTo>
                      <a:lnTo>
                        <a:pt x="907" y="54"/>
                      </a:lnTo>
                      <a:lnTo>
                        <a:pt x="899" y="48"/>
                      </a:lnTo>
                      <a:lnTo>
                        <a:pt x="882" y="32"/>
                      </a:lnTo>
                      <a:lnTo>
                        <a:pt x="868" y="21"/>
                      </a:lnTo>
                      <a:lnTo>
                        <a:pt x="854" y="11"/>
                      </a:lnTo>
                      <a:lnTo>
                        <a:pt x="846" y="4"/>
                      </a:lnTo>
                      <a:lnTo>
                        <a:pt x="841" y="0"/>
                      </a:lnTo>
                      <a:lnTo>
                        <a:pt x="835" y="0"/>
                      </a:lnTo>
                      <a:lnTo>
                        <a:pt x="827" y="8"/>
                      </a:lnTo>
                      <a:lnTo>
                        <a:pt x="816" y="11"/>
                      </a:lnTo>
                      <a:lnTo>
                        <a:pt x="810" y="15"/>
                      </a:lnTo>
                      <a:lnTo>
                        <a:pt x="799" y="21"/>
                      </a:lnTo>
                      <a:lnTo>
                        <a:pt x="788" y="28"/>
                      </a:lnTo>
                      <a:lnTo>
                        <a:pt x="774" y="32"/>
                      </a:lnTo>
                      <a:lnTo>
                        <a:pt x="760" y="39"/>
                      </a:lnTo>
                      <a:lnTo>
                        <a:pt x="746" y="43"/>
                      </a:lnTo>
                      <a:lnTo>
                        <a:pt x="730" y="50"/>
                      </a:lnTo>
                      <a:lnTo>
                        <a:pt x="710" y="52"/>
                      </a:lnTo>
                      <a:lnTo>
                        <a:pt x="694" y="56"/>
                      </a:lnTo>
                      <a:lnTo>
                        <a:pt x="674" y="58"/>
                      </a:lnTo>
                      <a:lnTo>
                        <a:pt x="655" y="63"/>
                      </a:lnTo>
                      <a:lnTo>
                        <a:pt x="635" y="61"/>
                      </a:lnTo>
                      <a:lnTo>
                        <a:pt x="613" y="58"/>
                      </a:lnTo>
                      <a:lnTo>
                        <a:pt x="591" y="56"/>
                      </a:lnTo>
                      <a:lnTo>
                        <a:pt x="569" y="54"/>
                      </a:lnTo>
                      <a:lnTo>
                        <a:pt x="549" y="50"/>
                      </a:lnTo>
                      <a:lnTo>
                        <a:pt x="530" y="48"/>
                      </a:lnTo>
                      <a:lnTo>
                        <a:pt x="508" y="43"/>
                      </a:lnTo>
                      <a:lnTo>
                        <a:pt x="491" y="41"/>
                      </a:lnTo>
                      <a:lnTo>
                        <a:pt x="472" y="37"/>
                      </a:lnTo>
                      <a:lnTo>
                        <a:pt x="455" y="32"/>
                      </a:lnTo>
                      <a:lnTo>
                        <a:pt x="441" y="28"/>
                      </a:lnTo>
                      <a:lnTo>
                        <a:pt x="430" y="26"/>
                      </a:lnTo>
                      <a:lnTo>
                        <a:pt x="419" y="24"/>
                      </a:lnTo>
                      <a:lnTo>
                        <a:pt x="413" y="21"/>
                      </a:lnTo>
                      <a:lnTo>
                        <a:pt x="408" y="19"/>
                      </a:lnTo>
                      <a:close/>
                    </a:path>
                  </a:pathLst>
                </a:custGeom>
                <a:solidFill>
                  <a:srgbClr val="808080"/>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92" name="Google Shape;392;p10"/>
                <p:cNvSpPr/>
                <p:nvPr/>
              </p:nvSpPr>
              <p:spPr>
                <a:xfrm>
                  <a:off x="1099" y="2729"/>
                  <a:ext cx="216" cy="427"/>
                </a:xfrm>
                <a:custGeom>
                  <a:rect b="b" l="l" r="r" t="t"/>
                  <a:pathLst>
                    <a:path extrusionOk="0" h="427" w="216">
                      <a:moveTo>
                        <a:pt x="158" y="0"/>
                      </a:moveTo>
                      <a:lnTo>
                        <a:pt x="158" y="2"/>
                      </a:lnTo>
                      <a:lnTo>
                        <a:pt x="164" y="10"/>
                      </a:lnTo>
                      <a:lnTo>
                        <a:pt x="167" y="15"/>
                      </a:lnTo>
                      <a:lnTo>
                        <a:pt x="172" y="21"/>
                      </a:lnTo>
                      <a:lnTo>
                        <a:pt x="178" y="30"/>
                      </a:lnTo>
                      <a:lnTo>
                        <a:pt x="183" y="41"/>
                      </a:lnTo>
                      <a:lnTo>
                        <a:pt x="186" y="50"/>
                      </a:lnTo>
                      <a:lnTo>
                        <a:pt x="192" y="61"/>
                      </a:lnTo>
                      <a:lnTo>
                        <a:pt x="194" y="74"/>
                      </a:lnTo>
                      <a:lnTo>
                        <a:pt x="200" y="85"/>
                      </a:lnTo>
                      <a:lnTo>
                        <a:pt x="203" y="98"/>
                      </a:lnTo>
                      <a:lnTo>
                        <a:pt x="208" y="111"/>
                      </a:lnTo>
                      <a:lnTo>
                        <a:pt x="211" y="126"/>
                      </a:lnTo>
                      <a:lnTo>
                        <a:pt x="214" y="139"/>
                      </a:lnTo>
                      <a:lnTo>
                        <a:pt x="214" y="152"/>
                      </a:lnTo>
                      <a:lnTo>
                        <a:pt x="216" y="165"/>
                      </a:lnTo>
                      <a:lnTo>
                        <a:pt x="216" y="178"/>
                      </a:lnTo>
                      <a:lnTo>
                        <a:pt x="216" y="194"/>
                      </a:lnTo>
                      <a:lnTo>
                        <a:pt x="214" y="204"/>
                      </a:lnTo>
                      <a:lnTo>
                        <a:pt x="214" y="218"/>
                      </a:lnTo>
                      <a:lnTo>
                        <a:pt x="208" y="233"/>
                      </a:lnTo>
                      <a:lnTo>
                        <a:pt x="208" y="246"/>
                      </a:lnTo>
                      <a:lnTo>
                        <a:pt x="203" y="257"/>
                      </a:lnTo>
                      <a:lnTo>
                        <a:pt x="197" y="270"/>
                      </a:lnTo>
                      <a:lnTo>
                        <a:pt x="192" y="281"/>
                      </a:lnTo>
                      <a:lnTo>
                        <a:pt x="186" y="294"/>
                      </a:lnTo>
                      <a:lnTo>
                        <a:pt x="178" y="303"/>
                      </a:lnTo>
                      <a:lnTo>
                        <a:pt x="172" y="316"/>
                      </a:lnTo>
                      <a:lnTo>
                        <a:pt x="161" y="324"/>
                      </a:lnTo>
                      <a:lnTo>
                        <a:pt x="155" y="335"/>
                      </a:lnTo>
                      <a:lnTo>
                        <a:pt x="144" y="344"/>
                      </a:lnTo>
                      <a:lnTo>
                        <a:pt x="133" y="350"/>
                      </a:lnTo>
                      <a:lnTo>
                        <a:pt x="122" y="359"/>
                      </a:lnTo>
                      <a:lnTo>
                        <a:pt x="114" y="368"/>
                      </a:lnTo>
                      <a:lnTo>
                        <a:pt x="103" y="374"/>
                      </a:lnTo>
                      <a:lnTo>
                        <a:pt x="92" y="383"/>
                      </a:lnTo>
                      <a:lnTo>
                        <a:pt x="81" y="392"/>
                      </a:lnTo>
                      <a:lnTo>
                        <a:pt x="69" y="398"/>
                      </a:lnTo>
                      <a:lnTo>
                        <a:pt x="58" y="403"/>
                      </a:lnTo>
                      <a:lnTo>
                        <a:pt x="47" y="409"/>
                      </a:lnTo>
                      <a:lnTo>
                        <a:pt x="39" y="414"/>
                      </a:lnTo>
                      <a:lnTo>
                        <a:pt x="33" y="418"/>
                      </a:lnTo>
                      <a:lnTo>
                        <a:pt x="22" y="425"/>
                      </a:lnTo>
                      <a:lnTo>
                        <a:pt x="20" y="427"/>
                      </a:lnTo>
                      <a:lnTo>
                        <a:pt x="0" y="346"/>
                      </a:lnTo>
                      <a:lnTo>
                        <a:pt x="3" y="344"/>
                      </a:lnTo>
                      <a:lnTo>
                        <a:pt x="11" y="340"/>
                      </a:lnTo>
                      <a:lnTo>
                        <a:pt x="25" y="331"/>
                      </a:lnTo>
                      <a:lnTo>
                        <a:pt x="42" y="322"/>
                      </a:lnTo>
                      <a:lnTo>
                        <a:pt x="58" y="309"/>
                      </a:lnTo>
                      <a:lnTo>
                        <a:pt x="78" y="296"/>
                      </a:lnTo>
                      <a:lnTo>
                        <a:pt x="86" y="285"/>
                      </a:lnTo>
                      <a:lnTo>
                        <a:pt x="94" y="276"/>
                      </a:lnTo>
                      <a:lnTo>
                        <a:pt x="103" y="268"/>
                      </a:lnTo>
                      <a:lnTo>
                        <a:pt x="111" y="261"/>
                      </a:lnTo>
                      <a:lnTo>
                        <a:pt x="117" y="248"/>
                      </a:lnTo>
                      <a:lnTo>
                        <a:pt x="122" y="239"/>
                      </a:lnTo>
                      <a:lnTo>
                        <a:pt x="125" y="228"/>
                      </a:lnTo>
                      <a:lnTo>
                        <a:pt x="130" y="220"/>
                      </a:lnTo>
                      <a:lnTo>
                        <a:pt x="130" y="209"/>
                      </a:lnTo>
                      <a:lnTo>
                        <a:pt x="133" y="198"/>
                      </a:lnTo>
                      <a:lnTo>
                        <a:pt x="136" y="189"/>
                      </a:lnTo>
                      <a:lnTo>
                        <a:pt x="139" y="178"/>
                      </a:lnTo>
                      <a:lnTo>
                        <a:pt x="139" y="167"/>
                      </a:lnTo>
                      <a:lnTo>
                        <a:pt x="139" y="157"/>
                      </a:lnTo>
                      <a:lnTo>
                        <a:pt x="139" y="146"/>
                      </a:lnTo>
                      <a:lnTo>
                        <a:pt x="142" y="137"/>
                      </a:lnTo>
                      <a:lnTo>
                        <a:pt x="142" y="128"/>
                      </a:lnTo>
                      <a:lnTo>
                        <a:pt x="142" y="117"/>
                      </a:lnTo>
                      <a:lnTo>
                        <a:pt x="142" y="109"/>
                      </a:lnTo>
                      <a:lnTo>
                        <a:pt x="142" y="102"/>
                      </a:lnTo>
                      <a:lnTo>
                        <a:pt x="142" y="93"/>
                      </a:lnTo>
                      <a:lnTo>
                        <a:pt x="142" y="85"/>
                      </a:lnTo>
                      <a:lnTo>
                        <a:pt x="142" y="78"/>
                      </a:lnTo>
                      <a:lnTo>
                        <a:pt x="142" y="74"/>
                      </a:lnTo>
                      <a:lnTo>
                        <a:pt x="142" y="63"/>
                      </a:lnTo>
                      <a:lnTo>
                        <a:pt x="142" y="54"/>
                      </a:lnTo>
                      <a:lnTo>
                        <a:pt x="142" y="45"/>
                      </a:lnTo>
                      <a:lnTo>
                        <a:pt x="142" y="41"/>
                      </a:lnTo>
                      <a:lnTo>
                        <a:pt x="142" y="39"/>
                      </a:lnTo>
                      <a:lnTo>
                        <a:pt x="158" y="0"/>
                      </a:lnTo>
                      <a:close/>
                    </a:path>
                  </a:pathLst>
                </a:custGeom>
                <a:solidFill>
                  <a:srgbClr val="7E94D8"/>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93" name="Google Shape;393;p10"/>
                <p:cNvSpPr/>
                <p:nvPr/>
              </p:nvSpPr>
              <p:spPr>
                <a:xfrm>
                  <a:off x="675" y="3090"/>
                  <a:ext cx="227" cy="181"/>
                </a:xfrm>
                <a:custGeom>
                  <a:rect b="b" l="l" r="r" t="t"/>
                  <a:pathLst>
                    <a:path extrusionOk="0" h="181" w="227">
                      <a:moveTo>
                        <a:pt x="88" y="0"/>
                      </a:moveTo>
                      <a:lnTo>
                        <a:pt x="122" y="66"/>
                      </a:lnTo>
                      <a:lnTo>
                        <a:pt x="163" y="51"/>
                      </a:lnTo>
                      <a:lnTo>
                        <a:pt x="227" y="70"/>
                      </a:lnTo>
                      <a:lnTo>
                        <a:pt x="205" y="101"/>
                      </a:lnTo>
                      <a:lnTo>
                        <a:pt x="149" y="96"/>
                      </a:lnTo>
                      <a:lnTo>
                        <a:pt x="180" y="144"/>
                      </a:lnTo>
                      <a:lnTo>
                        <a:pt x="16" y="181"/>
                      </a:lnTo>
                      <a:lnTo>
                        <a:pt x="0" y="151"/>
                      </a:lnTo>
                      <a:lnTo>
                        <a:pt x="5" y="144"/>
                      </a:lnTo>
                      <a:lnTo>
                        <a:pt x="16" y="133"/>
                      </a:lnTo>
                      <a:lnTo>
                        <a:pt x="25" y="125"/>
                      </a:lnTo>
                      <a:lnTo>
                        <a:pt x="33" y="116"/>
                      </a:lnTo>
                      <a:lnTo>
                        <a:pt x="36" y="105"/>
                      </a:lnTo>
                      <a:lnTo>
                        <a:pt x="41" y="96"/>
                      </a:lnTo>
                      <a:lnTo>
                        <a:pt x="39" y="83"/>
                      </a:lnTo>
                      <a:lnTo>
                        <a:pt x="39" y="70"/>
                      </a:lnTo>
                      <a:lnTo>
                        <a:pt x="33" y="57"/>
                      </a:lnTo>
                      <a:lnTo>
                        <a:pt x="30" y="51"/>
                      </a:lnTo>
                      <a:lnTo>
                        <a:pt x="25" y="42"/>
                      </a:lnTo>
                      <a:lnTo>
                        <a:pt x="22" y="35"/>
                      </a:lnTo>
                      <a:lnTo>
                        <a:pt x="16" y="31"/>
                      </a:lnTo>
                      <a:lnTo>
                        <a:pt x="88" y="0"/>
                      </a:lnTo>
                      <a:close/>
                    </a:path>
                  </a:pathLst>
                </a:custGeom>
                <a:solidFill>
                  <a:srgbClr val="F2CC99"/>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94" name="Google Shape;394;p10"/>
                <p:cNvSpPr/>
                <p:nvPr/>
              </p:nvSpPr>
              <p:spPr>
                <a:xfrm>
                  <a:off x="824" y="3175"/>
                  <a:ext cx="81" cy="59"/>
                </a:xfrm>
                <a:custGeom>
                  <a:rect b="b" l="l" r="r" t="t"/>
                  <a:pathLst>
                    <a:path extrusionOk="0" h="59" w="81">
                      <a:moveTo>
                        <a:pt x="0" y="11"/>
                      </a:moveTo>
                      <a:lnTo>
                        <a:pt x="0" y="9"/>
                      </a:lnTo>
                      <a:lnTo>
                        <a:pt x="9" y="5"/>
                      </a:lnTo>
                      <a:lnTo>
                        <a:pt x="17" y="3"/>
                      </a:lnTo>
                      <a:lnTo>
                        <a:pt x="31" y="0"/>
                      </a:lnTo>
                      <a:lnTo>
                        <a:pt x="45" y="0"/>
                      </a:lnTo>
                      <a:lnTo>
                        <a:pt x="59" y="3"/>
                      </a:lnTo>
                      <a:lnTo>
                        <a:pt x="70" y="5"/>
                      </a:lnTo>
                      <a:lnTo>
                        <a:pt x="78" y="13"/>
                      </a:lnTo>
                      <a:lnTo>
                        <a:pt x="78" y="18"/>
                      </a:lnTo>
                      <a:lnTo>
                        <a:pt x="81" y="27"/>
                      </a:lnTo>
                      <a:lnTo>
                        <a:pt x="81" y="33"/>
                      </a:lnTo>
                      <a:lnTo>
                        <a:pt x="81" y="42"/>
                      </a:lnTo>
                      <a:lnTo>
                        <a:pt x="81" y="55"/>
                      </a:lnTo>
                      <a:lnTo>
                        <a:pt x="81" y="59"/>
                      </a:lnTo>
                      <a:lnTo>
                        <a:pt x="31" y="59"/>
                      </a:lnTo>
                      <a:lnTo>
                        <a:pt x="0" y="11"/>
                      </a:lnTo>
                      <a:close/>
                    </a:path>
                  </a:pathLst>
                </a:custGeom>
                <a:solidFill>
                  <a:srgbClr val="8F827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95" name="Google Shape;395;p10"/>
                <p:cNvSpPr/>
                <p:nvPr/>
              </p:nvSpPr>
              <p:spPr>
                <a:xfrm>
                  <a:off x="1163" y="3633"/>
                  <a:ext cx="69" cy="28"/>
                </a:xfrm>
                <a:custGeom>
                  <a:rect b="b" l="l" r="r" t="t"/>
                  <a:pathLst>
                    <a:path extrusionOk="0" h="28" w="69">
                      <a:moveTo>
                        <a:pt x="25" y="0"/>
                      </a:moveTo>
                      <a:lnTo>
                        <a:pt x="69" y="22"/>
                      </a:lnTo>
                      <a:lnTo>
                        <a:pt x="0" y="28"/>
                      </a:lnTo>
                      <a:lnTo>
                        <a:pt x="0" y="26"/>
                      </a:lnTo>
                      <a:lnTo>
                        <a:pt x="0" y="22"/>
                      </a:lnTo>
                      <a:lnTo>
                        <a:pt x="3" y="15"/>
                      </a:lnTo>
                      <a:lnTo>
                        <a:pt x="8" y="11"/>
                      </a:lnTo>
                      <a:lnTo>
                        <a:pt x="17" y="2"/>
                      </a:lnTo>
                      <a:lnTo>
                        <a:pt x="25" y="0"/>
                      </a:lnTo>
                      <a:close/>
                    </a:path>
                  </a:pathLst>
                </a:custGeom>
                <a:solidFill>
                  <a:srgbClr val="E680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96" name="Google Shape;396;p10"/>
                <p:cNvSpPr/>
                <p:nvPr/>
              </p:nvSpPr>
              <p:spPr>
                <a:xfrm>
                  <a:off x="1166" y="2247"/>
                  <a:ext cx="216" cy="401"/>
                </a:xfrm>
                <a:custGeom>
                  <a:rect b="b" l="l" r="r" t="t"/>
                  <a:pathLst>
                    <a:path extrusionOk="0" h="401" w="216">
                      <a:moveTo>
                        <a:pt x="116" y="0"/>
                      </a:moveTo>
                      <a:lnTo>
                        <a:pt x="158" y="74"/>
                      </a:lnTo>
                      <a:lnTo>
                        <a:pt x="130" y="115"/>
                      </a:lnTo>
                      <a:lnTo>
                        <a:pt x="174" y="115"/>
                      </a:lnTo>
                      <a:lnTo>
                        <a:pt x="216" y="157"/>
                      </a:lnTo>
                      <a:lnTo>
                        <a:pt x="180" y="166"/>
                      </a:lnTo>
                      <a:lnTo>
                        <a:pt x="174" y="163"/>
                      </a:lnTo>
                      <a:lnTo>
                        <a:pt x="172" y="163"/>
                      </a:lnTo>
                      <a:lnTo>
                        <a:pt x="163" y="163"/>
                      </a:lnTo>
                      <a:lnTo>
                        <a:pt x="155" y="163"/>
                      </a:lnTo>
                      <a:lnTo>
                        <a:pt x="144" y="163"/>
                      </a:lnTo>
                      <a:lnTo>
                        <a:pt x="133" y="163"/>
                      </a:lnTo>
                      <a:lnTo>
                        <a:pt x="122" y="168"/>
                      </a:lnTo>
                      <a:lnTo>
                        <a:pt x="116" y="174"/>
                      </a:lnTo>
                      <a:lnTo>
                        <a:pt x="108" y="181"/>
                      </a:lnTo>
                      <a:lnTo>
                        <a:pt x="102" y="190"/>
                      </a:lnTo>
                      <a:lnTo>
                        <a:pt x="100" y="198"/>
                      </a:lnTo>
                      <a:lnTo>
                        <a:pt x="102" y="211"/>
                      </a:lnTo>
                      <a:lnTo>
                        <a:pt x="102" y="220"/>
                      </a:lnTo>
                      <a:lnTo>
                        <a:pt x="108" y="231"/>
                      </a:lnTo>
                      <a:lnTo>
                        <a:pt x="116" y="240"/>
                      </a:lnTo>
                      <a:lnTo>
                        <a:pt x="125" y="246"/>
                      </a:lnTo>
                      <a:lnTo>
                        <a:pt x="133" y="251"/>
                      </a:lnTo>
                      <a:lnTo>
                        <a:pt x="144" y="255"/>
                      </a:lnTo>
                      <a:lnTo>
                        <a:pt x="155" y="257"/>
                      </a:lnTo>
                      <a:lnTo>
                        <a:pt x="169" y="259"/>
                      </a:lnTo>
                      <a:lnTo>
                        <a:pt x="177" y="259"/>
                      </a:lnTo>
                      <a:lnTo>
                        <a:pt x="186" y="259"/>
                      </a:lnTo>
                      <a:lnTo>
                        <a:pt x="191" y="259"/>
                      </a:lnTo>
                      <a:lnTo>
                        <a:pt x="194" y="259"/>
                      </a:lnTo>
                      <a:lnTo>
                        <a:pt x="144" y="298"/>
                      </a:lnTo>
                      <a:lnTo>
                        <a:pt x="66" y="401"/>
                      </a:lnTo>
                      <a:lnTo>
                        <a:pt x="22" y="377"/>
                      </a:lnTo>
                      <a:lnTo>
                        <a:pt x="22" y="373"/>
                      </a:lnTo>
                      <a:lnTo>
                        <a:pt x="25" y="364"/>
                      </a:lnTo>
                      <a:lnTo>
                        <a:pt x="25" y="357"/>
                      </a:lnTo>
                      <a:lnTo>
                        <a:pt x="30" y="351"/>
                      </a:lnTo>
                      <a:lnTo>
                        <a:pt x="30" y="342"/>
                      </a:lnTo>
                      <a:lnTo>
                        <a:pt x="36" y="333"/>
                      </a:lnTo>
                      <a:lnTo>
                        <a:pt x="36" y="325"/>
                      </a:lnTo>
                      <a:lnTo>
                        <a:pt x="39" y="316"/>
                      </a:lnTo>
                      <a:lnTo>
                        <a:pt x="39" y="307"/>
                      </a:lnTo>
                      <a:lnTo>
                        <a:pt x="41" y="298"/>
                      </a:lnTo>
                      <a:lnTo>
                        <a:pt x="41" y="290"/>
                      </a:lnTo>
                      <a:lnTo>
                        <a:pt x="44" y="283"/>
                      </a:lnTo>
                      <a:lnTo>
                        <a:pt x="44" y="275"/>
                      </a:lnTo>
                      <a:lnTo>
                        <a:pt x="44" y="270"/>
                      </a:lnTo>
                      <a:lnTo>
                        <a:pt x="39" y="257"/>
                      </a:lnTo>
                      <a:lnTo>
                        <a:pt x="36" y="248"/>
                      </a:lnTo>
                      <a:lnTo>
                        <a:pt x="30" y="242"/>
                      </a:lnTo>
                      <a:lnTo>
                        <a:pt x="25" y="240"/>
                      </a:lnTo>
                      <a:lnTo>
                        <a:pt x="11" y="235"/>
                      </a:lnTo>
                      <a:lnTo>
                        <a:pt x="5" y="229"/>
                      </a:lnTo>
                      <a:lnTo>
                        <a:pt x="8" y="218"/>
                      </a:lnTo>
                      <a:lnTo>
                        <a:pt x="16" y="205"/>
                      </a:lnTo>
                      <a:lnTo>
                        <a:pt x="25" y="194"/>
                      </a:lnTo>
                      <a:lnTo>
                        <a:pt x="30" y="190"/>
                      </a:lnTo>
                      <a:lnTo>
                        <a:pt x="25" y="185"/>
                      </a:lnTo>
                      <a:lnTo>
                        <a:pt x="16" y="179"/>
                      </a:lnTo>
                      <a:lnTo>
                        <a:pt x="11" y="170"/>
                      </a:lnTo>
                      <a:lnTo>
                        <a:pt x="8" y="163"/>
                      </a:lnTo>
                      <a:lnTo>
                        <a:pt x="5" y="152"/>
                      </a:lnTo>
                      <a:lnTo>
                        <a:pt x="5" y="139"/>
                      </a:lnTo>
                      <a:lnTo>
                        <a:pt x="2" y="131"/>
                      </a:lnTo>
                      <a:lnTo>
                        <a:pt x="0" y="124"/>
                      </a:lnTo>
                      <a:lnTo>
                        <a:pt x="0" y="115"/>
                      </a:lnTo>
                      <a:lnTo>
                        <a:pt x="0" y="109"/>
                      </a:lnTo>
                      <a:lnTo>
                        <a:pt x="0" y="100"/>
                      </a:lnTo>
                      <a:lnTo>
                        <a:pt x="2" y="91"/>
                      </a:lnTo>
                      <a:lnTo>
                        <a:pt x="2" y="83"/>
                      </a:lnTo>
                      <a:lnTo>
                        <a:pt x="5" y="76"/>
                      </a:lnTo>
                      <a:lnTo>
                        <a:pt x="5" y="61"/>
                      </a:lnTo>
                      <a:lnTo>
                        <a:pt x="8" y="50"/>
                      </a:lnTo>
                      <a:lnTo>
                        <a:pt x="11" y="43"/>
                      </a:lnTo>
                      <a:lnTo>
                        <a:pt x="11" y="41"/>
                      </a:lnTo>
                      <a:lnTo>
                        <a:pt x="116" y="0"/>
                      </a:lnTo>
                      <a:close/>
                    </a:path>
                  </a:pathLst>
                </a:custGeom>
                <a:solidFill>
                  <a:srgbClr val="E6B380"/>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97" name="Google Shape;397;p10"/>
                <p:cNvSpPr/>
                <p:nvPr/>
              </p:nvSpPr>
              <p:spPr>
                <a:xfrm>
                  <a:off x="1030" y="2203"/>
                  <a:ext cx="338" cy="273"/>
                </a:xfrm>
                <a:custGeom>
                  <a:rect b="b" l="l" r="r" t="t"/>
                  <a:pathLst>
                    <a:path extrusionOk="0" h="273" w="338">
                      <a:moveTo>
                        <a:pt x="255" y="72"/>
                      </a:moveTo>
                      <a:lnTo>
                        <a:pt x="258" y="77"/>
                      </a:lnTo>
                      <a:lnTo>
                        <a:pt x="272" y="81"/>
                      </a:lnTo>
                      <a:lnTo>
                        <a:pt x="280" y="77"/>
                      </a:lnTo>
                      <a:lnTo>
                        <a:pt x="285" y="74"/>
                      </a:lnTo>
                      <a:lnTo>
                        <a:pt x="291" y="70"/>
                      </a:lnTo>
                      <a:lnTo>
                        <a:pt x="294" y="68"/>
                      </a:lnTo>
                      <a:lnTo>
                        <a:pt x="324" y="87"/>
                      </a:lnTo>
                      <a:lnTo>
                        <a:pt x="327" y="85"/>
                      </a:lnTo>
                      <a:lnTo>
                        <a:pt x="330" y="79"/>
                      </a:lnTo>
                      <a:lnTo>
                        <a:pt x="335" y="70"/>
                      </a:lnTo>
                      <a:lnTo>
                        <a:pt x="338" y="61"/>
                      </a:lnTo>
                      <a:lnTo>
                        <a:pt x="330" y="50"/>
                      </a:lnTo>
                      <a:lnTo>
                        <a:pt x="319" y="44"/>
                      </a:lnTo>
                      <a:lnTo>
                        <a:pt x="308" y="37"/>
                      </a:lnTo>
                      <a:lnTo>
                        <a:pt x="305" y="37"/>
                      </a:lnTo>
                      <a:lnTo>
                        <a:pt x="302" y="33"/>
                      </a:lnTo>
                      <a:lnTo>
                        <a:pt x="302" y="24"/>
                      </a:lnTo>
                      <a:lnTo>
                        <a:pt x="297" y="16"/>
                      </a:lnTo>
                      <a:lnTo>
                        <a:pt x="291" y="9"/>
                      </a:lnTo>
                      <a:lnTo>
                        <a:pt x="277" y="2"/>
                      </a:lnTo>
                      <a:lnTo>
                        <a:pt x="261" y="0"/>
                      </a:lnTo>
                      <a:lnTo>
                        <a:pt x="249" y="0"/>
                      </a:lnTo>
                      <a:lnTo>
                        <a:pt x="241" y="2"/>
                      </a:lnTo>
                      <a:lnTo>
                        <a:pt x="230" y="5"/>
                      </a:lnTo>
                      <a:lnTo>
                        <a:pt x="222" y="9"/>
                      </a:lnTo>
                      <a:lnTo>
                        <a:pt x="211" y="11"/>
                      </a:lnTo>
                      <a:lnTo>
                        <a:pt x="199" y="16"/>
                      </a:lnTo>
                      <a:lnTo>
                        <a:pt x="191" y="22"/>
                      </a:lnTo>
                      <a:lnTo>
                        <a:pt x="180" y="26"/>
                      </a:lnTo>
                      <a:lnTo>
                        <a:pt x="163" y="37"/>
                      </a:lnTo>
                      <a:lnTo>
                        <a:pt x="147" y="44"/>
                      </a:lnTo>
                      <a:lnTo>
                        <a:pt x="130" y="46"/>
                      </a:lnTo>
                      <a:lnTo>
                        <a:pt x="116" y="44"/>
                      </a:lnTo>
                      <a:lnTo>
                        <a:pt x="97" y="44"/>
                      </a:lnTo>
                      <a:lnTo>
                        <a:pt x="80" y="48"/>
                      </a:lnTo>
                      <a:lnTo>
                        <a:pt x="69" y="50"/>
                      </a:lnTo>
                      <a:lnTo>
                        <a:pt x="61" y="57"/>
                      </a:lnTo>
                      <a:lnTo>
                        <a:pt x="50" y="61"/>
                      </a:lnTo>
                      <a:lnTo>
                        <a:pt x="39" y="70"/>
                      </a:lnTo>
                      <a:lnTo>
                        <a:pt x="30" y="77"/>
                      </a:lnTo>
                      <a:lnTo>
                        <a:pt x="22" y="85"/>
                      </a:lnTo>
                      <a:lnTo>
                        <a:pt x="14" y="92"/>
                      </a:lnTo>
                      <a:lnTo>
                        <a:pt x="11" y="101"/>
                      </a:lnTo>
                      <a:lnTo>
                        <a:pt x="5" y="111"/>
                      </a:lnTo>
                      <a:lnTo>
                        <a:pt x="5" y="120"/>
                      </a:lnTo>
                      <a:lnTo>
                        <a:pt x="8" y="129"/>
                      </a:lnTo>
                      <a:lnTo>
                        <a:pt x="11" y="135"/>
                      </a:lnTo>
                      <a:lnTo>
                        <a:pt x="11" y="140"/>
                      </a:lnTo>
                      <a:lnTo>
                        <a:pt x="5" y="149"/>
                      </a:lnTo>
                      <a:lnTo>
                        <a:pt x="3" y="155"/>
                      </a:lnTo>
                      <a:lnTo>
                        <a:pt x="0" y="164"/>
                      </a:lnTo>
                      <a:lnTo>
                        <a:pt x="0" y="172"/>
                      </a:lnTo>
                      <a:lnTo>
                        <a:pt x="0" y="183"/>
                      </a:lnTo>
                      <a:lnTo>
                        <a:pt x="3" y="196"/>
                      </a:lnTo>
                      <a:lnTo>
                        <a:pt x="8" y="210"/>
                      </a:lnTo>
                      <a:lnTo>
                        <a:pt x="14" y="223"/>
                      </a:lnTo>
                      <a:lnTo>
                        <a:pt x="19" y="236"/>
                      </a:lnTo>
                      <a:lnTo>
                        <a:pt x="30" y="244"/>
                      </a:lnTo>
                      <a:lnTo>
                        <a:pt x="44" y="255"/>
                      </a:lnTo>
                      <a:lnTo>
                        <a:pt x="61" y="264"/>
                      </a:lnTo>
                      <a:lnTo>
                        <a:pt x="77" y="268"/>
                      </a:lnTo>
                      <a:lnTo>
                        <a:pt x="91" y="271"/>
                      </a:lnTo>
                      <a:lnTo>
                        <a:pt x="100" y="273"/>
                      </a:lnTo>
                      <a:lnTo>
                        <a:pt x="122" y="234"/>
                      </a:lnTo>
                      <a:lnTo>
                        <a:pt x="119" y="227"/>
                      </a:lnTo>
                      <a:lnTo>
                        <a:pt x="116" y="216"/>
                      </a:lnTo>
                      <a:lnTo>
                        <a:pt x="111" y="203"/>
                      </a:lnTo>
                      <a:lnTo>
                        <a:pt x="108" y="196"/>
                      </a:lnTo>
                      <a:lnTo>
                        <a:pt x="111" y="183"/>
                      </a:lnTo>
                      <a:lnTo>
                        <a:pt x="125" y="181"/>
                      </a:lnTo>
                      <a:lnTo>
                        <a:pt x="136" y="183"/>
                      </a:lnTo>
                      <a:lnTo>
                        <a:pt x="147" y="188"/>
                      </a:lnTo>
                      <a:lnTo>
                        <a:pt x="158" y="190"/>
                      </a:lnTo>
                      <a:lnTo>
                        <a:pt x="169" y="192"/>
                      </a:lnTo>
                      <a:lnTo>
                        <a:pt x="177" y="188"/>
                      </a:lnTo>
                      <a:lnTo>
                        <a:pt x="186" y="183"/>
                      </a:lnTo>
                      <a:lnTo>
                        <a:pt x="191" y="175"/>
                      </a:lnTo>
                      <a:lnTo>
                        <a:pt x="197" y="166"/>
                      </a:lnTo>
                      <a:lnTo>
                        <a:pt x="194" y="157"/>
                      </a:lnTo>
                      <a:lnTo>
                        <a:pt x="191" y="151"/>
                      </a:lnTo>
                      <a:lnTo>
                        <a:pt x="191" y="144"/>
                      </a:lnTo>
                      <a:lnTo>
                        <a:pt x="197" y="138"/>
                      </a:lnTo>
                      <a:lnTo>
                        <a:pt x="202" y="131"/>
                      </a:lnTo>
                      <a:lnTo>
                        <a:pt x="216" y="125"/>
                      </a:lnTo>
                      <a:lnTo>
                        <a:pt x="230" y="114"/>
                      </a:lnTo>
                      <a:lnTo>
                        <a:pt x="241" y="105"/>
                      </a:lnTo>
                      <a:lnTo>
                        <a:pt x="247" y="94"/>
                      </a:lnTo>
                      <a:lnTo>
                        <a:pt x="252" y="83"/>
                      </a:lnTo>
                      <a:lnTo>
                        <a:pt x="252" y="74"/>
                      </a:lnTo>
                      <a:lnTo>
                        <a:pt x="255" y="72"/>
                      </a:lnTo>
                      <a:close/>
                    </a:path>
                  </a:pathLst>
                </a:custGeom>
                <a:solidFill>
                  <a:srgbClr val="4D4D4D"/>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98" name="Google Shape;398;p10"/>
                <p:cNvSpPr/>
                <p:nvPr/>
              </p:nvSpPr>
              <p:spPr>
                <a:xfrm>
                  <a:off x="1948" y="2367"/>
                  <a:ext cx="263" cy="126"/>
                </a:xfrm>
                <a:custGeom>
                  <a:rect b="b" l="l" r="r" t="t"/>
                  <a:pathLst>
                    <a:path extrusionOk="0" h="126" w="263">
                      <a:moveTo>
                        <a:pt x="0" y="78"/>
                      </a:moveTo>
                      <a:lnTo>
                        <a:pt x="3" y="74"/>
                      </a:lnTo>
                      <a:lnTo>
                        <a:pt x="11" y="65"/>
                      </a:lnTo>
                      <a:lnTo>
                        <a:pt x="19" y="59"/>
                      </a:lnTo>
                      <a:lnTo>
                        <a:pt x="30" y="54"/>
                      </a:lnTo>
                      <a:lnTo>
                        <a:pt x="42" y="52"/>
                      </a:lnTo>
                      <a:lnTo>
                        <a:pt x="58" y="48"/>
                      </a:lnTo>
                      <a:lnTo>
                        <a:pt x="72" y="43"/>
                      </a:lnTo>
                      <a:lnTo>
                        <a:pt x="86" y="43"/>
                      </a:lnTo>
                      <a:lnTo>
                        <a:pt x="103" y="39"/>
                      </a:lnTo>
                      <a:lnTo>
                        <a:pt x="122" y="39"/>
                      </a:lnTo>
                      <a:lnTo>
                        <a:pt x="133" y="39"/>
                      </a:lnTo>
                      <a:lnTo>
                        <a:pt x="147" y="39"/>
                      </a:lnTo>
                      <a:lnTo>
                        <a:pt x="153" y="39"/>
                      </a:lnTo>
                      <a:lnTo>
                        <a:pt x="158" y="39"/>
                      </a:lnTo>
                      <a:lnTo>
                        <a:pt x="263" y="0"/>
                      </a:lnTo>
                      <a:lnTo>
                        <a:pt x="258" y="19"/>
                      </a:lnTo>
                      <a:lnTo>
                        <a:pt x="186" y="63"/>
                      </a:lnTo>
                      <a:lnTo>
                        <a:pt x="42" y="96"/>
                      </a:lnTo>
                      <a:lnTo>
                        <a:pt x="3" y="126"/>
                      </a:lnTo>
                      <a:lnTo>
                        <a:pt x="0" y="78"/>
                      </a:lnTo>
                      <a:close/>
                    </a:path>
                  </a:pathLst>
                </a:custGeom>
                <a:solidFill>
                  <a:srgbClr val="E6B380"/>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99" name="Google Shape;399;p10"/>
                <p:cNvSpPr/>
                <p:nvPr/>
              </p:nvSpPr>
              <p:spPr>
                <a:xfrm>
                  <a:off x="2076" y="2336"/>
                  <a:ext cx="119" cy="33"/>
                </a:xfrm>
                <a:custGeom>
                  <a:rect b="b" l="l" r="r" t="t"/>
                  <a:pathLst>
                    <a:path extrusionOk="0" h="33" w="119">
                      <a:moveTo>
                        <a:pt x="0" y="24"/>
                      </a:moveTo>
                      <a:lnTo>
                        <a:pt x="102" y="0"/>
                      </a:lnTo>
                      <a:lnTo>
                        <a:pt x="119" y="0"/>
                      </a:lnTo>
                      <a:lnTo>
                        <a:pt x="25" y="33"/>
                      </a:lnTo>
                      <a:lnTo>
                        <a:pt x="0" y="24"/>
                      </a:lnTo>
                      <a:close/>
                    </a:path>
                  </a:pathLst>
                </a:custGeom>
                <a:solidFill>
                  <a:srgbClr val="E6B380"/>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400" name="Google Shape;400;p10"/>
                <p:cNvSpPr/>
                <p:nvPr/>
              </p:nvSpPr>
              <p:spPr>
                <a:xfrm>
                  <a:off x="686" y="3210"/>
                  <a:ext cx="169" cy="61"/>
                </a:xfrm>
                <a:custGeom>
                  <a:rect b="b" l="l" r="r" t="t"/>
                  <a:pathLst>
                    <a:path extrusionOk="0" h="61" w="169">
                      <a:moveTo>
                        <a:pt x="0" y="48"/>
                      </a:moveTo>
                      <a:lnTo>
                        <a:pt x="69" y="0"/>
                      </a:lnTo>
                      <a:lnTo>
                        <a:pt x="97" y="13"/>
                      </a:lnTo>
                      <a:lnTo>
                        <a:pt x="119" y="5"/>
                      </a:lnTo>
                      <a:lnTo>
                        <a:pt x="138" y="9"/>
                      </a:lnTo>
                      <a:lnTo>
                        <a:pt x="169" y="24"/>
                      </a:lnTo>
                      <a:lnTo>
                        <a:pt x="16" y="61"/>
                      </a:lnTo>
                      <a:lnTo>
                        <a:pt x="0" y="48"/>
                      </a:lnTo>
                      <a:close/>
                    </a:path>
                  </a:pathLst>
                </a:custGeom>
                <a:solidFill>
                  <a:srgbClr val="E6B380"/>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401" name="Google Shape;401;p10"/>
                <p:cNvSpPr/>
                <p:nvPr/>
              </p:nvSpPr>
              <p:spPr>
                <a:xfrm>
                  <a:off x="447" y="3195"/>
                  <a:ext cx="702" cy="456"/>
                </a:xfrm>
                <a:custGeom>
                  <a:rect b="b" l="l" r="r" t="t"/>
                  <a:pathLst>
                    <a:path extrusionOk="0" h="456" w="702">
                      <a:moveTo>
                        <a:pt x="6" y="96"/>
                      </a:moveTo>
                      <a:lnTo>
                        <a:pt x="674" y="0"/>
                      </a:lnTo>
                      <a:lnTo>
                        <a:pt x="702" y="362"/>
                      </a:lnTo>
                      <a:lnTo>
                        <a:pt x="672" y="375"/>
                      </a:lnTo>
                      <a:lnTo>
                        <a:pt x="111" y="456"/>
                      </a:lnTo>
                      <a:lnTo>
                        <a:pt x="67" y="451"/>
                      </a:lnTo>
                      <a:lnTo>
                        <a:pt x="64" y="449"/>
                      </a:lnTo>
                      <a:lnTo>
                        <a:pt x="64" y="436"/>
                      </a:lnTo>
                      <a:lnTo>
                        <a:pt x="58" y="421"/>
                      </a:lnTo>
                      <a:lnTo>
                        <a:pt x="56" y="401"/>
                      </a:lnTo>
                      <a:lnTo>
                        <a:pt x="50" y="375"/>
                      </a:lnTo>
                      <a:lnTo>
                        <a:pt x="45" y="349"/>
                      </a:lnTo>
                      <a:lnTo>
                        <a:pt x="39" y="318"/>
                      </a:lnTo>
                      <a:lnTo>
                        <a:pt x="33" y="290"/>
                      </a:lnTo>
                      <a:lnTo>
                        <a:pt x="25" y="257"/>
                      </a:lnTo>
                      <a:lnTo>
                        <a:pt x="20" y="227"/>
                      </a:lnTo>
                      <a:lnTo>
                        <a:pt x="14" y="198"/>
                      </a:lnTo>
                      <a:lnTo>
                        <a:pt x="9" y="174"/>
                      </a:lnTo>
                      <a:lnTo>
                        <a:pt x="6" y="153"/>
                      </a:lnTo>
                      <a:lnTo>
                        <a:pt x="3" y="135"/>
                      </a:lnTo>
                      <a:lnTo>
                        <a:pt x="0" y="122"/>
                      </a:lnTo>
                      <a:lnTo>
                        <a:pt x="0" y="120"/>
                      </a:lnTo>
                      <a:lnTo>
                        <a:pt x="0" y="113"/>
                      </a:lnTo>
                      <a:lnTo>
                        <a:pt x="3" y="105"/>
                      </a:lnTo>
                      <a:lnTo>
                        <a:pt x="3" y="98"/>
                      </a:lnTo>
                      <a:lnTo>
                        <a:pt x="6" y="96"/>
                      </a:lnTo>
                      <a:close/>
                    </a:path>
                  </a:pathLst>
                </a:custGeom>
                <a:solidFill>
                  <a:srgbClr val="8F827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402" name="Google Shape;402;p10"/>
                <p:cNvSpPr/>
                <p:nvPr/>
              </p:nvSpPr>
              <p:spPr>
                <a:xfrm>
                  <a:off x="855" y="3195"/>
                  <a:ext cx="297" cy="377"/>
                </a:xfrm>
                <a:custGeom>
                  <a:rect b="b" l="l" r="r" t="t"/>
                  <a:pathLst>
                    <a:path extrusionOk="0" h="377" w="297">
                      <a:moveTo>
                        <a:pt x="0" y="37"/>
                      </a:moveTo>
                      <a:lnTo>
                        <a:pt x="266" y="0"/>
                      </a:lnTo>
                      <a:lnTo>
                        <a:pt x="297" y="364"/>
                      </a:lnTo>
                      <a:lnTo>
                        <a:pt x="219" y="377"/>
                      </a:lnTo>
                      <a:lnTo>
                        <a:pt x="200" y="31"/>
                      </a:lnTo>
                      <a:lnTo>
                        <a:pt x="0" y="37"/>
                      </a:lnTo>
                      <a:close/>
                    </a:path>
                  </a:pathLst>
                </a:custGeom>
                <a:solidFill>
                  <a:srgbClr val="786959"/>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grpSp>
        </p:grpSp>
      </p:grpSp>
      <p:sp>
        <p:nvSpPr>
          <p:cNvPr id="403" name="Google Shape;403;p10"/>
          <p:cNvSpPr txBox="1"/>
          <p:nvPr/>
        </p:nvSpPr>
        <p:spPr>
          <a:xfrm>
            <a:off x="1219200" y="5638800"/>
            <a:ext cx="472440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FF"/>
              </a:buClr>
              <a:buSzPts val="2000"/>
              <a:buFont typeface="Constantia"/>
              <a:buNone/>
            </a:pPr>
            <a:r>
              <a:rPr b="1" i="0" lang="en-US" sz="2000" u="none">
                <a:solidFill>
                  <a:srgbClr val="0000FF"/>
                </a:solidFill>
                <a:latin typeface="Constantia"/>
                <a:ea typeface="Constantia"/>
                <a:cs typeface="Constantia"/>
                <a:sym typeface="Constantia"/>
              </a:rPr>
              <a:t>1940s: Cơ điện tử ,bán dẫn  </a:t>
            </a:r>
            <a:endParaRPr/>
          </a:p>
        </p:txBody>
      </p:sp>
      <p:sp>
        <p:nvSpPr>
          <p:cNvPr id="404" name="Google Shape;404;p10"/>
          <p:cNvSpPr txBox="1"/>
          <p:nvPr/>
        </p:nvSpPr>
        <p:spPr>
          <a:xfrm>
            <a:off x="2286000" y="5162550"/>
            <a:ext cx="358140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FF"/>
              </a:buClr>
              <a:buSzPts val="2000"/>
              <a:buFont typeface="Constantia"/>
              <a:buNone/>
            </a:pPr>
            <a:r>
              <a:rPr b="1" i="0" lang="en-US" sz="2000" u="none">
                <a:solidFill>
                  <a:srgbClr val="0000FF"/>
                </a:solidFill>
                <a:latin typeface="Constantia"/>
                <a:ea typeface="Constantia"/>
                <a:cs typeface="Constantia"/>
                <a:sym typeface="Constantia"/>
              </a:rPr>
              <a:t>Cuối 1950s: Mạch tích hợp IC</a:t>
            </a:r>
            <a:endParaRPr/>
          </a:p>
        </p:txBody>
      </p:sp>
      <p:sp>
        <p:nvSpPr>
          <p:cNvPr id="405" name="Google Shape;405;p10"/>
          <p:cNvSpPr txBox="1"/>
          <p:nvPr/>
        </p:nvSpPr>
        <p:spPr>
          <a:xfrm>
            <a:off x="2743200" y="4572000"/>
            <a:ext cx="45434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FF"/>
              </a:buClr>
              <a:buSzPts val="2000"/>
              <a:buFont typeface="Constantia"/>
              <a:buNone/>
            </a:pPr>
            <a:r>
              <a:rPr b="1" i="0" lang="en-US" sz="2000" u="none">
                <a:solidFill>
                  <a:srgbClr val="0000FF"/>
                </a:solidFill>
                <a:latin typeface="Constantia"/>
                <a:ea typeface="Constantia"/>
                <a:cs typeface="Constantia"/>
                <a:sym typeface="Constantia"/>
              </a:rPr>
              <a:t>Đầu 1970s: Minicomputer ra đời </a:t>
            </a:r>
            <a:endParaRPr/>
          </a:p>
        </p:txBody>
      </p:sp>
      <p:sp>
        <p:nvSpPr>
          <p:cNvPr id="406" name="Google Shape;406;p10"/>
          <p:cNvSpPr txBox="1"/>
          <p:nvPr/>
        </p:nvSpPr>
        <p:spPr>
          <a:xfrm>
            <a:off x="3581400" y="4095750"/>
            <a:ext cx="312420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FF"/>
              </a:buClr>
              <a:buSzPts val="2000"/>
              <a:buFont typeface="Constantia"/>
              <a:buNone/>
            </a:pPr>
            <a:r>
              <a:rPr b="1" i="0" lang="en-US" sz="2000" u="none">
                <a:solidFill>
                  <a:srgbClr val="0000FF"/>
                </a:solidFill>
                <a:latin typeface="Constantia"/>
                <a:ea typeface="Constantia"/>
                <a:cs typeface="Constantia"/>
                <a:sym typeface="Constantia"/>
              </a:rPr>
              <a:t>1977: Apple giới thiệu PC</a:t>
            </a:r>
            <a:endParaRPr/>
          </a:p>
        </p:txBody>
      </p:sp>
      <p:sp>
        <p:nvSpPr>
          <p:cNvPr id="407" name="Google Shape;407;p10"/>
          <p:cNvSpPr txBox="1"/>
          <p:nvPr/>
        </p:nvSpPr>
        <p:spPr>
          <a:xfrm>
            <a:off x="4038600" y="3581400"/>
            <a:ext cx="365760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FF"/>
              </a:buClr>
              <a:buSzPts val="2000"/>
              <a:buFont typeface="Constantia"/>
              <a:buNone/>
            </a:pPr>
            <a:r>
              <a:rPr b="1" i="0" lang="en-US" sz="2000" u="none">
                <a:solidFill>
                  <a:srgbClr val="0000FF"/>
                </a:solidFill>
                <a:latin typeface="Constantia"/>
                <a:ea typeface="Constantia"/>
                <a:cs typeface="Constantia"/>
                <a:sym typeface="Constantia"/>
              </a:rPr>
              <a:t>1980: IBM đưa ra PC đầu tiên</a:t>
            </a:r>
            <a:endParaRPr/>
          </a:p>
        </p:txBody>
      </p:sp>
      <p:sp>
        <p:nvSpPr>
          <p:cNvPr id="408" name="Google Shape;408;p10"/>
          <p:cNvSpPr txBox="1"/>
          <p:nvPr/>
        </p:nvSpPr>
        <p:spPr>
          <a:xfrm>
            <a:off x="3733800" y="2971800"/>
            <a:ext cx="502920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FF"/>
              </a:buClr>
              <a:buSzPts val="2000"/>
              <a:buFont typeface="Constantia"/>
              <a:buNone/>
            </a:pPr>
            <a:r>
              <a:rPr b="1" i="0" lang="en-US" sz="2000" u="none">
                <a:solidFill>
                  <a:srgbClr val="0000FF"/>
                </a:solidFill>
                <a:latin typeface="Constantia"/>
                <a:ea typeface="Constantia"/>
                <a:cs typeface="Constantia"/>
                <a:sym typeface="Constantia"/>
              </a:rPr>
              <a:t>Giữa 1980s: Chia sẻ tập tin bằng Modem  </a:t>
            </a:r>
            <a:endParaRPr/>
          </a:p>
        </p:txBody>
      </p:sp>
      <p:sp>
        <p:nvSpPr>
          <p:cNvPr id="409" name="Google Shape;409;p10"/>
          <p:cNvSpPr txBox="1"/>
          <p:nvPr/>
        </p:nvSpPr>
        <p:spPr>
          <a:xfrm>
            <a:off x="3733800" y="2495550"/>
            <a:ext cx="541020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D5"/>
              </a:buClr>
              <a:buSzPts val="2000"/>
              <a:buFont typeface="Constantia"/>
              <a:buNone/>
            </a:pPr>
            <a:r>
              <a:rPr b="1" i="0" lang="en-US" sz="2000" u="none">
                <a:solidFill>
                  <a:srgbClr val="0000D5"/>
                </a:solidFill>
                <a:latin typeface="Constantia"/>
                <a:ea typeface="Constantia"/>
                <a:cs typeface="Constantia"/>
                <a:sym typeface="Constantia"/>
              </a:rPr>
              <a:t>1983: Arpanet tách thành MILNet và Arpanet</a:t>
            </a:r>
            <a:endParaRPr/>
          </a:p>
        </p:txBody>
      </p:sp>
      <p:sp>
        <p:nvSpPr>
          <p:cNvPr id="410" name="Google Shape;410;p10"/>
          <p:cNvSpPr txBox="1"/>
          <p:nvPr/>
        </p:nvSpPr>
        <p:spPr>
          <a:xfrm>
            <a:off x="2819400" y="1352550"/>
            <a:ext cx="601980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FF"/>
              </a:buClr>
              <a:buSzPts val="2000"/>
              <a:buFont typeface="Constantia"/>
              <a:buNone/>
            </a:pPr>
            <a:r>
              <a:rPr b="1" i="0" lang="en-US" sz="2000" u="none">
                <a:solidFill>
                  <a:srgbClr val="0000FF"/>
                </a:solidFill>
                <a:latin typeface="Constantia"/>
                <a:ea typeface="Constantia"/>
                <a:cs typeface="Constantia"/>
                <a:sym typeface="Constantia"/>
              </a:rPr>
              <a:t>1988: Tên gọi INTERNET thay thế các tên gọi khác </a:t>
            </a:r>
            <a:endParaRPr/>
          </a:p>
        </p:txBody>
      </p:sp>
      <p:sp>
        <p:nvSpPr>
          <p:cNvPr id="411" name="Google Shape;411;p10"/>
          <p:cNvSpPr txBox="1"/>
          <p:nvPr/>
        </p:nvSpPr>
        <p:spPr>
          <a:xfrm>
            <a:off x="3657600" y="819150"/>
            <a:ext cx="541020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FF"/>
              </a:buClr>
              <a:buSzPts val="2000"/>
              <a:buFont typeface="Constantia"/>
              <a:buNone/>
            </a:pPr>
            <a:r>
              <a:rPr b="1" i="0" lang="en-US" sz="2000" u="none">
                <a:solidFill>
                  <a:srgbClr val="0000FF"/>
                </a:solidFill>
                <a:latin typeface="Constantia"/>
                <a:ea typeface="Constantia"/>
                <a:cs typeface="Constantia"/>
                <a:sym typeface="Constantia"/>
              </a:rPr>
              <a:t>1994: INTERNET -&gt; siêu mạng kinh doanh</a:t>
            </a:r>
            <a:endParaRPr/>
          </a:p>
        </p:txBody>
      </p:sp>
      <p:sp>
        <p:nvSpPr>
          <p:cNvPr id="412" name="Google Shape;412;p10"/>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44"/>
                                        </p:tgtEl>
                                        <p:attrNameLst>
                                          <p:attrName>style.visibility</p:attrName>
                                        </p:attrNameLst>
                                      </p:cBhvr>
                                      <p:to>
                                        <p:strVal val="visible"/>
                                      </p:to>
                                    </p:set>
                                    <p:anim calcmode="lin" valueType="num">
                                      <p:cBhvr additive="base">
                                        <p:cTn dur="500"/>
                                        <p:tgtEl>
                                          <p:spTgt spid="34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3"/>
                                        </p:tgtEl>
                                        <p:attrNameLst>
                                          <p:attrName>style.visibility</p:attrName>
                                        </p:attrNameLst>
                                      </p:cBhvr>
                                      <p:to>
                                        <p:strVal val="visible"/>
                                      </p:to>
                                    </p:set>
                                    <p:animEffect filter="fade" transition="in">
                                      <p:cBhvr>
                                        <p:cTn dur="500"/>
                                        <p:tgtEl>
                                          <p:spTgt spid="4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4"/>
                                        </p:tgtEl>
                                        <p:attrNameLst>
                                          <p:attrName>style.visibility</p:attrName>
                                        </p:attrNameLst>
                                      </p:cBhvr>
                                      <p:to>
                                        <p:strVal val="visible"/>
                                      </p:to>
                                    </p:set>
                                    <p:animEffect filter="fade" transition="in">
                                      <p:cBhvr>
                                        <p:cTn dur="500"/>
                                        <p:tgtEl>
                                          <p:spTgt spid="4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5"/>
                                        </p:tgtEl>
                                        <p:attrNameLst>
                                          <p:attrName>style.visibility</p:attrName>
                                        </p:attrNameLst>
                                      </p:cBhvr>
                                      <p:to>
                                        <p:strVal val="visible"/>
                                      </p:to>
                                    </p:set>
                                    <p:animEffect filter="fade" transition="in">
                                      <p:cBhvr>
                                        <p:cTn dur="500"/>
                                        <p:tgtEl>
                                          <p:spTgt spid="4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gtEl>
                                        <p:attrNameLst>
                                          <p:attrName>style.visibility</p:attrName>
                                        </p:attrNameLst>
                                      </p:cBhvr>
                                      <p:to>
                                        <p:strVal val="visible"/>
                                      </p:to>
                                    </p:set>
                                    <p:animEffect filter="fade" transition="in">
                                      <p:cBhvr>
                                        <p:cTn dur="500"/>
                                        <p:tgtEl>
                                          <p:spTgt spid="4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7"/>
                                        </p:tgtEl>
                                        <p:attrNameLst>
                                          <p:attrName>style.visibility</p:attrName>
                                        </p:attrNameLst>
                                      </p:cBhvr>
                                      <p:to>
                                        <p:strVal val="visible"/>
                                      </p:to>
                                    </p:set>
                                    <p:animEffect filter="fade" transition="in">
                                      <p:cBhvr>
                                        <p:cTn dur="500"/>
                                        <p:tgtEl>
                                          <p:spTgt spid="4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8"/>
                                        </p:tgtEl>
                                        <p:attrNameLst>
                                          <p:attrName>style.visibility</p:attrName>
                                        </p:attrNameLst>
                                      </p:cBhvr>
                                      <p:to>
                                        <p:strVal val="visible"/>
                                      </p:to>
                                    </p:set>
                                    <p:animEffect filter="fade" transition="in">
                                      <p:cBhvr>
                                        <p:cTn dur="500"/>
                                        <p:tgtEl>
                                          <p:spTgt spid="4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9"/>
                                        </p:tgtEl>
                                        <p:attrNameLst>
                                          <p:attrName>style.visibility</p:attrName>
                                        </p:attrNameLst>
                                      </p:cBhvr>
                                      <p:to>
                                        <p:strVal val="visible"/>
                                      </p:to>
                                    </p:set>
                                    <p:animEffect filter="fade" transition="in">
                                      <p:cBhvr>
                                        <p:cTn dur="500"/>
                                        <p:tgtEl>
                                          <p:spTgt spid="4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0"/>
                                        </p:tgtEl>
                                        <p:attrNameLst>
                                          <p:attrName>style.visibility</p:attrName>
                                        </p:attrNameLst>
                                      </p:cBhvr>
                                      <p:to>
                                        <p:strVal val="visible"/>
                                      </p:to>
                                    </p:set>
                                    <p:animEffect filter="fade" transition="in">
                                      <p:cBhvr>
                                        <p:cTn dur="500"/>
                                        <p:tgtEl>
                                          <p:spTgt spid="4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gtEl>
                                        <p:attrNameLst>
                                          <p:attrName>style.visibility</p:attrName>
                                        </p:attrNameLst>
                                      </p:cBhvr>
                                      <p:to>
                                        <p:strVal val="visible"/>
                                      </p:to>
                                    </p:set>
                                    <p:animEffect filter="fade" transition="in">
                                      <p:cBhvr>
                                        <p:cTn dur="500"/>
                                        <p:tgtEl>
                                          <p:spTgt spid="4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11"/>
          <p:cNvSpPr txBox="1"/>
          <p:nvPr/>
        </p:nvSpPr>
        <p:spPr>
          <a:xfrm>
            <a:off x="3390900" y="6356350"/>
            <a:ext cx="3352800" cy="365125"/>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Chương I - Tổng quan về mạng máy tính</a:t>
            </a:r>
            <a:endParaRPr/>
          </a:p>
        </p:txBody>
      </p:sp>
      <p:sp>
        <p:nvSpPr>
          <p:cNvPr id="419" name="Google Shape;419;p11"/>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
        <p:nvSpPr>
          <p:cNvPr id="420" name="Google Shape;420;p11"/>
          <p:cNvSpPr txBox="1"/>
          <p:nvPr>
            <p:ph type="title"/>
          </p:nvPr>
        </p:nvSpPr>
        <p:spPr>
          <a:xfrm>
            <a:off x="508000" y="298450"/>
            <a:ext cx="82296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rgbClr val="FF0000"/>
              </a:buClr>
              <a:buSzPts val="4200"/>
              <a:buFont typeface="Calibri"/>
              <a:buNone/>
            </a:pPr>
            <a:r>
              <a:rPr b="1" i="0" lang="en-US" sz="4200" u="none">
                <a:solidFill>
                  <a:srgbClr val="FF0000"/>
                </a:solidFill>
                <a:latin typeface="Calibri"/>
                <a:ea typeface="Calibri"/>
                <a:cs typeface="Calibri"/>
                <a:sym typeface="Calibri"/>
              </a:rPr>
              <a:t>III. Phân loại mạng máy tính</a:t>
            </a:r>
            <a:endParaRPr/>
          </a:p>
        </p:txBody>
      </p:sp>
      <p:sp>
        <p:nvSpPr>
          <p:cNvPr id="421" name="Google Shape;421;p11"/>
          <p:cNvSpPr txBox="1"/>
          <p:nvPr>
            <p:ph idx="1" type="body"/>
          </p:nvPr>
        </p:nvSpPr>
        <p:spPr>
          <a:xfrm>
            <a:off x="609600" y="1973262"/>
            <a:ext cx="8229600" cy="3068637"/>
          </a:xfrm>
          <a:prstGeom prst="rect">
            <a:avLst/>
          </a:prstGeom>
          <a:noFill/>
          <a:ln>
            <a:noFill/>
          </a:ln>
        </p:spPr>
        <p:txBody>
          <a:bodyPr anchorCtr="0" anchor="t" bIns="45700" lIns="91425" spcFirstLastPara="1" rIns="91425" wrap="square" tIns="45700">
            <a:noAutofit/>
          </a:bodyPr>
          <a:lstStyle/>
          <a:p>
            <a:pPr indent="-246062" lvl="1" marL="639762" rtl="0" algn="just">
              <a:lnSpc>
                <a:spcPct val="100000"/>
              </a:lnSpc>
              <a:spcBef>
                <a:spcPts val="0"/>
              </a:spcBef>
              <a:spcAft>
                <a:spcPts val="0"/>
              </a:spcAft>
              <a:buClr>
                <a:schemeClr val="accent1"/>
              </a:buClr>
              <a:buSzPts val="2720"/>
              <a:buFont typeface="Noto Sans Symbols"/>
              <a:buChar char="⚫"/>
            </a:pPr>
            <a:r>
              <a:rPr b="0" i="0" lang="en-US" sz="3200" u="none">
                <a:solidFill>
                  <a:schemeClr val="dk1"/>
                </a:solidFill>
                <a:latin typeface="Constantia"/>
                <a:ea typeface="Constantia"/>
                <a:cs typeface="Constantia"/>
                <a:sym typeface="Constantia"/>
              </a:rPr>
              <a:t>Phân loại mạng máy tính theo kỹ thuật truyền tin.</a:t>
            </a:r>
            <a:endParaRPr/>
          </a:p>
          <a:p>
            <a:pPr indent="-246062" lvl="1" marL="639762" rtl="0" algn="just">
              <a:lnSpc>
                <a:spcPct val="100000"/>
              </a:lnSpc>
              <a:spcBef>
                <a:spcPts val="640"/>
              </a:spcBef>
              <a:spcAft>
                <a:spcPts val="0"/>
              </a:spcAft>
              <a:buClr>
                <a:schemeClr val="accent1"/>
              </a:buClr>
              <a:buSzPts val="2720"/>
              <a:buFont typeface="Noto Sans Symbols"/>
              <a:buChar char="⚫"/>
            </a:pPr>
            <a:r>
              <a:rPr b="0" i="0" lang="en-US" sz="3200" u="none">
                <a:solidFill>
                  <a:schemeClr val="dk1"/>
                </a:solidFill>
                <a:latin typeface="Constantia"/>
                <a:ea typeface="Constantia"/>
                <a:cs typeface="Constantia"/>
                <a:sym typeface="Constantia"/>
              </a:rPr>
              <a:t>Phân loại mạng máy tính theo phạm vi địa lý</a:t>
            </a:r>
            <a:endParaRPr/>
          </a:p>
          <a:p>
            <a:pPr indent="-246062" lvl="1" marL="639762" rtl="0" algn="just">
              <a:lnSpc>
                <a:spcPct val="100000"/>
              </a:lnSpc>
              <a:spcBef>
                <a:spcPts val="640"/>
              </a:spcBef>
              <a:spcAft>
                <a:spcPts val="0"/>
              </a:spcAft>
              <a:buClr>
                <a:schemeClr val="accent1"/>
              </a:buClr>
              <a:buSzPts val="2720"/>
              <a:buFont typeface="Noto Sans Symbols"/>
              <a:buChar char="⚫"/>
            </a:pPr>
            <a:r>
              <a:rPr b="0" i="0" lang="en-US" sz="3200" u="none">
                <a:solidFill>
                  <a:schemeClr val="dk1"/>
                </a:solidFill>
                <a:latin typeface="Constantia"/>
                <a:ea typeface="Constantia"/>
                <a:cs typeface="Constantia"/>
                <a:sym typeface="Constantia"/>
              </a:rPr>
              <a:t>Phân loại theo chức năng của máy tính trong mạng</a:t>
            </a:r>
            <a:endParaRPr/>
          </a:p>
        </p:txBody>
      </p:sp>
      <p:sp>
        <p:nvSpPr>
          <p:cNvPr id="422" name="Google Shape;422;p11"/>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12"/>
          <p:cNvSpPr txBox="1"/>
          <p:nvPr/>
        </p:nvSpPr>
        <p:spPr>
          <a:xfrm>
            <a:off x="3390900" y="6356350"/>
            <a:ext cx="3352800" cy="365125"/>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Chương I - Tổng quan về mạng máy tính</a:t>
            </a:r>
            <a:endParaRPr/>
          </a:p>
        </p:txBody>
      </p:sp>
      <p:sp>
        <p:nvSpPr>
          <p:cNvPr id="429" name="Google Shape;429;p12"/>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
        <p:nvSpPr>
          <p:cNvPr id="430" name="Google Shape;430;p12"/>
          <p:cNvSpPr txBox="1"/>
          <p:nvPr>
            <p:ph type="title"/>
          </p:nvPr>
        </p:nvSpPr>
        <p:spPr>
          <a:xfrm>
            <a:off x="508000" y="298450"/>
            <a:ext cx="82296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rgbClr val="FF0000"/>
              </a:buClr>
              <a:buSzPts val="4200"/>
              <a:buFont typeface="Calibri"/>
              <a:buNone/>
            </a:pPr>
            <a:r>
              <a:rPr b="1" i="0" lang="en-US" sz="4200" u="none">
                <a:solidFill>
                  <a:srgbClr val="FF0000"/>
                </a:solidFill>
                <a:latin typeface="Calibri"/>
                <a:ea typeface="Calibri"/>
                <a:cs typeface="Calibri"/>
                <a:sym typeface="Calibri"/>
              </a:rPr>
              <a:t>Phân loại theo kỹ thuật truyền tin</a:t>
            </a:r>
            <a:endParaRPr/>
          </a:p>
        </p:txBody>
      </p:sp>
      <p:sp>
        <p:nvSpPr>
          <p:cNvPr id="431" name="Google Shape;431;p12"/>
          <p:cNvSpPr txBox="1"/>
          <p:nvPr>
            <p:ph idx="1" type="body"/>
          </p:nvPr>
        </p:nvSpPr>
        <p:spPr>
          <a:xfrm>
            <a:off x="203200" y="1973262"/>
            <a:ext cx="8724900" cy="4478337"/>
          </a:xfrm>
          <a:prstGeom prst="rect">
            <a:avLst/>
          </a:prstGeom>
          <a:noFill/>
          <a:ln>
            <a:noFill/>
          </a:ln>
        </p:spPr>
        <p:txBody>
          <a:bodyPr anchorCtr="0" anchor="t" bIns="45700" lIns="91425" spcFirstLastPara="1" rIns="91425" wrap="square" tIns="45700">
            <a:noAutofit/>
          </a:bodyPr>
          <a:lstStyle/>
          <a:p>
            <a:pPr indent="-246062" lvl="1" marL="639762" rtl="0" algn="just">
              <a:lnSpc>
                <a:spcPct val="100000"/>
              </a:lnSpc>
              <a:spcBef>
                <a:spcPts val="0"/>
              </a:spcBef>
              <a:spcAft>
                <a:spcPts val="0"/>
              </a:spcAft>
              <a:buClr>
                <a:schemeClr val="accent1"/>
              </a:buClr>
              <a:buSzPts val="2720"/>
              <a:buFont typeface="Noto Sans Symbols"/>
              <a:buChar char="⚫"/>
            </a:pPr>
            <a:r>
              <a:rPr b="0" i="0" lang="en-US" sz="3200" u="none">
                <a:solidFill>
                  <a:schemeClr val="dk1"/>
                </a:solidFill>
                <a:latin typeface="Constantia"/>
                <a:ea typeface="Constantia"/>
                <a:cs typeface="Constantia"/>
                <a:sym typeface="Constantia"/>
              </a:rPr>
              <a:t>Mạng quảng bá (Broadcast network)</a:t>
            </a:r>
            <a:endParaRPr/>
          </a:p>
          <a:p>
            <a:pPr indent="-246062" lvl="1" marL="639762" rtl="0" algn="just">
              <a:lnSpc>
                <a:spcPct val="100000"/>
              </a:lnSpc>
              <a:spcBef>
                <a:spcPts val="640"/>
              </a:spcBef>
              <a:spcAft>
                <a:spcPts val="0"/>
              </a:spcAft>
              <a:buSzPts val="2720"/>
              <a:buNone/>
            </a:pPr>
            <a:r>
              <a:rPr b="0" i="0" lang="en-US" sz="3200" u="none">
                <a:solidFill>
                  <a:schemeClr val="dk1"/>
                </a:solidFill>
                <a:latin typeface="Constantia"/>
                <a:ea typeface="Constantia"/>
                <a:cs typeface="Constantia"/>
                <a:sym typeface="Constantia"/>
              </a:rPr>
              <a:t>	</a:t>
            </a:r>
            <a:r>
              <a:rPr b="0" i="0" lang="en-US" sz="3200" u="none">
                <a:solidFill>
                  <a:srgbClr val="0070C0"/>
                </a:solidFill>
                <a:latin typeface="Times New Roman"/>
                <a:ea typeface="Times New Roman"/>
                <a:cs typeface="Times New Roman"/>
                <a:sym typeface="Times New Roman"/>
              </a:rPr>
              <a:t>Trong hệ thống mạng quảng bá chỉ tồn tại một kênh truyền được chia sẻ cho tất cả các máy tính. Khi một máy tính g</a:t>
            </a:r>
            <a:r>
              <a:rPr b="0" i="0" lang="en-US" sz="3200" u="none">
                <a:solidFill>
                  <a:srgbClr val="0070C0"/>
                </a:solidFill>
                <a:latin typeface="Constantia"/>
                <a:ea typeface="Constantia"/>
                <a:cs typeface="Constantia"/>
                <a:sym typeface="Constantia"/>
              </a:rPr>
              <a:t>ử</a:t>
            </a:r>
            <a:r>
              <a:rPr b="0" i="0" lang="en-US" sz="3200" u="none">
                <a:solidFill>
                  <a:srgbClr val="0070C0"/>
                </a:solidFill>
                <a:latin typeface="Times New Roman"/>
                <a:ea typeface="Times New Roman"/>
                <a:cs typeface="Times New Roman"/>
                <a:sym typeface="Times New Roman"/>
              </a:rPr>
              <a:t>i tin, tất cả các máy tính còn lại sẽ nhận được tin đó. Tại một thời điểm chỉ cho phép một máy tính được phép sử dụng đường truyền</a:t>
            </a:r>
            <a:r>
              <a:rPr b="0" i="0" lang="en-US" sz="3200" u="none">
                <a:solidFill>
                  <a:srgbClr val="0070C0"/>
                </a:solidFill>
                <a:latin typeface="Constantia"/>
                <a:ea typeface="Constantia"/>
                <a:cs typeface="Constantia"/>
                <a:sym typeface="Constantia"/>
              </a:rPr>
              <a:t>.</a:t>
            </a:r>
            <a:endParaRPr/>
          </a:p>
        </p:txBody>
      </p:sp>
      <p:sp>
        <p:nvSpPr>
          <p:cNvPr id="432" name="Google Shape;432;p12"/>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13"/>
          <p:cNvSpPr txBox="1"/>
          <p:nvPr/>
        </p:nvSpPr>
        <p:spPr>
          <a:xfrm>
            <a:off x="3390900" y="6356350"/>
            <a:ext cx="3352800" cy="365125"/>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Chương I - Tổng quan về mạng máy tính</a:t>
            </a:r>
            <a:endParaRPr/>
          </a:p>
        </p:txBody>
      </p:sp>
      <p:sp>
        <p:nvSpPr>
          <p:cNvPr id="439" name="Google Shape;439;p13"/>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
        <p:nvSpPr>
          <p:cNvPr id="440" name="Google Shape;440;p13"/>
          <p:cNvSpPr txBox="1"/>
          <p:nvPr>
            <p:ph type="title"/>
          </p:nvPr>
        </p:nvSpPr>
        <p:spPr>
          <a:xfrm>
            <a:off x="508000" y="298450"/>
            <a:ext cx="82296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rgbClr val="FF0000"/>
              </a:buClr>
              <a:buSzPts val="4200"/>
              <a:buFont typeface="Calibri"/>
              <a:buNone/>
            </a:pPr>
            <a:r>
              <a:rPr b="1" i="0" lang="en-US" sz="4200" u="none">
                <a:solidFill>
                  <a:srgbClr val="FF0000"/>
                </a:solidFill>
                <a:latin typeface="Calibri"/>
                <a:ea typeface="Calibri"/>
                <a:cs typeface="Calibri"/>
                <a:sym typeface="Calibri"/>
              </a:rPr>
              <a:t>Phân loại theo kỹ thuật truyền tin</a:t>
            </a:r>
            <a:endParaRPr/>
          </a:p>
        </p:txBody>
      </p:sp>
      <p:sp>
        <p:nvSpPr>
          <p:cNvPr id="441" name="Google Shape;441;p13"/>
          <p:cNvSpPr txBox="1"/>
          <p:nvPr>
            <p:ph idx="1" type="body"/>
          </p:nvPr>
        </p:nvSpPr>
        <p:spPr>
          <a:xfrm>
            <a:off x="0" y="1973262"/>
            <a:ext cx="8928100" cy="4478337"/>
          </a:xfrm>
          <a:prstGeom prst="rect">
            <a:avLst/>
          </a:prstGeom>
          <a:noFill/>
          <a:ln>
            <a:noFill/>
          </a:ln>
        </p:spPr>
        <p:txBody>
          <a:bodyPr anchorCtr="0" anchor="t" bIns="45700" lIns="91425" spcFirstLastPara="1" rIns="91425" wrap="square" tIns="45700">
            <a:noAutofit/>
          </a:bodyPr>
          <a:lstStyle/>
          <a:p>
            <a:pPr indent="-246062" lvl="1" marL="639762" rtl="0" algn="just">
              <a:lnSpc>
                <a:spcPct val="100000"/>
              </a:lnSpc>
              <a:spcBef>
                <a:spcPts val="0"/>
              </a:spcBef>
              <a:spcAft>
                <a:spcPts val="0"/>
              </a:spcAft>
              <a:buClr>
                <a:schemeClr val="accent1"/>
              </a:buClr>
              <a:buSzPts val="2720"/>
              <a:buFont typeface="Noto Sans Symbols"/>
              <a:buChar char="⚫"/>
            </a:pPr>
            <a:r>
              <a:rPr b="0" i="0" lang="en-US" sz="3200" u="none">
                <a:solidFill>
                  <a:schemeClr val="dk1"/>
                </a:solidFill>
                <a:latin typeface="Constantia"/>
                <a:ea typeface="Constantia"/>
                <a:cs typeface="Constantia"/>
                <a:sym typeface="Constantia"/>
              </a:rPr>
              <a:t>Mạng điểm nối điểm (Point to point network)</a:t>
            </a:r>
            <a:endParaRPr/>
          </a:p>
          <a:p>
            <a:pPr indent="-246062" lvl="1" marL="639762" rtl="0" algn="just">
              <a:lnSpc>
                <a:spcPct val="100000"/>
              </a:lnSpc>
              <a:spcBef>
                <a:spcPts val="640"/>
              </a:spcBef>
              <a:spcAft>
                <a:spcPts val="0"/>
              </a:spcAft>
              <a:buSzPts val="2720"/>
              <a:buNone/>
            </a:pPr>
            <a:r>
              <a:rPr b="0" i="0" lang="en-US" sz="3200" u="none">
                <a:solidFill>
                  <a:schemeClr val="dk1"/>
                </a:solidFill>
                <a:latin typeface="Constantia"/>
                <a:ea typeface="Constantia"/>
                <a:cs typeface="Constantia"/>
                <a:sym typeface="Constantia"/>
              </a:rPr>
              <a:t>	</a:t>
            </a:r>
            <a:r>
              <a:rPr b="0" i="0" lang="en-US" sz="3200" u="none">
                <a:solidFill>
                  <a:schemeClr val="dk1"/>
                </a:solidFill>
                <a:latin typeface="Times New Roman"/>
                <a:ea typeface="Times New Roman"/>
                <a:cs typeface="Times New Roman"/>
                <a:sym typeface="Times New Roman"/>
              </a:rPr>
              <a:t> </a:t>
            </a:r>
            <a:r>
              <a:rPr b="0" i="0" lang="en-US" sz="3200" u="none">
                <a:solidFill>
                  <a:srgbClr val="0070C0"/>
                </a:solidFill>
                <a:latin typeface="Times New Roman"/>
                <a:ea typeface="Times New Roman"/>
                <a:cs typeface="Times New Roman"/>
                <a:sym typeface="Times New Roman"/>
              </a:rPr>
              <a:t>Trong hệ thống mạng này, các máy tính được nối lại với nhau thành từng cặp. Thông tin được g</a:t>
            </a:r>
            <a:r>
              <a:rPr b="0" i="0" lang="en-US" sz="3200" u="none">
                <a:solidFill>
                  <a:srgbClr val="0070C0"/>
                </a:solidFill>
                <a:latin typeface="Constantia"/>
                <a:ea typeface="Constantia"/>
                <a:cs typeface="Constantia"/>
                <a:sym typeface="Constantia"/>
              </a:rPr>
              <a:t>ử</a:t>
            </a:r>
            <a:r>
              <a:rPr b="0" i="0" lang="en-US" sz="3200" u="none">
                <a:solidFill>
                  <a:srgbClr val="0070C0"/>
                </a:solidFill>
                <a:latin typeface="Times New Roman"/>
                <a:ea typeface="Times New Roman"/>
                <a:cs typeface="Times New Roman"/>
                <a:sym typeface="Times New Roman"/>
              </a:rPr>
              <a:t>i đi sẽ được truyền trực tiếp từ máy g</a:t>
            </a:r>
            <a:r>
              <a:rPr b="0" i="0" lang="en-US" sz="3200" u="none">
                <a:solidFill>
                  <a:srgbClr val="0070C0"/>
                </a:solidFill>
                <a:latin typeface="Constantia"/>
                <a:ea typeface="Constantia"/>
                <a:cs typeface="Constantia"/>
                <a:sym typeface="Constantia"/>
              </a:rPr>
              <a:t>ử</a:t>
            </a:r>
            <a:r>
              <a:rPr b="0" i="0" lang="en-US" sz="3200" u="none">
                <a:solidFill>
                  <a:srgbClr val="0070C0"/>
                </a:solidFill>
                <a:latin typeface="Times New Roman"/>
                <a:ea typeface="Times New Roman"/>
                <a:cs typeface="Times New Roman"/>
                <a:sym typeface="Times New Roman"/>
              </a:rPr>
              <a:t>i đến máy nhận hoặc được chuyển tiếp qua nhiều máy trung gian trước khi đến máy tính nhận. </a:t>
            </a:r>
            <a:endParaRPr/>
          </a:p>
        </p:txBody>
      </p:sp>
      <p:sp>
        <p:nvSpPr>
          <p:cNvPr id="442" name="Google Shape;442;p13"/>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14"/>
          <p:cNvSpPr txBox="1"/>
          <p:nvPr/>
        </p:nvSpPr>
        <p:spPr>
          <a:xfrm>
            <a:off x="3390900" y="6356350"/>
            <a:ext cx="3352800" cy="365125"/>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Chương I - Tổng quan về mạng máy tính</a:t>
            </a:r>
            <a:endParaRPr/>
          </a:p>
        </p:txBody>
      </p:sp>
      <p:sp>
        <p:nvSpPr>
          <p:cNvPr id="449" name="Google Shape;449;p14"/>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
        <p:nvSpPr>
          <p:cNvPr id="450" name="Google Shape;450;p14"/>
          <p:cNvSpPr txBox="1"/>
          <p:nvPr>
            <p:ph type="title"/>
          </p:nvPr>
        </p:nvSpPr>
        <p:spPr>
          <a:xfrm>
            <a:off x="584200" y="0"/>
            <a:ext cx="8229600" cy="9906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rgbClr val="FF0000"/>
              </a:buClr>
              <a:buSzPts val="4200"/>
              <a:buFont typeface="Calibri"/>
              <a:buNone/>
            </a:pPr>
            <a:r>
              <a:rPr b="1" i="0" lang="en-US" sz="4200" u="none">
                <a:solidFill>
                  <a:srgbClr val="FF0000"/>
                </a:solidFill>
                <a:latin typeface="Calibri"/>
                <a:ea typeface="Calibri"/>
                <a:cs typeface="Calibri"/>
                <a:sym typeface="Calibri"/>
              </a:rPr>
              <a:t>Phân loại theo phạm vi địa lý</a:t>
            </a:r>
            <a:endParaRPr/>
          </a:p>
        </p:txBody>
      </p:sp>
      <p:sp>
        <p:nvSpPr>
          <p:cNvPr id="451" name="Google Shape;451;p14"/>
          <p:cNvSpPr txBox="1"/>
          <p:nvPr>
            <p:ph idx="1" type="body"/>
          </p:nvPr>
        </p:nvSpPr>
        <p:spPr>
          <a:xfrm>
            <a:off x="0" y="1973262"/>
            <a:ext cx="8928100" cy="4478337"/>
          </a:xfrm>
          <a:prstGeom prst="rect">
            <a:avLst/>
          </a:prstGeom>
          <a:noFill/>
          <a:ln>
            <a:noFill/>
          </a:ln>
        </p:spPr>
        <p:txBody>
          <a:bodyPr anchorCtr="0" anchor="t" bIns="45700" lIns="91425" spcFirstLastPara="1" rIns="91425" wrap="square" tIns="45700">
            <a:noAutofit/>
          </a:bodyPr>
          <a:lstStyle/>
          <a:p>
            <a:pPr indent="-116204" lvl="0" marL="273050" rtl="0" algn="l">
              <a:spcBef>
                <a:spcPts val="0"/>
              </a:spcBef>
              <a:spcAft>
                <a:spcPts val="0"/>
              </a:spcAft>
              <a:buSzPts val="2470"/>
              <a:buNone/>
            </a:pPr>
            <a:r>
              <a:t/>
            </a:r>
            <a:endParaRPr sz="2600">
              <a:solidFill>
                <a:schemeClr val="dk1"/>
              </a:solidFill>
              <a:latin typeface="Constantia"/>
              <a:ea typeface="Constantia"/>
              <a:cs typeface="Constantia"/>
              <a:sym typeface="Constantia"/>
            </a:endParaRPr>
          </a:p>
        </p:txBody>
      </p:sp>
      <p:sp>
        <p:nvSpPr>
          <p:cNvPr id="452" name="Google Shape;452;p14"/>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graphicFrame>
        <p:nvGraphicFramePr>
          <p:cNvPr id="453" name="Google Shape;453;p14"/>
          <p:cNvGraphicFramePr/>
          <p:nvPr/>
        </p:nvGraphicFramePr>
        <p:xfrm>
          <a:off x="1524000" y="1056663"/>
          <a:ext cx="3000000" cy="3000000"/>
        </p:xfrm>
        <a:graphic>
          <a:graphicData uri="http://schemas.openxmlformats.org/drawingml/2006/table">
            <a:tbl>
              <a:tblPr>
                <a:noFill/>
                <a:tableStyleId>{071D3E0D-A440-47C4-B6F4-1FC45E98B52C}</a:tableStyleId>
              </a:tblPr>
              <a:tblGrid>
                <a:gridCol w="2032000"/>
                <a:gridCol w="2032000"/>
                <a:gridCol w="2032000"/>
              </a:tblGrid>
              <a:tr h="639750">
                <a:tc>
                  <a:txBody>
                    <a:bodyPr/>
                    <a:lstStyle/>
                    <a:p>
                      <a:pPr indent="0" lvl="0" marL="0" marR="0" rtl="0" algn="l">
                        <a:lnSpc>
                          <a:spcPct val="100000"/>
                        </a:lnSpc>
                        <a:spcBef>
                          <a:spcPts val="0"/>
                        </a:spcBef>
                        <a:spcAft>
                          <a:spcPts val="0"/>
                        </a:spcAft>
                        <a:buClr>
                          <a:srgbClr val="FFFFFF"/>
                        </a:buClr>
                        <a:buSzPts val="1800"/>
                        <a:buFont typeface="Constantia"/>
                        <a:buNone/>
                      </a:pPr>
                      <a:r>
                        <a:rPr b="1" i="0" lang="en-US" sz="1800" u="none" cap="none" strike="noStrike">
                          <a:solidFill>
                            <a:srgbClr val="FFFFFF"/>
                          </a:solidFill>
                          <a:latin typeface="Constantia"/>
                          <a:ea typeface="Constantia"/>
                          <a:cs typeface="Constantia"/>
                          <a:sym typeface="Constantia"/>
                        </a:rPr>
                        <a:t>Đường kính mạng</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800"/>
                        <a:buFont typeface="Constantia"/>
                        <a:buNone/>
                      </a:pPr>
                      <a:r>
                        <a:rPr b="1" i="0" lang="en-US" sz="1800" u="none" cap="none" strike="noStrike">
                          <a:solidFill>
                            <a:srgbClr val="FFFFFF"/>
                          </a:solidFill>
                          <a:latin typeface="Constantia"/>
                          <a:ea typeface="Constantia"/>
                          <a:cs typeface="Constantia"/>
                          <a:sym typeface="Constantia"/>
                        </a:rPr>
                        <a:t>Vị trí các máy tính</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800"/>
                        <a:buFont typeface="Constantia"/>
                        <a:buNone/>
                      </a:pPr>
                      <a:r>
                        <a:rPr b="1" i="0" lang="en-US" sz="1800" u="none" cap="none" strike="noStrike">
                          <a:solidFill>
                            <a:srgbClr val="FFFFFF"/>
                          </a:solidFill>
                          <a:latin typeface="Constantia"/>
                          <a:ea typeface="Constantia"/>
                          <a:cs typeface="Constantia"/>
                          <a:sym typeface="Constantia"/>
                        </a:rPr>
                        <a:t>Loại mạng</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639750">
                <a:tc>
                  <a:txBody>
                    <a:bodyPr/>
                    <a:lstStyle/>
                    <a:p>
                      <a:pPr indent="0" lvl="0" marL="0" marR="0" rtl="0" algn="l">
                        <a:lnSpc>
                          <a:spcPct val="100000"/>
                        </a:lnSpc>
                        <a:spcBef>
                          <a:spcPts val="0"/>
                        </a:spcBef>
                        <a:spcAft>
                          <a:spcPts val="0"/>
                        </a:spcAft>
                        <a:buClr>
                          <a:srgbClr val="000000"/>
                        </a:buClr>
                        <a:buSzPts val="1800"/>
                        <a:buFont typeface="Constantia"/>
                        <a:buNone/>
                      </a:pPr>
                      <a:r>
                        <a:rPr b="0" i="0" lang="en-US" sz="1800" u="none" cap="none" strike="noStrike">
                          <a:solidFill>
                            <a:srgbClr val="000000"/>
                          </a:solidFill>
                          <a:latin typeface="Constantia"/>
                          <a:ea typeface="Constantia"/>
                          <a:cs typeface="Constantia"/>
                          <a:sym typeface="Constantia"/>
                        </a:rPr>
                        <a:t>1m</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66FF66"/>
                    </a:solidFill>
                  </a:tcPr>
                </a:tc>
                <a:tc>
                  <a:txBody>
                    <a:bodyPr/>
                    <a:lstStyle/>
                    <a:p>
                      <a:pPr indent="0" lvl="0" marL="0" marR="0" rtl="0" algn="l">
                        <a:lnSpc>
                          <a:spcPct val="100000"/>
                        </a:lnSpc>
                        <a:spcBef>
                          <a:spcPts val="0"/>
                        </a:spcBef>
                        <a:spcAft>
                          <a:spcPts val="0"/>
                        </a:spcAft>
                        <a:buClr>
                          <a:srgbClr val="000000"/>
                        </a:buClr>
                        <a:buSzPts val="1800"/>
                        <a:buFont typeface="Constantia"/>
                        <a:buNone/>
                      </a:pPr>
                      <a:r>
                        <a:rPr b="0" i="0" lang="en-US" sz="1800" u="none" cap="none" strike="noStrike">
                          <a:solidFill>
                            <a:srgbClr val="000000"/>
                          </a:solidFill>
                          <a:latin typeface="Constantia"/>
                          <a:ea typeface="Constantia"/>
                          <a:cs typeface="Constantia"/>
                          <a:sym typeface="Constantia"/>
                        </a:rPr>
                        <a:t>Trong 1 mét vuông</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66FF66"/>
                    </a:solidFill>
                  </a:tcPr>
                </a:tc>
                <a:tc>
                  <a:txBody>
                    <a:bodyPr/>
                    <a:lstStyle/>
                    <a:p>
                      <a:pPr indent="0" lvl="0" marL="0" marR="0" rtl="0" algn="l">
                        <a:lnSpc>
                          <a:spcPct val="100000"/>
                        </a:lnSpc>
                        <a:spcBef>
                          <a:spcPts val="0"/>
                        </a:spcBef>
                        <a:spcAft>
                          <a:spcPts val="0"/>
                        </a:spcAft>
                        <a:buClr>
                          <a:srgbClr val="000000"/>
                        </a:buClr>
                        <a:buSzPts val="1800"/>
                        <a:buFont typeface="Constantia"/>
                        <a:buNone/>
                      </a:pPr>
                      <a:r>
                        <a:rPr b="0" i="0" lang="en-US" sz="1800" u="none" cap="none" strike="noStrike">
                          <a:solidFill>
                            <a:srgbClr val="000000"/>
                          </a:solidFill>
                          <a:latin typeface="Constantia"/>
                          <a:ea typeface="Constantia"/>
                          <a:cs typeface="Constantia"/>
                          <a:sym typeface="Constantia"/>
                        </a:rPr>
                        <a:t>Mạng khu vực cá nhân</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66FF66"/>
                    </a:solidFill>
                  </a:tcPr>
                </a:tc>
              </a:tr>
              <a:tr h="371475">
                <a:tc>
                  <a:txBody>
                    <a:bodyPr/>
                    <a:lstStyle/>
                    <a:p>
                      <a:pPr indent="0" lvl="0" marL="0" marR="0" rtl="0" algn="l">
                        <a:lnSpc>
                          <a:spcPct val="100000"/>
                        </a:lnSpc>
                        <a:spcBef>
                          <a:spcPts val="0"/>
                        </a:spcBef>
                        <a:spcAft>
                          <a:spcPts val="0"/>
                        </a:spcAft>
                        <a:buClr>
                          <a:srgbClr val="000000"/>
                        </a:buClr>
                        <a:buSzPts val="1800"/>
                        <a:buFont typeface="Constantia"/>
                        <a:buNone/>
                      </a:pPr>
                      <a:r>
                        <a:rPr b="0" i="0" lang="en-US" sz="1800" u="none" cap="none" strike="noStrike">
                          <a:solidFill>
                            <a:srgbClr val="000000"/>
                          </a:solidFill>
                          <a:latin typeface="Constantia"/>
                          <a:ea typeface="Constantia"/>
                          <a:cs typeface="Constantia"/>
                          <a:sym typeface="Constantia"/>
                        </a:rPr>
                        <a:t>10m</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00FFFF"/>
                    </a:solidFill>
                  </a:tcPr>
                </a:tc>
                <a:tc>
                  <a:txBody>
                    <a:bodyPr/>
                    <a:lstStyle/>
                    <a:p>
                      <a:pPr indent="0" lvl="0" marL="0" marR="0" rtl="0" algn="l">
                        <a:lnSpc>
                          <a:spcPct val="100000"/>
                        </a:lnSpc>
                        <a:spcBef>
                          <a:spcPts val="0"/>
                        </a:spcBef>
                        <a:spcAft>
                          <a:spcPts val="0"/>
                        </a:spcAft>
                        <a:buClr>
                          <a:srgbClr val="000000"/>
                        </a:buClr>
                        <a:buSzPts val="1800"/>
                        <a:buFont typeface="Constantia"/>
                        <a:buNone/>
                      </a:pPr>
                      <a:r>
                        <a:rPr b="0" i="0" lang="en-US" sz="1800" u="none" cap="none" strike="noStrike">
                          <a:solidFill>
                            <a:srgbClr val="000000"/>
                          </a:solidFill>
                          <a:latin typeface="Constantia"/>
                          <a:ea typeface="Constantia"/>
                          <a:cs typeface="Constantia"/>
                          <a:sym typeface="Constantia"/>
                        </a:rPr>
                        <a:t>Trong 1 phòng</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00FFFF"/>
                    </a:solidFill>
                  </a:tcPr>
                </a:tc>
                <a:tc rowSpan="3">
                  <a:txBody>
                    <a:bodyPr/>
                    <a:lstStyle/>
                    <a:p>
                      <a:pPr indent="0" lvl="0" marL="0" marR="0" rtl="0" algn="l">
                        <a:lnSpc>
                          <a:spcPct val="100000"/>
                        </a:lnSpc>
                        <a:spcBef>
                          <a:spcPts val="0"/>
                        </a:spcBef>
                        <a:spcAft>
                          <a:spcPts val="0"/>
                        </a:spcAft>
                        <a:buClr>
                          <a:srgbClr val="000000"/>
                        </a:buClr>
                        <a:buSzPts val="1800"/>
                        <a:buFont typeface="Constantia"/>
                        <a:buNone/>
                      </a:pPr>
                      <a:r>
                        <a:rPr b="0" i="0" lang="en-US" sz="1800" u="none" cap="none" strike="noStrike">
                          <a:solidFill>
                            <a:srgbClr val="000000"/>
                          </a:solidFill>
                          <a:latin typeface="Constantia"/>
                          <a:ea typeface="Constantia"/>
                          <a:cs typeface="Constantia"/>
                          <a:sym typeface="Constantia"/>
                        </a:rPr>
                        <a:t>Mạng cục bộ (LAN)</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EBF5"/>
                    </a:solidFill>
                  </a:tcPr>
                </a:tc>
              </a:tr>
              <a:tr h="371475">
                <a:tc>
                  <a:txBody>
                    <a:bodyPr/>
                    <a:lstStyle/>
                    <a:p>
                      <a:pPr indent="0" lvl="0" marL="0" marR="0" rtl="0" algn="l">
                        <a:lnSpc>
                          <a:spcPct val="100000"/>
                        </a:lnSpc>
                        <a:spcBef>
                          <a:spcPts val="0"/>
                        </a:spcBef>
                        <a:spcAft>
                          <a:spcPts val="0"/>
                        </a:spcAft>
                        <a:buClr>
                          <a:srgbClr val="000000"/>
                        </a:buClr>
                        <a:buSzPts val="1800"/>
                        <a:buFont typeface="Constantia"/>
                        <a:buNone/>
                      </a:pPr>
                      <a:r>
                        <a:rPr b="0" i="0" lang="en-US" sz="1800" u="none" cap="none" strike="noStrike">
                          <a:solidFill>
                            <a:srgbClr val="000000"/>
                          </a:solidFill>
                          <a:latin typeface="Constantia"/>
                          <a:ea typeface="Constantia"/>
                          <a:cs typeface="Constantia"/>
                          <a:sym typeface="Constantia"/>
                        </a:rPr>
                        <a:t>100m</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CD5EA"/>
                    </a:solidFill>
                  </a:tcPr>
                </a:tc>
                <a:tc>
                  <a:txBody>
                    <a:bodyPr/>
                    <a:lstStyle/>
                    <a:p>
                      <a:pPr indent="0" lvl="0" marL="0" marR="0" rtl="0" algn="l">
                        <a:lnSpc>
                          <a:spcPct val="100000"/>
                        </a:lnSpc>
                        <a:spcBef>
                          <a:spcPts val="0"/>
                        </a:spcBef>
                        <a:spcAft>
                          <a:spcPts val="0"/>
                        </a:spcAft>
                        <a:buClr>
                          <a:srgbClr val="000000"/>
                        </a:buClr>
                        <a:buSzPts val="1800"/>
                        <a:buFont typeface="Constantia"/>
                        <a:buNone/>
                      </a:pPr>
                      <a:r>
                        <a:rPr b="0" i="0" lang="en-US" sz="1800" u="none" cap="none" strike="noStrike">
                          <a:solidFill>
                            <a:srgbClr val="000000"/>
                          </a:solidFill>
                          <a:latin typeface="Constantia"/>
                          <a:ea typeface="Constantia"/>
                          <a:cs typeface="Constantia"/>
                          <a:sym typeface="Constantia"/>
                        </a:rPr>
                        <a:t>Trong 1 toà nhà</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CD5EA"/>
                    </a:solidFill>
                  </a:tcPr>
                </a:tc>
                <a:tc vMerge="1"/>
              </a:tr>
              <a:tr h="639750">
                <a:tc>
                  <a:txBody>
                    <a:bodyPr/>
                    <a:lstStyle/>
                    <a:p>
                      <a:pPr indent="0" lvl="0" marL="0" marR="0" rtl="0" algn="l">
                        <a:lnSpc>
                          <a:spcPct val="100000"/>
                        </a:lnSpc>
                        <a:spcBef>
                          <a:spcPts val="0"/>
                        </a:spcBef>
                        <a:spcAft>
                          <a:spcPts val="0"/>
                        </a:spcAft>
                        <a:buClr>
                          <a:srgbClr val="000000"/>
                        </a:buClr>
                        <a:buSzPts val="1800"/>
                        <a:buFont typeface="Constantia"/>
                        <a:buNone/>
                      </a:pPr>
                      <a:r>
                        <a:rPr b="0" i="0" lang="en-US" sz="1800" u="none" cap="none" strike="noStrike">
                          <a:solidFill>
                            <a:srgbClr val="000000"/>
                          </a:solidFill>
                          <a:latin typeface="Constantia"/>
                          <a:ea typeface="Constantia"/>
                          <a:cs typeface="Constantia"/>
                          <a:sym typeface="Constantia"/>
                        </a:rPr>
                        <a:t>1km</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66"/>
                    </a:solidFill>
                  </a:tcPr>
                </a:tc>
                <a:tc>
                  <a:txBody>
                    <a:bodyPr/>
                    <a:lstStyle/>
                    <a:p>
                      <a:pPr indent="0" lvl="0" marL="0" marR="0" rtl="0" algn="l">
                        <a:lnSpc>
                          <a:spcPct val="100000"/>
                        </a:lnSpc>
                        <a:spcBef>
                          <a:spcPts val="0"/>
                        </a:spcBef>
                        <a:spcAft>
                          <a:spcPts val="0"/>
                        </a:spcAft>
                        <a:buClr>
                          <a:srgbClr val="000000"/>
                        </a:buClr>
                        <a:buSzPts val="1800"/>
                        <a:buFont typeface="Constantia"/>
                        <a:buNone/>
                      </a:pPr>
                      <a:r>
                        <a:rPr b="0" i="0" lang="en-US" sz="1800" u="none" cap="none" strike="noStrike">
                          <a:solidFill>
                            <a:srgbClr val="000000"/>
                          </a:solidFill>
                          <a:latin typeface="Constantia"/>
                          <a:ea typeface="Constantia"/>
                          <a:cs typeface="Constantia"/>
                          <a:sym typeface="Constantia"/>
                        </a:rPr>
                        <a:t>Trong một khu vực</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66"/>
                    </a:solidFill>
                  </a:tcPr>
                </a:tc>
                <a:tc vMerge="1"/>
              </a:tr>
              <a:tr h="1189025">
                <a:tc>
                  <a:txBody>
                    <a:bodyPr/>
                    <a:lstStyle/>
                    <a:p>
                      <a:pPr indent="0" lvl="0" marL="0" marR="0" rtl="0" algn="l">
                        <a:lnSpc>
                          <a:spcPct val="100000"/>
                        </a:lnSpc>
                        <a:spcBef>
                          <a:spcPts val="0"/>
                        </a:spcBef>
                        <a:spcAft>
                          <a:spcPts val="0"/>
                        </a:spcAft>
                        <a:buClr>
                          <a:srgbClr val="000000"/>
                        </a:buClr>
                        <a:buSzPts val="1800"/>
                        <a:buFont typeface="Constantia"/>
                        <a:buNone/>
                      </a:pPr>
                      <a:r>
                        <a:rPr b="0" i="0" lang="en-US" sz="1800" u="none" cap="none" strike="noStrike">
                          <a:solidFill>
                            <a:srgbClr val="000000"/>
                          </a:solidFill>
                          <a:latin typeface="Constantia"/>
                          <a:ea typeface="Constantia"/>
                          <a:cs typeface="Constantia"/>
                          <a:sym typeface="Constantia"/>
                        </a:rPr>
                        <a:t>10km</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33CCFF"/>
                    </a:solidFill>
                  </a:tcPr>
                </a:tc>
                <a:tc>
                  <a:txBody>
                    <a:bodyPr/>
                    <a:lstStyle/>
                    <a:p>
                      <a:pPr indent="0" lvl="0" marL="0" marR="0" rtl="0" algn="l">
                        <a:lnSpc>
                          <a:spcPct val="100000"/>
                        </a:lnSpc>
                        <a:spcBef>
                          <a:spcPts val="0"/>
                        </a:spcBef>
                        <a:spcAft>
                          <a:spcPts val="0"/>
                        </a:spcAft>
                        <a:buClr>
                          <a:srgbClr val="000000"/>
                        </a:buClr>
                        <a:buSzPts val="1800"/>
                        <a:buFont typeface="Constantia"/>
                        <a:buNone/>
                      </a:pPr>
                      <a:r>
                        <a:rPr b="0" i="0" lang="en-US" sz="1800" u="none" cap="none" strike="noStrike">
                          <a:solidFill>
                            <a:srgbClr val="000000"/>
                          </a:solidFill>
                          <a:latin typeface="Constantia"/>
                          <a:ea typeface="Constantia"/>
                          <a:cs typeface="Constantia"/>
                          <a:sym typeface="Constantia"/>
                        </a:rPr>
                        <a:t>Trong 1 thành phố</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33CCFF"/>
                    </a:solidFill>
                  </a:tcPr>
                </a:tc>
                <a:tc>
                  <a:txBody>
                    <a:bodyPr/>
                    <a:lstStyle/>
                    <a:p>
                      <a:pPr indent="0" lvl="0" marL="0" marR="0" rtl="0" algn="l">
                        <a:lnSpc>
                          <a:spcPct val="100000"/>
                        </a:lnSpc>
                        <a:spcBef>
                          <a:spcPts val="0"/>
                        </a:spcBef>
                        <a:spcAft>
                          <a:spcPts val="0"/>
                        </a:spcAft>
                        <a:buClr>
                          <a:srgbClr val="000000"/>
                        </a:buClr>
                        <a:buSzPts val="1800"/>
                        <a:buFont typeface="Constantia"/>
                        <a:buNone/>
                      </a:pPr>
                      <a:r>
                        <a:rPr b="0" i="0" lang="en-US" sz="1800" u="none" cap="none" strike="noStrike">
                          <a:solidFill>
                            <a:srgbClr val="000000"/>
                          </a:solidFill>
                          <a:latin typeface="Constantia"/>
                          <a:ea typeface="Constantia"/>
                          <a:cs typeface="Constantia"/>
                          <a:sym typeface="Constantia"/>
                        </a:rPr>
                        <a:t>Mạng thành phố - MAN (Metropolitan area network)</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33CCFF"/>
                    </a:solidFill>
                  </a:tcPr>
                </a:tc>
              </a:tr>
              <a:tr h="639750">
                <a:tc>
                  <a:txBody>
                    <a:bodyPr/>
                    <a:lstStyle/>
                    <a:p>
                      <a:pPr indent="0" lvl="0" marL="0" marR="0" rtl="0" algn="l">
                        <a:lnSpc>
                          <a:spcPct val="100000"/>
                        </a:lnSpc>
                        <a:spcBef>
                          <a:spcPts val="0"/>
                        </a:spcBef>
                        <a:spcAft>
                          <a:spcPts val="0"/>
                        </a:spcAft>
                        <a:buClr>
                          <a:srgbClr val="000000"/>
                        </a:buClr>
                        <a:buSzPts val="1800"/>
                        <a:buFont typeface="Constantia"/>
                        <a:buNone/>
                      </a:pPr>
                      <a:r>
                        <a:rPr b="0" i="0" lang="en-US" sz="1800" u="none" cap="none" strike="noStrike">
                          <a:solidFill>
                            <a:srgbClr val="000000"/>
                          </a:solidFill>
                          <a:latin typeface="Constantia"/>
                          <a:ea typeface="Constantia"/>
                          <a:cs typeface="Constantia"/>
                          <a:sym typeface="Constantia"/>
                        </a:rPr>
                        <a:t>100km</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EBF5"/>
                    </a:solidFill>
                  </a:tcPr>
                </a:tc>
                <a:tc>
                  <a:txBody>
                    <a:bodyPr/>
                    <a:lstStyle/>
                    <a:p>
                      <a:pPr indent="0" lvl="0" marL="0" marR="0" rtl="0" algn="l">
                        <a:lnSpc>
                          <a:spcPct val="100000"/>
                        </a:lnSpc>
                        <a:spcBef>
                          <a:spcPts val="0"/>
                        </a:spcBef>
                        <a:spcAft>
                          <a:spcPts val="0"/>
                        </a:spcAft>
                        <a:buClr>
                          <a:srgbClr val="000000"/>
                        </a:buClr>
                        <a:buSzPts val="1800"/>
                        <a:buFont typeface="Constantia"/>
                        <a:buNone/>
                      </a:pPr>
                      <a:r>
                        <a:rPr b="0" i="0" lang="en-US" sz="1800" u="none" cap="none" strike="noStrike">
                          <a:solidFill>
                            <a:srgbClr val="000000"/>
                          </a:solidFill>
                          <a:latin typeface="Constantia"/>
                          <a:ea typeface="Constantia"/>
                          <a:cs typeface="Constantia"/>
                          <a:sym typeface="Constantia"/>
                        </a:rPr>
                        <a:t>Trong một quốc gia</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EBF5"/>
                    </a:solidFill>
                  </a:tcPr>
                </a:tc>
                <a:tc rowSpan="3">
                  <a:txBody>
                    <a:bodyPr/>
                    <a:lstStyle/>
                    <a:p>
                      <a:pPr indent="0" lvl="0" marL="0" marR="0" rtl="0" algn="l">
                        <a:lnSpc>
                          <a:spcPct val="100000"/>
                        </a:lnSpc>
                        <a:spcBef>
                          <a:spcPts val="0"/>
                        </a:spcBef>
                        <a:spcAft>
                          <a:spcPts val="0"/>
                        </a:spcAft>
                        <a:buClr>
                          <a:srgbClr val="000000"/>
                        </a:buClr>
                        <a:buSzPts val="1800"/>
                        <a:buFont typeface="Constantia"/>
                        <a:buNone/>
                      </a:pPr>
                      <a:r>
                        <a:rPr b="0" i="0" lang="en-US" sz="1800" u="none" cap="none" strike="noStrike">
                          <a:solidFill>
                            <a:srgbClr val="000000"/>
                          </a:solidFill>
                          <a:latin typeface="Constantia"/>
                          <a:ea typeface="Constantia"/>
                          <a:cs typeface="Constantia"/>
                          <a:sym typeface="Constantia"/>
                        </a:rPr>
                        <a:t>Mạng diện rộng (WAN)</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00FFFF"/>
                    </a:solidFill>
                  </a:tcPr>
                </a:tc>
              </a:tr>
              <a:tr h="369875">
                <a:tc>
                  <a:txBody>
                    <a:bodyPr/>
                    <a:lstStyle/>
                    <a:p>
                      <a:pPr indent="0" lvl="0" marL="0" marR="0" rtl="0" algn="l">
                        <a:lnSpc>
                          <a:spcPct val="100000"/>
                        </a:lnSpc>
                        <a:spcBef>
                          <a:spcPts val="0"/>
                        </a:spcBef>
                        <a:spcAft>
                          <a:spcPts val="0"/>
                        </a:spcAft>
                        <a:buClr>
                          <a:srgbClr val="000000"/>
                        </a:buClr>
                        <a:buSzPts val="1800"/>
                        <a:buFont typeface="Constantia"/>
                        <a:buNone/>
                      </a:pPr>
                      <a:r>
                        <a:rPr b="0" i="0" lang="en-US" sz="1800" u="none" cap="none" strike="noStrike">
                          <a:solidFill>
                            <a:srgbClr val="000000"/>
                          </a:solidFill>
                          <a:latin typeface="Constantia"/>
                          <a:ea typeface="Constantia"/>
                          <a:cs typeface="Constantia"/>
                          <a:sym typeface="Constantia"/>
                        </a:rPr>
                        <a:t>1000km</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00FFFF"/>
                    </a:solidFill>
                  </a:tcPr>
                </a:tc>
                <a:tc>
                  <a:txBody>
                    <a:bodyPr/>
                    <a:lstStyle/>
                    <a:p>
                      <a:pPr indent="0" lvl="0" marL="0" marR="0" rtl="0" algn="l">
                        <a:lnSpc>
                          <a:spcPct val="100000"/>
                        </a:lnSpc>
                        <a:spcBef>
                          <a:spcPts val="0"/>
                        </a:spcBef>
                        <a:spcAft>
                          <a:spcPts val="0"/>
                        </a:spcAft>
                        <a:buClr>
                          <a:srgbClr val="000000"/>
                        </a:buClr>
                        <a:buSzPts val="1800"/>
                        <a:buFont typeface="Constantia"/>
                        <a:buNone/>
                      </a:pPr>
                      <a:r>
                        <a:rPr b="0" i="0" lang="en-US" sz="1800" u="none" cap="none" strike="noStrike">
                          <a:solidFill>
                            <a:srgbClr val="000000"/>
                          </a:solidFill>
                          <a:latin typeface="Constantia"/>
                          <a:ea typeface="Constantia"/>
                          <a:cs typeface="Constantia"/>
                          <a:sym typeface="Constantia"/>
                        </a:rPr>
                        <a:t>Trong 1 châu lục</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00FFFF"/>
                    </a:solidFill>
                  </a:tcPr>
                </a:tc>
                <a:tc vMerge="1"/>
              </a:tr>
              <a:tr h="371475">
                <a:tc>
                  <a:txBody>
                    <a:bodyPr/>
                    <a:lstStyle/>
                    <a:p>
                      <a:pPr indent="0" lvl="0" marL="0" marR="0" rtl="0" algn="l">
                        <a:lnSpc>
                          <a:spcPct val="100000"/>
                        </a:lnSpc>
                        <a:spcBef>
                          <a:spcPts val="0"/>
                        </a:spcBef>
                        <a:spcAft>
                          <a:spcPts val="0"/>
                        </a:spcAft>
                        <a:buClr>
                          <a:srgbClr val="000000"/>
                        </a:buClr>
                        <a:buSzPts val="1800"/>
                        <a:buFont typeface="Constantia"/>
                        <a:buNone/>
                      </a:pPr>
                      <a:r>
                        <a:rPr b="0" i="0" lang="en-US" sz="1800" u="none" cap="none" strike="noStrike">
                          <a:solidFill>
                            <a:srgbClr val="000000"/>
                          </a:solidFill>
                          <a:latin typeface="Constantia"/>
                          <a:ea typeface="Constantia"/>
                          <a:cs typeface="Constantia"/>
                          <a:sym typeface="Constantia"/>
                        </a:rPr>
                        <a:t>10000km</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EBF5"/>
                    </a:solidFill>
                  </a:tcPr>
                </a:tc>
                <a:tc>
                  <a:txBody>
                    <a:bodyPr/>
                    <a:lstStyle/>
                    <a:p>
                      <a:pPr indent="0" lvl="0" marL="0" marR="0" rtl="0" algn="l">
                        <a:lnSpc>
                          <a:spcPct val="100000"/>
                        </a:lnSpc>
                        <a:spcBef>
                          <a:spcPts val="0"/>
                        </a:spcBef>
                        <a:spcAft>
                          <a:spcPts val="0"/>
                        </a:spcAft>
                        <a:buClr>
                          <a:srgbClr val="000000"/>
                        </a:buClr>
                        <a:buSzPts val="1800"/>
                        <a:buFont typeface="Constantia"/>
                        <a:buNone/>
                      </a:pPr>
                      <a:r>
                        <a:rPr b="0" i="0" lang="en-US" sz="1800" u="none" cap="none" strike="noStrike">
                          <a:solidFill>
                            <a:srgbClr val="000000"/>
                          </a:solidFill>
                          <a:latin typeface="Constantia"/>
                          <a:ea typeface="Constantia"/>
                          <a:cs typeface="Constantia"/>
                          <a:sym typeface="Constantia"/>
                        </a:rPr>
                        <a:t>Cả hành tinh</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EBF5"/>
                    </a:solidFill>
                  </a:tcPr>
                </a:tc>
                <a:tc vMerge="1"/>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15"/>
          <p:cNvSpPr txBox="1"/>
          <p:nvPr/>
        </p:nvSpPr>
        <p:spPr>
          <a:xfrm>
            <a:off x="3390900" y="6356350"/>
            <a:ext cx="3352800" cy="365125"/>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Chương I - Tổng quan về mạng máy tính</a:t>
            </a:r>
            <a:endParaRPr/>
          </a:p>
        </p:txBody>
      </p:sp>
      <p:sp>
        <p:nvSpPr>
          <p:cNvPr id="460" name="Google Shape;460;p15"/>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
        <p:nvSpPr>
          <p:cNvPr id="461" name="Google Shape;461;p15"/>
          <p:cNvSpPr txBox="1"/>
          <p:nvPr>
            <p:ph type="title"/>
          </p:nvPr>
        </p:nvSpPr>
        <p:spPr>
          <a:xfrm>
            <a:off x="584200" y="0"/>
            <a:ext cx="8229600" cy="9906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rgbClr val="FF0000"/>
              </a:buClr>
              <a:buSzPts val="4200"/>
              <a:buFont typeface="Calibri"/>
              <a:buNone/>
            </a:pPr>
            <a:r>
              <a:rPr b="1" i="0" lang="en-US" sz="4200" u="none">
                <a:solidFill>
                  <a:srgbClr val="FF0000"/>
                </a:solidFill>
                <a:latin typeface="Calibri"/>
                <a:ea typeface="Calibri"/>
                <a:cs typeface="Calibri"/>
                <a:sym typeface="Calibri"/>
              </a:rPr>
              <a:t>Mạng cục bộ</a:t>
            </a:r>
            <a:endParaRPr/>
          </a:p>
        </p:txBody>
      </p:sp>
      <p:sp>
        <p:nvSpPr>
          <p:cNvPr id="462" name="Google Shape;462;p15"/>
          <p:cNvSpPr txBox="1"/>
          <p:nvPr>
            <p:ph idx="1" type="body"/>
          </p:nvPr>
        </p:nvSpPr>
        <p:spPr>
          <a:xfrm>
            <a:off x="0" y="1257300"/>
            <a:ext cx="8928100" cy="5194300"/>
          </a:xfrm>
          <a:prstGeom prst="rect">
            <a:avLst/>
          </a:prstGeom>
          <a:noFill/>
          <a:ln>
            <a:noFill/>
          </a:ln>
        </p:spPr>
        <p:txBody>
          <a:bodyPr anchorCtr="0" anchor="t" bIns="45700" lIns="91425" spcFirstLastPara="1" rIns="91425" wrap="square" tIns="45700">
            <a:noAutofit/>
          </a:bodyPr>
          <a:lstStyle/>
          <a:p>
            <a:pPr indent="-273050" lvl="0" marL="273050" rtl="0" algn="l">
              <a:lnSpc>
                <a:spcPct val="100000"/>
              </a:lnSpc>
              <a:spcBef>
                <a:spcPts val="0"/>
              </a:spcBef>
              <a:spcAft>
                <a:spcPts val="0"/>
              </a:spcAft>
              <a:buClr>
                <a:srgbClr val="0BD0D9"/>
              </a:buClr>
              <a:buSzPts val="2470"/>
              <a:buFont typeface="Noto Sans Symbols"/>
              <a:buChar char="⚫"/>
            </a:pPr>
            <a:r>
              <a:rPr b="0" i="1" lang="en-US" sz="2600" u="none">
                <a:solidFill>
                  <a:schemeClr val="dk1"/>
                </a:solidFill>
                <a:latin typeface="Times New Roman"/>
                <a:ea typeface="Times New Roman"/>
                <a:cs typeface="Times New Roman"/>
                <a:sym typeface="Times New Roman"/>
              </a:rPr>
              <a:t>Quy mô:</a:t>
            </a:r>
            <a:r>
              <a:rPr b="0" i="0" lang="en-US" sz="2600" u="none">
                <a:solidFill>
                  <a:schemeClr val="dk1"/>
                </a:solidFill>
                <a:latin typeface="Times New Roman"/>
                <a:ea typeface="Times New Roman"/>
                <a:cs typeface="Times New Roman"/>
                <a:sym typeface="Times New Roman"/>
              </a:rPr>
              <a:t> trong vùng diện tích dưới 2Km, giới hạn trong các phòng thí nghiệm hoặc toà nhà.</a:t>
            </a:r>
            <a:endParaRPr/>
          </a:p>
          <a:p>
            <a:pPr indent="-273050" lvl="0" marL="273050" rtl="0" algn="l">
              <a:lnSpc>
                <a:spcPct val="100000"/>
              </a:lnSpc>
              <a:spcBef>
                <a:spcPts val="1300"/>
              </a:spcBef>
              <a:spcAft>
                <a:spcPts val="0"/>
              </a:spcAft>
              <a:buClr>
                <a:srgbClr val="0BD0D9"/>
              </a:buClr>
              <a:buSzPts val="2470"/>
              <a:buFont typeface="Noto Sans Symbols"/>
              <a:buChar char="⚫"/>
            </a:pPr>
            <a:r>
              <a:rPr b="0" i="1" lang="en-US" sz="2600" u="none">
                <a:solidFill>
                  <a:schemeClr val="dk1"/>
                </a:solidFill>
                <a:latin typeface="Times New Roman"/>
                <a:ea typeface="Times New Roman"/>
                <a:cs typeface="Times New Roman"/>
                <a:sym typeface="Times New Roman"/>
              </a:rPr>
              <a:t>Chủ sở hữu:</a:t>
            </a:r>
            <a:r>
              <a:rPr b="0" i="0" lang="en-US" sz="2600" u="none">
                <a:solidFill>
                  <a:schemeClr val="dk1"/>
                </a:solidFill>
                <a:latin typeface="Times New Roman"/>
                <a:ea typeface="Times New Roman"/>
                <a:cs typeface="Times New Roman"/>
                <a:sym typeface="Times New Roman"/>
              </a:rPr>
              <a:t> nó chỉ bao gồm một chủ sở hữu, không có sự sở hữu bên ngoài.</a:t>
            </a:r>
            <a:endParaRPr/>
          </a:p>
          <a:p>
            <a:pPr indent="-273050" lvl="0" marL="273050" rtl="0" algn="l">
              <a:lnSpc>
                <a:spcPct val="100000"/>
              </a:lnSpc>
              <a:spcBef>
                <a:spcPts val="1300"/>
              </a:spcBef>
              <a:spcAft>
                <a:spcPts val="0"/>
              </a:spcAft>
              <a:buClr>
                <a:srgbClr val="0BD0D9"/>
              </a:buClr>
              <a:buSzPts val="2470"/>
              <a:buFont typeface="Noto Sans Symbols"/>
              <a:buChar char="⚫"/>
            </a:pPr>
            <a:r>
              <a:rPr b="0" i="1" lang="en-US" sz="2600" u="none">
                <a:solidFill>
                  <a:schemeClr val="dk1"/>
                </a:solidFill>
                <a:latin typeface="Times New Roman"/>
                <a:ea typeface="Times New Roman"/>
                <a:cs typeface="Times New Roman"/>
                <a:sym typeface="Times New Roman"/>
              </a:rPr>
              <a:t>Phương tiện truyền dẫn:</a:t>
            </a:r>
            <a:r>
              <a:rPr b="0" i="0" lang="en-US" sz="2600" u="none">
                <a:solidFill>
                  <a:schemeClr val="dk1"/>
                </a:solidFill>
                <a:latin typeface="Times New Roman"/>
                <a:ea typeface="Times New Roman"/>
                <a:cs typeface="Times New Roman"/>
                <a:sym typeface="Times New Roman"/>
              </a:rPr>
              <a:t> chủ yếu sử dụng cáp đồng, ngoài ra còn có cáp quang, hồng ngoại, mạng LAN không dây…..</a:t>
            </a:r>
            <a:endParaRPr/>
          </a:p>
          <a:p>
            <a:pPr indent="-273050" lvl="0" marL="273050" rtl="0" algn="l">
              <a:lnSpc>
                <a:spcPct val="100000"/>
              </a:lnSpc>
              <a:spcBef>
                <a:spcPts val="1300"/>
              </a:spcBef>
              <a:spcAft>
                <a:spcPts val="0"/>
              </a:spcAft>
              <a:buClr>
                <a:srgbClr val="0BD0D9"/>
              </a:buClr>
              <a:buSzPts val="2470"/>
              <a:buFont typeface="Noto Sans Symbols"/>
              <a:buChar char="⚫"/>
            </a:pPr>
            <a:r>
              <a:rPr b="0" i="1" lang="en-US" sz="2600" u="none">
                <a:solidFill>
                  <a:schemeClr val="dk1"/>
                </a:solidFill>
                <a:latin typeface="Times New Roman"/>
                <a:ea typeface="Times New Roman"/>
                <a:cs typeface="Times New Roman"/>
                <a:sym typeface="Times New Roman"/>
              </a:rPr>
              <a:t>Tốc độ:</a:t>
            </a:r>
            <a:r>
              <a:rPr b="0" i="0" lang="en-US" sz="2600" u="none">
                <a:solidFill>
                  <a:schemeClr val="dk1"/>
                </a:solidFill>
                <a:latin typeface="Times New Roman"/>
                <a:ea typeface="Times New Roman"/>
                <a:cs typeface="Times New Roman"/>
                <a:sym typeface="Times New Roman"/>
              </a:rPr>
              <a:t> 10- 100 Mbit/s.</a:t>
            </a:r>
            <a:endParaRPr/>
          </a:p>
          <a:p>
            <a:pPr indent="-273050" lvl="0" marL="273050" rtl="0" algn="l">
              <a:lnSpc>
                <a:spcPct val="100000"/>
              </a:lnSpc>
              <a:spcBef>
                <a:spcPts val="1300"/>
              </a:spcBef>
              <a:spcAft>
                <a:spcPts val="0"/>
              </a:spcAft>
              <a:buClr>
                <a:srgbClr val="0BD0D9"/>
              </a:buClr>
              <a:buSzPts val="2470"/>
              <a:buFont typeface="Noto Sans Symbols"/>
              <a:buChar char="⚫"/>
            </a:pPr>
            <a:r>
              <a:rPr b="0" i="1" lang="en-US" sz="2600" u="none">
                <a:solidFill>
                  <a:schemeClr val="dk1"/>
                </a:solidFill>
                <a:latin typeface="Times New Roman"/>
                <a:ea typeface="Times New Roman"/>
                <a:cs typeface="Times New Roman"/>
                <a:sym typeface="Times New Roman"/>
              </a:rPr>
              <a:t>Giao thức</a:t>
            </a:r>
            <a:r>
              <a:rPr b="0" i="0" lang="en-US" sz="2600" u="none">
                <a:solidFill>
                  <a:schemeClr val="dk1"/>
                </a:solidFill>
                <a:latin typeface="Times New Roman"/>
                <a:ea typeface="Times New Roman"/>
                <a:cs typeface="Times New Roman"/>
                <a:sym typeface="Times New Roman"/>
              </a:rPr>
              <a:t>: Ethernet, Token Ring, Token Bus.</a:t>
            </a:r>
            <a:r>
              <a:rPr b="0" i="0" lang="en-US" sz="2600" u="none">
                <a:solidFill>
                  <a:schemeClr val="dk1"/>
                </a:solidFill>
                <a:latin typeface="Constantia"/>
                <a:ea typeface="Constantia"/>
                <a:cs typeface="Constantia"/>
                <a:sym typeface="Constantia"/>
              </a:rPr>
              <a:t> </a:t>
            </a:r>
            <a:endParaRPr/>
          </a:p>
        </p:txBody>
      </p:sp>
      <p:sp>
        <p:nvSpPr>
          <p:cNvPr id="463" name="Google Shape;463;p15"/>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16"/>
          <p:cNvSpPr txBox="1"/>
          <p:nvPr/>
        </p:nvSpPr>
        <p:spPr>
          <a:xfrm>
            <a:off x="3390900" y="6356350"/>
            <a:ext cx="3352800" cy="365125"/>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Chương I - Tổng quan về mạng máy tính</a:t>
            </a:r>
            <a:endParaRPr/>
          </a:p>
        </p:txBody>
      </p:sp>
      <p:sp>
        <p:nvSpPr>
          <p:cNvPr id="470" name="Google Shape;470;p16"/>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
        <p:nvSpPr>
          <p:cNvPr id="471" name="Google Shape;471;p16"/>
          <p:cNvSpPr txBox="1"/>
          <p:nvPr>
            <p:ph type="title"/>
          </p:nvPr>
        </p:nvSpPr>
        <p:spPr>
          <a:xfrm>
            <a:off x="584200" y="0"/>
            <a:ext cx="8229600" cy="9906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rgbClr val="FF0000"/>
              </a:buClr>
              <a:buSzPts val="4200"/>
              <a:buFont typeface="Calibri"/>
              <a:buNone/>
            </a:pPr>
            <a:r>
              <a:rPr b="1" i="0" lang="en-US" sz="4200" u="none">
                <a:solidFill>
                  <a:srgbClr val="FF0000"/>
                </a:solidFill>
                <a:latin typeface="Calibri"/>
                <a:ea typeface="Calibri"/>
                <a:cs typeface="Calibri"/>
                <a:sym typeface="Calibri"/>
              </a:rPr>
              <a:t>Mạng cục bộ</a:t>
            </a:r>
            <a:endParaRPr/>
          </a:p>
        </p:txBody>
      </p:sp>
      <p:sp>
        <p:nvSpPr>
          <p:cNvPr id="472" name="Google Shape;472;p16"/>
          <p:cNvSpPr txBox="1"/>
          <p:nvPr>
            <p:ph idx="1" type="body"/>
          </p:nvPr>
        </p:nvSpPr>
        <p:spPr>
          <a:xfrm>
            <a:off x="0" y="1257300"/>
            <a:ext cx="8928100" cy="5194300"/>
          </a:xfrm>
          <a:prstGeom prst="rect">
            <a:avLst/>
          </a:prstGeom>
          <a:noFill/>
          <a:ln>
            <a:noFill/>
          </a:ln>
        </p:spPr>
        <p:txBody>
          <a:bodyPr anchorCtr="0" anchor="t" bIns="45700" lIns="91425" spcFirstLastPara="1" rIns="91425" wrap="square" tIns="45700">
            <a:noAutofit/>
          </a:bodyPr>
          <a:lstStyle/>
          <a:p>
            <a:pPr indent="-246062" lvl="1" marL="639762" rtl="0" algn="just">
              <a:lnSpc>
                <a:spcPct val="100000"/>
              </a:lnSpc>
              <a:spcBef>
                <a:spcPts val="0"/>
              </a:spcBef>
              <a:spcAft>
                <a:spcPts val="0"/>
              </a:spcAft>
              <a:buSzPts val="2720"/>
              <a:buNone/>
            </a:pPr>
            <a:r>
              <a:t/>
            </a:r>
            <a:endParaRPr b="0" i="0" sz="3200" u="none">
              <a:solidFill>
                <a:schemeClr val="dk1"/>
              </a:solidFill>
              <a:latin typeface="Constantia"/>
              <a:ea typeface="Constantia"/>
              <a:cs typeface="Constantia"/>
              <a:sym typeface="Constantia"/>
            </a:endParaRPr>
          </a:p>
          <a:p>
            <a:pPr indent="-246062" lvl="1" marL="639762" rtl="0" algn="just">
              <a:lnSpc>
                <a:spcPct val="100000"/>
              </a:lnSpc>
              <a:spcBef>
                <a:spcPts val="640"/>
              </a:spcBef>
              <a:spcAft>
                <a:spcPts val="0"/>
              </a:spcAft>
              <a:buClr>
                <a:schemeClr val="accent1"/>
              </a:buClr>
              <a:buSzPts val="2720"/>
              <a:buFont typeface="Noto Sans Symbols"/>
              <a:buChar char="⚫"/>
            </a:pPr>
            <a:r>
              <a:rPr b="0" i="0" lang="en-US" sz="3200" u="none">
                <a:solidFill>
                  <a:schemeClr val="dk1"/>
                </a:solidFill>
                <a:latin typeface="Times New Roman"/>
                <a:ea typeface="Times New Roman"/>
                <a:cs typeface="Times New Roman"/>
                <a:sym typeface="Times New Roman"/>
              </a:rPr>
              <a:t>Đây là mạng thuộc loại mạng quảng bá, sử dụng một đường truyền có tốc độ cao, băng thông rộng, có hình trạng (topology) đơn giản như mạng hình bus, mạng hình sao (Star topology), mạng hình vòng (Ring topology)</a:t>
            </a:r>
            <a:endParaRPr/>
          </a:p>
        </p:txBody>
      </p:sp>
      <p:sp>
        <p:nvSpPr>
          <p:cNvPr id="473" name="Google Shape;473;p16"/>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17"/>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
        <p:nvSpPr>
          <p:cNvPr id="480" name="Google Shape;480;p17"/>
          <p:cNvSpPr txBox="1"/>
          <p:nvPr>
            <p:ph type="title"/>
          </p:nvPr>
        </p:nvSpPr>
        <p:spPr>
          <a:xfrm>
            <a:off x="584200" y="0"/>
            <a:ext cx="8229600" cy="6477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rgbClr val="FF0000"/>
              </a:buClr>
              <a:buSzPts val="4200"/>
              <a:buFont typeface="Calibri"/>
              <a:buNone/>
            </a:pPr>
            <a:r>
              <a:rPr b="1" i="0" lang="en-US" sz="4200" u="none">
                <a:solidFill>
                  <a:srgbClr val="FF0000"/>
                </a:solidFill>
                <a:latin typeface="Calibri"/>
                <a:ea typeface="Calibri"/>
                <a:cs typeface="Calibri"/>
                <a:sym typeface="Calibri"/>
              </a:rPr>
              <a:t>Mạng hình Bus</a:t>
            </a:r>
            <a:endParaRPr/>
          </a:p>
        </p:txBody>
      </p:sp>
      <p:sp>
        <p:nvSpPr>
          <p:cNvPr id="481" name="Google Shape;481;p17"/>
          <p:cNvSpPr txBox="1"/>
          <p:nvPr>
            <p:ph idx="1" type="body"/>
          </p:nvPr>
        </p:nvSpPr>
        <p:spPr>
          <a:xfrm>
            <a:off x="0" y="635000"/>
            <a:ext cx="8674100" cy="5816600"/>
          </a:xfrm>
          <a:prstGeom prst="rect">
            <a:avLst/>
          </a:prstGeom>
          <a:noFill/>
          <a:ln>
            <a:noFill/>
          </a:ln>
        </p:spPr>
        <p:txBody>
          <a:bodyPr anchorCtr="0" anchor="t" bIns="45700" lIns="91425" spcFirstLastPara="1" rIns="91425" wrap="square" tIns="45700">
            <a:noAutofit/>
          </a:bodyPr>
          <a:lstStyle/>
          <a:p>
            <a:pPr indent="-273050" lvl="0" marL="273050" rtl="0" algn="just">
              <a:lnSpc>
                <a:spcPct val="100000"/>
              </a:lnSpc>
              <a:spcBef>
                <a:spcPts val="0"/>
              </a:spcBef>
              <a:spcAft>
                <a:spcPts val="0"/>
              </a:spcAft>
              <a:buClr>
                <a:srgbClr val="0BD0D9"/>
              </a:buClr>
              <a:buSzPts val="2660"/>
              <a:buFont typeface="Noto Sans Symbols"/>
              <a:buChar char="⚫"/>
            </a:pPr>
            <a:r>
              <a:rPr b="0" i="0" lang="en-US" sz="2800" u="none">
                <a:solidFill>
                  <a:schemeClr val="dk1"/>
                </a:solidFill>
                <a:latin typeface="Constantia"/>
                <a:ea typeface="Constantia"/>
                <a:cs typeface="Constantia"/>
                <a:sym typeface="Constantia"/>
              </a:rPr>
              <a:t>Thực hiện theo cách bố trí hành lang, các máy tính và các thiết bị khác – các </a:t>
            </a:r>
            <a:r>
              <a:rPr b="0" i="0" lang="en-US" sz="2800" u="none">
                <a:solidFill>
                  <a:schemeClr val="dk1"/>
                </a:solidFill>
                <a:latin typeface="Times New Roman"/>
                <a:ea typeface="Times New Roman"/>
                <a:cs typeface="Times New Roman"/>
                <a:sym typeface="Times New Roman"/>
              </a:rPr>
              <a:t>nút, đều được nối về với nhau trên một trục đường dây cáp chính để chuyển tải tín</a:t>
            </a:r>
            <a:r>
              <a:rPr b="0" i="0" lang="en-US" sz="2800" u="none">
                <a:solidFill>
                  <a:schemeClr val="dk1"/>
                </a:solidFill>
                <a:latin typeface="Constantia"/>
                <a:ea typeface="Constantia"/>
                <a:cs typeface="Constantia"/>
                <a:sym typeface="Constantia"/>
              </a:rPr>
              <a:t> </a:t>
            </a:r>
            <a:r>
              <a:rPr b="0" i="0" lang="en-US" sz="2800" u="none">
                <a:solidFill>
                  <a:schemeClr val="dk1"/>
                </a:solidFill>
                <a:latin typeface="Times New Roman"/>
                <a:ea typeface="Times New Roman"/>
                <a:cs typeface="Times New Roman"/>
                <a:sym typeface="Times New Roman"/>
              </a:rPr>
              <a:t>hiệu. </a:t>
            </a:r>
            <a:endParaRPr b="0" i="0" sz="2800" u="none">
              <a:solidFill>
                <a:schemeClr val="dk1"/>
              </a:solidFill>
              <a:latin typeface="Constantia"/>
              <a:ea typeface="Constantia"/>
              <a:cs typeface="Constantia"/>
              <a:sym typeface="Constantia"/>
            </a:endParaRPr>
          </a:p>
          <a:p>
            <a:pPr indent="-273050" lvl="0" marL="273050" rtl="0" algn="just">
              <a:lnSpc>
                <a:spcPct val="100000"/>
              </a:lnSpc>
              <a:spcBef>
                <a:spcPts val="560"/>
              </a:spcBef>
              <a:spcAft>
                <a:spcPts val="0"/>
              </a:spcAft>
              <a:buClr>
                <a:srgbClr val="0BD0D9"/>
              </a:buClr>
              <a:buSzPts val="2660"/>
              <a:buFont typeface="Noto Sans Symbols"/>
              <a:buChar char="⚫"/>
            </a:pPr>
            <a:r>
              <a:rPr b="0" i="0" lang="en-US" sz="2800" u="none">
                <a:solidFill>
                  <a:schemeClr val="dk1"/>
                </a:solidFill>
                <a:latin typeface="Times New Roman"/>
                <a:ea typeface="Times New Roman"/>
                <a:cs typeface="Times New Roman"/>
                <a:sym typeface="Times New Roman"/>
              </a:rPr>
              <a:t>Tất cả các nút đều sử dụng chung đường dây cáp chính này. Phía hai đầu dây</a:t>
            </a:r>
            <a:r>
              <a:rPr b="0" i="0" lang="en-US" sz="2800" u="none">
                <a:solidFill>
                  <a:schemeClr val="dk1"/>
                </a:solidFill>
                <a:latin typeface="Constantia"/>
                <a:ea typeface="Constantia"/>
                <a:cs typeface="Constantia"/>
                <a:sym typeface="Constantia"/>
              </a:rPr>
              <a:t> </a:t>
            </a:r>
            <a:r>
              <a:rPr b="0" i="0" lang="en-US" sz="2800" u="none">
                <a:solidFill>
                  <a:schemeClr val="dk1"/>
                </a:solidFill>
                <a:latin typeface="Times New Roman"/>
                <a:ea typeface="Times New Roman"/>
                <a:cs typeface="Times New Roman"/>
                <a:sym typeface="Times New Roman"/>
              </a:rPr>
              <a:t>cáp được bịt bởi một thiết bị gọi là Terminator. </a:t>
            </a:r>
            <a:endParaRPr b="0" i="0" sz="2800" u="none">
              <a:solidFill>
                <a:schemeClr val="dk1"/>
              </a:solidFill>
              <a:latin typeface="Constantia"/>
              <a:ea typeface="Constantia"/>
              <a:cs typeface="Constantia"/>
              <a:sym typeface="Constantia"/>
            </a:endParaRPr>
          </a:p>
          <a:p>
            <a:pPr indent="-273050" lvl="0" marL="273050" rtl="0" algn="just">
              <a:lnSpc>
                <a:spcPct val="100000"/>
              </a:lnSpc>
              <a:spcBef>
                <a:spcPts val="560"/>
              </a:spcBef>
              <a:spcAft>
                <a:spcPts val="0"/>
              </a:spcAft>
              <a:buClr>
                <a:srgbClr val="0BD0D9"/>
              </a:buClr>
              <a:buSzPts val="2660"/>
              <a:buFont typeface="Noto Sans Symbols"/>
              <a:buChar char="⚫"/>
            </a:pPr>
            <a:r>
              <a:rPr b="0" i="0" lang="en-US" sz="2800" u="none">
                <a:solidFill>
                  <a:schemeClr val="dk1"/>
                </a:solidFill>
                <a:latin typeface="Times New Roman"/>
                <a:ea typeface="Times New Roman"/>
                <a:cs typeface="Times New Roman"/>
                <a:sym typeface="Times New Roman"/>
              </a:rPr>
              <a:t>Các tín hiệu và dữ liệu khi truyền đi</a:t>
            </a:r>
            <a:r>
              <a:rPr b="0" i="0" lang="en-US" sz="2800" u="none">
                <a:solidFill>
                  <a:schemeClr val="dk1"/>
                </a:solidFill>
                <a:latin typeface="Constantia"/>
                <a:ea typeface="Constantia"/>
                <a:cs typeface="Constantia"/>
                <a:sym typeface="Constantia"/>
              </a:rPr>
              <a:t> </a:t>
            </a:r>
            <a:r>
              <a:rPr b="0" i="0" lang="en-US" sz="2800" u="none">
                <a:solidFill>
                  <a:schemeClr val="dk1"/>
                </a:solidFill>
                <a:latin typeface="Times New Roman"/>
                <a:ea typeface="Times New Roman"/>
                <a:cs typeface="Times New Roman"/>
                <a:sym typeface="Times New Roman"/>
              </a:rPr>
              <a:t>trên dây cáp đều mang theo điạ chỉ của nơi đến.</a:t>
            </a:r>
            <a:endParaRPr/>
          </a:p>
        </p:txBody>
      </p:sp>
      <p:sp>
        <p:nvSpPr>
          <p:cNvPr id="482" name="Google Shape;482;p17"/>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pic>
        <p:nvPicPr>
          <p:cNvPr id="483" name="Google Shape;483;p17"/>
          <p:cNvPicPr preferRelativeResize="0"/>
          <p:nvPr/>
        </p:nvPicPr>
        <p:blipFill rotWithShape="1">
          <a:blip r:embed="rId3">
            <a:alphaModFix/>
          </a:blip>
          <a:srcRect b="0" l="0" r="0" t="0"/>
          <a:stretch/>
        </p:blipFill>
        <p:spPr>
          <a:xfrm>
            <a:off x="2147887" y="4537075"/>
            <a:ext cx="5421312" cy="22320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18"/>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
        <p:nvSpPr>
          <p:cNvPr id="490" name="Google Shape;490;p18"/>
          <p:cNvSpPr txBox="1"/>
          <p:nvPr>
            <p:ph type="title"/>
          </p:nvPr>
        </p:nvSpPr>
        <p:spPr>
          <a:xfrm>
            <a:off x="584200" y="0"/>
            <a:ext cx="8229600" cy="6477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rgbClr val="FF0000"/>
              </a:buClr>
              <a:buSzPts val="4200"/>
              <a:buFont typeface="Calibri"/>
              <a:buNone/>
            </a:pPr>
            <a:r>
              <a:rPr b="1" i="0" lang="en-US" sz="4200" u="none">
                <a:solidFill>
                  <a:srgbClr val="FF0000"/>
                </a:solidFill>
                <a:latin typeface="Calibri"/>
                <a:ea typeface="Calibri"/>
                <a:cs typeface="Calibri"/>
                <a:sym typeface="Calibri"/>
              </a:rPr>
              <a:t>Mạng hình Bus</a:t>
            </a:r>
            <a:endParaRPr/>
          </a:p>
        </p:txBody>
      </p:sp>
      <p:sp>
        <p:nvSpPr>
          <p:cNvPr id="491" name="Google Shape;491;p18"/>
          <p:cNvSpPr txBox="1"/>
          <p:nvPr>
            <p:ph idx="1" type="body"/>
          </p:nvPr>
        </p:nvSpPr>
        <p:spPr>
          <a:xfrm>
            <a:off x="0" y="635000"/>
            <a:ext cx="8674100" cy="5816600"/>
          </a:xfrm>
          <a:prstGeom prst="rect">
            <a:avLst/>
          </a:prstGeom>
          <a:noFill/>
          <a:ln>
            <a:noFill/>
          </a:ln>
        </p:spPr>
        <p:txBody>
          <a:bodyPr anchorCtr="0" anchor="t" bIns="45700" lIns="91425" spcFirstLastPara="1" rIns="91425" wrap="square" tIns="45700">
            <a:noAutofit/>
          </a:bodyPr>
          <a:lstStyle/>
          <a:p>
            <a:pPr indent="-273050" lvl="0" marL="273050" rtl="0" algn="just">
              <a:lnSpc>
                <a:spcPct val="100000"/>
              </a:lnSpc>
              <a:spcBef>
                <a:spcPts val="0"/>
              </a:spcBef>
              <a:spcAft>
                <a:spcPts val="0"/>
              </a:spcAft>
              <a:buClr>
                <a:srgbClr val="C00000"/>
              </a:buClr>
              <a:buSzPts val="2660"/>
              <a:buFont typeface="Noto Sans Symbols"/>
              <a:buChar char="❑"/>
            </a:pPr>
            <a:r>
              <a:rPr b="0" i="0" lang="en-US" sz="2800" u="none">
                <a:solidFill>
                  <a:schemeClr val="dk1"/>
                </a:solidFill>
                <a:latin typeface="Times New Roman"/>
                <a:ea typeface="Times New Roman"/>
                <a:cs typeface="Times New Roman"/>
                <a:sym typeface="Times New Roman"/>
              </a:rPr>
              <a:t>Ưu điểm: Loại h</a:t>
            </a:r>
            <a:r>
              <a:rPr b="0" i="0" lang="en-US" sz="2800" u="none">
                <a:solidFill>
                  <a:schemeClr val="dk1"/>
                </a:solidFill>
                <a:latin typeface="Constantia"/>
                <a:ea typeface="Constantia"/>
                <a:cs typeface="Constantia"/>
                <a:sym typeface="Constantia"/>
              </a:rPr>
              <a:t>ìn</a:t>
            </a:r>
            <a:r>
              <a:rPr b="0" i="0" lang="en-US" sz="2800" u="none">
                <a:solidFill>
                  <a:schemeClr val="dk1"/>
                </a:solidFill>
                <a:latin typeface="Times New Roman"/>
                <a:ea typeface="Times New Roman"/>
                <a:cs typeface="Times New Roman"/>
                <a:sym typeface="Times New Roman"/>
              </a:rPr>
              <a:t>h mạng này dùng dây cáp ít nhất, dễ lắp đặt, giá thành rẻ.</a:t>
            </a:r>
            <a:endParaRPr b="0" i="0" sz="2800" u="none">
              <a:solidFill>
                <a:schemeClr val="dk1"/>
              </a:solidFill>
              <a:latin typeface="Constantia"/>
              <a:ea typeface="Constantia"/>
              <a:cs typeface="Constantia"/>
              <a:sym typeface="Constantia"/>
            </a:endParaRPr>
          </a:p>
          <a:p>
            <a:pPr indent="-273050" lvl="0" marL="273050" rtl="0" algn="l">
              <a:lnSpc>
                <a:spcPct val="100000"/>
              </a:lnSpc>
              <a:spcBef>
                <a:spcPts val="560"/>
              </a:spcBef>
              <a:spcAft>
                <a:spcPts val="0"/>
              </a:spcAft>
              <a:buClr>
                <a:srgbClr val="C00000"/>
              </a:buClr>
              <a:buSzPts val="2660"/>
              <a:buFont typeface="Noto Sans Symbols"/>
              <a:buChar char="❑"/>
            </a:pPr>
            <a:r>
              <a:rPr b="0" i="0" lang="en-US" sz="2800" u="none">
                <a:solidFill>
                  <a:srgbClr val="FF0000"/>
                </a:solidFill>
                <a:latin typeface="Times New Roman"/>
                <a:ea typeface="Times New Roman"/>
                <a:cs typeface="Times New Roman"/>
                <a:sym typeface="Times New Roman"/>
              </a:rPr>
              <a:t>Nhược điểm:</a:t>
            </a:r>
            <a:endParaRPr/>
          </a:p>
          <a:p>
            <a:pPr indent="-342899" lvl="1" marL="709612" rtl="0" algn="just">
              <a:lnSpc>
                <a:spcPct val="100000"/>
              </a:lnSpc>
              <a:spcBef>
                <a:spcPts val="560"/>
              </a:spcBef>
              <a:spcAft>
                <a:spcPts val="0"/>
              </a:spcAft>
              <a:buClr>
                <a:schemeClr val="accent1"/>
              </a:buClr>
              <a:buSzPts val="2380"/>
              <a:buFont typeface="Noto Sans Symbols"/>
              <a:buChar char="❑"/>
            </a:pPr>
            <a:r>
              <a:rPr b="0" i="0" lang="en-US" sz="2800" u="none">
                <a:solidFill>
                  <a:schemeClr val="dk1"/>
                </a:solidFill>
                <a:latin typeface="Times New Roman"/>
                <a:ea typeface="Times New Roman"/>
                <a:cs typeface="Times New Roman"/>
                <a:sym typeface="Times New Roman"/>
              </a:rPr>
              <a:t>Sự ùn tắc giao thông khi di chuyển dữ liệu với lưu lượng lớn.</a:t>
            </a:r>
            <a:endParaRPr/>
          </a:p>
          <a:p>
            <a:pPr indent="-342899" lvl="1" marL="709612" rtl="0" algn="just">
              <a:lnSpc>
                <a:spcPct val="100000"/>
              </a:lnSpc>
              <a:spcBef>
                <a:spcPts val="560"/>
              </a:spcBef>
              <a:spcAft>
                <a:spcPts val="0"/>
              </a:spcAft>
              <a:buClr>
                <a:schemeClr val="accent1"/>
              </a:buClr>
              <a:buSzPts val="2380"/>
              <a:buFont typeface="Noto Sans Symbols"/>
              <a:buChar char="❑"/>
            </a:pPr>
            <a:r>
              <a:rPr b="0" i="0" lang="en-US" sz="2800" u="none">
                <a:solidFill>
                  <a:schemeClr val="dk1"/>
                </a:solidFill>
                <a:latin typeface="Times New Roman"/>
                <a:ea typeface="Times New Roman"/>
                <a:cs typeface="Times New Roman"/>
                <a:sym typeface="Times New Roman"/>
              </a:rPr>
              <a:t>Khi có sự hỏng hóc ở đoạn nào đó th. rất khó phát hiện, một sự ngừng trên đường</a:t>
            </a:r>
            <a:r>
              <a:rPr b="0" i="0" lang="en-US" sz="2800" u="none">
                <a:solidFill>
                  <a:schemeClr val="dk1"/>
                </a:solidFill>
                <a:latin typeface="Constantia"/>
                <a:ea typeface="Constantia"/>
                <a:cs typeface="Constantia"/>
                <a:sym typeface="Constantia"/>
              </a:rPr>
              <a:t> </a:t>
            </a:r>
            <a:r>
              <a:rPr b="0" i="0" lang="en-US" sz="2800" u="none">
                <a:solidFill>
                  <a:schemeClr val="dk1"/>
                </a:solidFill>
                <a:latin typeface="Times New Roman"/>
                <a:ea typeface="Times New Roman"/>
                <a:cs typeface="Times New Roman"/>
                <a:sym typeface="Times New Roman"/>
              </a:rPr>
              <a:t>dây để sửa chữa sẽ ngừng toàn bộ hệ thống. Cấu trúc này ngày nay ít được sử dụng.</a:t>
            </a:r>
            <a:endParaRPr/>
          </a:p>
        </p:txBody>
      </p:sp>
      <p:sp>
        <p:nvSpPr>
          <p:cNvPr id="492" name="Google Shape;492;p18"/>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19"/>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
        <p:nvSpPr>
          <p:cNvPr id="499" name="Google Shape;499;p19"/>
          <p:cNvSpPr txBox="1"/>
          <p:nvPr>
            <p:ph type="title"/>
          </p:nvPr>
        </p:nvSpPr>
        <p:spPr>
          <a:xfrm>
            <a:off x="584200" y="0"/>
            <a:ext cx="8229600" cy="6477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rgbClr val="FF0000"/>
              </a:buClr>
              <a:buSzPts val="4200"/>
              <a:buFont typeface="Calibri"/>
              <a:buNone/>
            </a:pPr>
            <a:r>
              <a:rPr b="1" i="0" lang="en-US" sz="4200" u="none">
                <a:solidFill>
                  <a:srgbClr val="FF0000"/>
                </a:solidFill>
                <a:latin typeface="Calibri"/>
                <a:ea typeface="Calibri"/>
                <a:cs typeface="Calibri"/>
                <a:sym typeface="Calibri"/>
              </a:rPr>
              <a:t>Mạng hình sao</a:t>
            </a:r>
            <a:endParaRPr/>
          </a:p>
        </p:txBody>
      </p:sp>
      <p:sp>
        <p:nvSpPr>
          <p:cNvPr id="500" name="Google Shape;500;p19"/>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
        <p:nvSpPr>
          <p:cNvPr id="501" name="Google Shape;501;p19"/>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Autofit/>
          </a:bodyPr>
          <a:lstStyle/>
          <a:p>
            <a:pPr indent="-116204" lvl="0" marL="273050" marR="0" rtl="0" algn="l">
              <a:spcBef>
                <a:spcPts val="0"/>
              </a:spcBef>
              <a:spcAft>
                <a:spcPts val="0"/>
              </a:spcAft>
              <a:buClr>
                <a:srgbClr val="0BD0D9"/>
              </a:buClr>
              <a:buSzPts val="2470"/>
              <a:buFont typeface="Noto Sans Symbols"/>
              <a:buNone/>
            </a:pPr>
            <a:r>
              <a:t/>
            </a:r>
            <a:endParaRPr sz="2600">
              <a:solidFill>
                <a:schemeClr val="dk1"/>
              </a:solidFill>
              <a:latin typeface="Constantia"/>
              <a:ea typeface="Constantia"/>
              <a:cs typeface="Constantia"/>
              <a:sym typeface="Constantia"/>
            </a:endParaRPr>
          </a:p>
        </p:txBody>
      </p:sp>
      <p:pic>
        <p:nvPicPr>
          <p:cNvPr id="502" name="Google Shape;502;p19"/>
          <p:cNvPicPr preferRelativeResize="0"/>
          <p:nvPr/>
        </p:nvPicPr>
        <p:blipFill rotWithShape="1">
          <a:blip r:embed="rId3">
            <a:alphaModFix/>
          </a:blip>
          <a:srcRect b="0" l="0" r="0" t="0"/>
          <a:stretch/>
        </p:blipFill>
        <p:spPr>
          <a:xfrm>
            <a:off x="1397000" y="1485900"/>
            <a:ext cx="5829300" cy="41783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20"/>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
        <p:nvSpPr>
          <p:cNvPr id="509" name="Google Shape;509;p20"/>
          <p:cNvSpPr txBox="1"/>
          <p:nvPr>
            <p:ph type="title"/>
          </p:nvPr>
        </p:nvSpPr>
        <p:spPr>
          <a:xfrm>
            <a:off x="584200" y="0"/>
            <a:ext cx="8229600" cy="6477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rgbClr val="FF0000"/>
              </a:buClr>
              <a:buSzPts val="4200"/>
              <a:buFont typeface="Calibri"/>
              <a:buNone/>
            </a:pPr>
            <a:r>
              <a:rPr b="1" i="0" lang="en-US" sz="4200" u="none">
                <a:solidFill>
                  <a:srgbClr val="FF0000"/>
                </a:solidFill>
                <a:latin typeface="Calibri"/>
                <a:ea typeface="Calibri"/>
                <a:cs typeface="Calibri"/>
                <a:sym typeface="Calibri"/>
              </a:rPr>
              <a:t>Mạng hình sao</a:t>
            </a:r>
            <a:endParaRPr/>
          </a:p>
        </p:txBody>
      </p:sp>
      <p:sp>
        <p:nvSpPr>
          <p:cNvPr id="510" name="Google Shape;510;p20"/>
          <p:cNvSpPr txBox="1"/>
          <p:nvPr>
            <p:ph idx="1" type="body"/>
          </p:nvPr>
        </p:nvSpPr>
        <p:spPr>
          <a:xfrm>
            <a:off x="0" y="635000"/>
            <a:ext cx="8636000" cy="5816600"/>
          </a:xfrm>
          <a:prstGeom prst="rect">
            <a:avLst/>
          </a:prstGeom>
          <a:noFill/>
          <a:ln>
            <a:noFill/>
          </a:ln>
        </p:spPr>
        <p:txBody>
          <a:bodyPr anchorCtr="0" anchor="t" bIns="45700" lIns="91425" spcFirstLastPara="1" rIns="91425" wrap="square" tIns="45700">
            <a:noAutofit/>
          </a:bodyPr>
          <a:lstStyle/>
          <a:p>
            <a:pPr indent="-273050" lvl="0" marL="273050" rtl="0" algn="just">
              <a:lnSpc>
                <a:spcPct val="100000"/>
              </a:lnSpc>
              <a:spcBef>
                <a:spcPts val="0"/>
              </a:spcBef>
              <a:spcAft>
                <a:spcPts val="0"/>
              </a:spcAft>
              <a:buClr>
                <a:srgbClr val="C00000"/>
              </a:buClr>
              <a:buSzPts val="2660"/>
              <a:buFont typeface="Noto Sans Symbols"/>
              <a:buChar char="❑"/>
            </a:pPr>
            <a:r>
              <a:rPr b="0" i="0" lang="en-US" sz="2800" u="none">
                <a:solidFill>
                  <a:schemeClr val="dk1"/>
                </a:solidFill>
                <a:latin typeface="Times New Roman"/>
                <a:ea typeface="Times New Roman"/>
                <a:cs typeface="Times New Roman"/>
                <a:sym typeface="Times New Roman"/>
              </a:rPr>
              <a:t>Mạng dạng hình sao bao gồm một bộ kết nối trung tâm và các nút. Các nút này là các trạm đầu cuối, các máy tính và các thiết bị khác của mạng. Bộ kết nối trung tâm của mạng điều phối mọi hoạt động trong mạng.</a:t>
            </a:r>
            <a:endParaRPr/>
          </a:p>
          <a:p>
            <a:pPr indent="-273050" lvl="0" marL="273050" rtl="0" algn="just">
              <a:lnSpc>
                <a:spcPct val="100000"/>
              </a:lnSpc>
              <a:spcBef>
                <a:spcPts val="560"/>
              </a:spcBef>
              <a:spcAft>
                <a:spcPts val="0"/>
              </a:spcAft>
              <a:buClr>
                <a:srgbClr val="C00000"/>
              </a:buClr>
              <a:buSzPts val="2660"/>
              <a:buFont typeface="Noto Sans Symbols"/>
              <a:buChar char="❑"/>
            </a:pPr>
            <a:r>
              <a:rPr b="0" i="0" lang="en-US" sz="2800" u="none">
                <a:solidFill>
                  <a:srgbClr val="FF0000"/>
                </a:solidFill>
                <a:latin typeface="Times New Roman"/>
                <a:ea typeface="Times New Roman"/>
                <a:cs typeface="Times New Roman"/>
                <a:sym typeface="Times New Roman"/>
              </a:rPr>
              <a:t>Mạng dạng hình sao cho phép nối các máy tính vào một bộ tập trung (Hub) bằng cáp, giải pháp này cho phép nối trực tiếp máy tính với Hub không cần thông qua trục Bus,tránh được các yếu tố gây ngưng trệ mạng.</a:t>
            </a:r>
            <a:endParaRPr/>
          </a:p>
          <a:p>
            <a:pPr indent="-273050" lvl="0" marL="273050" rtl="0" algn="just">
              <a:lnSpc>
                <a:spcPct val="100000"/>
              </a:lnSpc>
              <a:spcBef>
                <a:spcPts val="560"/>
              </a:spcBef>
              <a:spcAft>
                <a:spcPts val="0"/>
              </a:spcAft>
              <a:buClr>
                <a:srgbClr val="C00000"/>
              </a:buClr>
              <a:buSzPts val="2660"/>
              <a:buFont typeface="Noto Sans Symbols"/>
              <a:buChar char="❑"/>
            </a:pPr>
            <a:r>
              <a:rPr b="0" i="0" lang="en-US" sz="2800" u="none">
                <a:solidFill>
                  <a:schemeClr val="dk1"/>
                </a:solidFill>
                <a:latin typeface="Times New Roman"/>
                <a:ea typeface="Times New Roman"/>
                <a:cs typeface="Times New Roman"/>
                <a:sym typeface="Times New Roman"/>
              </a:rPr>
              <a:t>Mô hình kết nối hình sao ngày nay trở nên hết sức phổ biến. Với việc sử dụng các bộ tập trung hoặc chuyển mạch, cấu trúc h.nh sao có thể được mở rộng bằng cách tổ chức nhiều mức phân cấp, do vậy dễ dàng trong việc quản l. và vận hành.</a:t>
            </a:r>
            <a:endParaRPr/>
          </a:p>
        </p:txBody>
      </p:sp>
      <p:sp>
        <p:nvSpPr>
          <p:cNvPr id="511" name="Google Shape;511;p20"/>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10">
                                            <p:txEl>
                                              <p:pRg end="0" st="0"/>
                                            </p:txEl>
                                          </p:spTgt>
                                        </p:tgtEl>
                                        <p:attrNameLst>
                                          <p:attrName>style.visibility</p:attrName>
                                        </p:attrNameLst>
                                      </p:cBhvr>
                                      <p:to>
                                        <p:strVal val="visible"/>
                                      </p:to>
                                    </p:set>
                                    <p:animEffect filter="fade" transition="in">
                                      <p:cBhvr>
                                        <p:cTn dur="500"/>
                                        <p:tgtEl>
                                          <p:spTgt spid="510">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510">
                                            <p:txEl>
                                              <p:pRg end="1" st="1"/>
                                            </p:txEl>
                                          </p:spTgt>
                                        </p:tgtEl>
                                        <p:attrNameLst>
                                          <p:attrName>style.visibility</p:attrName>
                                        </p:attrNameLst>
                                      </p:cBhvr>
                                      <p:to>
                                        <p:strVal val="visible"/>
                                      </p:to>
                                    </p:set>
                                    <p:animEffect filter="fade" transition="in">
                                      <p:cBhvr>
                                        <p:cTn dur="500"/>
                                        <p:tgtEl>
                                          <p:spTgt spid="510">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510">
                                            <p:txEl>
                                              <p:pRg end="2" st="2"/>
                                            </p:txEl>
                                          </p:spTgt>
                                        </p:tgtEl>
                                        <p:attrNameLst>
                                          <p:attrName>style.visibility</p:attrName>
                                        </p:attrNameLst>
                                      </p:cBhvr>
                                      <p:to>
                                        <p:strVal val="visible"/>
                                      </p:to>
                                    </p:set>
                                    <p:animEffect filter="fade" transition="in">
                                      <p:cBhvr>
                                        <p:cTn dur="500"/>
                                        <p:tgtEl>
                                          <p:spTgt spid="51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10">
                                            <p:txEl>
                                              <p:pRg end="0" st="0"/>
                                            </p:txEl>
                                          </p:spTgt>
                                        </p:tgtEl>
                                      </p:cBhvr>
                                    </p:animEffect>
                                    <p:set>
                                      <p:cBhvr>
                                        <p:cTn dur="1" fill="hold">
                                          <p:stCondLst>
                                            <p:cond delay="500"/>
                                          </p:stCondLst>
                                        </p:cTn>
                                        <p:tgtEl>
                                          <p:spTgt spid="510">
                                            <p:txEl>
                                              <p:pRg end="0" st="0"/>
                                            </p:txEl>
                                          </p:spTgt>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10">
                                            <p:txEl>
                                              <p:pRg end="1" st="1"/>
                                            </p:txEl>
                                          </p:spTgt>
                                        </p:tgtEl>
                                      </p:cBhvr>
                                    </p:animEffect>
                                    <p:set>
                                      <p:cBhvr>
                                        <p:cTn dur="1" fill="hold">
                                          <p:stCondLst>
                                            <p:cond delay="500"/>
                                          </p:stCondLst>
                                        </p:cTn>
                                        <p:tgtEl>
                                          <p:spTgt spid="510">
                                            <p:txEl>
                                              <p:pRg end="1" st="1"/>
                                            </p:txEl>
                                          </p:spTgt>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10">
                                            <p:txEl>
                                              <p:pRg end="2" st="2"/>
                                            </p:txEl>
                                          </p:spTgt>
                                        </p:tgtEl>
                                      </p:cBhvr>
                                    </p:animEffect>
                                    <p:set>
                                      <p:cBhvr>
                                        <p:cTn dur="1" fill="hold">
                                          <p:stCondLst>
                                            <p:cond delay="500"/>
                                          </p:stCondLst>
                                        </p:cTn>
                                        <p:tgtEl>
                                          <p:spTgt spid="510">
                                            <p:txEl>
                                              <p:pRg end="2" st="2"/>
                                            </p:txEl>
                                          </p:spTgt>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21"/>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
        <p:nvSpPr>
          <p:cNvPr id="518" name="Google Shape;518;p21"/>
          <p:cNvSpPr txBox="1"/>
          <p:nvPr>
            <p:ph type="title"/>
          </p:nvPr>
        </p:nvSpPr>
        <p:spPr>
          <a:xfrm>
            <a:off x="584200" y="0"/>
            <a:ext cx="8229600" cy="6477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rgbClr val="FF0000"/>
              </a:buClr>
              <a:buSzPts val="4200"/>
              <a:buFont typeface="Calibri"/>
              <a:buNone/>
            </a:pPr>
            <a:r>
              <a:rPr b="1" i="0" lang="en-US" sz="4200" u="none">
                <a:solidFill>
                  <a:srgbClr val="FF0000"/>
                </a:solidFill>
                <a:latin typeface="Calibri"/>
                <a:ea typeface="Calibri"/>
                <a:cs typeface="Calibri"/>
                <a:sym typeface="Calibri"/>
              </a:rPr>
              <a:t>Mạng hình sao</a:t>
            </a:r>
            <a:endParaRPr/>
          </a:p>
        </p:txBody>
      </p:sp>
      <p:sp>
        <p:nvSpPr>
          <p:cNvPr id="519" name="Google Shape;519;p21"/>
          <p:cNvSpPr txBox="1"/>
          <p:nvPr>
            <p:ph idx="1" type="body"/>
          </p:nvPr>
        </p:nvSpPr>
        <p:spPr>
          <a:xfrm>
            <a:off x="0" y="635000"/>
            <a:ext cx="8636000" cy="5816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2660"/>
              <a:buNone/>
            </a:pPr>
            <a:r>
              <a:rPr b="0" i="0" lang="en-US" sz="2800" u="none">
                <a:solidFill>
                  <a:srgbClr val="FF0000"/>
                </a:solidFill>
                <a:latin typeface="Times New Roman"/>
                <a:ea typeface="Times New Roman"/>
                <a:cs typeface="Times New Roman"/>
                <a:sym typeface="Times New Roman"/>
              </a:rPr>
              <a:t>Các ưu điểm của mạng h</a:t>
            </a:r>
            <a:r>
              <a:rPr b="0" i="0" lang="en-US" sz="2800" u="none">
                <a:solidFill>
                  <a:srgbClr val="FF0000"/>
                </a:solidFill>
                <a:latin typeface="Constantia"/>
                <a:ea typeface="Constantia"/>
                <a:cs typeface="Constantia"/>
                <a:sym typeface="Constantia"/>
              </a:rPr>
              <a:t>ì</a:t>
            </a:r>
            <a:r>
              <a:rPr b="0" i="0" lang="en-US" sz="2800" u="none">
                <a:solidFill>
                  <a:srgbClr val="FF0000"/>
                </a:solidFill>
                <a:latin typeface="Times New Roman"/>
                <a:ea typeface="Times New Roman"/>
                <a:cs typeface="Times New Roman"/>
                <a:sym typeface="Times New Roman"/>
              </a:rPr>
              <a:t>nh sao:</a:t>
            </a:r>
            <a:endParaRPr/>
          </a:p>
          <a:p>
            <a:pPr indent="-168910" lvl="0" marL="0" rtl="0" algn="just">
              <a:lnSpc>
                <a:spcPct val="150000"/>
              </a:lnSpc>
              <a:spcBef>
                <a:spcPts val="560"/>
              </a:spcBef>
              <a:spcAft>
                <a:spcPts val="0"/>
              </a:spcAft>
              <a:buClr>
                <a:srgbClr val="0BD0D9"/>
              </a:buClr>
              <a:buSzPts val="2660"/>
              <a:buFont typeface="Noto Sans Symbols"/>
              <a:buChar char="❑"/>
            </a:pPr>
            <a:r>
              <a:rPr b="0" i="0" lang="en-US" sz="2800" u="none">
                <a:solidFill>
                  <a:schemeClr val="dk1"/>
                </a:solidFill>
                <a:latin typeface="Times New Roman"/>
                <a:ea typeface="Times New Roman"/>
                <a:cs typeface="Times New Roman"/>
                <a:sym typeface="Times New Roman"/>
              </a:rPr>
              <a:t>Hoạt động theo nguyên l</a:t>
            </a:r>
            <a:r>
              <a:rPr b="0" i="0" lang="en-US" sz="2800" u="none">
                <a:solidFill>
                  <a:schemeClr val="dk1"/>
                </a:solidFill>
                <a:latin typeface="Constantia"/>
                <a:ea typeface="Constantia"/>
                <a:cs typeface="Constantia"/>
                <a:sym typeface="Constantia"/>
              </a:rPr>
              <a:t>ý</a:t>
            </a:r>
            <a:r>
              <a:rPr b="0" i="0" lang="en-US" sz="2800" u="none">
                <a:solidFill>
                  <a:schemeClr val="dk1"/>
                </a:solidFill>
                <a:latin typeface="Times New Roman"/>
                <a:ea typeface="Times New Roman"/>
                <a:cs typeface="Times New Roman"/>
                <a:sym typeface="Times New Roman"/>
              </a:rPr>
              <a:t> nối song song nên nếu có một thiết bị nào đó ở một nút</a:t>
            </a:r>
            <a:r>
              <a:rPr b="0" i="0" lang="en-US" sz="2800" u="none">
                <a:solidFill>
                  <a:schemeClr val="dk1"/>
                </a:solidFill>
                <a:latin typeface="Constantia"/>
                <a:ea typeface="Constantia"/>
                <a:cs typeface="Constantia"/>
                <a:sym typeface="Constantia"/>
              </a:rPr>
              <a:t> </a:t>
            </a:r>
            <a:r>
              <a:rPr b="0" i="0" lang="en-US" sz="2800" u="none">
                <a:solidFill>
                  <a:schemeClr val="dk1"/>
                </a:solidFill>
                <a:latin typeface="Times New Roman"/>
                <a:ea typeface="Times New Roman"/>
                <a:cs typeface="Times New Roman"/>
                <a:sym typeface="Times New Roman"/>
              </a:rPr>
              <a:t>thông tin bị hỏng th</a:t>
            </a:r>
            <a:r>
              <a:rPr b="0" i="0" lang="en-US" sz="2800" u="none">
                <a:solidFill>
                  <a:schemeClr val="dk1"/>
                </a:solidFill>
                <a:latin typeface="Constantia"/>
                <a:ea typeface="Constantia"/>
                <a:cs typeface="Constantia"/>
                <a:sym typeface="Constantia"/>
              </a:rPr>
              <a:t>ì</a:t>
            </a:r>
            <a:r>
              <a:rPr b="0" i="0" lang="en-US" sz="2800" u="none">
                <a:solidFill>
                  <a:schemeClr val="dk1"/>
                </a:solidFill>
                <a:latin typeface="Times New Roman"/>
                <a:ea typeface="Times New Roman"/>
                <a:cs typeface="Times New Roman"/>
                <a:sym typeface="Times New Roman"/>
              </a:rPr>
              <a:t> mạng vẫn hoạt động b</a:t>
            </a:r>
            <a:r>
              <a:rPr b="0" i="0" lang="en-US" sz="2800" u="none">
                <a:solidFill>
                  <a:schemeClr val="dk1"/>
                </a:solidFill>
                <a:latin typeface="Constantia"/>
                <a:ea typeface="Constantia"/>
                <a:cs typeface="Constantia"/>
                <a:sym typeface="Constantia"/>
              </a:rPr>
              <a:t>ì</a:t>
            </a:r>
            <a:r>
              <a:rPr b="0" i="0" lang="en-US" sz="2800" u="none">
                <a:solidFill>
                  <a:schemeClr val="dk1"/>
                </a:solidFill>
                <a:latin typeface="Times New Roman"/>
                <a:ea typeface="Times New Roman"/>
                <a:cs typeface="Times New Roman"/>
                <a:sym typeface="Times New Roman"/>
              </a:rPr>
              <a:t>nh thường.</a:t>
            </a:r>
            <a:endParaRPr/>
          </a:p>
          <a:p>
            <a:pPr indent="-168910" lvl="0" marL="0" rtl="0" algn="just">
              <a:lnSpc>
                <a:spcPct val="150000"/>
              </a:lnSpc>
              <a:spcBef>
                <a:spcPts val="560"/>
              </a:spcBef>
              <a:spcAft>
                <a:spcPts val="0"/>
              </a:spcAft>
              <a:buClr>
                <a:srgbClr val="0BD0D9"/>
              </a:buClr>
              <a:buSzPts val="2660"/>
              <a:buFont typeface="Noto Sans Symbols"/>
              <a:buChar char="❑"/>
            </a:pPr>
            <a:r>
              <a:rPr b="0" i="0" lang="en-US" sz="2800" u="none">
                <a:solidFill>
                  <a:schemeClr val="dk1"/>
                </a:solidFill>
                <a:latin typeface="Times New Roman"/>
                <a:ea typeface="Times New Roman"/>
                <a:cs typeface="Times New Roman"/>
                <a:sym typeface="Times New Roman"/>
              </a:rPr>
              <a:t>Cấu trúc mạng đơn giản và các thuật toán điều khiển ổn định.</a:t>
            </a:r>
            <a:endParaRPr/>
          </a:p>
          <a:p>
            <a:pPr indent="-168910" lvl="0" marL="0" rtl="0" algn="just">
              <a:lnSpc>
                <a:spcPct val="150000"/>
              </a:lnSpc>
              <a:spcBef>
                <a:spcPts val="560"/>
              </a:spcBef>
              <a:spcAft>
                <a:spcPts val="0"/>
              </a:spcAft>
              <a:buClr>
                <a:srgbClr val="0BD0D9"/>
              </a:buClr>
              <a:buSzPts val="2660"/>
              <a:buFont typeface="Noto Sans Symbols"/>
              <a:buChar char="❑"/>
            </a:pPr>
            <a:r>
              <a:rPr b="0" i="0" lang="en-US" sz="2800" u="none">
                <a:solidFill>
                  <a:schemeClr val="dk1"/>
                </a:solidFill>
                <a:latin typeface="Constantia"/>
                <a:ea typeface="Constantia"/>
                <a:cs typeface="Constantia"/>
                <a:sym typeface="Constantia"/>
              </a:rPr>
              <a:t>Mạng có thể dễ dàng mở rộng hoặc thu hẹp.</a:t>
            </a:r>
            <a:endParaRPr/>
          </a:p>
        </p:txBody>
      </p:sp>
      <p:sp>
        <p:nvSpPr>
          <p:cNvPr id="520" name="Google Shape;520;p21"/>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19">
                                            <p:txEl>
                                              <p:pRg end="0" st="0"/>
                                            </p:txEl>
                                          </p:spTgt>
                                        </p:tgtEl>
                                        <p:attrNameLst>
                                          <p:attrName>style.visibility</p:attrName>
                                        </p:attrNameLst>
                                      </p:cBhvr>
                                      <p:to>
                                        <p:strVal val="visible"/>
                                      </p:to>
                                    </p:set>
                                    <p:animEffect filter="fade" transition="in">
                                      <p:cBhvr>
                                        <p:cTn dur="500"/>
                                        <p:tgtEl>
                                          <p:spTgt spid="519">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519">
                                            <p:txEl>
                                              <p:pRg end="1" st="1"/>
                                            </p:txEl>
                                          </p:spTgt>
                                        </p:tgtEl>
                                        <p:attrNameLst>
                                          <p:attrName>style.visibility</p:attrName>
                                        </p:attrNameLst>
                                      </p:cBhvr>
                                      <p:to>
                                        <p:strVal val="visible"/>
                                      </p:to>
                                    </p:set>
                                    <p:animEffect filter="fade" transition="in">
                                      <p:cBhvr>
                                        <p:cTn dur="500"/>
                                        <p:tgtEl>
                                          <p:spTgt spid="519">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519">
                                            <p:txEl>
                                              <p:pRg end="2" st="2"/>
                                            </p:txEl>
                                          </p:spTgt>
                                        </p:tgtEl>
                                        <p:attrNameLst>
                                          <p:attrName>style.visibility</p:attrName>
                                        </p:attrNameLst>
                                      </p:cBhvr>
                                      <p:to>
                                        <p:strVal val="visible"/>
                                      </p:to>
                                    </p:set>
                                    <p:animEffect filter="fade" transition="in">
                                      <p:cBhvr>
                                        <p:cTn dur="500"/>
                                        <p:tgtEl>
                                          <p:spTgt spid="519">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519">
                                            <p:txEl>
                                              <p:pRg end="3" st="3"/>
                                            </p:txEl>
                                          </p:spTgt>
                                        </p:tgtEl>
                                        <p:attrNameLst>
                                          <p:attrName>style.visibility</p:attrName>
                                        </p:attrNameLst>
                                      </p:cBhvr>
                                      <p:to>
                                        <p:strVal val="visible"/>
                                      </p:to>
                                    </p:set>
                                    <p:animEffect filter="fade" transition="in">
                                      <p:cBhvr>
                                        <p:cTn dur="500"/>
                                        <p:tgtEl>
                                          <p:spTgt spid="51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19">
                                            <p:txEl>
                                              <p:pRg end="0" st="0"/>
                                            </p:txEl>
                                          </p:spTgt>
                                        </p:tgtEl>
                                      </p:cBhvr>
                                    </p:animEffect>
                                    <p:set>
                                      <p:cBhvr>
                                        <p:cTn dur="1" fill="hold">
                                          <p:stCondLst>
                                            <p:cond delay="500"/>
                                          </p:stCondLst>
                                        </p:cTn>
                                        <p:tgtEl>
                                          <p:spTgt spid="519">
                                            <p:txEl>
                                              <p:pRg end="0" st="0"/>
                                            </p:txEl>
                                          </p:spTgt>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19">
                                            <p:txEl>
                                              <p:pRg end="1" st="1"/>
                                            </p:txEl>
                                          </p:spTgt>
                                        </p:tgtEl>
                                      </p:cBhvr>
                                    </p:animEffect>
                                    <p:set>
                                      <p:cBhvr>
                                        <p:cTn dur="1" fill="hold">
                                          <p:stCondLst>
                                            <p:cond delay="500"/>
                                          </p:stCondLst>
                                        </p:cTn>
                                        <p:tgtEl>
                                          <p:spTgt spid="519">
                                            <p:txEl>
                                              <p:pRg end="1" st="1"/>
                                            </p:txEl>
                                          </p:spTgt>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19">
                                            <p:txEl>
                                              <p:pRg end="2" st="2"/>
                                            </p:txEl>
                                          </p:spTgt>
                                        </p:tgtEl>
                                      </p:cBhvr>
                                    </p:animEffect>
                                    <p:set>
                                      <p:cBhvr>
                                        <p:cTn dur="1" fill="hold">
                                          <p:stCondLst>
                                            <p:cond delay="500"/>
                                          </p:stCondLst>
                                        </p:cTn>
                                        <p:tgtEl>
                                          <p:spTgt spid="519">
                                            <p:txEl>
                                              <p:pRg end="2" st="2"/>
                                            </p:txEl>
                                          </p:spTgt>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19">
                                            <p:txEl>
                                              <p:pRg end="3" st="3"/>
                                            </p:txEl>
                                          </p:spTgt>
                                        </p:tgtEl>
                                      </p:cBhvr>
                                    </p:animEffect>
                                    <p:set>
                                      <p:cBhvr>
                                        <p:cTn dur="1" fill="hold">
                                          <p:stCondLst>
                                            <p:cond delay="500"/>
                                          </p:stCondLst>
                                        </p:cTn>
                                        <p:tgtEl>
                                          <p:spTgt spid="519">
                                            <p:txEl>
                                              <p:pRg end="3" st="3"/>
                                            </p:txEl>
                                          </p:spTgt>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22"/>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
        <p:nvSpPr>
          <p:cNvPr id="527" name="Google Shape;527;p22"/>
          <p:cNvSpPr txBox="1"/>
          <p:nvPr>
            <p:ph type="title"/>
          </p:nvPr>
        </p:nvSpPr>
        <p:spPr>
          <a:xfrm>
            <a:off x="584200" y="0"/>
            <a:ext cx="8229600" cy="6477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rgbClr val="FF0000"/>
              </a:buClr>
              <a:buSzPts val="4200"/>
              <a:buFont typeface="Calibri"/>
              <a:buNone/>
            </a:pPr>
            <a:r>
              <a:rPr b="1" i="0" lang="en-US" sz="4200" u="none">
                <a:solidFill>
                  <a:srgbClr val="FF0000"/>
                </a:solidFill>
                <a:latin typeface="Calibri"/>
                <a:ea typeface="Calibri"/>
                <a:cs typeface="Calibri"/>
                <a:sym typeface="Calibri"/>
              </a:rPr>
              <a:t>Mạng hình sao</a:t>
            </a:r>
            <a:endParaRPr/>
          </a:p>
        </p:txBody>
      </p:sp>
      <p:sp>
        <p:nvSpPr>
          <p:cNvPr id="528" name="Google Shape;528;p22"/>
          <p:cNvSpPr txBox="1"/>
          <p:nvPr>
            <p:ph idx="1" type="body"/>
          </p:nvPr>
        </p:nvSpPr>
        <p:spPr>
          <a:xfrm>
            <a:off x="0" y="635000"/>
            <a:ext cx="8636000" cy="5816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3040"/>
              <a:buNone/>
            </a:pPr>
            <a:r>
              <a:rPr b="0" i="0" lang="en-US" sz="3200" u="none">
                <a:solidFill>
                  <a:srgbClr val="FF0000"/>
                </a:solidFill>
                <a:latin typeface="Times New Roman"/>
                <a:ea typeface="Times New Roman"/>
                <a:cs typeface="Times New Roman"/>
                <a:sym typeface="Times New Roman"/>
              </a:rPr>
              <a:t>Những nhược điểm của mạng dạng h</a:t>
            </a:r>
            <a:r>
              <a:rPr b="0" i="0" lang="en-US" sz="3200" u="none">
                <a:solidFill>
                  <a:srgbClr val="FF0000"/>
                </a:solidFill>
                <a:latin typeface="Constantia"/>
                <a:ea typeface="Constantia"/>
                <a:cs typeface="Constantia"/>
                <a:sym typeface="Constantia"/>
              </a:rPr>
              <a:t>ì</a:t>
            </a:r>
            <a:r>
              <a:rPr b="0" i="0" lang="en-US" sz="3200" u="none">
                <a:solidFill>
                  <a:srgbClr val="FF0000"/>
                </a:solidFill>
                <a:latin typeface="Times New Roman"/>
                <a:ea typeface="Times New Roman"/>
                <a:cs typeface="Times New Roman"/>
                <a:sym typeface="Times New Roman"/>
              </a:rPr>
              <a:t>nh sao:</a:t>
            </a:r>
            <a:endParaRPr/>
          </a:p>
          <a:p>
            <a:pPr indent="-168910" lvl="0" marL="0" rtl="0" algn="just">
              <a:lnSpc>
                <a:spcPct val="150000"/>
              </a:lnSpc>
              <a:spcBef>
                <a:spcPts val="560"/>
              </a:spcBef>
              <a:spcAft>
                <a:spcPts val="0"/>
              </a:spcAft>
              <a:buClr>
                <a:srgbClr val="0BD0D9"/>
              </a:buClr>
              <a:buSzPts val="2660"/>
              <a:buFont typeface="Noto Sans Symbols"/>
              <a:buChar char="⚫"/>
            </a:pPr>
            <a:r>
              <a:rPr b="0" i="0" lang="en-US" sz="2800" u="none">
                <a:solidFill>
                  <a:schemeClr val="dk1"/>
                </a:solidFill>
                <a:latin typeface="Times New Roman"/>
                <a:ea typeface="Times New Roman"/>
                <a:cs typeface="Times New Roman"/>
                <a:sym typeface="Times New Roman"/>
              </a:rPr>
              <a:t>Khả nǎng mở rộng mạng hoàn toàn phụ thuộc vào khả nǎng của trung tâm.</a:t>
            </a:r>
            <a:endParaRPr/>
          </a:p>
          <a:p>
            <a:pPr indent="-168910" lvl="0" marL="0" rtl="0" algn="just">
              <a:lnSpc>
                <a:spcPct val="150000"/>
              </a:lnSpc>
              <a:spcBef>
                <a:spcPts val="560"/>
              </a:spcBef>
              <a:spcAft>
                <a:spcPts val="0"/>
              </a:spcAft>
              <a:buClr>
                <a:srgbClr val="0BD0D9"/>
              </a:buClr>
              <a:buSzPts val="2660"/>
              <a:buFont typeface="Noto Sans Symbols"/>
              <a:buChar char="⚫"/>
            </a:pPr>
            <a:r>
              <a:rPr b="0" i="0" lang="en-US" sz="2800" u="none">
                <a:solidFill>
                  <a:schemeClr val="dk1"/>
                </a:solidFill>
                <a:latin typeface="Times New Roman"/>
                <a:ea typeface="Times New Roman"/>
                <a:cs typeface="Times New Roman"/>
                <a:sym typeface="Times New Roman"/>
              </a:rPr>
              <a:t>Khi trung tâm có sự cố thì toàn mạng ngừng hoạt động.</a:t>
            </a:r>
            <a:endParaRPr/>
          </a:p>
          <a:p>
            <a:pPr indent="-168910" lvl="0" marL="0" rtl="0" algn="just">
              <a:lnSpc>
                <a:spcPct val="150000"/>
              </a:lnSpc>
              <a:spcBef>
                <a:spcPts val="560"/>
              </a:spcBef>
              <a:spcAft>
                <a:spcPts val="0"/>
              </a:spcAft>
              <a:buClr>
                <a:srgbClr val="0BD0D9"/>
              </a:buClr>
              <a:buSzPts val="2660"/>
              <a:buFont typeface="Noto Sans Symbols"/>
              <a:buChar char="⚫"/>
            </a:pPr>
            <a:r>
              <a:rPr b="0" i="0" lang="en-US" sz="2800" u="none">
                <a:solidFill>
                  <a:schemeClr val="dk1"/>
                </a:solidFill>
                <a:latin typeface="Times New Roman"/>
                <a:ea typeface="Times New Roman"/>
                <a:cs typeface="Times New Roman"/>
                <a:sym typeface="Times New Roman"/>
              </a:rPr>
              <a:t>Mạng yêu cầu nối độc lập riêng rẽ từng thiết bị ở các nút thông tin đến trung tâm.</a:t>
            </a:r>
            <a:endParaRPr/>
          </a:p>
          <a:p>
            <a:pPr indent="-168910" lvl="0" marL="0" rtl="0" algn="just">
              <a:lnSpc>
                <a:spcPct val="150000"/>
              </a:lnSpc>
              <a:spcBef>
                <a:spcPts val="560"/>
              </a:spcBef>
              <a:spcAft>
                <a:spcPts val="0"/>
              </a:spcAft>
              <a:buClr>
                <a:srgbClr val="0BD0D9"/>
              </a:buClr>
              <a:buSzPts val="2660"/>
              <a:buFont typeface="Noto Sans Symbols"/>
              <a:buChar char="⚫"/>
            </a:pPr>
            <a:r>
              <a:rPr b="0" i="0" lang="en-US" sz="2800" u="none">
                <a:solidFill>
                  <a:schemeClr val="dk1"/>
                </a:solidFill>
                <a:latin typeface="Times New Roman"/>
                <a:ea typeface="Times New Roman"/>
                <a:cs typeface="Times New Roman"/>
                <a:sym typeface="Times New Roman"/>
              </a:rPr>
              <a:t>Khoảng cách từ máy đến trung tâm rất hạn chế (100 m).</a:t>
            </a:r>
            <a:endParaRPr/>
          </a:p>
        </p:txBody>
      </p:sp>
      <p:sp>
        <p:nvSpPr>
          <p:cNvPr id="529" name="Google Shape;529;p22"/>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28">
                                            <p:txEl>
                                              <p:pRg end="0" st="0"/>
                                            </p:txEl>
                                          </p:spTgt>
                                        </p:tgtEl>
                                        <p:attrNameLst>
                                          <p:attrName>style.visibility</p:attrName>
                                        </p:attrNameLst>
                                      </p:cBhvr>
                                      <p:to>
                                        <p:strVal val="visible"/>
                                      </p:to>
                                    </p:set>
                                    <p:animEffect filter="fade" transition="in">
                                      <p:cBhvr>
                                        <p:cTn dur="500"/>
                                        <p:tgtEl>
                                          <p:spTgt spid="528">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528">
                                            <p:txEl>
                                              <p:pRg end="1" st="1"/>
                                            </p:txEl>
                                          </p:spTgt>
                                        </p:tgtEl>
                                        <p:attrNameLst>
                                          <p:attrName>style.visibility</p:attrName>
                                        </p:attrNameLst>
                                      </p:cBhvr>
                                      <p:to>
                                        <p:strVal val="visible"/>
                                      </p:to>
                                    </p:set>
                                    <p:animEffect filter="fade" transition="in">
                                      <p:cBhvr>
                                        <p:cTn dur="500"/>
                                        <p:tgtEl>
                                          <p:spTgt spid="528">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528">
                                            <p:txEl>
                                              <p:pRg end="2" st="2"/>
                                            </p:txEl>
                                          </p:spTgt>
                                        </p:tgtEl>
                                        <p:attrNameLst>
                                          <p:attrName>style.visibility</p:attrName>
                                        </p:attrNameLst>
                                      </p:cBhvr>
                                      <p:to>
                                        <p:strVal val="visible"/>
                                      </p:to>
                                    </p:set>
                                    <p:animEffect filter="fade" transition="in">
                                      <p:cBhvr>
                                        <p:cTn dur="500"/>
                                        <p:tgtEl>
                                          <p:spTgt spid="528">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528">
                                            <p:txEl>
                                              <p:pRg end="3" st="3"/>
                                            </p:txEl>
                                          </p:spTgt>
                                        </p:tgtEl>
                                        <p:attrNameLst>
                                          <p:attrName>style.visibility</p:attrName>
                                        </p:attrNameLst>
                                      </p:cBhvr>
                                      <p:to>
                                        <p:strVal val="visible"/>
                                      </p:to>
                                    </p:set>
                                    <p:animEffect filter="fade" transition="in">
                                      <p:cBhvr>
                                        <p:cTn dur="500"/>
                                        <p:tgtEl>
                                          <p:spTgt spid="528">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528">
                                            <p:txEl>
                                              <p:pRg end="4" st="4"/>
                                            </p:txEl>
                                          </p:spTgt>
                                        </p:tgtEl>
                                        <p:attrNameLst>
                                          <p:attrName>style.visibility</p:attrName>
                                        </p:attrNameLst>
                                      </p:cBhvr>
                                      <p:to>
                                        <p:strVal val="visible"/>
                                      </p:to>
                                    </p:set>
                                    <p:animEffect filter="fade" transition="in">
                                      <p:cBhvr>
                                        <p:cTn dur="500"/>
                                        <p:tgtEl>
                                          <p:spTgt spid="52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28">
                                            <p:txEl>
                                              <p:pRg end="0" st="0"/>
                                            </p:txEl>
                                          </p:spTgt>
                                        </p:tgtEl>
                                      </p:cBhvr>
                                    </p:animEffect>
                                    <p:set>
                                      <p:cBhvr>
                                        <p:cTn dur="1" fill="hold">
                                          <p:stCondLst>
                                            <p:cond delay="500"/>
                                          </p:stCondLst>
                                        </p:cTn>
                                        <p:tgtEl>
                                          <p:spTgt spid="528">
                                            <p:txEl>
                                              <p:pRg end="0" st="0"/>
                                            </p:txEl>
                                          </p:spTgt>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28">
                                            <p:txEl>
                                              <p:pRg end="1" st="1"/>
                                            </p:txEl>
                                          </p:spTgt>
                                        </p:tgtEl>
                                      </p:cBhvr>
                                    </p:animEffect>
                                    <p:set>
                                      <p:cBhvr>
                                        <p:cTn dur="1" fill="hold">
                                          <p:stCondLst>
                                            <p:cond delay="500"/>
                                          </p:stCondLst>
                                        </p:cTn>
                                        <p:tgtEl>
                                          <p:spTgt spid="528">
                                            <p:txEl>
                                              <p:pRg end="1" st="1"/>
                                            </p:txEl>
                                          </p:spTgt>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28">
                                            <p:txEl>
                                              <p:pRg end="2" st="2"/>
                                            </p:txEl>
                                          </p:spTgt>
                                        </p:tgtEl>
                                      </p:cBhvr>
                                    </p:animEffect>
                                    <p:set>
                                      <p:cBhvr>
                                        <p:cTn dur="1" fill="hold">
                                          <p:stCondLst>
                                            <p:cond delay="500"/>
                                          </p:stCondLst>
                                        </p:cTn>
                                        <p:tgtEl>
                                          <p:spTgt spid="528">
                                            <p:txEl>
                                              <p:pRg end="2" st="2"/>
                                            </p:txEl>
                                          </p:spTgt>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28">
                                            <p:txEl>
                                              <p:pRg end="3" st="3"/>
                                            </p:txEl>
                                          </p:spTgt>
                                        </p:tgtEl>
                                      </p:cBhvr>
                                    </p:animEffect>
                                    <p:set>
                                      <p:cBhvr>
                                        <p:cTn dur="1" fill="hold">
                                          <p:stCondLst>
                                            <p:cond delay="500"/>
                                          </p:stCondLst>
                                        </p:cTn>
                                        <p:tgtEl>
                                          <p:spTgt spid="528">
                                            <p:txEl>
                                              <p:pRg end="3" st="3"/>
                                            </p:txEl>
                                          </p:spTgt>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28">
                                            <p:txEl>
                                              <p:pRg end="4" st="4"/>
                                            </p:txEl>
                                          </p:spTgt>
                                        </p:tgtEl>
                                      </p:cBhvr>
                                    </p:animEffect>
                                    <p:set>
                                      <p:cBhvr>
                                        <p:cTn dur="1" fill="hold">
                                          <p:stCondLst>
                                            <p:cond delay="500"/>
                                          </p:stCondLst>
                                        </p:cTn>
                                        <p:tgtEl>
                                          <p:spTgt spid="528">
                                            <p:txEl>
                                              <p:pRg end="4" st="4"/>
                                            </p:txEl>
                                          </p:spTgt>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23"/>
          <p:cNvSpPr txBox="1"/>
          <p:nvPr/>
        </p:nvSpPr>
        <p:spPr>
          <a:xfrm>
            <a:off x="3390900" y="6356350"/>
            <a:ext cx="3352800" cy="365125"/>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Chương I - Tổng quan về mạng máy tính</a:t>
            </a:r>
            <a:endParaRPr/>
          </a:p>
        </p:txBody>
      </p:sp>
      <p:sp>
        <p:nvSpPr>
          <p:cNvPr id="536" name="Google Shape;536;p23"/>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
        <p:nvSpPr>
          <p:cNvPr id="537" name="Google Shape;537;p23"/>
          <p:cNvSpPr txBox="1"/>
          <p:nvPr>
            <p:ph type="title"/>
          </p:nvPr>
        </p:nvSpPr>
        <p:spPr>
          <a:xfrm>
            <a:off x="584200" y="0"/>
            <a:ext cx="8229600" cy="6477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rgbClr val="FF0000"/>
              </a:buClr>
              <a:buSzPts val="4200"/>
              <a:buFont typeface="Calibri"/>
              <a:buNone/>
            </a:pPr>
            <a:r>
              <a:rPr b="1" i="0" lang="en-US" sz="4200" u="none">
                <a:solidFill>
                  <a:srgbClr val="FF0000"/>
                </a:solidFill>
                <a:latin typeface="Calibri"/>
                <a:ea typeface="Calibri"/>
                <a:cs typeface="Calibri"/>
                <a:sym typeface="Calibri"/>
              </a:rPr>
              <a:t>Mạng hình vòng (Ring)</a:t>
            </a:r>
            <a:endParaRPr/>
          </a:p>
        </p:txBody>
      </p:sp>
      <p:sp>
        <p:nvSpPr>
          <p:cNvPr id="538" name="Google Shape;538;p23"/>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
        <p:nvSpPr>
          <p:cNvPr id="539" name="Google Shape;539;p23"/>
          <p:cNvSpPr txBox="1"/>
          <p:nvPr>
            <p:ph idx="1" type="body"/>
          </p:nvPr>
        </p:nvSpPr>
        <p:spPr>
          <a:xfrm>
            <a:off x="457200" y="825500"/>
            <a:ext cx="4991100" cy="5499100"/>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rgbClr val="0BD0D9"/>
              </a:buClr>
              <a:buSzPts val="2470"/>
              <a:buFont typeface="Noto Sans Symbols"/>
              <a:buChar char="⚫"/>
            </a:pPr>
            <a:r>
              <a:rPr b="0" i="0" lang="en-US" sz="2600" u="none">
                <a:solidFill>
                  <a:srgbClr val="C00000"/>
                </a:solidFill>
                <a:latin typeface="Times New Roman"/>
                <a:ea typeface="Times New Roman"/>
                <a:cs typeface="Times New Roman"/>
                <a:sym typeface="Times New Roman"/>
              </a:rPr>
              <a:t>Tồn tại một thẻ bài (token: một gói tin nhỏ) lần lượt truyền qua các máy tính. </a:t>
            </a:r>
            <a:endParaRPr b="0" i="0" sz="2600" u="none">
              <a:solidFill>
                <a:srgbClr val="C00000"/>
              </a:solidFill>
              <a:latin typeface="Constantia"/>
              <a:ea typeface="Constantia"/>
              <a:cs typeface="Constantia"/>
              <a:sym typeface="Constantia"/>
            </a:endParaRPr>
          </a:p>
          <a:p>
            <a:pPr indent="-273050" lvl="0" marL="273050" marR="0" rtl="0" algn="l">
              <a:lnSpc>
                <a:spcPct val="100000"/>
              </a:lnSpc>
              <a:spcBef>
                <a:spcPts val="520"/>
              </a:spcBef>
              <a:spcAft>
                <a:spcPts val="0"/>
              </a:spcAft>
              <a:buClr>
                <a:srgbClr val="0BD0D9"/>
              </a:buClr>
              <a:buSzPts val="2470"/>
              <a:buFont typeface="Noto Sans Symbols"/>
              <a:buChar char="⚫"/>
            </a:pPr>
            <a:r>
              <a:rPr b="0" i="0" lang="en-US" sz="2600" u="none">
                <a:solidFill>
                  <a:srgbClr val="C00000"/>
                </a:solidFill>
                <a:latin typeface="Times New Roman"/>
                <a:ea typeface="Times New Roman"/>
                <a:cs typeface="Times New Roman"/>
                <a:sym typeface="Times New Roman"/>
              </a:rPr>
              <a:t>Một máy tính khi truyền tin phải tuân thủ nguyên tắc sau</a:t>
            </a:r>
            <a:r>
              <a:rPr b="0" i="0" lang="en-US" sz="2600" u="none">
                <a:solidFill>
                  <a:schemeClr val="dk1"/>
                </a:solidFill>
                <a:latin typeface="Times New Roman"/>
                <a:ea typeface="Times New Roman"/>
                <a:cs typeface="Times New Roman"/>
                <a:sym typeface="Times New Roman"/>
              </a:rPr>
              <a:t>: </a:t>
            </a:r>
            <a:endParaRPr b="0" i="0" sz="2600" u="none">
              <a:solidFill>
                <a:schemeClr val="dk1"/>
              </a:solidFill>
              <a:latin typeface="Constantia"/>
              <a:ea typeface="Constantia"/>
              <a:cs typeface="Constantia"/>
              <a:sym typeface="Constantia"/>
            </a:endParaRPr>
          </a:p>
          <a:p>
            <a:pPr indent="-273050" lvl="0" marL="273050" marR="0" rtl="0" algn="l">
              <a:lnSpc>
                <a:spcPct val="100000"/>
              </a:lnSpc>
              <a:spcBef>
                <a:spcPts val="520"/>
              </a:spcBef>
              <a:spcAft>
                <a:spcPts val="0"/>
              </a:spcAft>
              <a:buClr>
                <a:srgbClr val="0BD0D9"/>
              </a:buClr>
              <a:buSzPts val="2470"/>
              <a:buFont typeface="Noto Sans Symbols"/>
              <a:buChar char="✔"/>
            </a:pPr>
            <a:r>
              <a:rPr b="0" i="0" lang="en-US" sz="2600" u="none">
                <a:solidFill>
                  <a:schemeClr val="dk1"/>
                </a:solidFill>
                <a:latin typeface="Constantia"/>
                <a:ea typeface="Constantia"/>
                <a:cs typeface="Constantia"/>
                <a:sym typeface="Constantia"/>
              </a:rPr>
              <a:t>	</a:t>
            </a:r>
            <a:r>
              <a:rPr b="0" i="0" lang="en-US" sz="2400" u="none">
                <a:solidFill>
                  <a:schemeClr val="dk1"/>
                </a:solidFill>
                <a:latin typeface="Times New Roman"/>
                <a:ea typeface="Times New Roman"/>
                <a:cs typeface="Times New Roman"/>
                <a:sym typeface="Times New Roman"/>
              </a:rPr>
              <a:t>Chờ cho đến khi token đến nó và nó sẽ lấy token ra khỏi vòng tròn. </a:t>
            </a:r>
            <a:endParaRPr/>
          </a:p>
          <a:p>
            <a:pPr indent="-273050" lvl="0" marL="273050" marR="0" rtl="0" algn="l">
              <a:lnSpc>
                <a:spcPct val="100000"/>
              </a:lnSpc>
              <a:spcBef>
                <a:spcPts val="480"/>
              </a:spcBef>
              <a:spcAft>
                <a:spcPts val="0"/>
              </a:spcAft>
              <a:buClr>
                <a:srgbClr val="0BD0D9"/>
              </a:buClr>
              <a:buSzPts val="2280"/>
              <a:buFont typeface="Noto Sans Symbols"/>
              <a:buChar char="✔"/>
            </a:pPr>
            <a:r>
              <a:rPr b="0" i="0" lang="en-US" sz="2400" u="none">
                <a:solidFill>
                  <a:schemeClr val="dk1"/>
                </a:solidFill>
                <a:latin typeface="Constantia"/>
                <a:ea typeface="Constantia"/>
                <a:cs typeface="Constantia"/>
                <a:sym typeface="Constantia"/>
              </a:rPr>
              <a:t>	</a:t>
            </a:r>
            <a:r>
              <a:rPr b="0" i="0" lang="en-US" sz="2400" u="none">
                <a:solidFill>
                  <a:schemeClr val="dk1"/>
                </a:solidFill>
                <a:latin typeface="Times New Roman"/>
                <a:ea typeface="Times New Roman"/>
                <a:cs typeface="Times New Roman"/>
                <a:sym typeface="Times New Roman"/>
              </a:rPr>
              <a:t>G</a:t>
            </a:r>
            <a:r>
              <a:rPr b="0" i="0" lang="en-US" sz="2400" u="none">
                <a:solidFill>
                  <a:schemeClr val="dk1"/>
                </a:solidFill>
                <a:latin typeface="Constantia"/>
                <a:ea typeface="Constantia"/>
                <a:cs typeface="Constantia"/>
                <a:sym typeface="Constantia"/>
              </a:rPr>
              <a:t>ử</a:t>
            </a:r>
            <a:r>
              <a:rPr b="0" i="0" lang="en-US" sz="2400" u="none">
                <a:solidFill>
                  <a:schemeClr val="dk1"/>
                </a:solidFill>
                <a:latin typeface="Times New Roman"/>
                <a:ea typeface="Times New Roman"/>
                <a:cs typeface="Times New Roman"/>
                <a:sym typeface="Times New Roman"/>
              </a:rPr>
              <a:t>i gói tin của nó đi một vòng qua các máy tính trên đường tròn. </a:t>
            </a:r>
            <a:endParaRPr/>
          </a:p>
          <a:p>
            <a:pPr indent="-273050" lvl="0" marL="273050" marR="0" rtl="0" algn="l">
              <a:lnSpc>
                <a:spcPct val="100000"/>
              </a:lnSpc>
              <a:spcBef>
                <a:spcPts val="480"/>
              </a:spcBef>
              <a:spcAft>
                <a:spcPts val="0"/>
              </a:spcAft>
              <a:buClr>
                <a:srgbClr val="0BD0D9"/>
              </a:buClr>
              <a:buSzPts val="2280"/>
              <a:buFont typeface="Noto Sans Symbols"/>
              <a:buChar char="✔"/>
            </a:pPr>
            <a:r>
              <a:rPr b="0" i="0" lang="en-US" sz="2400" u="none">
                <a:solidFill>
                  <a:schemeClr val="dk1"/>
                </a:solidFill>
                <a:latin typeface="Constantia"/>
                <a:ea typeface="Constantia"/>
                <a:cs typeface="Constantia"/>
                <a:sym typeface="Constantia"/>
              </a:rPr>
              <a:t>	</a:t>
            </a:r>
            <a:r>
              <a:rPr b="0" i="0" lang="en-US" sz="2400" u="none">
                <a:solidFill>
                  <a:schemeClr val="dk1"/>
                </a:solidFill>
                <a:latin typeface="Times New Roman"/>
                <a:ea typeface="Times New Roman"/>
                <a:cs typeface="Times New Roman"/>
                <a:sym typeface="Times New Roman"/>
              </a:rPr>
              <a:t>Chờ cho đến khi gói tin quay về </a:t>
            </a:r>
            <a:endParaRPr/>
          </a:p>
          <a:p>
            <a:pPr indent="-273050" lvl="0" marL="273050" marR="0" rtl="0" algn="l">
              <a:lnSpc>
                <a:spcPct val="100000"/>
              </a:lnSpc>
              <a:spcBef>
                <a:spcPts val="480"/>
              </a:spcBef>
              <a:spcAft>
                <a:spcPts val="0"/>
              </a:spcAft>
              <a:buClr>
                <a:srgbClr val="0BD0D9"/>
              </a:buClr>
              <a:buSzPts val="2280"/>
              <a:buFont typeface="Noto Sans Symbols"/>
              <a:buChar char="✔"/>
            </a:pPr>
            <a:r>
              <a:rPr b="0" i="0" lang="en-US" sz="2400" u="none">
                <a:solidFill>
                  <a:schemeClr val="dk1"/>
                </a:solidFill>
                <a:latin typeface="Constantia"/>
                <a:ea typeface="Constantia"/>
                <a:cs typeface="Constantia"/>
                <a:sym typeface="Constantia"/>
              </a:rPr>
              <a:t>	 </a:t>
            </a:r>
            <a:r>
              <a:rPr b="0" i="0" lang="en-US" sz="2400" u="none">
                <a:solidFill>
                  <a:schemeClr val="dk1"/>
                </a:solidFill>
                <a:latin typeface="Times New Roman"/>
                <a:ea typeface="Times New Roman"/>
                <a:cs typeface="Times New Roman"/>
                <a:sym typeface="Times New Roman"/>
              </a:rPr>
              <a:t>Đưa token trở lại vòng tròn để nút bên cạnh nhận token </a:t>
            </a:r>
            <a:endParaRPr/>
          </a:p>
          <a:p>
            <a:pPr indent="-128270" lvl="0" marL="273050" marR="0" rtl="0" algn="l">
              <a:spcBef>
                <a:spcPts val="480"/>
              </a:spcBef>
              <a:spcAft>
                <a:spcPts val="0"/>
              </a:spcAft>
              <a:buClr>
                <a:srgbClr val="0BD0D9"/>
              </a:buClr>
              <a:buSzPts val="2280"/>
              <a:buFont typeface="Noto Sans Symbols"/>
              <a:buNone/>
            </a:pPr>
            <a:r>
              <a:t/>
            </a:r>
            <a:endParaRPr b="0" i="0" sz="2400" u="none">
              <a:solidFill>
                <a:schemeClr val="dk1"/>
              </a:solidFill>
              <a:latin typeface="Times New Roman"/>
              <a:ea typeface="Times New Roman"/>
              <a:cs typeface="Times New Roman"/>
              <a:sym typeface="Times New Roman"/>
            </a:endParaRPr>
          </a:p>
        </p:txBody>
      </p:sp>
      <p:pic>
        <p:nvPicPr>
          <p:cNvPr id="540" name="Google Shape;540;p23"/>
          <p:cNvPicPr preferRelativeResize="0"/>
          <p:nvPr/>
        </p:nvPicPr>
        <p:blipFill rotWithShape="1">
          <a:blip r:embed="rId3">
            <a:alphaModFix/>
          </a:blip>
          <a:srcRect b="0" l="0" r="0" t="0"/>
          <a:stretch/>
        </p:blipFill>
        <p:spPr>
          <a:xfrm>
            <a:off x="5219700" y="914400"/>
            <a:ext cx="3467100" cy="35814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24"/>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
        <p:nvSpPr>
          <p:cNvPr id="547" name="Google Shape;547;p24"/>
          <p:cNvSpPr txBox="1"/>
          <p:nvPr>
            <p:ph type="title"/>
          </p:nvPr>
        </p:nvSpPr>
        <p:spPr>
          <a:xfrm>
            <a:off x="584200" y="0"/>
            <a:ext cx="8229600" cy="6477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rgbClr val="FF0000"/>
              </a:buClr>
              <a:buSzPts val="4200"/>
              <a:buFont typeface="Calibri"/>
              <a:buNone/>
            </a:pPr>
            <a:r>
              <a:rPr b="1" i="0" lang="en-US" sz="4200" u="none">
                <a:solidFill>
                  <a:srgbClr val="FF0000"/>
                </a:solidFill>
                <a:latin typeface="Calibri"/>
                <a:ea typeface="Calibri"/>
                <a:cs typeface="Calibri"/>
                <a:sym typeface="Calibri"/>
              </a:rPr>
              <a:t>Mạng hình vòng (Ring)</a:t>
            </a:r>
            <a:endParaRPr/>
          </a:p>
        </p:txBody>
      </p:sp>
      <p:sp>
        <p:nvSpPr>
          <p:cNvPr id="548" name="Google Shape;548;p24"/>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
        <p:nvSpPr>
          <p:cNvPr id="549" name="Google Shape;549;p24"/>
          <p:cNvSpPr txBox="1"/>
          <p:nvPr>
            <p:ph idx="1" type="body"/>
          </p:nvPr>
        </p:nvSpPr>
        <p:spPr>
          <a:xfrm>
            <a:off x="457200" y="825500"/>
            <a:ext cx="8026400" cy="5499100"/>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rgbClr val="C00000"/>
              </a:buClr>
              <a:buSzPts val="2470"/>
              <a:buFont typeface="Noto Sans Symbols"/>
              <a:buChar char="❑"/>
            </a:pPr>
            <a:r>
              <a:rPr b="0" i="0" lang="en-US" sz="2600" u="none">
                <a:solidFill>
                  <a:schemeClr val="dk1"/>
                </a:solidFill>
                <a:latin typeface="Times New Roman"/>
                <a:ea typeface="Times New Roman"/>
                <a:cs typeface="Times New Roman"/>
                <a:sym typeface="Times New Roman"/>
              </a:rPr>
              <a:t>Ưu điểm</a:t>
            </a:r>
            <a:r>
              <a:rPr b="0" i="0" lang="en-US" sz="2600" u="none">
                <a:solidFill>
                  <a:schemeClr val="dk1"/>
                </a:solidFill>
                <a:latin typeface="Constantia"/>
                <a:ea typeface="Constantia"/>
                <a:cs typeface="Constantia"/>
                <a:sym typeface="Constantia"/>
              </a:rPr>
              <a:t>:</a:t>
            </a:r>
            <a:endParaRPr/>
          </a:p>
          <a:p>
            <a:pPr indent="-246062" lvl="1" marL="639762" marR="0" rtl="0" algn="just">
              <a:lnSpc>
                <a:spcPct val="150000"/>
              </a:lnSpc>
              <a:spcBef>
                <a:spcPts val="480"/>
              </a:spcBef>
              <a:spcAft>
                <a:spcPts val="0"/>
              </a:spcAft>
              <a:buClr>
                <a:schemeClr val="accent1"/>
              </a:buClr>
              <a:buSzPts val="2040"/>
              <a:buFont typeface="Noto Sans Symbols"/>
              <a:buChar char="⚫"/>
            </a:pPr>
            <a:r>
              <a:rPr b="0" i="0" lang="en-US" sz="2400" u="none" cap="none" strike="noStrike">
                <a:solidFill>
                  <a:srgbClr val="FF0000"/>
                </a:solidFill>
                <a:latin typeface="Times New Roman"/>
                <a:ea typeface="Times New Roman"/>
                <a:cs typeface="Times New Roman"/>
                <a:sym typeface="Times New Roman"/>
              </a:rPr>
              <a:t>Mạng dạng v</a:t>
            </a:r>
            <a:r>
              <a:rPr b="0" i="0" lang="en-US" sz="2400" u="none" cap="none" strike="noStrike">
                <a:solidFill>
                  <a:srgbClr val="FF0000"/>
                </a:solidFill>
                <a:latin typeface="Constantia"/>
                <a:ea typeface="Constantia"/>
                <a:cs typeface="Constantia"/>
                <a:sym typeface="Constantia"/>
              </a:rPr>
              <a:t>ò</a:t>
            </a:r>
            <a:r>
              <a:rPr b="0" i="0" lang="en-US" sz="2400" u="none" cap="none" strike="noStrike">
                <a:solidFill>
                  <a:srgbClr val="FF0000"/>
                </a:solidFill>
                <a:latin typeface="Times New Roman"/>
                <a:ea typeface="Times New Roman"/>
                <a:cs typeface="Times New Roman"/>
                <a:sym typeface="Times New Roman"/>
              </a:rPr>
              <a:t>ng có thuận lợi là có thể nới rộng ra xa, tổng đường dây cần thiết ít</a:t>
            </a:r>
            <a:r>
              <a:rPr b="0" i="0" lang="en-US" sz="2400" u="none" cap="none" strike="noStrike">
                <a:solidFill>
                  <a:srgbClr val="FF0000"/>
                </a:solidFill>
                <a:latin typeface="Constantia"/>
                <a:ea typeface="Constantia"/>
                <a:cs typeface="Constantia"/>
                <a:sym typeface="Constantia"/>
              </a:rPr>
              <a:t> </a:t>
            </a:r>
            <a:r>
              <a:rPr b="0" i="0" lang="en-US" sz="2400" u="none" cap="none" strike="noStrike">
                <a:solidFill>
                  <a:srgbClr val="FF0000"/>
                </a:solidFill>
                <a:latin typeface="Times New Roman"/>
                <a:ea typeface="Times New Roman"/>
                <a:cs typeface="Times New Roman"/>
                <a:sym typeface="Times New Roman"/>
              </a:rPr>
              <a:t>hơn so với hai kiểu trên.</a:t>
            </a:r>
            <a:endParaRPr b="0" i="0" sz="2400" u="none" cap="none" strike="noStrike">
              <a:solidFill>
                <a:srgbClr val="FF0000"/>
              </a:solidFill>
              <a:latin typeface="Constantia"/>
              <a:ea typeface="Constantia"/>
              <a:cs typeface="Constantia"/>
              <a:sym typeface="Constantia"/>
            </a:endParaRPr>
          </a:p>
          <a:p>
            <a:pPr indent="-246062" lvl="1" marL="639762" marR="0" rtl="0" algn="just">
              <a:lnSpc>
                <a:spcPct val="150000"/>
              </a:lnSpc>
              <a:spcBef>
                <a:spcPts val="480"/>
              </a:spcBef>
              <a:spcAft>
                <a:spcPts val="0"/>
              </a:spcAft>
              <a:buClr>
                <a:schemeClr val="accent1"/>
              </a:buClr>
              <a:buSzPts val="2040"/>
              <a:buFont typeface="Noto Sans Symbols"/>
              <a:buChar char="⚫"/>
            </a:pPr>
            <a:r>
              <a:rPr b="0" i="0" lang="en-US" sz="2400" u="none" cap="none" strike="noStrike">
                <a:solidFill>
                  <a:srgbClr val="0070C0"/>
                </a:solidFill>
                <a:latin typeface="Times New Roman"/>
                <a:ea typeface="Times New Roman"/>
                <a:cs typeface="Times New Roman"/>
                <a:sym typeface="Times New Roman"/>
              </a:rPr>
              <a:t>Mỗi trạm có thể đạt được tốc độ tối đa khi truy nhập.</a:t>
            </a:r>
            <a:endParaRPr b="0" i="0" sz="2400" u="none" cap="none" strike="noStrike">
              <a:solidFill>
                <a:srgbClr val="0070C0"/>
              </a:solidFill>
              <a:latin typeface="Constantia"/>
              <a:ea typeface="Constantia"/>
              <a:cs typeface="Constantia"/>
              <a:sym typeface="Constantia"/>
            </a:endParaRPr>
          </a:p>
          <a:p>
            <a:pPr indent="-273050" lvl="0" marL="273050" marR="0" rtl="0" algn="just">
              <a:lnSpc>
                <a:spcPct val="100000"/>
              </a:lnSpc>
              <a:spcBef>
                <a:spcPts val="520"/>
              </a:spcBef>
              <a:spcAft>
                <a:spcPts val="0"/>
              </a:spcAft>
              <a:buClr>
                <a:srgbClr val="C00000"/>
              </a:buClr>
              <a:buSzPts val="2470"/>
              <a:buFont typeface="Noto Sans Symbols"/>
              <a:buChar char="❑"/>
            </a:pPr>
            <a:r>
              <a:rPr b="0" i="0" lang="en-US" sz="2600" u="none">
                <a:solidFill>
                  <a:schemeClr val="dk1"/>
                </a:solidFill>
                <a:latin typeface="Times New Roman"/>
                <a:ea typeface="Times New Roman"/>
                <a:cs typeface="Times New Roman"/>
                <a:sym typeface="Times New Roman"/>
              </a:rPr>
              <a:t>Nhược điểm:</a:t>
            </a:r>
            <a:endParaRPr b="0" i="0" sz="2600" u="none">
              <a:solidFill>
                <a:schemeClr val="dk1"/>
              </a:solidFill>
              <a:latin typeface="Constantia"/>
              <a:ea typeface="Constantia"/>
              <a:cs typeface="Constantia"/>
              <a:sym typeface="Constantia"/>
            </a:endParaRPr>
          </a:p>
          <a:p>
            <a:pPr indent="-246062" lvl="1" marL="639762" marR="0" rtl="0" algn="just">
              <a:lnSpc>
                <a:spcPct val="150000"/>
              </a:lnSpc>
              <a:spcBef>
                <a:spcPts val="480"/>
              </a:spcBef>
              <a:spcAft>
                <a:spcPts val="0"/>
              </a:spcAft>
              <a:buClr>
                <a:schemeClr val="accent1"/>
              </a:buClr>
              <a:buSzPts val="2040"/>
              <a:buFont typeface="Noto Sans Symbols"/>
              <a:buChar char="⚫"/>
            </a:pPr>
            <a:r>
              <a:rPr b="0" i="0" lang="en-US" sz="2400" u="none" cap="none" strike="noStrike">
                <a:solidFill>
                  <a:srgbClr val="FF0000"/>
                </a:solidFill>
                <a:latin typeface="Times New Roman"/>
                <a:ea typeface="Times New Roman"/>
                <a:cs typeface="Times New Roman"/>
                <a:sym typeface="Times New Roman"/>
              </a:rPr>
              <a:t>Đường dây phải khép kín, nếu bị ngắt ở một nơi nào đó th. toàn bộ hệ</a:t>
            </a:r>
            <a:r>
              <a:rPr b="0" i="0" lang="en-US" sz="2400" u="none" cap="none" strike="noStrike">
                <a:solidFill>
                  <a:srgbClr val="FF0000"/>
                </a:solidFill>
                <a:latin typeface="Constantia"/>
                <a:ea typeface="Constantia"/>
                <a:cs typeface="Constantia"/>
                <a:sym typeface="Constantia"/>
              </a:rPr>
              <a:t> thống cũng bị ngừng.</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25"/>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
        <p:nvSpPr>
          <p:cNvPr id="556" name="Google Shape;556;p25"/>
          <p:cNvSpPr txBox="1"/>
          <p:nvPr>
            <p:ph type="title"/>
          </p:nvPr>
        </p:nvSpPr>
        <p:spPr>
          <a:xfrm>
            <a:off x="584200" y="0"/>
            <a:ext cx="8229600" cy="6477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rgbClr val="FF0000"/>
              </a:buClr>
              <a:buSzPts val="4200"/>
              <a:buFont typeface="Calibri"/>
              <a:buNone/>
            </a:pPr>
            <a:r>
              <a:rPr b="1" i="0" lang="en-US" sz="4200" u="none">
                <a:solidFill>
                  <a:srgbClr val="FF0000"/>
                </a:solidFill>
                <a:latin typeface="Calibri"/>
                <a:ea typeface="Calibri"/>
                <a:cs typeface="Calibri"/>
                <a:sym typeface="Calibri"/>
              </a:rPr>
              <a:t>Mạng kết hợp sao và tuyến</a:t>
            </a:r>
            <a:endParaRPr/>
          </a:p>
        </p:txBody>
      </p:sp>
      <p:sp>
        <p:nvSpPr>
          <p:cNvPr id="557" name="Google Shape;557;p25"/>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
        <p:nvSpPr>
          <p:cNvPr id="558" name="Google Shape;558;p25"/>
          <p:cNvSpPr txBox="1"/>
          <p:nvPr/>
        </p:nvSpPr>
        <p:spPr>
          <a:xfrm>
            <a:off x="609600" y="939800"/>
            <a:ext cx="7569200" cy="5632450"/>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Cấu hình mạng dạng này có bộ phận tách tín hiệu (Spitter) giữ vai trò thiết bị trung tâm, hệ thống dây cáp mạng có thể chọn hoặc Ring Topology hoặc Linear Bus Topology.</a:t>
            </a:r>
            <a:endParaRPr/>
          </a:p>
          <a:p>
            <a:pPr indent="-342900" lvl="0" marL="34290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Lợi điểm của cấu hình này là mạng có thể gồm nhiều nhóm làm việc ở cách xa nhau, ARCNet là mạng dạng kết hợp Star/Bus Topology. Cấu hình dạng này đem lại sự uyển chuyển trong việc bố trí đường dây, tương thích dễ dàng đối với bất cứ toà nhà nào.</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26"/>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
        <p:nvSpPr>
          <p:cNvPr id="565" name="Google Shape;565;p26"/>
          <p:cNvSpPr txBox="1"/>
          <p:nvPr>
            <p:ph type="title"/>
          </p:nvPr>
        </p:nvSpPr>
        <p:spPr>
          <a:xfrm>
            <a:off x="584200" y="0"/>
            <a:ext cx="8229600" cy="6477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rgbClr val="FF0000"/>
              </a:buClr>
              <a:buSzPts val="4200"/>
              <a:buFont typeface="Calibri"/>
              <a:buNone/>
            </a:pPr>
            <a:r>
              <a:rPr b="1" i="0" lang="en-US" sz="4200" u="none">
                <a:solidFill>
                  <a:srgbClr val="FF0000"/>
                </a:solidFill>
                <a:latin typeface="Calibri"/>
                <a:ea typeface="Calibri"/>
                <a:cs typeface="Calibri"/>
                <a:sym typeface="Calibri"/>
              </a:rPr>
              <a:t>Mạng kết hợp sao và vòng</a:t>
            </a:r>
            <a:endParaRPr/>
          </a:p>
        </p:txBody>
      </p:sp>
      <p:sp>
        <p:nvSpPr>
          <p:cNvPr id="566" name="Google Shape;566;p26"/>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
        <p:nvSpPr>
          <p:cNvPr id="567" name="Google Shape;567;p26"/>
          <p:cNvSpPr txBox="1"/>
          <p:nvPr/>
        </p:nvSpPr>
        <p:spPr>
          <a:xfrm>
            <a:off x="609600" y="939800"/>
            <a:ext cx="7569200" cy="3890962"/>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5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Cấu hình dạng kết hợp Star/Ring Topology, có một "thẻ bài" liên lạc (Token) được chuyển vòng quanh một cái Hub trung tâm. Mỗi trạm làm việc (Workstation) được nối với Hub - là cầu nối giữa các trạm làm việc và để tǎng khoảng cách cần thiết.</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27"/>
          <p:cNvSpPr txBox="1"/>
          <p:nvPr/>
        </p:nvSpPr>
        <p:spPr>
          <a:xfrm>
            <a:off x="3390900" y="6356350"/>
            <a:ext cx="3352800" cy="365125"/>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Chương I - Tổng quan về mạng máy tính</a:t>
            </a:r>
            <a:endParaRPr/>
          </a:p>
        </p:txBody>
      </p:sp>
      <p:sp>
        <p:nvSpPr>
          <p:cNvPr id="574" name="Google Shape;574;p27"/>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
        <p:nvSpPr>
          <p:cNvPr id="575" name="Google Shape;575;p27"/>
          <p:cNvSpPr txBox="1"/>
          <p:nvPr>
            <p:ph type="title"/>
          </p:nvPr>
        </p:nvSpPr>
        <p:spPr>
          <a:xfrm>
            <a:off x="431800" y="0"/>
            <a:ext cx="8229600" cy="8636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rgbClr val="FF0000"/>
              </a:buClr>
              <a:buSzPts val="4200"/>
              <a:buFont typeface="Calibri"/>
              <a:buNone/>
            </a:pPr>
            <a:r>
              <a:rPr b="1" i="0" lang="en-US" sz="4200" u="none">
                <a:solidFill>
                  <a:srgbClr val="FF0000"/>
                </a:solidFill>
                <a:latin typeface="Calibri"/>
                <a:ea typeface="Calibri"/>
                <a:cs typeface="Calibri"/>
                <a:sym typeface="Calibri"/>
              </a:rPr>
              <a:t>Mạng đô thị MAN</a:t>
            </a:r>
            <a:endParaRPr/>
          </a:p>
        </p:txBody>
      </p:sp>
      <p:sp>
        <p:nvSpPr>
          <p:cNvPr id="576" name="Google Shape;576;p27"/>
          <p:cNvSpPr txBox="1"/>
          <p:nvPr>
            <p:ph idx="1" type="body"/>
          </p:nvPr>
        </p:nvSpPr>
        <p:spPr>
          <a:xfrm>
            <a:off x="0" y="889000"/>
            <a:ext cx="9144000" cy="4152900"/>
          </a:xfrm>
          <a:prstGeom prst="rect">
            <a:avLst/>
          </a:prstGeom>
          <a:noFill/>
          <a:ln>
            <a:noFill/>
          </a:ln>
        </p:spPr>
        <p:txBody>
          <a:bodyPr anchorCtr="0" anchor="t" bIns="45700" lIns="91425" spcFirstLastPara="1" rIns="91425" wrap="square" tIns="45700">
            <a:noAutofit/>
          </a:bodyPr>
          <a:lstStyle/>
          <a:p>
            <a:pPr indent="-273050" lvl="0" marL="273050" rtl="0" algn="l">
              <a:lnSpc>
                <a:spcPct val="100000"/>
              </a:lnSpc>
              <a:spcBef>
                <a:spcPts val="0"/>
              </a:spcBef>
              <a:spcAft>
                <a:spcPts val="0"/>
              </a:spcAft>
              <a:buClr>
                <a:srgbClr val="0BD0D9"/>
              </a:buClr>
              <a:buSzPts val="2660"/>
              <a:buFont typeface="Noto Sans Symbols"/>
              <a:buChar char="▪"/>
            </a:pPr>
            <a:r>
              <a:rPr b="0" i="1" lang="en-US" sz="2800" u="none">
                <a:solidFill>
                  <a:schemeClr val="dk1"/>
                </a:solidFill>
                <a:latin typeface="Times New Roman"/>
                <a:ea typeface="Times New Roman"/>
                <a:cs typeface="Times New Roman"/>
                <a:sym typeface="Times New Roman"/>
              </a:rPr>
              <a:t>Quy mô:</a:t>
            </a:r>
            <a:r>
              <a:rPr b="0" i="0" lang="en-US" sz="2800" u="none">
                <a:solidFill>
                  <a:schemeClr val="dk1"/>
                </a:solidFill>
                <a:latin typeface="Times New Roman"/>
                <a:ea typeface="Times New Roman"/>
                <a:cs typeface="Times New Roman"/>
                <a:sym typeface="Times New Roman"/>
              </a:rPr>
              <a:t> thường lớn hơn mạng LAN và tập trung nơi đông dân cư, nhiều cơ quan, trường học (Trong vòng bán kính &lt;100km)</a:t>
            </a:r>
            <a:endParaRPr/>
          </a:p>
          <a:p>
            <a:pPr indent="-273050" lvl="0" marL="273050" rtl="0" algn="l">
              <a:lnSpc>
                <a:spcPct val="100000"/>
              </a:lnSpc>
              <a:spcBef>
                <a:spcPts val="1400"/>
              </a:spcBef>
              <a:spcAft>
                <a:spcPts val="0"/>
              </a:spcAft>
              <a:buClr>
                <a:srgbClr val="0BD0D9"/>
              </a:buClr>
              <a:buSzPts val="2660"/>
              <a:buFont typeface="Noto Sans Symbols"/>
              <a:buChar char="▪"/>
            </a:pPr>
            <a:r>
              <a:rPr b="0" i="1" lang="en-US" sz="2800" u="none">
                <a:solidFill>
                  <a:schemeClr val="dk1"/>
                </a:solidFill>
                <a:latin typeface="Times New Roman"/>
                <a:ea typeface="Times New Roman"/>
                <a:cs typeface="Times New Roman"/>
                <a:sym typeface="Times New Roman"/>
              </a:rPr>
              <a:t>Chủ sở hữu:</a:t>
            </a:r>
            <a:r>
              <a:rPr b="0" i="0" lang="en-US" sz="2800" u="none">
                <a:solidFill>
                  <a:schemeClr val="dk1"/>
                </a:solidFill>
                <a:latin typeface="Times New Roman"/>
                <a:ea typeface="Times New Roman"/>
                <a:cs typeface="Times New Roman"/>
                <a:sym typeface="Times New Roman"/>
              </a:rPr>
              <a:t> nhiều người sở hữu nhưng cùng một tính chất và có một người sở hữu quan trọng nhất là công ty truyền dẫn công cộng.</a:t>
            </a:r>
            <a:endParaRPr/>
          </a:p>
          <a:p>
            <a:pPr indent="-273050" lvl="0" marL="273050" rtl="0" algn="l">
              <a:lnSpc>
                <a:spcPct val="100000"/>
              </a:lnSpc>
              <a:spcBef>
                <a:spcPts val="1400"/>
              </a:spcBef>
              <a:spcAft>
                <a:spcPts val="0"/>
              </a:spcAft>
              <a:buClr>
                <a:srgbClr val="0BD0D9"/>
              </a:buClr>
              <a:buSzPts val="2660"/>
              <a:buFont typeface="Noto Sans Symbols"/>
              <a:buChar char="▪"/>
            </a:pPr>
            <a:r>
              <a:rPr b="0" i="1" lang="en-US" sz="2800" u="none">
                <a:solidFill>
                  <a:schemeClr val="dk1"/>
                </a:solidFill>
                <a:latin typeface="Times New Roman"/>
                <a:ea typeface="Times New Roman"/>
                <a:cs typeface="Times New Roman"/>
                <a:sym typeface="Times New Roman"/>
              </a:rPr>
              <a:t>Phương tiện truyền dẫn:</a:t>
            </a:r>
            <a:r>
              <a:rPr b="0" i="0" lang="en-US" sz="2800" u="none">
                <a:solidFill>
                  <a:schemeClr val="dk1"/>
                </a:solidFill>
                <a:latin typeface="Times New Roman"/>
                <a:ea typeface="Times New Roman"/>
                <a:cs typeface="Times New Roman"/>
                <a:sym typeface="Times New Roman"/>
              </a:rPr>
              <a:t> cáp đồng, cáp quang, viba mặt đất.</a:t>
            </a:r>
            <a:endParaRPr/>
          </a:p>
          <a:p>
            <a:pPr indent="-273050" lvl="0" marL="273050" rtl="0" algn="l">
              <a:lnSpc>
                <a:spcPct val="100000"/>
              </a:lnSpc>
              <a:spcBef>
                <a:spcPts val="1400"/>
              </a:spcBef>
              <a:spcAft>
                <a:spcPts val="0"/>
              </a:spcAft>
              <a:buClr>
                <a:srgbClr val="0BD0D9"/>
              </a:buClr>
              <a:buSzPts val="2660"/>
              <a:buFont typeface="Noto Sans Symbols"/>
              <a:buChar char="▪"/>
            </a:pPr>
            <a:r>
              <a:rPr b="0" i="1" lang="en-US" sz="2800" u="none">
                <a:solidFill>
                  <a:schemeClr val="dk1"/>
                </a:solidFill>
                <a:latin typeface="Times New Roman"/>
                <a:ea typeface="Times New Roman"/>
                <a:cs typeface="Times New Roman"/>
                <a:sym typeface="Times New Roman"/>
              </a:rPr>
              <a:t>Tốc độ:</a:t>
            </a:r>
            <a:r>
              <a:rPr b="0" i="0" lang="en-US" sz="2800" u="none">
                <a:solidFill>
                  <a:schemeClr val="dk1"/>
                </a:solidFill>
                <a:latin typeface="Times New Roman"/>
                <a:ea typeface="Times New Roman"/>
                <a:cs typeface="Times New Roman"/>
                <a:sym typeface="Times New Roman"/>
              </a:rPr>
              <a:t> cao 10Gbit (giữa các mạng là 2M).</a:t>
            </a:r>
            <a:endParaRPr/>
          </a:p>
          <a:p>
            <a:pPr indent="-273050" lvl="0" marL="273050" rtl="0" algn="l">
              <a:lnSpc>
                <a:spcPct val="100000"/>
              </a:lnSpc>
              <a:spcBef>
                <a:spcPts val="1400"/>
              </a:spcBef>
              <a:spcAft>
                <a:spcPts val="0"/>
              </a:spcAft>
              <a:buClr>
                <a:srgbClr val="0BD0D9"/>
              </a:buClr>
              <a:buSzPts val="2660"/>
              <a:buFont typeface="Noto Sans Symbols"/>
              <a:buChar char="▪"/>
            </a:pPr>
            <a:r>
              <a:rPr b="0" i="1" lang="en-US" sz="2800" u="none">
                <a:solidFill>
                  <a:schemeClr val="dk1"/>
                </a:solidFill>
                <a:latin typeface="Times New Roman"/>
                <a:ea typeface="Times New Roman"/>
                <a:cs typeface="Times New Roman"/>
                <a:sym typeface="Times New Roman"/>
              </a:rPr>
              <a:t>Giao thức:</a:t>
            </a:r>
            <a:r>
              <a:rPr b="0" i="0" lang="en-US" sz="2800" u="none">
                <a:solidFill>
                  <a:schemeClr val="dk1"/>
                </a:solidFill>
                <a:latin typeface="Times New Roman"/>
                <a:ea typeface="Times New Roman"/>
                <a:cs typeface="Times New Roman"/>
                <a:sym typeface="Times New Roman"/>
              </a:rPr>
              <a:t> ngoài các giao thức sử dụng cho LAN còn sử dụng FDDI, CDDI,…</a:t>
            </a:r>
            <a:endParaRPr/>
          </a:p>
        </p:txBody>
      </p:sp>
      <p:sp>
        <p:nvSpPr>
          <p:cNvPr id="577" name="Google Shape;577;p27"/>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28"/>
          <p:cNvSpPr txBox="1"/>
          <p:nvPr/>
        </p:nvSpPr>
        <p:spPr>
          <a:xfrm>
            <a:off x="3390900" y="6356350"/>
            <a:ext cx="3352800" cy="365125"/>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Chương I - Tổng quan về mạng máy tính</a:t>
            </a:r>
            <a:endParaRPr/>
          </a:p>
        </p:txBody>
      </p:sp>
      <p:sp>
        <p:nvSpPr>
          <p:cNvPr id="584" name="Google Shape;584;p28"/>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
        <p:nvSpPr>
          <p:cNvPr id="585" name="Google Shape;585;p28"/>
          <p:cNvSpPr txBox="1"/>
          <p:nvPr>
            <p:ph type="title"/>
          </p:nvPr>
        </p:nvSpPr>
        <p:spPr>
          <a:xfrm>
            <a:off x="431800" y="0"/>
            <a:ext cx="8229600" cy="8636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rgbClr val="FF0000"/>
              </a:buClr>
              <a:buSzPts val="4200"/>
              <a:buFont typeface="Calibri"/>
              <a:buNone/>
            </a:pPr>
            <a:r>
              <a:rPr b="1" i="0" lang="en-US" sz="4200" u="none">
                <a:solidFill>
                  <a:srgbClr val="FF0000"/>
                </a:solidFill>
                <a:latin typeface="Calibri"/>
                <a:ea typeface="Calibri"/>
                <a:cs typeface="Calibri"/>
                <a:sym typeface="Calibri"/>
              </a:rPr>
              <a:t>Mạng đô thị MAN</a:t>
            </a:r>
            <a:endParaRPr/>
          </a:p>
        </p:txBody>
      </p:sp>
      <p:sp>
        <p:nvSpPr>
          <p:cNvPr id="586" name="Google Shape;586;p28"/>
          <p:cNvSpPr txBox="1"/>
          <p:nvPr>
            <p:ph idx="1" type="body"/>
          </p:nvPr>
        </p:nvSpPr>
        <p:spPr>
          <a:xfrm>
            <a:off x="0" y="889000"/>
            <a:ext cx="9144000" cy="4152900"/>
          </a:xfrm>
          <a:prstGeom prst="rect">
            <a:avLst/>
          </a:prstGeom>
          <a:noFill/>
          <a:ln>
            <a:noFill/>
          </a:ln>
        </p:spPr>
        <p:txBody>
          <a:bodyPr anchorCtr="0" anchor="t" bIns="45700" lIns="91425" spcFirstLastPara="1" rIns="91425" wrap="square" tIns="45700">
            <a:noAutofit/>
          </a:bodyPr>
          <a:lstStyle/>
          <a:p>
            <a:pPr indent="-116204" lvl="0" marL="273050" rtl="0" algn="l">
              <a:spcBef>
                <a:spcPts val="0"/>
              </a:spcBef>
              <a:spcAft>
                <a:spcPts val="0"/>
              </a:spcAft>
              <a:buSzPts val="2470"/>
              <a:buNone/>
            </a:pPr>
            <a:r>
              <a:t/>
            </a:r>
            <a:endParaRPr sz="2600">
              <a:solidFill>
                <a:schemeClr val="dk1"/>
              </a:solidFill>
              <a:latin typeface="Constantia"/>
              <a:ea typeface="Constantia"/>
              <a:cs typeface="Constantia"/>
              <a:sym typeface="Constantia"/>
            </a:endParaRPr>
          </a:p>
        </p:txBody>
      </p:sp>
      <p:sp>
        <p:nvSpPr>
          <p:cNvPr id="587" name="Google Shape;587;p28"/>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pic>
        <p:nvPicPr>
          <p:cNvPr id="588" name="Google Shape;588;p28"/>
          <p:cNvPicPr preferRelativeResize="0"/>
          <p:nvPr/>
        </p:nvPicPr>
        <p:blipFill rotWithShape="1">
          <a:blip r:embed="rId3">
            <a:alphaModFix/>
          </a:blip>
          <a:srcRect b="0" l="0" r="0" t="0"/>
          <a:stretch/>
        </p:blipFill>
        <p:spPr>
          <a:xfrm>
            <a:off x="1270000" y="1092200"/>
            <a:ext cx="6807200" cy="45974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29"/>
          <p:cNvSpPr txBox="1"/>
          <p:nvPr/>
        </p:nvSpPr>
        <p:spPr>
          <a:xfrm>
            <a:off x="3390900" y="6356350"/>
            <a:ext cx="3352800" cy="365125"/>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Chương I - Tổng quan về mạng máy tính</a:t>
            </a:r>
            <a:endParaRPr/>
          </a:p>
        </p:txBody>
      </p:sp>
      <p:sp>
        <p:nvSpPr>
          <p:cNvPr id="595" name="Google Shape;595;p29"/>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
        <p:nvSpPr>
          <p:cNvPr id="596" name="Google Shape;596;p29"/>
          <p:cNvSpPr txBox="1"/>
          <p:nvPr>
            <p:ph type="title"/>
          </p:nvPr>
        </p:nvSpPr>
        <p:spPr>
          <a:xfrm>
            <a:off x="431800" y="0"/>
            <a:ext cx="8229600" cy="8636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rgbClr val="FF0000"/>
              </a:buClr>
              <a:buSzPts val="4200"/>
              <a:buFont typeface="Calibri"/>
              <a:buNone/>
            </a:pPr>
            <a:r>
              <a:rPr b="1" i="0" lang="en-US" sz="4200" u="none">
                <a:solidFill>
                  <a:srgbClr val="FF0000"/>
                </a:solidFill>
                <a:latin typeface="Calibri"/>
                <a:ea typeface="Calibri"/>
                <a:cs typeface="Calibri"/>
                <a:sym typeface="Calibri"/>
              </a:rPr>
              <a:t>Mạng diện rộng WAN</a:t>
            </a:r>
            <a:endParaRPr/>
          </a:p>
        </p:txBody>
      </p:sp>
      <p:sp>
        <p:nvSpPr>
          <p:cNvPr id="597" name="Google Shape;597;p29"/>
          <p:cNvSpPr txBox="1"/>
          <p:nvPr>
            <p:ph idx="1" type="body"/>
          </p:nvPr>
        </p:nvSpPr>
        <p:spPr>
          <a:xfrm>
            <a:off x="0" y="889000"/>
            <a:ext cx="9144000" cy="4152900"/>
          </a:xfrm>
          <a:prstGeom prst="rect">
            <a:avLst/>
          </a:prstGeom>
          <a:noFill/>
          <a:ln>
            <a:noFill/>
          </a:ln>
        </p:spPr>
        <p:txBody>
          <a:bodyPr anchorCtr="0" anchor="t" bIns="45700" lIns="91425" spcFirstLastPara="1" rIns="91425" wrap="square" tIns="45700">
            <a:noAutofit/>
          </a:bodyPr>
          <a:lstStyle/>
          <a:p>
            <a:pPr indent="-116204" lvl="0" marL="273050" rtl="0" algn="l">
              <a:spcBef>
                <a:spcPts val="0"/>
              </a:spcBef>
              <a:spcAft>
                <a:spcPts val="0"/>
              </a:spcAft>
              <a:buSzPts val="2470"/>
              <a:buNone/>
            </a:pPr>
            <a:r>
              <a:t/>
            </a:r>
            <a:endParaRPr sz="2600">
              <a:solidFill>
                <a:schemeClr val="dk1"/>
              </a:solidFill>
              <a:latin typeface="Constantia"/>
              <a:ea typeface="Constantia"/>
              <a:cs typeface="Constantia"/>
              <a:sym typeface="Constantia"/>
            </a:endParaRPr>
          </a:p>
        </p:txBody>
      </p:sp>
      <p:sp>
        <p:nvSpPr>
          <p:cNvPr id="598" name="Google Shape;598;p29"/>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pic>
        <p:nvPicPr>
          <p:cNvPr id="599" name="Google Shape;599;p29"/>
          <p:cNvPicPr preferRelativeResize="0"/>
          <p:nvPr/>
        </p:nvPicPr>
        <p:blipFill rotWithShape="1">
          <a:blip r:embed="rId3">
            <a:alphaModFix/>
          </a:blip>
          <a:srcRect b="0" l="0" r="0" t="0"/>
          <a:stretch/>
        </p:blipFill>
        <p:spPr>
          <a:xfrm>
            <a:off x="725487" y="1193800"/>
            <a:ext cx="7772400" cy="43275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30"/>
          <p:cNvSpPr txBox="1"/>
          <p:nvPr/>
        </p:nvSpPr>
        <p:spPr>
          <a:xfrm>
            <a:off x="3390900" y="6356350"/>
            <a:ext cx="3352800" cy="365125"/>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Chương I - Tổng quan về mạng máy tính</a:t>
            </a:r>
            <a:endParaRPr/>
          </a:p>
        </p:txBody>
      </p:sp>
      <p:sp>
        <p:nvSpPr>
          <p:cNvPr id="606" name="Google Shape;606;p30"/>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
        <p:nvSpPr>
          <p:cNvPr id="607" name="Google Shape;607;p30"/>
          <p:cNvSpPr txBox="1"/>
          <p:nvPr>
            <p:ph type="title"/>
          </p:nvPr>
        </p:nvSpPr>
        <p:spPr>
          <a:xfrm>
            <a:off x="431800" y="0"/>
            <a:ext cx="8229600" cy="8636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rgbClr val="FF0000"/>
              </a:buClr>
              <a:buSzPts val="4200"/>
              <a:buFont typeface="Calibri"/>
              <a:buNone/>
            </a:pPr>
            <a:r>
              <a:rPr b="1" i="0" lang="en-US" sz="4200" u="none">
                <a:solidFill>
                  <a:srgbClr val="FF0000"/>
                </a:solidFill>
                <a:latin typeface="Calibri"/>
                <a:ea typeface="Calibri"/>
                <a:cs typeface="Calibri"/>
                <a:sym typeface="Calibri"/>
              </a:rPr>
              <a:t>Mạng diện rộng WAN</a:t>
            </a:r>
            <a:endParaRPr/>
          </a:p>
        </p:txBody>
      </p:sp>
      <p:sp>
        <p:nvSpPr>
          <p:cNvPr id="608" name="Google Shape;608;p30"/>
          <p:cNvSpPr txBox="1"/>
          <p:nvPr>
            <p:ph idx="1" type="body"/>
          </p:nvPr>
        </p:nvSpPr>
        <p:spPr>
          <a:xfrm>
            <a:off x="0" y="889000"/>
            <a:ext cx="9144000" cy="4152900"/>
          </a:xfrm>
          <a:prstGeom prst="rect">
            <a:avLst/>
          </a:prstGeom>
          <a:noFill/>
          <a:ln>
            <a:noFill/>
          </a:ln>
        </p:spPr>
        <p:txBody>
          <a:bodyPr anchorCtr="0" anchor="t" bIns="45700" lIns="91425" spcFirstLastPara="1" rIns="91425" wrap="square" tIns="45700">
            <a:noAutofit/>
          </a:bodyPr>
          <a:lstStyle/>
          <a:p>
            <a:pPr indent="-273050" lvl="0" marL="273050" rtl="0" algn="l">
              <a:lnSpc>
                <a:spcPct val="100000"/>
              </a:lnSpc>
              <a:spcBef>
                <a:spcPts val="0"/>
              </a:spcBef>
              <a:spcAft>
                <a:spcPts val="0"/>
              </a:spcAft>
              <a:buClr>
                <a:srgbClr val="0BD0D9"/>
              </a:buClr>
              <a:buSzPts val="2660"/>
              <a:buFont typeface="Noto Sans Symbols"/>
              <a:buChar char="▪"/>
            </a:pPr>
            <a:r>
              <a:rPr b="0" i="0" lang="en-US" sz="2800" u="none">
                <a:solidFill>
                  <a:schemeClr val="dk1"/>
                </a:solidFill>
                <a:latin typeface="Times New Roman"/>
                <a:ea typeface="Times New Roman"/>
                <a:cs typeface="Times New Roman"/>
                <a:sym typeface="Times New Roman"/>
              </a:rPr>
              <a:t>Mạng LAN và mạng MAN thông thường không sử dụng các thiết bị chuyển mạch</a:t>
            </a:r>
            <a:r>
              <a:rPr b="0" i="0" lang="en-US" sz="2800" u="none">
                <a:solidFill>
                  <a:schemeClr val="dk1"/>
                </a:solidFill>
                <a:latin typeface="Constantia"/>
                <a:ea typeface="Constantia"/>
                <a:cs typeface="Constantia"/>
                <a:sym typeface="Constantia"/>
              </a:rPr>
              <a:t> ⇒ đ</a:t>
            </a:r>
            <a:r>
              <a:rPr b="0" i="0" lang="en-US" sz="2800" u="none">
                <a:solidFill>
                  <a:schemeClr val="dk1"/>
                </a:solidFill>
                <a:latin typeface="Times New Roman"/>
                <a:ea typeface="Times New Roman"/>
                <a:cs typeface="Times New Roman"/>
                <a:sym typeface="Times New Roman"/>
              </a:rPr>
              <a:t>ó hạn chế trong việc mở rộng phạm vi mạng về số lượng máy tính và khoảng cách⇒</a:t>
            </a:r>
            <a:r>
              <a:rPr b="0" i="0" lang="en-US" sz="2800" u="none">
                <a:solidFill>
                  <a:schemeClr val="dk1"/>
                </a:solidFill>
                <a:latin typeface="Constantia"/>
                <a:ea typeface="Constantia"/>
                <a:cs typeface="Constantia"/>
                <a:sym typeface="Constantia"/>
              </a:rPr>
              <a:t> dùng mạng diện rộng.</a:t>
            </a:r>
            <a:endParaRPr/>
          </a:p>
          <a:p>
            <a:pPr indent="-273050" lvl="0" marL="273050" rtl="0" algn="l">
              <a:lnSpc>
                <a:spcPct val="100000"/>
              </a:lnSpc>
              <a:spcBef>
                <a:spcPts val="1400"/>
              </a:spcBef>
              <a:spcAft>
                <a:spcPts val="0"/>
              </a:spcAft>
              <a:buClr>
                <a:srgbClr val="0BD0D9"/>
              </a:buClr>
              <a:buSzPts val="2660"/>
              <a:buFont typeface="Noto Sans Symbols"/>
              <a:buChar char="▪"/>
            </a:pPr>
            <a:r>
              <a:rPr b="0" i="0" lang="en-US" sz="2800" u="none">
                <a:solidFill>
                  <a:schemeClr val="dk1"/>
                </a:solidFill>
                <a:latin typeface="Times New Roman"/>
                <a:ea typeface="Times New Roman"/>
                <a:cs typeface="Times New Roman"/>
                <a:sym typeface="Times New Roman"/>
              </a:rPr>
              <a:t>Trong một mạng WAN, </a:t>
            </a:r>
            <a:r>
              <a:rPr b="0" i="0" lang="en-US" sz="2800" u="none">
                <a:solidFill>
                  <a:srgbClr val="FF0000"/>
                </a:solidFill>
                <a:latin typeface="Times New Roman"/>
                <a:ea typeface="Times New Roman"/>
                <a:cs typeface="Times New Roman"/>
                <a:sym typeface="Times New Roman"/>
              </a:rPr>
              <a:t>các máy tính </a:t>
            </a:r>
            <a:r>
              <a:rPr b="0" i="0" lang="en-US" sz="2800" u="none">
                <a:solidFill>
                  <a:schemeClr val="dk1"/>
                </a:solidFill>
                <a:latin typeface="Times New Roman"/>
                <a:ea typeface="Times New Roman"/>
                <a:cs typeface="Times New Roman"/>
                <a:sym typeface="Times New Roman"/>
              </a:rPr>
              <a:t>(</a:t>
            </a:r>
            <a:r>
              <a:rPr b="1" i="0" lang="en-US" sz="2800" u="none">
                <a:solidFill>
                  <a:schemeClr val="dk1"/>
                </a:solidFill>
                <a:latin typeface="Times New Roman"/>
                <a:ea typeface="Times New Roman"/>
                <a:cs typeface="Times New Roman"/>
                <a:sym typeface="Times New Roman"/>
              </a:rPr>
              <a:t>hosts) được nối vào </a:t>
            </a:r>
            <a:r>
              <a:rPr b="1" i="0" lang="en-US" sz="2800" u="none">
                <a:solidFill>
                  <a:srgbClr val="C00000"/>
                </a:solidFill>
                <a:latin typeface="Times New Roman"/>
                <a:ea typeface="Times New Roman"/>
                <a:cs typeface="Times New Roman"/>
                <a:sym typeface="Times New Roman"/>
              </a:rPr>
              <a:t>một mạng con </a:t>
            </a:r>
            <a:r>
              <a:rPr b="1" i="0" lang="en-US" sz="2800" u="none">
                <a:solidFill>
                  <a:schemeClr val="dk1"/>
                </a:solidFill>
                <a:latin typeface="Times New Roman"/>
                <a:ea typeface="Times New Roman"/>
                <a:cs typeface="Times New Roman"/>
                <a:sym typeface="Times New Roman"/>
              </a:rPr>
              <a:t>(subnet) hay đôi khi còn gọi là </a:t>
            </a:r>
            <a:r>
              <a:rPr b="1" i="0" lang="en-US" sz="2800" u="none">
                <a:solidFill>
                  <a:srgbClr val="C00000"/>
                </a:solidFill>
                <a:latin typeface="Times New Roman"/>
                <a:ea typeface="Times New Roman"/>
                <a:cs typeface="Times New Roman"/>
                <a:sym typeface="Times New Roman"/>
              </a:rPr>
              <a:t>đường trục mạng </a:t>
            </a:r>
            <a:r>
              <a:rPr b="1" i="0" lang="en-US" sz="2800" u="none">
                <a:solidFill>
                  <a:schemeClr val="dk1"/>
                </a:solidFill>
                <a:latin typeface="Times New Roman"/>
                <a:ea typeface="Times New Roman"/>
                <a:cs typeface="Times New Roman"/>
                <a:sym typeface="Times New Roman"/>
              </a:rPr>
              <a:t>(Backbone), trong đó có chứa </a:t>
            </a:r>
            <a:r>
              <a:rPr b="1" i="0" lang="en-US" sz="2800" u="none">
                <a:solidFill>
                  <a:srgbClr val="C00000"/>
                </a:solidFill>
                <a:latin typeface="Times New Roman"/>
                <a:ea typeface="Times New Roman"/>
                <a:cs typeface="Times New Roman"/>
                <a:sym typeface="Times New Roman"/>
              </a:rPr>
              <a:t>các bộ chọn đường </a:t>
            </a:r>
            <a:r>
              <a:rPr b="1" i="0" lang="en-US" sz="2800" u="none">
                <a:solidFill>
                  <a:schemeClr val="dk1"/>
                </a:solidFill>
                <a:latin typeface="Times New Roman"/>
                <a:ea typeface="Times New Roman"/>
                <a:cs typeface="Times New Roman"/>
                <a:sym typeface="Times New Roman"/>
              </a:rPr>
              <a:t>(routers) và </a:t>
            </a:r>
            <a:r>
              <a:rPr b="1" i="0" lang="en-US" sz="2800" u="none">
                <a:solidFill>
                  <a:srgbClr val="C00000"/>
                </a:solidFill>
                <a:latin typeface="Times New Roman"/>
                <a:ea typeface="Times New Roman"/>
                <a:cs typeface="Times New Roman"/>
                <a:sym typeface="Times New Roman"/>
              </a:rPr>
              <a:t>các đường truyền tải</a:t>
            </a:r>
            <a:r>
              <a:rPr b="1" i="0" lang="en-US" sz="2800" u="none">
                <a:solidFill>
                  <a:schemeClr val="dk1"/>
                </a:solidFill>
                <a:latin typeface="Times New Roman"/>
                <a:ea typeface="Times New Roman"/>
                <a:cs typeface="Times New Roman"/>
                <a:sym typeface="Times New Roman"/>
              </a:rPr>
              <a:t> (transmission lines)</a:t>
            </a:r>
            <a:endParaRPr/>
          </a:p>
        </p:txBody>
      </p:sp>
      <p:sp>
        <p:nvSpPr>
          <p:cNvPr id="609" name="Google Shape;609;p30"/>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31"/>
          <p:cNvSpPr txBox="1"/>
          <p:nvPr/>
        </p:nvSpPr>
        <p:spPr>
          <a:xfrm>
            <a:off x="3390900" y="6356350"/>
            <a:ext cx="3352800" cy="365125"/>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Chương I - Tổng quan về mạng máy tính</a:t>
            </a:r>
            <a:endParaRPr/>
          </a:p>
        </p:txBody>
      </p:sp>
      <p:sp>
        <p:nvSpPr>
          <p:cNvPr id="616" name="Google Shape;616;p31"/>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
        <p:nvSpPr>
          <p:cNvPr id="617" name="Google Shape;617;p31"/>
          <p:cNvSpPr txBox="1"/>
          <p:nvPr>
            <p:ph type="title"/>
          </p:nvPr>
        </p:nvSpPr>
        <p:spPr>
          <a:xfrm>
            <a:off x="431800" y="0"/>
            <a:ext cx="8229600" cy="8636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rgbClr val="FF0000"/>
              </a:buClr>
              <a:buSzPts val="4200"/>
              <a:buFont typeface="Calibri"/>
              <a:buNone/>
            </a:pPr>
            <a:r>
              <a:rPr b="1" i="0" lang="en-US" sz="4200" u="none">
                <a:solidFill>
                  <a:srgbClr val="FF0000"/>
                </a:solidFill>
                <a:latin typeface="Calibri"/>
                <a:ea typeface="Calibri"/>
                <a:cs typeface="Calibri"/>
                <a:sym typeface="Calibri"/>
              </a:rPr>
              <a:t>Mạng diện rộng WAN</a:t>
            </a:r>
            <a:endParaRPr/>
          </a:p>
        </p:txBody>
      </p:sp>
      <p:sp>
        <p:nvSpPr>
          <p:cNvPr id="618" name="Google Shape;618;p31"/>
          <p:cNvSpPr txBox="1"/>
          <p:nvPr>
            <p:ph idx="1" type="body"/>
          </p:nvPr>
        </p:nvSpPr>
        <p:spPr>
          <a:xfrm>
            <a:off x="0" y="889000"/>
            <a:ext cx="9144000" cy="4152900"/>
          </a:xfrm>
          <a:prstGeom prst="rect">
            <a:avLst/>
          </a:prstGeom>
          <a:noFill/>
          <a:ln>
            <a:noFill/>
          </a:ln>
        </p:spPr>
        <p:txBody>
          <a:bodyPr anchorCtr="0" anchor="t" bIns="45700" lIns="91425" spcFirstLastPara="1" rIns="91425" wrap="square" tIns="45700">
            <a:noAutofit/>
          </a:bodyPr>
          <a:lstStyle/>
          <a:p>
            <a:pPr indent="-273050" lvl="0" marL="273050" rtl="0" algn="l">
              <a:lnSpc>
                <a:spcPct val="100000"/>
              </a:lnSpc>
              <a:spcBef>
                <a:spcPts val="0"/>
              </a:spcBef>
              <a:spcAft>
                <a:spcPts val="0"/>
              </a:spcAft>
              <a:buClr>
                <a:srgbClr val="0BD0D9"/>
              </a:buClr>
              <a:buSzPts val="2660"/>
              <a:buFont typeface="Noto Sans Symbols"/>
              <a:buChar char="▪"/>
            </a:pPr>
            <a:r>
              <a:rPr b="0" i="0" lang="en-US" sz="2800" u="none">
                <a:solidFill>
                  <a:schemeClr val="dk1"/>
                </a:solidFill>
                <a:latin typeface="Times New Roman"/>
                <a:ea typeface="Times New Roman"/>
                <a:cs typeface="Times New Roman"/>
                <a:sym typeface="Times New Roman"/>
              </a:rPr>
              <a:t>Các Routers thông thường có nhiệm vụ lưu và chuyển tiếp các gói tin mà nó nhận được theo nguyên lý cơ bản sau: </a:t>
            </a:r>
            <a:endParaRPr b="0" i="0" sz="2800" u="none">
              <a:solidFill>
                <a:schemeClr val="dk1"/>
              </a:solidFill>
              <a:latin typeface="Constantia"/>
              <a:ea typeface="Constantia"/>
              <a:cs typeface="Constantia"/>
              <a:sym typeface="Constantia"/>
            </a:endParaRPr>
          </a:p>
          <a:p>
            <a:pPr indent="-246062" lvl="1" marL="639762" rtl="0" algn="just">
              <a:lnSpc>
                <a:spcPct val="100000"/>
              </a:lnSpc>
              <a:spcBef>
                <a:spcPts val="1600"/>
              </a:spcBef>
              <a:spcAft>
                <a:spcPts val="0"/>
              </a:spcAft>
              <a:buClr>
                <a:schemeClr val="accent1"/>
              </a:buClr>
              <a:buSzPts val="2720"/>
              <a:buFont typeface="Noto Sans Symbols"/>
              <a:buChar char="✔"/>
            </a:pPr>
            <a:r>
              <a:rPr b="0" i="1" lang="en-US" sz="3200" u="none">
                <a:solidFill>
                  <a:srgbClr val="0070C0"/>
                </a:solidFill>
                <a:latin typeface="Times New Roman"/>
                <a:ea typeface="Times New Roman"/>
                <a:cs typeface="Times New Roman"/>
                <a:sym typeface="Times New Roman"/>
              </a:rPr>
              <a:t>Các gói tin đến một router sẽ được lưu vào trong một hàng chờ, kế đến router sẽ quyết định nơi gói tin cần phải đến và sau đó sẽ chuyển gói tin lên đường đã được chọn</a:t>
            </a:r>
            <a:r>
              <a:rPr b="0" i="0" lang="en-US" sz="2400" u="none">
                <a:solidFill>
                  <a:schemeClr val="dk1"/>
                </a:solidFill>
                <a:latin typeface="Times New Roman"/>
                <a:ea typeface="Times New Roman"/>
                <a:cs typeface="Times New Roman"/>
                <a:sym typeface="Times New Roman"/>
              </a:rPr>
              <a:t>. </a:t>
            </a:r>
            <a:endParaRPr/>
          </a:p>
        </p:txBody>
      </p:sp>
      <p:sp>
        <p:nvSpPr>
          <p:cNvPr id="619" name="Google Shape;619;p31"/>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32"/>
          <p:cNvSpPr txBox="1"/>
          <p:nvPr/>
        </p:nvSpPr>
        <p:spPr>
          <a:xfrm>
            <a:off x="3390900" y="6356350"/>
            <a:ext cx="3352800" cy="365125"/>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Chương I - Tổng quan về mạng máy tính</a:t>
            </a:r>
            <a:endParaRPr/>
          </a:p>
        </p:txBody>
      </p:sp>
      <p:sp>
        <p:nvSpPr>
          <p:cNvPr id="626" name="Google Shape;626;p32"/>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
        <p:nvSpPr>
          <p:cNvPr id="627" name="Google Shape;627;p32"/>
          <p:cNvSpPr txBox="1"/>
          <p:nvPr>
            <p:ph type="title"/>
          </p:nvPr>
        </p:nvSpPr>
        <p:spPr>
          <a:xfrm>
            <a:off x="431800" y="0"/>
            <a:ext cx="8229600" cy="8636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rgbClr val="FF0000"/>
              </a:buClr>
              <a:buSzPts val="4200"/>
              <a:buFont typeface="Calibri"/>
              <a:buNone/>
            </a:pPr>
            <a:r>
              <a:rPr b="1" i="0" lang="en-US" sz="4200" u="none">
                <a:solidFill>
                  <a:srgbClr val="FF0000"/>
                </a:solidFill>
                <a:latin typeface="Calibri"/>
                <a:ea typeface="Calibri"/>
                <a:cs typeface="Calibri"/>
                <a:sym typeface="Calibri"/>
              </a:rPr>
              <a:t>Phân loại theo chức năng</a:t>
            </a:r>
            <a:endParaRPr/>
          </a:p>
        </p:txBody>
      </p:sp>
      <p:sp>
        <p:nvSpPr>
          <p:cNvPr id="628" name="Google Shape;628;p32"/>
          <p:cNvSpPr txBox="1"/>
          <p:nvPr>
            <p:ph idx="1" type="body"/>
          </p:nvPr>
        </p:nvSpPr>
        <p:spPr>
          <a:xfrm>
            <a:off x="0" y="889000"/>
            <a:ext cx="9144000" cy="4152900"/>
          </a:xfrm>
          <a:prstGeom prst="rect">
            <a:avLst/>
          </a:prstGeom>
          <a:noFill/>
          <a:ln>
            <a:noFill/>
          </a:ln>
        </p:spPr>
        <p:txBody>
          <a:bodyPr anchorCtr="0" anchor="t" bIns="45700" lIns="91425" spcFirstLastPara="1" rIns="91425" wrap="square" tIns="45700">
            <a:noAutofit/>
          </a:bodyPr>
          <a:lstStyle/>
          <a:p>
            <a:pPr indent="-273050" lvl="0" marL="273050" rtl="0" algn="l">
              <a:lnSpc>
                <a:spcPct val="100000"/>
              </a:lnSpc>
              <a:spcBef>
                <a:spcPts val="0"/>
              </a:spcBef>
              <a:spcAft>
                <a:spcPts val="0"/>
              </a:spcAft>
              <a:buClr>
                <a:srgbClr val="0BD0D9"/>
              </a:buClr>
              <a:buSzPts val="2660"/>
              <a:buFont typeface="Noto Sans Symbols"/>
              <a:buChar char="▪"/>
            </a:pPr>
            <a:r>
              <a:rPr b="0" i="0" lang="en-US" sz="2800" u="none">
                <a:solidFill>
                  <a:srgbClr val="66FF33"/>
                </a:solidFill>
                <a:latin typeface="Arial"/>
                <a:ea typeface="Arial"/>
                <a:cs typeface="Arial"/>
                <a:sym typeface="Arial"/>
              </a:rPr>
              <a:t> </a:t>
            </a:r>
            <a:r>
              <a:rPr b="0" i="0" lang="en-US" sz="2800" u="none">
                <a:solidFill>
                  <a:srgbClr val="C00000"/>
                </a:solidFill>
                <a:latin typeface="Times New Roman"/>
                <a:ea typeface="Times New Roman"/>
                <a:cs typeface="Times New Roman"/>
                <a:sym typeface="Times New Roman"/>
              </a:rPr>
              <a:t>M« h×nh ngang hµng (</a:t>
            </a:r>
            <a:r>
              <a:rPr b="0" i="0" lang="en-US" sz="2800" u="none">
                <a:solidFill>
                  <a:schemeClr val="dk1"/>
                </a:solidFill>
                <a:latin typeface="Times New Roman"/>
                <a:ea typeface="Times New Roman"/>
                <a:cs typeface="Times New Roman"/>
                <a:sym typeface="Times New Roman"/>
              </a:rPr>
              <a:t>Peer to Peer</a:t>
            </a:r>
            <a:r>
              <a:rPr b="0" i="0" lang="en-US" sz="2800" u="none">
                <a:solidFill>
                  <a:srgbClr val="C00000"/>
                </a:solidFill>
                <a:latin typeface="Times New Roman"/>
                <a:ea typeface="Times New Roman"/>
                <a:cs typeface="Times New Roman"/>
                <a:sym typeface="Times New Roman"/>
              </a:rPr>
              <a:t>)</a:t>
            </a:r>
            <a:r>
              <a:rPr b="0" i="0" lang="en-US" sz="2800" u="none">
                <a:solidFill>
                  <a:srgbClr val="FFFF00"/>
                </a:solidFill>
                <a:latin typeface="Times New Roman"/>
                <a:ea typeface="Times New Roman"/>
                <a:cs typeface="Times New Roman"/>
                <a:sym typeface="Times New Roman"/>
              </a:rPr>
              <a:t> </a:t>
            </a:r>
            <a:endParaRPr/>
          </a:p>
          <a:p>
            <a:pPr indent="-104140" lvl="0" marL="273050" rtl="0" algn="l">
              <a:spcBef>
                <a:spcPts val="560"/>
              </a:spcBef>
              <a:spcAft>
                <a:spcPts val="0"/>
              </a:spcAft>
              <a:buSzPts val="2660"/>
              <a:buNone/>
            </a:pPr>
            <a:r>
              <a:t/>
            </a:r>
            <a:endParaRPr b="0" i="0" sz="2800" u="none">
              <a:solidFill>
                <a:srgbClr val="FFFF00"/>
              </a:solidFill>
              <a:latin typeface="Times New Roman"/>
              <a:ea typeface="Times New Roman"/>
              <a:cs typeface="Times New Roman"/>
              <a:sym typeface="Times New Roman"/>
            </a:endParaRPr>
          </a:p>
        </p:txBody>
      </p:sp>
      <p:sp>
        <p:nvSpPr>
          <p:cNvPr id="629" name="Google Shape;629;p32"/>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pic>
        <p:nvPicPr>
          <p:cNvPr id="630" name="Google Shape;630;p32"/>
          <p:cNvPicPr preferRelativeResize="0"/>
          <p:nvPr/>
        </p:nvPicPr>
        <p:blipFill rotWithShape="1">
          <a:blip r:embed="rId3">
            <a:alphaModFix/>
          </a:blip>
          <a:srcRect b="0" l="0" r="0" t="0"/>
          <a:stretch/>
        </p:blipFill>
        <p:spPr>
          <a:xfrm>
            <a:off x="1905000" y="1498600"/>
            <a:ext cx="5486400" cy="3043237"/>
          </a:xfrm>
          <a:prstGeom prst="rect">
            <a:avLst/>
          </a:prstGeom>
          <a:noFill/>
          <a:ln>
            <a:noFill/>
          </a:ln>
        </p:spPr>
      </p:pic>
      <p:sp>
        <p:nvSpPr>
          <p:cNvPr id="631" name="Google Shape;631;p32"/>
          <p:cNvSpPr txBox="1"/>
          <p:nvPr/>
        </p:nvSpPr>
        <p:spPr>
          <a:xfrm>
            <a:off x="482600" y="4775200"/>
            <a:ext cx="7886700" cy="4619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632" name="Google Shape;632;p32"/>
          <p:cNvSpPr txBox="1"/>
          <p:nvPr/>
        </p:nvSpPr>
        <p:spPr>
          <a:xfrm>
            <a:off x="457200" y="4495800"/>
            <a:ext cx="8305800" cy="157003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70C0"/>
              </a:buClr>
              <a:buSzPts val="2400"/>
              <a:buFont typeface="Times New Roman"/>
              <a:buNone/>
            </a:pPr>
            <a:r>
              <a:rPr b="0" i="0" lang="en-US" sz="2400" u="none">
                <a:solidFill>
                  <a:srgbClr val="0070C0"/>
                </a:solidFill>
                <a:latin typeface="Times New Roman"/>
                <a:ea typeface="Times New Roman"/>
                <a:cs typeface="Times New Roman"/>
                <a:sym typeface="Times New Roman"/>
              </a:rPr>
              <a:t>Trong m« h×nh nµy tÊt c¶ c¸c m¸y ®Òu b×nh ®¼ng víi nhau, nghÜa lµ mçi m¸y võa cã thÓ cung cÊp tµi nguyªn cña m×nh cho c¸c m¸y kh¸c, võa cã thÓ sö dông tµi nguyªn cña c¸c m¸y kh¸c trong m¹ng </a:t>
            </a:r>
            <a:r>
              <a:rPr b="0" i="0" lang="en-US" sz="2400" u="none">
                <a:solidFill>
                  <a:srgbClr val="0070C0"/>
                </a:solidFill>
                <a:latin typeface="Book Antiqua"/>
                <a:ea typeface="Book Antiqua"/>
                <a:cs typeface="Book Antiqua"/>
                <a:sym typeface="Book Antiqua"/>
              </a:rPr>
              <a:t>.</a:t>
            </a:r>
            <a:endParaRPr/>
          </a:p>
        </p:txBody>
      </p:sp>
      <p:sp>
        <p:nvSpPr>
          <p:cNvPr id="633" name="Google Shape;633;p32"/>
          <p:cNvSpPr txBox="1"/>
          <p:nvPr/>
        </p:nvSpPr>
        <p:spPr>
          <a:xfrm>
            <a:off x="381000" y="6096000"/>
            <a:ext cx="8686800" cy="701675"/>
          </a:xfrm>
          <a:prstGeom prst="rect">
            <a:avLst/>
          </a:prstGeom>
          <a:solidFill>
            <a:srgbClr val="FFFF66"/>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FF3300"/>
              </a:buClr>
              <a:buSzPts val="2000"/>
              <a:buFont typeface="Noto Sans Symbols"/>
              <a:buNone/>
            </a:pPr>
            <a:r>
              <a:rPr b="0" i="1" lang="en-US" sz="2000" u="none" cap="none" strike="noStrike">
                <a:solidFill>
                  <a:srgbClr val="FF3300"/>
                </a:solidFill>
                <a:latin typeface="Times New Roman"/>
                <a:ea typeface="Times New Roman"/>
                <a:cs typeface="Times New Roman"/>
                <a:sym typeface="Times New Roman"/>
              </a:rPr>
              <a:t>M« h×nh nµy cã ­u ®iÓm lµ x©y dùng vµ b¶o tr× ®¬n gi¶n, song chØ thÝch hîp víi c¸c m¹ng cã quy m« nhá, d÷ liÖu ph©n t¸n.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632"/>
                                        </p:tgtEl>
                                        <p:attrNameLst>
                                          <p:attrName>style.visibility</p:attrName>
                                        </p:attrNameLst>
                                      </p:cBhvr>
                                      <p:to>
                                        <p:strVal val="visible"/>
                                      </p:to>
                                    </p:set>
                                    <p:anim calcmode="lin" valueType="num">
                                      <p:cBhvr additive="base">
                                        <p:cTn dur="500"/>
                                        <p:tgtEl>
                                          <p:spTgt spid="632"/>
                                        </p:tgtEl>
                                        <p:attrNameLst>
                                          <p:attrName>ppt_w</p:attrName>
                                        </p:attrNameLst>
                                      </p:cBhvr>
                                      <p:tavLst>
                                        <p:tav fmla="" tm="0">
                                          <p:val>
                                            <p:strVal val="0"/>
                                          </p:val>
                                        </p:tav>
                                        <p:tav fmla="" tm="100000">
                                          <p:val>
                                            <p:strVal val="#ppt_w"/>
                                          </p:val>
                                        </p:tav>
                                      </p:tavLst>
                                    </p:anim>
                                    <p:anim calcmode="lin" valueType="num">
                                      <p:cBhvr additive="base">
                                        <p:cTn dur="500"/>
                                        <p:tgtEl>
                                          <p:spTgt spid="632"/>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33"/>
          <p:cNvSpPr txBox="1"/>
          <p:nvPr/>
        </p:nvSpPr>
        <p:spPr>
          <a:xfrm>
            <a:off x="3390900" y="6356350"/>
            <a:ext cx="3352800" cy="365125"/>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Chương I - Tổng quan về mạng máy tính</a:t>
            </a:r>
            <a:endParaRPr/>
          </a:p>
        </p:txBody>
      </p:sp>
      <p:sp>
        <p:nvSpPr>
          <p:cNvPr id="640" name="Google Shape;640;p33"/>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
        <p:nvSpPr>
          <p:cNvPr id="641" name="Google Shape;641;p33"/>
          <p:cNvSpPr txBox="1"/>
          <p:nvPr>
            <p:ph type="title"/>
          </p:nvPr>
        </p:nvSpPr>
        <p:spPr>
          <a:xfrm>
            <a:off x="431800" y="0"/>
            <a:ext cx="8229600" cy="8636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rgbClr val="FF0000"/>
              </a:buClr>
              <a:buSzPts val="4200"/>
              <a:buFont typeface="Calibri"/>
              <a:buNone/>
            </a:pPr>
            <a:r>
              <a:rPr b="1" i="0" lang="en-US" sz="4200" u="none">
                <a:solidFill>
                  <a:srgbClr val="FF0000"/>
                </a:solidFill>
                <a:latin typeface="Calibri"/>
                <a:ea typeface="Calibri"/>
                <a:cs typeface="Calibri"/>
                <a:sym typeface="Calibri"/>
              </a:rPr>
              <a:t>Phân loại theo chức năng</a:t>
            </a:r>
            <a:endParaRPr/>
          </a:p>
        </p:txBody>
      </p:sp>
      <p:sp>
        <p:nvSpPr>
          <p:cNvPr id="642" name="Google Shape;642;p33"/>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
        <p:nvSpPr>
          <p:cNvPr id="643" name="Google Shape;643;p33"/>
          <p:cNvSpPr txBox="1"/>
          <p:nvPr/>
        </p:nvSpPr>
        <p:spPr>
          <a:xfrm>
            <a:off x="482600" y="4775200"/>
            <a:ext cx="7886700" cy="4619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644" name="Google Shape;644;p33"/>
          <p:cNvSpPr txBox="1"/>
          <p:nvPr/>
        </p:nvSpPr>
        <p:spPr>
          <a:xfrm>
            <a:off x="457200" y="952500"/>
            <a:ext cx="7391400" cy="457200"/>
          </a:xfrm>
          <a:prstGeom prst="rect">
            <a:avLst/>
          </a:prstGeom>
          <a:noFill/>
          <a:ln>
            <a:noFill/>
          </a:ln>
        </p:spPr>
        <p:txBody>
          <a:bodyPr anchorCtr="0" anchor="t" bIns="45700" lIns="91425" spcFirstLastPara="1" rIns="91425" wrap="square" tIns="45700">
            <a:spAutoFit/>
          </a:bodyPr>
          <a:lstStyle/>
          <a:p>
            <a:pPr indent="-152400" lvl="0" marL="0" marR="0" rtl="0" algn="ctr">
              <a:lnSpc>
                <a:spcPct val="100000"/>
              </a:lnSpc>
              <a:spcBef>
                <a:spcPts val="0"/>
              </a:spcBef>
              <a:spcAft>
                <a:spcPts val="0"/>
              </a:spcAft>
              <a:buClr>
                <a:srgbClr val="66FF33"/>
              </a:buClr>
              <a:buSzPts val="2400"/>
              <a:buFont typeface="Noto Sans Symbols"/>
              <a:buChar char="⮚"/>
            </a:pPr>
            <a:r>
              <a:rPr b="0" i="0" lang="en-US" sz="2400" u="none">
                <a:solidFill>
                  <a:srgbClr val="66FF33"/>
                </a:solidFill>
                <a:latin typeface="Arial"/>
                <a:ea typeface="Arial"/>
                <a:cs typeface="Arial"/>
                <a:sym typeface="Arial"/>
              </a:rPr>
              <a:t> </a:t>
            </a:r>
            <a:r>
              <a:rPr b="0" i="0" lang="en-US" sz="2400" u="none">
                <a:solidFill>
                  <a:srgbClr val="C00000"/>
                </a:solidFill>
                <a:latin typeface="Times New Roman"/>
                <a:ea typeface="Times New Roman"/>
                <a:cs typeface="Times New Roman"/>
                <a:sym typeface="Times New Roman"/>
              </a:rPr>
              <a:t>M« h×nh kh¸ch chñ</a:t>
            </a:r>
            <a:r>
              <a:rPr b="0" i="0" lang="en-US" sz="2400" u="none">
                <a:solidFill>
                  <a:srgbClr val="C00000"/>
                </a:solidFill>
                <a:latin typeface="Arial"/>
                <a:ea typeface="Arial"/>
                <a:cs typeface="Arial"/>
                <a:sym typeface="Arial"/>
              </a:rPr>
              <a:t> </a:t>
            </a:r>
            <a:r>
              <a:rPr b="0" i="0" lang="en-US" sz="2400" u="none">
                <a:solidFill>
                  <a:srgbClr val="66FF33"/>
                </a:solidFill>
                <a:latin typeface="Arial"/>
                <a:ea typeface="Arial"/>
                <a:cs typeface="Arial"/>
                <a:sym typeface="Arial"/>
              </a:rPr>
              <a:t>(</a:t>
            </a:r>
            <a:r>
              <a:rPr b="0" i="0" lang="en-US" sz="2400" u="none">
                <a:solidFill>
                  <a:schemeClr val="dk1"/>
                </a:solidFill>
                <a:latin typeface="Arial"/>
                <a:ea typeface="Arial"/>
                <a:cs typeface="Arial"/>
                <a:sym typeface="Arial"/>
              </a:rPr>
              <a:t>Client – Server</a:t>
            </a:r>
            <a:r>
              <a:rPr b="0" i="0" lang="en-US" sz="2400" u="none">
                <a:solidFill>
                  <a:srgbClr val="FFFF00"/>
                </a:solidFill>
                <a:latin typeface="Arial"/>
                <a:ea typeface="Arial"/>
                <a:cs typeface="Arial"/>
                <a:sym typeface="Arial"/>
              </a:rPr>
              <a:t>) </a:t>
            </a:r>
            <a:endParaRPr/>
          </a:p>
        </p:txBody>
      </p:sp>
      <p:sp>
        <p:nvSpPr>
          <p:cNvPr id="645" name="Google Shape;645;p33"/>
          <p:cNvSpPr txBox="1"/>
          <p:nvPr/>
        </p:nvSpPr>
        <p:spPr>
          <a:xfrm>
            <a:off x="4800600" y="4597400"/>
            <a:ext cx="4114800" cy="157003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Server</a:t>
            </a:r>
            <a:r>
              <a:rPr b="0" i="0" lang="en-US" sz="2400" u="none">
                <a:solidFill>
                  <a:srgbClr val="FFFF00"/>
                </a:solidFill>
                <a:latin typeface="Times New Roman"/>
                <a:ea typeface="Times New Roman"/>
                <a:cs typeface="Times New Roman"/>
                <a:sym typeface="Times New Roman"/>
              </a:rPr>
              <a:t> – </a:t>
            </a:r>
            <a:r>
              <a:rPr b="0" i="0" lang="en-US" sz="2400" u="none">
                <a:solidFill>
                  <a:srgbClr val="0B5395"/>
                </a:solidFill>
                <a:latin typeface="Times New Roman"/>
                <a:ea typeface="Times New Roman"/>
                <a:cs typeface="Times New Roman"/>
                <a:sym typeface="Times New Roman"/>
              </a:rPr>
              <a:t>M¸y chñ ®¶m b¶o phôc vô c¸c m¸y kh¸c b»ng c¸ch ®iÒu khiÓn viÖc ph©n bè tµi nguyªn</a:t>
            </a:r>
            <a:r>
              <a:rPr b="0" i="0" lang="en-US" sz="2400" u="none">
                <a:solidFill>
                  <a:srgbClr val="0B5395"/>
                </a:solidFill>
                <a:latin typeface="Book Antiqua"/>
                <a:ea typeface="Book Antiqua"/>
                <a:cs typeface="Book Antiqua"/>
                <a:sym typeface="Book Antiqua"/>
              </a:rPr>
              <a:t>. </a:t>
            </a:r>
            <a:endParaRPr/>
          </a:p>
        </p:txBody>
      </p:sp>
      <p:sp>
        <p:nvSpPr>
          <p:cNvPr id="646" name="Google Shape;646;p33"/>
          <p:cNvSpPr txBox="1"/>
          <p:nvPr/>
        </p:nvSpPr>
        <p:spPr>
          <a:xfrm>
            <a:off x="228600" y="4749800"/>
            <a:ext cx="3276600" cy="12001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Client</a:t>
            </a:r>
            <a:r>
              <a:rPr b="0" i="0" lang="en-US" sz="2400" u="none">
                <a:solidFill>
                  <a:srgbClr val="FFFF00"/>
                </a:solidFill>
                <a:latin typeface="Times New Roman"/>
                <a:ea typeface="Times New Roman"/>
                <a:cs typeface="Times New Roman"/>
                <a:sym typeface="Times New Roman"/>
              </a:rPr>
              <a:t> – </a:t>
            </a:r>
            <a:r>
              <a:rPr b="0" i="0" lang="en-US" sz="2400" u="none">
                <a:solidFill>
                  <a:srgbClr val="002060"/>
                </a:solidFill>
                <a:latin typeface="Times New Roman"/>
                <a:ea typeface="Times New Roman"/>
                <a:cs typeface="Times New Roman"/>
                <a:sym typeface="Times New Roman"/>
              </a:rPr>
              <a:t>M¸y kh¸ch sö dông tµi nguyªn do m¸y chñ cung cÊp</a:t>
            </a:r>
            <a:r>
              <a:rPr b="0" i="0" lang="en-US" sz="2400" u="none">
                <a:solidFill>
                  <a:srgbClr val="FFFF00"/>
                </a:solidFill>
                <a:latin typeface="Book Antiqua"/>
                <a:ea typeface="Book Antiqua"/>
                <a:cs typeface="Book Antiqua"/>
                <a:sym typeface="Book Antiqua"/>
              </a:rPr>
              <a:t>.</a:t>
            </a:r>
            <a:endParaRPr/>
          </a:p>
        </p:txBody>
      </p:sp>
      <p:sp>
        <p:nvSpPr>
          <p:cNvPr id="647" name="Google Shape;647;p33"/>
          <p:cNvSpPr txBox="1"/>
          <p:nvPr/>
        </p:nvSpPr>
        <p:spPr>
          <a:xfrm>
            <a:off x="457200" y="6096000"/>
            <a:ext cx="8382000" cy="708025"/>
          </a:xfrm>
          <a:prstGeom prst="rect">
            <a:avLst/>
          </a:prstGeom>
          <a:gradFill>
            <a:gsLst>
              <a:gs pos="0">
                <a:srgbClr val="FFFFFF"/>
              </a:gs>
              <a:gs pos="100000">
                <a:srgbClr val="00FFFF"/>
              </a:gs>
            </a:gsLst>
            <a:path path="circle">
              <a:fillToRect b="50%" l="50%" r="50%" t="50%"/>
            </a:path>
            <a:tileRect/>
          </a:gra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FF3300"/>
              </a:buClr>
              <a:buSzPts val="2000"/>
              <a:buFont typeface="Times New Roman"/>
              <a:buNone/>
            </a:pPr>
            <a:r>
              <a:rPr b="0" i="1" lang="en-US" sz="2000" u="none">
                <a:solidFill>
                  <a:srgbClr val="FF3300"/>
                </a:solidFill>
                <a:latin typeface="Times New Roman"/>
                <a:ea typeface="Times New Roman"/>
                <a:cs typeface="Times New Roman"/>
                <a:sym typeface="Times New Roman"/>
              </a:rPr>
              <a:t>M« h×nh nµy cã ­u ®iÓm d÷ liÖu ®­îc qu¶n lÝ tËp trung, chÕ ®é b¶o mËt tèt, thÝch hîp víi c¸c m¹ng cã quy m« trung b×nh vµ lín.</a:t>
            </a:r>
            <a:endParaRPr/>
          </a:p>
        </p:txBody>
      </p:sp>
      <p:grpSp>
        <p:nvGrpSpPr>
          <p:cNvPr id="648" name="Google Shape;648;p33"/>
          <p:cNvGrpSpPr/>
          <p:nvPr/>
        </p:nvGrpSpPr>
        <p:grpSpPr>
          <a:xfrm>
            <a:off x="1752600" y="1625600"/>
            <a:ext cx="5257800" cy="2819400"/>
            <a:chOff x="1104" y="864"/>
            <a:chExt cx="3312" cy="1776"/>
          </a:xfrm>
        </p:grpSpPr>
        <p:pic>
          <p:nvPicPr>
            <p:cNvPr id="649" name="Google Shape;649;p33"/>
            <p:cNvPicPr preferRelativeResize="0"/>
            <p:nvPr/>
          </p:nvPicPr>
          <p:blipFill rotWithShape="1">
            <a:blip r:embed="rId3">
              <a:alphaModFix/>
            </a:blip>
            <a:srcRect b="0" l="0" r="0" t="0"/>
            <a:stretch/>
          </p:blipFill>
          <p:spPr>
            <a:xfrm>
              <a:off x="1104" y="864"/>
              <a:ext cx="3312" cy="1776"/>
            </a:xfrm>
            <a:prstGeom prst="rect">
              <a:avLst/>
            </a:prstGeom>
            <a:noFill/>
            <a:ln>
              <a:noFill/>
            </a:ln>
          </p:spPr>
        </p:pic>
        <p:sp>
          <p:nvSpPr>
            <p:cNvPr id="650" name="Google Shape;650;p33"/>
            <p:cNvSpPr txBox="1"/>
            <p:nvPr/>
          </p:nvSpPr>
          <p:spPr>
            <a:xfrm>
              <a:off x="1296" y="2016"/>
              <a:ext cx="672" cy="231"/>
            </a:xfrm>
            <a:prstGeom prst="rect">
              <a:avLst/>
            </a:prstGeom>
            <a:solidFill>
              <a:schemeClr val="dk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FF"/>
                </a:buClr>
                <a:buSzPts val="2400"/>
                <a:buFont typeface="Arial"/>
                <a:buNone/>
              </a:pPr>
              <a:r>
                <a:rPr b="0" i="0" lang="en-US" sz="2400" u="none">
                  <a:solidFill>
                    <a:srgbClr val="0000FF"/>
                  </a:solidFill>
                  <a:latin typeface="Arial"/>
                  <a:ea typeface="Arial"/>
                  <a:cs typeface="Arial"/>
                  <a:sym typeface="Arial"/>
                </a:rPr>
                <a:t>Client</a:t>
              </a:r>
              <a:endParaRPr/>
            </a:p>
          </p:txBody>
        </p:sp>
        <p:sp>
          <p:nvSpPr>
            <p:cNvPr id="651" name="Google Shape;651;p33"/>
            <p:cNvSpPr txBox="1"/>
            <p:nvPr/>
          </p:nvSpPr>
          <p:spPr>
            <a:xfrm>
              <a:off x="2112" y="2016"/>
              <a:ext cx="672" cy="231"/>
            </a:xfrm>
            <a:prstGeom prst="rect">
              <a:avLst/>
            </a:prstGeom>
            <a:solidFill>
              <a:schemeClr val="dk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FF"/>
                </a:buClr>
                <a:buSzPts val="2400"/>
                <a:buFont typeface="Arial"/>
                <a:buNone/>
              </a:pPr>
              <a:r>
                <a:rPr b="0" i="0" lang="en-US" sz="2400" u="none">
                  <a:solidFill>
                    <a:srgbClr val="0000FF"/>
                  </a:solidFill>
                  <a:latin typeface="Arial"/>
                  <a:ea typeface="Arial"/>
                  <a:cs typeface="Arial"/>
                  <a:sym typeface="Arial"/>
                </a:rPr>
                <a:t>Client</a:t>
              </a:r>
              <a:endParaRPr/>
            </a:p>
          </p:txBody>
        </p:sp>
        <p:sp>
          <p:nvSpPr>
            <p:cNvPr id="652" name="Google Shape;652;p33"/>
            <p:cNvSpPr txBox="1"/>
            <p:nvPr/>
          </p:nvSpPr>
          <p:spPr>
            <a:xfrm>
              <a:off x="2736" y="1968"/>
              <a:ext cx="624" cy="231"/>
            </a:xfrm>
            <a:prstGeom prst="rect">
              <a:avLst/>
            </a:prstGeom>
            <a:solidFill>
              <a:schemeClr val="dk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FF"/>
                </a:buClr>
                <a:buSzPts val="2400"/>
                <a:buFont typeface="Arial"/>
                <a:buNone/>
              </a:pPr>
              <a:r>
                <a:rPr b="0" i="0" lang="en-US" sz="2400" u="none">
                  <a:solidFill>
                    <a:srgbClr val="0000FF"/>
                  </a:solidFill>
                  <a:latin typeface="Arial"/>
                  <a:ea typeface="Arial"/>
                  <a:cs typeface="Arial"/>
                  <a:sym typeface="Arial"/>
                </a:rPr>
                <a:t> Server</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645"/>
                                        </p:tgtEl>
                                        <p:attrNameLst>
                                          <p:attrName>style.visibility</p:attrName>
                                        </p:attrNameLst>
                                      </p:cBhvr>
                                      <p:to>
                                        <p:strVal val="visible"/>
                                      </p:to>
                                    </p:set>
                                    <p:anim calcmode="lin" valueType="num">
                                      <p:cBhvr additive="base">
                                        <p:cTn dur="500"/>
                                        <p:tgtEl>
                                          <p:spTgt spid="645"/>
                                        </p:tgtEl>
                                        <p:attrNameLst>
                                          <p:attrName>ppt_w</p:attrName>
                                        </p:attrNameLst>
                                      </p:cBhvr>
                                      <p:tavLst>
                                        <p:tav fmla="" tm="0">
                                          <p:val>
                                            <p:strVal val="0"/>
                                          </p:val>
                                        </p:tav>
                                        <p:tav fmla="" tm="100000">
                                          <p:val>
                                            <p:strVal val="#ppt_w"/>
                                          </p:val>
                                        </p:tav>
                                      </p:tavLst>
                                    </p:anim>
                                    <p:anim calcmode="lin" valueType="num">
                                      <p:cBhvr additive="base">
                                        <p:cTn dur="500"/>
                                        <p:tgtEl>
                                          <p:spTgt spid="64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646"/>
                                        </p:tgtEl>
                                        <p:attrNameLst>
                                          <p:attrName>style.visibility</p:attrName>
                                        </p:attrNameLst>
                                      </p:cBhvr>
                                      <p:to>
                                        <p:strVal val="visible"/>
                                      </p:to>
                                    </p:set>
                                    <p:anim calcmode="lin" valueType="num">
                                      <p:cBhvr additive="base">
                                        <p:cTn dur="500"/>
                                        <p:tgtEl>
                                          <p:spTgt spid="646"/>
                                        </p:tgtEl>
                                        <p:attrNameLst>
                                          <p:attrName>ppt_w</p:attrName>
                                        </p:attrNameLst>
                                      </p:cBhvr>
                                      <p:tavLst>
                                        <p:tav fmla="" tm="0">
                                          <p:val>
                                            <p:strVal val="0"/>
                                          </p:val>
                                        </p:tav>
                                        <p:tav fmla="" tm="100000">
                                          <p:val>
                                            <p:strVal val="#ppt_w"/>
                                          </p:val>
                                        </p:tav>
                                      </p:tavLst>
                                    </p:anim>
                                    <p:anim calcmode="lin" valueType="num">
                                      <p:cBhvr additive="base">
                                        <p:cTn dur="500"/>
                                        <p:tgtEl>
                                          <p:spTgt spid="64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7"/>
                                        </p:tgtEl>
                                        <p:attrNameLst>
                                          <p:attrName>style.visibility</p:attrName>
                                        </p:attrNameLst>
                                      </p:cBhvr>
                                      <p:to>
                                        <p:strVal val="visible"/>
                                      </p:to>
                                    </p:set>
                                    <p:animEffect filter="fade" transition="in">
                                      <p:cBhvr>
                                        <p:cTn dur="80"/>
                                        <p:tgtEl>
                                          <p:spTgt spid="6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34"/>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
        <p:nvSpPr>
          <p:cNvPr id="659" name="Google Shape;659;p34"/>
          <p:cNvSpPr txBox="1"/>
          <p:nvPr>
            <p:ph type="title"/>
          </p:nvPr>
        </p:nvSpPr>
        <p:spPr>
          <a:xfrm>
            <a:off x="190500" y="0"/>
            <a:ext cx="8864600" cy="8636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rgbClr val="FF0000"/>
              </a:buClr>
              <a:buSzPts val="4200"/>
              <a:buFont typeface="Calibri"/>
              <a:buNone/>
            </a:pPr>
            <a:r>
              <a:rPr b="1" i="0" lang="en-US" sz="4200" u="none">
                <a:solidFill>
                  <a:srgbClr val="FF0000"/>
                </a:solidFill>
                <a:latin typeface="Calibri"/>
                <a:ea typeface="Calibri"/>
                <a:cs typeface="Calibri"/>
                <a:sym typeface="Calibri"/>
              </a:rPr>
              <a:t>5. Các mạng máy tính thông dụng nhất</a:t>
            </a:r>
            <a:endParaRPr/>
          </a:p>
        </p:txBody>
      </p:sp>
      <p:sp>
        <p:nvSpPr>
          <p:cNvPr id="660" name="Google Shape;660;p34"/>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
        <p:nvSpPr>
          <p:cNvPr id="661" name="Google Shape;661;p34"/>
          <p:cNvSpPr txBox="1"/>
          <p:nvPr/>
        </p:nvSpPr>
        <p:spPr>
          <a:xfrm>
            <a:off x="482600" y="4775200"/>
            <a:ext cx="7886700" cy="4619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662" name="Google Shape;662;p34"/>
          <p:cNvSpPr txBox="1"/>
          <p:nvPr/>
        </p:nvSpPr>
        <p:spPr>
          <a:xfrm>
            <a:off x="190500" y="1016000"/>
            <a:ext cx="8661400" cy="5632450"/>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rgbClr val="0070C0"/>
              </a:buClr>
              <a:buSzPts val="2000"/>
              <a:buFont typeface="Noto Sans Symbols"/>
              <a:buChar char="⮚"/>
            </a:pPr>
            <a:r>
              <a:rPr b="1" i="0" lang="en-US" sz="2000" u="none">
                <a:solidFill>
                  <a:srgbClr val="0070C0"/>
                </a:solidFill>
                <a:latin typeface="Arial"/>
                <a:ea typeface="Arial"/>
                <a:cs typeface="Arial"/>
                <a:sym typeface="Arial"/>
              </a:rPr>
              <a:t>Mạng cục bộ:  </a:t>
            </a:r>
            <a:r>
              <a:rPr b="0" i="0" lang="en-US" sz="2000" u="none">
                <a:solidFill>
                  <a:srgbClr val="C00000"/>
                </a:solidFill>
                <a:latin typeface="Arial"/>
                <a:ea typeface="Arial"/>
                <a:cs typeface="Arial"/>
                <a:sym typeface="Arial"/>
              </a:rPr>
              <a:t>Một mạng cục bộ là sự kết nối một nhóm máy tính và các thiết bị kết nốimạng được lắp đặt trên một phạm vị địa lý giới hạn, thường trong một toà nhà hoặc một khu công sở nào đó. Mạng có tốc độ cao. </a:t>
            </a:r>
            <a:endParaRPr/>
          </a:p>
          <a:p>
            <a:pPr indent="-342900" lvl="0" marL="342900" marR="0" rtl="0" algn="just">
              <a:lnSpc>
                <a:spcPct val="100000"/>
              </a:lnSpc>
              <a:spcBef>
                <a:spcPts val="0"/>
              </a:spcBef>
              <a:spcAft>
                <a:spcPts val="0"/>
              </a:spcAft>
              <a:buClr>
                <a:srgbClr val="0070C0"/>
              </a:buClr>
              <a:buSzPts val="2000"/>
              <a:buFont typeface="Noto Sans Symbols"/>
              <a:buChar char="⮚"/>
            </a:pPr>
            <a:r>
              <a:rPr b="1" i="0" lang="en-US" sz="2000" u="none">
                <a:solidFill>
                  <a:srgbClr val="0070C0"/>
                </a:solidFill>
                <a:latin typeface="Arial"/>
                <a:ea typeface="Arial"/>
                <a:cs typeface="Arial"/>
                <a:sym typeface="Arial"/>
              </a:rPr>
              <a:t>Mạng diện rộng với kết nối LAN to LAN</a:t>
            </a:r>
            <a:r>
              <a:rPr b="1" i="0" lang="en-US" sz="2000" u="none">
                <a:solidFill>
                  <a:schemeClr val="dk1"/>
                </a:solidFill>
                <a:latin typeface="Arial"/>
                <a:ea typeface="Arial"/>
                <a:cs typeface="Arial"/>
                <a:sym typeface="Arial"/>
              </a:rPr>
              <a:t>: </a:t>
            </a:r>
            <a:r>
              <a:rPr b="0" i="0" lang="en-US" sz="2000" u="none">
                <a:solidFill>
                  <a:schemeClr val="dk1"/>
                </a:solidFill>
                <a:latin typeface="Arial"/>
                <a:ea typeface="Arial"/>
                <a:cs typeface="Arial"/>
                <a:sym typeface="Arial"/>
              </a:rPr>
              <a:t>Mạng diện rộng bao giờ cũng là sự kết nối của các mạng LAN, mạng diện rộng có thể trải trên phạm vi một vùng, quốc gia hoặc cả một lục địa thậm chí trên phạm vi toàn cầu. Mạng có tốc độ truyền dữ liệu không cao, phạm vi địa lý không giới hạn</a:t>
            </a:r>
            <a:endParaRPr/>
          </a:p>
          <a:p>
            <a:pPr indent="-342900" lvl="0" marL="342900" marR="0" rtl="0" algn="just">
              <a:lnSpc>
                <a:spcPct val="100000"/>
              </a:lnSpc>
              <a:spcBef>
                <a:spcPts val="0"/>
              </a:spcBef>
              <a:spcAft>
                <a:spcPts val="0"/>
              </a:spcAft>
              <a:buClr>
                <a:srgbClr val="0070C0"/>
              </a:buClr>
              <a:buSzPts val="2000"/>
              <a:buFont typeface="Noto Sans Symbols"/>
              <a:buChar char="⮚"/>
            </a:pPr>
            <a:r>
              <a:rPr b="1" i="0" lang="en-US" sz="2000" u="none">
                <a:solidFill>
                  <a:srgbClr val="0070C0"/>
                </a:solidFill>
                <a:latin typeface="Arial"/>
                <a:ea typeface="Arial"/>
                <a:cs typeface="Arial"/>
                <a:sym typeface="Arial"/>
              </a:rPr>
              <a:t>Liên mạng INTERNET</a:t>
            </a:r>
            <a:r>
              <a:rPr b="1" i="0" lang="en-US" sz="2000" u="none">
                <a:solidFill>
                  <a:schemeClr val="dk1"/>
                </a:solidFill>
                <a:latin typeface="Arial"/>
                <a:ea typeface="Arial"/>
                <a:cs typeface="Arial"/>
                <a:sym typeface="Arial"/>
              </a:rPr>
              <a:t>:  </a:t>
            </a:r>
            <a:r>
              <a:rPr b="0" i="0" lang="en-US" sz="2000" u="none">
                <a:solidFill>
                  <a:srgbClr val="FF0000"/>
                </a:solidFill>
                <a:latin typeface="Arial"/>
                <a:ea typeface="Arial"/>
                <a:cs typeface="Arial"/>
                <a:sym typeface="Arial"/>
              </a:rPr>
              <a:t>Với sự phát triển nhanh chóng của công nghệ là sự ra đời của liên mạng INTERNET. Mạng Internet là sở hữu của nhân loại, là sự kết hợp của rất nhiều mạng dữ liệu khác chạy trên nền tảng giao thức TCP/IP</a:t>
            </a:r>
            <a:endParaRPr/>
          </a:p>
          <a:p>
            <a:pPr indent="-342900" lvl="0" marL="342900" marR="0" rtl="0" algn="just">
              <a:lnSpc>
                <a:spcPct val="100000"/>
              </a:lnSpc>
              <a:spcBef>
                <a:spcPts val="0"/>
              </a:spcBef>
              <a:spcAft>
                <a:spcPts val="0"/>
              </a:spcAft>
              <a:buClr>
                <a:srgbClr val="0070C0"/>
              </a:buClr>
              <a:buSzPts val="2000"/>
              <a:buFont typeface="Noto Sans Symbols"/>
              <a:buChar char="⮚"/>
            </a:pPr>
            <a:r>
              <a:rPr b="1" i="0" lang="en-US" sz="2000" u="none">
                <a:solidFill>
                  <a:srgbClr val="0070C0"/>
                </a:solidFill>
                <a:latin typeface="Arial"/>
                <a:ea typeface="Arial"/>
                <a:cs typeface="Arial"/>
                <a:sym typeface="Arial"/>
              </a:rPr>
              <a:t>Mạng INTRANET</a:t>
            </a:r>
            <a:r>
              <a:rPr b="1" i="0" lang="en-US" sz="2000" u="none">
                <a:solidFill>
                  <a:schemeClr val="dk1"/>
                </a:solidFill>
                <a:latin typeface="Arial"/>
                <a:ea typeface="Arial"/>
                <a:cs typeface="Arial"/>
                <a:sym typeface="Arial"/>
              </a:rPr>
              <a:t>:  </a:t>
            </a:r>
            <a:r>
              <a:rPr b="0" i="0" lang="en-US" sz="2000" u="none">
                <a:solidFill>
                  <a:schemeClr val="dk1"/>
                </a:solidFill>
                <a:latin typeface="Arial"/>
                <a:ea typeface="Arial"/>
                <a:cs typeface="Arial"/>
                <a:sym typeface="Arial"/>
              </a:rPr>
              <a:t>Thực sự là một mạng INTERNET thu nhỏ vào trong một cơ quan/công ty/tổ chức hay một bộ/nghành . . ., giới hạn phạm vi người sử dụng, có sử dụng các công nghệ kiểm soát truy cập và bảo mật thông tin . Được phát triển từ các mạng LAN, WAN dùng công nghệ INTERNET</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35"/>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
        <p:nvSpPr>
          <p:cNvPr id="669" name="Google Shape;669;p35"/>
          <p:cNvSpPr txBox="1"/>
          <p:nvPr>
            <p:ph type="title"/>
          </p:nvPr>
        </p:nvSpPr>
        <p:spPr>
          <a:xfrm>
            <a:off x="190500" y="0"/>
            <a:ext cx="8864600" cy="8636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rgbClr val="FF0000"/>
              </a:buClr>
              <a:buSzPts val="4200"/>
              <a:buFont typeface="Calibri"/>
              <a:buNone/>
            </a:pPr>
            <a:r>
              <a:rPr b="1" i="0" lang="en-US" sz="4200" u="none">
                <a:solidFill>
                  <a:srgbClr val="FF0000"/>
                </a:solidFill>
                <a:latin typeface="Calibri"/>
                <a:ea typeface="Calibri"/>
                <a:cs typeface="Calibri"/>
                <a:sym typeface="Calibri"/>
              </a:rPr>
              <a:t>5. Các mạng máy tính thông dụng nhất</a:t>
            </a:r>
            <a:endParaRPr/>
          </a:p>
        </p:txBody>
      </p:sp>
      <p:sp>
        <p:nvSpPr>
          <p:cNvPr id="670" name="Google Shape;670;p35"/>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
        <p:nvSpPr>
          <p:cNvPr id="671" name="Google Shape;671;p35"/>
          <p:cNvSpPr txBox="1"/>
          <p:nvPr/>
        </p:nvSpPr>
        <p:spPr>
          <a:xfrm>
            <a:off x="482600" y="4775200"/>
            <a:ext cx="7886700" cy="4619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672" name="Google Shape;672;p35"/>
          <p:cNvSpPr txBox="1"/>
          <p:nvPr/>
        </p:nvSpPr>
        <p:spPr>
          <a:xfrm>
            <a:off x="190500" y="1016000"/>
            <a:ext cx="8661400" cy="5632450"/>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rgbClr val="0070C0"/>
              </a:buClr>
              <a:buSzPts val="2000"/>
              <a:buFont typeface="Noto Sans Symbols"/>
              <a:buChar char="⮚"/>
            </a:pPr>
            <a:r>
              <a:rPr b="1" i="0" lang="en-US" sz="2000" u="none">
                <a:solidFill>
                  <a:srgbClr val="0070C0"/>
                </a:solidFill>
                <a:latin typeface="Arial"/>
                <a:ea typeface="Arial"/>
                <a:cs typeface="Arial"/>
                <a:sym typeface="Arial"/>
              </a:rPr>
              <a:t>Mạng cục bộ:  </a:t>
            </a:r>
            <a:r>
              <a:rPr b="0" i="0" lang="en-US" sz="2000" u="none">
                <a:solidFill>
                  <a:srgbClr val="C00000"/>
                </a:solidFill>
                <a:latin typeface="Arial"/>
                <a:ea typeface="Arial"/>
                <a:cs typeface="Arial"/>
                <a:sym typeface="Arial"/>
              </a:rPr>
              <a:t>Một mạng cục bộ là sự kết nối một nhóm máy tính và các thiết bị kết nốimạng được lắp đặt trên một phạm vị địa lý giới hạn, thường trong một toà nhà hoặc một khu công sở nào đó. Mạng có tốc độ cao. </a:t>
            </a:r>
            <a:endParaRPr/>
          </a:p>
          <a:p>
            <a:pPr indent="-342900" lvl="0" marL="342900" marR="0" rtl="0" algn="just">
              <a:lnSpc>
                <a:spcPct val="100000"/>
              </a:lnSpc>
              <a:spcBef>
                <a:spcPts val="0"/>
              </a:spcBef>
              <a:spcAft>
                <a:spcPts val="0"/>
              </a:spcAft>
              <a:buClr>
                <a:srgbClr val="0070C0"/>
              </a:buClr>
              <a:buSzPts val="2000"/>
              <a:buFont typeface="Noto Sans Symbols"/>
              <a:buChar char="⮚"/>
            </a:pPr>
            <a:r>
              <a:rPr b="1" i="0" lang="en-US" sz="2000" u="none">
                <a:solidFill>
                  <a:srgbClr val="0070C0"/>
                </a:solidFill>
                <a:latin typeface="Arial"/>
                <a:ea typeface="Arial"/>
                <a:cs typeface="Arial"/>
                <a:sym typeface="Arial"/>
              </a:rPr>
              <a:t>Mạng diện rộng với kết nối LAN to LAN</a:t>
            </a:r>
            <a:r>
              <a:rPr b="1" i="0" lang="en-US" sz="2000" u="none">
                <a:solidFill>
                  <a:schemeClr val="dk1"/>
                </a:solidFill>
                <a:latin typeface="Arial"/>
                <a:ea typeface="Arial"/>
                <a:cs typeface="Arial"/>
                <a:sym typeface="Arial"/>
              </a:rPr>
              <a:t>: </a:t>
            </a:r>
            <a:r>
              <a:rPr b="0" i="0" lang="en-US" sz="2000" u="none">
                <a:solidFill>
                  <a:schemeClr val="dk1"/>
                </a:solidFill>
                <a:latin typeface="Arial"/>
                <a:ea typeface="Arial"/>
                <a:cs typeface="Arial"/>
                <a:sym typeface="Arial"/>
              </a:rPr>
              <a:t>Mạng diện rộng bao giờ cũng là sự kết nối của các mạng LAN, mạng diện rộng có thể trải trên phạm vi một vùng, quốc gia hoặc cả một lục địa thậm chí trên phạm vi toàn cầu. Mạng có tốc độ truyền dữ liệu không cao, phạm vi địa lý không giới hạn</a:t>
            </a:r>
            <a:endParaRPr/>
          </a:p>
          <a:p>
            <a:pPr indent="-342900" lvl="0" marL="342900" marR="0" rtl="0" algn="just">
              <a:lnSpc>
                <a:spcPct val="100000"/>
              </a:lnSpc>
              <a:spcBef>
                <a:spcPts val="0"/>
              </a:spcBef>
              <a:spcAft>
                <a:spcPts val="0"/>
              </a:spcAft>
              <a:buClr>
                <a:srgbClr val="0070C0"/>
              </a:buClr>
              <a:buSzPts val="2000"/>
              <a:buFont typeface="Noto Sans Symbols"/>
              <a:buChar char="⮚"/>
            </a:pPr>
            <a:r>
              <a:rPr b="1" i="0" lang="en-US" sz="2000" u="none">
                <a:solidFill>
                  <a:srgbClr val="0070C0"/>
                </a:solidFill>
                <a:latin typeface="Arial"/>
                <a:ea typeface="Arial"/>
                <a:cs typeface="Arial"/>
                <a:sym typeface="Arial"/>
              </a:rPr>
              <a:t>Liên mạng INTERNET</a:t>
            </a:r>
            <a:r>
              <a:rPr b="1" i="0" lang="en-US" sz="2000" u="none">
                <a:solidFill>
                  <a:schemeClr val="dk1"/>
                </a:solidFill>
                <a:latin typeface="Arial"/>
                <a:ea typeface="Arial"/>
                <a:cs typeface="Arial"/>
                <a:sym typeface="Arial"/>
              </a:rPr>
              <a:t>:  </a:t>
            </a:r>
            <a:r>
              <a:rPr b="0" i="0" lang="en-US" sz="2000" u="none">
                <a:solidFill>
                  <a:srgbClr val="FF0000"/>
                </a:solidFill>
                <a:latin typeface="Arial"/>
                <a:ea typeface="Arial"/>
                <a:cs typeface="Arial"/>
                <a:sym typeface="Arial"/>
              </a:rPr>
              <a:t>Với sự phát triển nhanh chóng của công nghệ là sự ra đời của liên mạng INTERNET. Mạng Internet là sở hữu của nhân loại, là sự kết hợp của rất nhiều mạng dữ liệu khác chạy trên nền tảng giao thức TCP/IP</a:t>
            </a:r>
            <a:endParaRPr/>
          </a:p>
          <a:p>
            <a:pPr indent="-342900" lvl="0" marL="342900" marR="0" rtl="0" algn="just">
              <a:lnSpc>
                <a:spcPct val="100000"/>
              </a:lnSpc>
              <a:spcBef>
                <a:spcPts val="0"/>
              </a:spcBef>
              <a:spcAft>
                <a:spcPts val="0"/>
              </a:spcAft>
              <a:buClr>
                <a:srgbClr val="0070C0"/>
              </a:buClr>
              <a:buSzPts val="2000"/>
              <a:buFont typeface="Noto Sans Symbols"/>
              <a:buChar char="⮚"/>
            </a:pPr>
            <a:r>
              <a:rPr b="1" i="0" lang="en-US" sz="2000" u="none">
                <a:solidFill>
                  <a:srgbClr val="0070C0"/>
                </a:solidFill>
                <a:latin typeface="Arial"/>
                <a:ea typeface="Arial"/>
                <a:cs typeface="Arial"/>
                <a:sym typeface="Arial"/>
              </a:rPr>
              <a:t>Mạng INTRANET</a:t>
            </a:r>
            <a:r>
              <a:rPr b="1" i="0" lang="en-US" sz="2000" u="none">
                <a:solidFill>
                  <a:schemeClr val="dk1"/>
                </a:solidFill>
                <a:latin typeface="Arial"/>
                <a:ea typeface="Arial"/>
                <a:cs typeface="Arial"/>
                <a:sym typeface="Arial"/>
              </a:rPr>
              <a:t>:  </a:t>
            </a:r>
            <a:r>
              <a:rPr b="0" i="0" lang="en-US" sz="2000" u="none">
                <a:solidFill>
                  <a:schemeClr val="dk1"/>
                </a:solidFill>
                <a:latin typeface="Arial"/>
                <a:ea typeface="Arial"/>
                <a:cs typeface="Arial"/>
                <a:sym typeface="Arial"/>
              </a:rPr>
              <a:t>Thực sự là một mạng INTERNET thu nhỏ vào trong một cơ quan/công ty/tổ chức hay một bộ/nghành . . ., giới hạn phạm vi người sử dụng, có sử dụng các công nghệ kiểm soát truy cập và bảo mật thông tin . Được phát triển từ các mạng LAN, WAN dùng công nghệ INTERNET</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36"/>
          <p:cNvSpPr txBox="1"/>
          <p:nvPr/>
        </p:nvSpPr>
        <p:spPr>
          <a:xfrm>
            <a:off x="3390900" y="6356350"/>
            <a:ext cx="3352800" cy="365125"/>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Chương I - Tổng quan về mạng máy tính</a:t>
            </a:r>
            <a:endParaRPr/>
          </a:p>
        </p:txBody>
      </p:sp>
      <p:sp>
        <p:nvSpPr>
          <p:cNvPr id="679" name="Google Shape;679;p36"/>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
        <p:nvSpPr>
          <p:cNvPr id="680" name="Google Shape;680;p36"/>
          <p:cNvSpPr txBox="1"/>
          <p:nvPr>
            <p:ph type="title"/>
          </p:nvPr>
        </p:nvSpPr>
        <p:spPr>
          <a:xfrm>
            <a:off x="431800" y="0"/>
            <a:ext cx="8229600" cy="8636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rgbClr val="FF0000"/>
              </a:buClr>
              <a:buSzPts val="4200"/>
              <a:buFont typeface="Calibri"/>
              <a:buNone/>
            </a:pPr>
            <a:r>
              <a:rPr b="1" i="0" lang="en-US" sz="4200" u="none">
                <a:solidFill>
                  <a:srgbClr val="FF0000"/>
                </a:solidFill>
                <a:latin typeface="Calibri"/>
                <a:ea typeface="Calibri"/>
                <a:cs typeface="Calibri"/>
                <a:sym typeface="Calibri"/>
              </a:rPr>
              <a:t>Các dịch vụ mạng máy tính</a:t>
            </a:r>
            <a:endParaRPr/>
          </a:p>
        </p:txBody>
      </p:sp>
      <p:sp>
        <p:nvSpPr>
          <p:cNvPr id="681" name="Google Shape;681;p36"/>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
        <p:nvSpPr>
          <p:cNvPr id="682" name="Google Shape;682;p36"/>
          <p:cNvSpPr txBox="1"/>
          <p:nvPr/>
        </p:nvSpPr>
        <p:spPr>
          <a:xfrm>
            <a:off x="482600" y="4775200"/>
            <a:ext cx="7886700" cy="4619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683" name="Google Shape;683;p36"/>
          <p:cNvSpPr txBox="1"/>
          <p:nvPr/>
        </p:nvSpPr>
        <p:spPr>
          <a:xfrm>
            <a:off x="190500" y="1016000"/>
            <a:ext cx="8661400" cy="55403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1. File và Print</a:t>
            </a:r>
            <a:endParaRPr/>
          </a:p>
          <a:p>
            <a:pPr indent="-139700" lvl="0" marL="0" marR="0" rtl="0" algn="just">
              <a:lnSpc>
                <a:spcPct val="150000"/>
              </a:lnSpc>
              <a:spcBef>
                <a:spcPts val="0"/>
              </a:spcBef>
              <a:spcAft>
                <a:spcPts val="0"/>
              </a:spcAft>
              <a:buClr>
                <a:schemeClr val="dk1"/>
              </a:buClr>
              <a:buSzPts val="2200"/>
              <a:buFont typeface="Noto Sans Symbols"/>
              <a:buChar char="⮚"/>
            </a:pPr>
            <a:r>
              <a:rPr b="0" i="1" lang="en-US" sz="2200" u="none">
                <a:solidFill>
                  <a:schemeClr val="dk1"/>
                </a:solidFill>
                <a:latin typeface="Arial"/>
                <a:ea typeface="Arial"/>
                <a:cs typeface="Arial"/>
                <a:sym typeface="Arial"/>
              </a:rPr>
              <a:t>Print Server</a:t>
            </a:r>
            <a:r>
              <a:rPr b="0" i="0" lang="en-US" sz="2200" u="none">
                <a:solidFill>
                  <a:schemeClr val="dk1"/>
                </a:solidFill>
                <a:latin typeface="Arial"/>
                <a:ea typeface="Arial"/>
                <a:cs typeface="Arial"/>
                <a:sym typeface="Arial"/>
              </a:rPr>
              <a:t> một máy phục vụ in ấn cho phép nhiều người sử dụng mạng chia sẻ dùng chung các máy in và máy vẽ ở rải rác khắp nơi trên mạng như thể người dùng này được nối kết trực tiếp với các thiết bị in ấn đó vậy</a:t>
            </a:r>
            <a:endParaRPr/>
          </a:p>
          <a:p>
            <a:pPr indent="-139700" lvl="0" marL="0" marR="0" rtl="0" algn="just">
              <a:lnSpc>
                <a:spcPct val="150000"/>
              </a:lnSpc>
              <a:spcBef>
                <a:spcPts val="0"/>
              </a:spcBef>
              <a:spcAft>
                <a:spcPts val="0"/>
              </a:spcAft>
              <a:buClr>
                <a:srgbClr val="0070C0"/>
              </a:buClr>
              <a:buSzPts val="2200"/>
              <a:buFont typeface="Noto Sans Symbols"/>
              <a:buChar char="⮚"/>
            </a:pPr>
            <a:r>
              <a:rPr b="0" i="1" lang="en-US" sz="2200" u="none">
                <a:solidFill>
                  <a:srgbClr val="0070C0"/>
                </a:solidFill>
                <a:latin typeface="Arial"/>
                <a:ea typeface="Arial"/>
                <a:cs typeface="Arial"/>
                <a:sym typeface="Arial"/>
              </a:rPr>
              <a:t>File server</a:t>
            </a:r>
            <a:r>
              <a:rPr b="0" i="0" lang="en-US" sz="2200" u="none">
                <a:solidFill>
                  <a:srgbClr val="0070C0"/>
                </a:solidFill>
                <a:latin typeface="Arial"/>
                <a:ea typeface="Arial"/>
                <a:cs typeface="Arial"/>
                <a:sym typeface="Arial"/>
              </a:rPr>
              <a:t> hay là máy phục vụ tập tin. Nó cung cấp khả năng truy nhập đến các tài nguyên mạng nhưng đảm bảo chỉ những người sử dụng đã được kiểm soát mới được truy cập vào những tài nguyên này</a:t>
            </a:r>
            <a:r>
              <a:rPr b="0" i="0" lang="en-US" sz="2200" u="none">
                <a:solidFill>
                  <a:schemeClr val="dk1"/>
                </a:solidFill>
                <a:latin typeface="Arial"/>
                <a:ea typeface="Arial"/>
                <a:cs typeface="Arial"/>
                <a:sym typeface="Arial"/>
              </a:rPr>
              <a:t>.</a:t>
            </a:r>
            <a:endParaRPr/>
          </a:p>
          <a:p>
            <a:pPr indent="-139700" lvl="0" marL="0" marR="0" rtl="0" algn="just">
              <a:lnSpc>
                <a:spcPct val="150000"/>
              </a:lnSpc>
              <a:spcBef>
                <a:spcPts val="0"/>
              </a:spcBef>
              <a:spcAft>
                <a:spcPts val="0"/>
              </a:spcAft>
              <a:buClr>
                <a:srgbClr val="FF3300"/>
              </a:buClr>
              <a:buSzPts val="2200"/>
              <a:buFont typeface="Noto Sans Symbols"/>
              <a:buChar char="⮚"/>
            </a:pPr>
            <a:r>
              <a:rPr b="0" i="0" lang="en-US" sz="2200" u="none">
                <a:solidFill>
                  <a:srgbClr val="FF3300"/>
                </a:solidFill>
                <a:latin typeface="Arial"/>
                <a:ea typeface="Arial"/>
                <a:cs typeface="Arial"/>
                <a:sym typeface="Arial"/>
              </a:rPr>
              <a:t>Các File server làm giảm đi những chỗ thắt cổ chai trong lưu thông dữ liệu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37"/>
          <p:cNvSpPr txBox="1"/>
          <p:nvPr/>
        </p:nvSpPr>
        <p:spPr>
          <a:xfrm>
            <a:off x="3390900" y="6356350"/>
            <a:ext cx="3352800" cy="365125"/>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Chương I - Tổng quan về mạng máy tính</a:t>
            </a:r>
            <a:endParaRPr/>
          </a:p>
        </p:txBody>
      </p:sp>
      <p:sp>
        <p:nvSpPr>
          <p:cNvPr id="690" name="Google Shape;690;p37"/>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
        <p:nvSpPr>
          <p:cNvPr id="691" name="Google Shape;691;p37"/>
          <p:cNvSpPr txBox="1"/>
          <p:nvPr>
            <p:ph type="title"/>
          </p:nvPr>
        </p:nvSpPr>
        <p:spPr>
          <a:xfrm>
            <a:off x="431800" y="0"/>
            <a:ext cx="8229600" cy="8636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rgbClr val="FF0000"/>
              </a:buClr>
              <a:buSzPts val="4200"/>
              <a:buFont typeface="Calibri"/>
              <a:buNone/>
            </a:pPr>
            <a:r>
              <a:rPr b="1" i="0" lang="en-US" sz="4200" u="none">
                <a:solidFill>
                  <a:srgbClr val="FF0000"/>
                </a:solidFill>
                <a:latin typeface="Calibri"/>
                <a:ea typeface="Calibri"/>
                <a:cs typeface="Calibri"/>
                <a:sym typeface="Calibri"/>
              </a:rPr>
              <a:t>Các dịch vụ mạng máy tính</a:t>
            </a:r>
            <a:endParaRPr/>
          </a:p>
        </p:txBody>
      </p:sp>
      <p:sp>
        <p:nvSpPr>
          <p:cNvPr id="692" name="Google Shape;692;p37"/>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
        <p:nvSpPr>
          <p:cNvPr id="693" name="Google Shape;693;p37"/>
          <p:cNvSpPr txBox="1"/>
          <p:nvPr/>
        </p:nvSpPr>
        <p:spPr>
          <a:xfrm>
            <a:off x="482600" y="4775200"/>
            <a:ext cx="7886700" cy="4619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694" name="Google Shape;694;p37"/>
          <p:cNvSpPr txBox="1"/>
          <p:nvPr/>
        </p:nvSpPr>
        <p:spPr>
          <a:xfrm>
            <a:off x="190500" y="1016000"/>
            <a:ext cx="8661400" cy="4832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2. Các dịch vụ truyền thông</a:t>
            </a:r>
            <a:endParaRPr/>
          </a:p>
          <a:p>
            <a:pPr indent="-127000" lvl="0" marL="0" marR="0" rtl="0" algn="just">
              <a:lnSpc>
                <a:spcPct val="120000"/>
              </a:lnSpc>
              <a:spcBef>
                <a:spcPts val="0"/>
              </a:spcBef>
              <a:spcAft>
                <a:spcPts val="0"/>
              </a:spcAft>
              <a:buClr>
                <a:srgbClr val="C00000"/>
              </a:buClr>
              <a:buSzPts val="2000"/>
              <a:buFont typeface="Noto Sans Symbols"/>
              <a:buChar char="✔"/>
            </a:pPr>
            <a:r>
              <a:rPr b="0" i="0" lang="en-US" sz="2000" u="none">
                <a:solidFill>
                  <a:srgbClr val="C00000"/>
                </a:solidFill>
                <a:latin typeface="Arial"/>
                <a:ea typeface="Arial"/>
                <a:cs typeface="Arial"/>
                <a:sym typeface="Arial"/>
              </a:rPr>
              <a:t>Communication Server </a:t>
            </a:r>
            <a:r>
              <a:rPr b="0" i="0" lang="en-US" sz="2000" u="none">
                <a:solidFill>
                  <a:schemeClr val="dk1"/>
                </a:solidFill>
                <a:latin typeface="Arial"/>
                <a:ea typeface="Arial"/>
                <a:cs typeface="Arial"/>
                <a:sym typeface="Arial"/>
              </a:rPr>
              <a:t>và </a:t>
            </a:r>
            <a:r>
              <a:rPr b="0" i="0" lang="en-US" sz="2000" u="none">
                <a:solidFill>
                  <a:srgbClr val="C00000"/>
                </a:solidFill>
                <a:latin typeface="Arial"/>
                <a:ea typeface="Arial"/>
                <a:cs typeface="Arial"/>
                <a:sym typeface="Arial"/>
              </a:rPr>
              <a:t>Fax Server</a:t>
            </a:r>
            <a:r>
              <a:rPr b="0" i="0" lang="en-US" sz="2000" u="none">
                <a:solidFill>
                  <a:schemeClr val="dk1"/>
                </a:solidFill>
                <a:latin typeface="Arial"/>
                <a:ea typeface="Arial"/>
                <a:cs typeface="Arial"/>
                <a:sym typeface="Arial"/>
              </a:rPr>
              <a:t> là được sử dụng phổ biến nhất</a:t>
            </a:r>
            <a:endParaRPr/>
          </a:p>
          <a:p>
            <a:pPr indent="-127000" lvl="0" marL="0" marR="0" rtl="0" algn="just">
              <a:lnSpc>
                <a:spcPct val="120000"/>
              </a:lnSpc>
              <a:spcBef>
                <a:spcPts val="0"/>
              </a:spcBef>
              <a:spcAft>
                <a:spcPts val="0"/>
              </a:spcAft>
              <a:buClr>
                <a:schemeClr val="dk1"/>
              </a:buClr>
              <a:buSzPts val="2000"/>
              <a:buFont typeface="Noto Sans Symbols"/>
              <a:buChar char="✔"/>
            </a:pPr>
            <a:r>
              <a:rPr b="0" i="0" lang="en-US" sz="2000" u="none">
                <a:solidFill>
                  <a:schemeClr val="dk1"/>
                </a:solidFill>
                <a:latin typeface="Arial"/>
                <a:ea typeface="Arial"/>
                <a:cs typeface="Arial"/>
                <a:sym typeface="Arial"/>
              </a:rPr>
              <a:t>Thực chất là các kiểu Server khác nhau có thể xử lý các hoạt động truyền thông đồng bộ và không đồng bộ bao gồm các </a:t>
            </a:r>
            <a:r>
              <a:rPr b="0" i="0" lang="en-US" sz="2000" u="none">
                <a:solidFill>
                  <a:srgbClr val="00B050"/>
                </a:solidFill>
                <a:latin typeface="Arial"/>
                <a:ea typeface="Arial"/>
                <a:cs typeface="Arial"/>
                <a:sym typeface="Arial"/>
              </a:rPr>
              <a:t>Access Server </a:t>
            </a:r>
            <a:r>
              <a:rPr b="0" i="0" lang="en-US" sz="2000" u="none">
                <a:solidFill>
                  <a:schemeClr val="dk1"/>
                </a:solidFill>
                <a:latin typeface="Arial"/>
                <a:ea typeface="Arial"/>
                <a:cs typeface="Arial"/>
                <a:sym typeface="Arial"/>
              </a:rPr>
              <a:t>(máy phục vụ truy cập gồm dial-in và dial-out server), các </a:t>
            </a:r>
            <a:r>
              <a:rPr b="0" i="0" lang="en-US" sz="2000" u="none">
                <a:solidFill>
                  <a:srgbClr val="00B050"/>
                </a:solidFill>
                <a:latin typeface="Arial"/>
                <a:ea typeface="Arial"/>
                <a:cs typeface="Arial"/>
                <a:sym typeface="Arial"/>
              </a:rPr>
              <a:t>Bulletin Board Server</a:t>
            </a:r>
            <a:r>
              <a:rPr b="0" i="0" lang="en-US" sz="2000" u="none">
                <a:solidFill>
                  <a:schemeClr val="dk1"/>
                </a:solidFill>
                <a:latin typeface="Arial"/>
                <a:ea typeface="Arial"/>
                <a:cs typeface="Arial"/>
                <a:sym typeface="Arial"/>
              </a:rPr>
              <a:t> (máy phục vụ bảng tin điện tử) và các </a:t>
            </a:r>
            <a:r>
              <a:rPr b="0" i="0" lang="en-US" sz="2000" u="none">
                <a:solidFill>
                  <a:srgbClr val="00B050"/>
                </a:solidFill>
                <a:latin typeface="Arial"/>
                <a:ea typeface="Arial"/>
                <a:cs typeface="Arial"/>
                <a:sym typeface="Arial"/>
              </a:rPr>
              <a:t>Electronic Mail Server </a:t>
            </a:r>
            <a:r>
              <a:rPr b="0" i="0" lang="en-US" sz="2000" u="none">
                <a:solidFill>
                  <a:schemeClr val="dk1"/>
                </a:solidFill>
                <a:latin typeface="Arial"/>
                <a:ea typeface="Arial"/>
                <a:cs typeface="Arial"/>
                <a:sym typeface="Arial"/>
              </a:rPr>
              <a:t>(máy phục vụ thư điện tử). </a:t>
            </a:r>
            <a:endParaRPr/>
          </a:p>
          <a:p>
            <a:pPr indent="-127000" lvl="0" marL="0" marR="0" rtl="0" algn="just">
              <a:lnSpc>
                <a:spcPct val="120000"/>
              </a:lnSpc>
              <a:spcBef>
                <a:spcPts val="0"/>
              </a:spcBef>
              <a:spcAft>
                <a:spcPts val="0"/>
              </a:spcAft>
              <a:buClr>
                <a:schemeClr val="dk1"/>
              </a:buClr>
              <a:buSzPts val="2000"/>
              <a:buFont typeface="Noto Sans Symbols"/>
              <a:buChar char="✔"/>
            </a:pPr>
            <a:r>
              <a:rPr b="0" i="0" lang="en-US" sz="2000" u="none">
                <a:solidFill>
                  <a:schemeClr val="dk1"/>
                </a:solidFill>
                <a:latin typeface="Arial"/>
                <a:ea typeface="Arial"/>
                <a:cs typeface="Arial"/>
                <a:sym typeface="Arial"/>
              </a:rPr>
              <a:t>Communication server cung cấp một điểm truy cập ở trung ương cho mối nối kết từ xa với mạng, quản lý các mối nối kết giữa các nút mạng và các địa điểm ở xa muốn truy cập vào mạng.</a:t>
            </a:r>
            <a:endParaRPr/>
          </a:p>
          <a:p>
            <a:pPr indent="-127000" lvl="0" marL="0" marR="0" rtl="0" algn="just">
              <a:lnSpc>
                <a:spcPct val="120000"/>
              </a:lnSpc>
              <a:spcBef>
                <a:spcPts val="0"/>
              </a:spcBef>
              <a:spcAft>
                <a:spcPts val="0"/>
              </a:spcAft>
              <a:buClr>
                <a:srgbClr val="C00000"/>
              </a:buClr>
              <a:buSzPts val="2000"/>
              <a:buFont typeface="Noto Sans Symbols"/>
              <a:buChar char="⮚"/>
            </a:pPr>
            <a:r>
              <a:rPr b="0" i="1" lang="en-US" sz="2000" u="none">
                <a:solidFill>
                  <a:srgbClr val="C00000"/>
                </a:solidFill>
                <a:latin typeface="Arial"/>
                <a:ea typeface="Arial"/>
                <a:cs typeface="Arial"/>
                <a:sym typeface="Arial"/>
              </a:rPr>
              <a:t>Các Fax Server hay máy phục vụ Fax quản lý các bức fax đi xa và đến những người dùng mạng bằng cách lưu trữ và gửi chuyển tiếp các bức fax thông qua hệ thống điện thoại hoặc thông qua bản thân mạng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38"/>
          <p:cNvSpPr txBox="1"/>
          <p:nvPr/>
        </p:nvSpPr>
        <p:spPr>
          <a:xfrm>
            <a:off x="3390900" y="6356350"/>
            <a:ext cx="3352800" cy="365125"/>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Chương I - Tổng quan về mạng máy tính</a:t>
            </a:r>
            <a:endParaRPr/>
          </a:p>
        </p:txBody>
      </p:sp>
      <p:sp>
        <p:nvSpPr>
          <p:cNvPr id="701" name="Google Shape;701;p38"/>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
        <p:nvSpPr>
          <p:cNvPr id="702" name="Google Shape;702;p38"/>
          <p:cNvSpPr txBox="1"/>
          <p:nvPr>
            <p:ph type="title"/>
          </p:nvPr>
        </p:nvSpPr>
        <p:spPr>
          <a:xfrm>
            <a:off x="431800" y="0"/>
            <a:ext cx="8229600" cy="8636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rgbClr val="FF0000"/>
              </a:buClr>
              <a:buSzPts val="4200"/>
              <a:buFont typeface="Calibri"/>
              <a:buNone/>
            </a:pPr>
            <a:r>
              <a:rPr b="1" i="0" lang="en-US" sz="4200" u="none">
                <a:solidFill>
                  <a:srgbClr val="FF0000"/>
                </a:solidFill>
                <a:latin typeface="Calibri"/>
                <a:ea typeface="Calibri"/>
                <a:cs typeface="Calibri"/>
                <a:sym typeface="Calibri"/>
              </a:rPr>
              <a:t>Các dịch vụ mạng máy tính</a:t>
            </a:r>
            <a:endParaRPr/>
          </a:p>
        </p:txBody>
      </p:sp>
      <p:sp>
        <p:nvSpPr>
          <p:cNvPr id="703" name="Google Shape;703;p38"/>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
        <p:nvSpPr>
          <p:cNvPr id="704" name="Google Shape;704;p38"/>
          <p:cNvSpPr txBox="1"/>
          <p:nvPr/>
        </p:nvSpPr>
        <p:spPr>
          <a:xfrm>
            <a:off x="482600" y="4775200"/>
            <a:ext cx="7886700" cy="4619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705" name="Google Shape;705;p38"/>
          <p:cNvSpPr txBox="1"/>
          <p:nvPr/>
        </p:nvSpPr>
        <p:spPr>
          <a:xfrm>
            <a:off x="190500" y="1016000"/>
            <a:ext cx="8661400" cy="48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2400"/>
              <a:buFont typeface="Arial"/>
              <a:buNone/>
            </a:pPr>
            <a:r>
              <a:rPr b="1" i="1" lang="en-US" sz="2400" u="none">
                <a:solidFill>
                  <a:srgbClr val="0070C0"/>
                </a:solidFill>
                <a:latin typeface="Arial"/>
                <a:ea typeface="Arial"/>
                <a:cs typeface="Arial"/>
                <a:sym typeface="Arial"/>
              </a:rPr>
              <a:t>3. Các dịch vụ Internet</a:t>
            </a:r>
            <a:endParaRPr/>
          </a:p>
          <a:p>
            <a:pPr indent="0" lvl="0" marL="0" marR="0" rtl="0" algn="l">
              <a:lnSpc>
                <a:spcPct val="100000"/>
              </a:lnSpc>
              <a:spcBef>
                <a:spcPts val="0"/>
              </a:spcBef>
              <a:spcAft>
                <a:spcPts val="0"/>
              </a:spcAft>
              <a:buClr>
                <a:srgbClr val="C00000"/>
              </a:buClr>
              <a:buSzPts val="2000"/>
              <a:buFont typeface="Arial"/>
              <a:buNone/>
            </a:pPr>
            <a:r>
              <a:rPr b="0" i="1" lang="en-US" sz="2000" u="none">
                <a:solidFill>
                  <a:srgbClr val="C00000"/>
                </a:solidFill>
                <a:latin typeface="Arial"/>
                <a:ea typeface="Arial"/>
                <a:cs typeface="Arial"/>
                <a:sym typeface="Arial"/>
              </a:rPr>
              <a:t>3.1. WWW</a:t>
            </a:r>
            <a:endParaRPr b="0" i="0" sz="2000" u="none">
              <a:solidFill>
                <a:srgbClr val="C00000"/>
              </a:solidFill>
              <a:latin typeface="Arial"/>
              <a:ea typeface="Arial"/>
              <a:cs typeface="Arial"/>
              <a:sym typeface="Arial"/>
            </a:endParaRPr>
          </a:p>
          <a:p>
            <a:pPr indent="-127000" lvl="0" marL="0" marR="0" rtl="0" algn="just">
              <a:lnSpc>
                <a:spcPct val="150000"/>
              </a:lnSpc>
              <a:spcBef>
                <a:spcPts val="0"/>
              </a:spcBef>
              <a:spcAft>
                <a:spcPts val="0"/>
              </a:spcAft>
              <a:buClr>
                <a:srgbClr val="02303E"/>
              </a:buClr>
              <a:buSzPts val="2000"/>
              <a:buFont typeface="Noto Sans Symbols"/>
              <a:buChar char="⮚"/>
            </a:pPr>
            <a:r>
              <a:rPr b="0" i="0" lang="en-US" sz="2000" u="none">
                <a:solidFill>
                  <a:srgbClr val="02303E"/>
                </a:solidFill>
                <a:latin typeface="Arial"/>
                <a:ea typeface="Arial"/>
                <a:cs typeface="Arial"/>
                <a:sym typeface="Arial"/>
              </a:rPr>
              <a:t>Đây là dịch vụ phổ biến nhất hiện nay trên Internet</a:t>
            </a:r>
            <a:endParaRPr/>
          </a:p>
          <a:p>
            <a:pPr indent="-127000" lvl="0" marL="0" marR="0" rtl="0" algn="just">
              <a:lnSpc>
                <a:spcPct val="150000"/>
              </a:lnSpc>
              <a:spcBef>
                <a:spcPts val="0"/>
              </a:spcBef>
              <a:spcAft>
                <a:spcPts val="0"/>
              </a:spcAft>
              <a:buClr>
                <a:srgbClr val="02303E"/>
              </a:buClr>
              <a:buSzPts val="2000"/>
              <a:buFont typeface="Noto Sans Symbols"/>
              <a:buChar char="⮚"/>
            </a:pPr>
            <a:r>
              <a:rPr b="0" i="0" lang="en-US" sz="2000" u="none">
                <a:solidFill>
                  <a:srgbClr val="02303E"/>
                </a:solidFill>
                <a:latin typeface="Arial"/>
                <a:ea typeface="Arial"/>
                <a:cs typeface="Arial"/>
                <a:sym typeface="Arial"/>
              </a:rPr>
              <a:t>Dịch vụ này đưa ra cách truy xuất các tài liệu của các máy phục vụ dễ dàng qua các giao tiếp đồ hoạ. </a:t>
            </a:r>
            <a:endParaRPr/>
          </a:p>
          <a:p>
            <a:pPr indent="-127000" lvl="0" marL="0" marR="0" rtl="0" algn="just">
              <a:lnSpc>
                <a:spcPct val="150000"/>
              </a:lnSpc>
              <a:spcBef>
                <a:spcPts val="0"/>
              </a:spcBef>
              <a:spcAft>
                <a:spcPts val="0"/>
              </a:spcAft>
              <a:buClr>
                <a:srgbClr val="02303E"/>
              </a:buClr>
              <a:buSzPts val="2000"/>
              <a:buFont typeface="Noto Sans Symbols"/>
              <a:buChar char="⮚"/>
            </a:pPr>
            <a:r>
              <a:rPr b="0" i="0" lang="en-US" sz="2000" u="none">
                <a:solidFill>
                  <a:srgbClr val="02303E"/>
                </a:solidFill>
                <a:latin typeface="Arial"/>
                <a:ea typeface="Arial"/>
                <a:cs typeface="Arial"/>
                <a:sym typeface="Arial"/>
              </a:rPr>
              <a:t>Các tài liệu này liên kết với nhau tạo nên kho tài liệu khổng lồ. </a:t>
            </a:r>
            <a:endParaRPr/>
          </a:p>
          <a:p>
            <a:pPr indent="-127000" lvl="0" marL="0" marR="0" rtl="0" algn="just">
              <a:lnSpc>
                <a:spcPct val="150000"/>
              </a:lnSpc>
              <a:spcBef>
                <a:spcPts val="0"/>
              </a:spcBef>
              <a:spcAft>
                <a:spcPts val="0"/>
              </a:spcAft>
              <a:buClr>
                <a:srgbClr val="02303E"/>
              </a:buClr>
              <a:buSzPts val="2000"/>
              <a:buFont typeface="Noto Sans Symbols"/>
              <a:buChar char="⮚"/>
            </a:pPr>
            <a:r>
              <a:rPr b="0" i="0" lang="en-US" sz="2000" u="none">
                <a:solidFill>
                  <a:srgbClr val="02303E"/>
                </a:solidFill>
                <a:latin typeface="Arial"/>
                <a:ea typeface="Arial"/>
                <a:cs typeface="Arial"/>
                <a:sym typeface="Arial"/>
              </a:rPr>
              <a:t>Để sử dụng dịch vụ này cần có một chương trình hỗ trợ gọi là WEB Browser. </a:t>
            </a:r>
            <a:endParaRPr/>
          </a:p>
          <a:p>
            <a:pPr indent="-127000" lvl="0" marL="0" marR="0" rtl="0" algn="just">
              <a:lnSpc>
                <a:spcPct val="150000"/>
              </a:lnSpc>
              <a:spcBef>
                <a:spcPts val="0"/>
              </a:spcBef>
              <a:spcAft>
                <a:spcPts val="0"/>
              </a:spcAft>
              <a:buClr>
                <a:srgbClr val="02303E"/>
              </a:buClr>
              <a:buSzPts val="2000"/>
              <a:buFont typeface="Noto Sans Symbols"/>
              <a:buChar char="⮚"/>
            </a:pPr>
            <a:r>
              <a:rPr b="0" i="0" lang="en-US" sz="2000" u="none">
                <a:solidFill>
                  <a:srgbClr val="02303E"/>
                </a:solidFill>
                <a:latin typeface="Arial"/>
                <a:ea typeface="Arial"/>
                <a:cs typeface="Arial"/>
                <a:sym typeface="Arial"/>
              </a:rPr>
              <a:t>Thông qua Internet các Browser truy nhập thông tin của các Web Server.</a:t>
            </a:r>
            <a:endParaRPr/>
          </a:p>
          <a:p>
            <a:pPr indent="0" lvl="0" marL="0" marR="0" rtl="0" algn="ctr">
              <a:lnSpc>
                <a:spcPct val="100000"/>
              </a:lnSpc>
              <a:spcBef>
                <a:spcPts val="0"/>
              </a:spcBef>
              <a:spcAft>
                <a:spcPts val="0"/>
              </a:spcAft>
              <a:buNone/>
            </a:pPr>
            <a:r>
              <a:t/>
            </a:r>
            <a:endParaRPr b="0" i="0" sz="2000" u="none">
              <a:solidFill>
                <a:srgbClr val="02303E"/>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39"/>
          <p:cNvSpPr txBox="1"/>
          <p:nvPr/>
        </p:nvSpPr>
        <p:spPr>
          <a:xfrm>
            <a:off x="3390900" y="6356350"/>
            <a:ext cx="3352800" cy="365125"/>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Chương I - Tổng quan về mạng máy tính</a:t>
            </a:r>
            <a:endParaRPr/>
          </a:p>
        </p:txBody>
      </p:sp>
      <p:sp>
        <p:nvSpPr>
          <p:cNvPr id="712" name="Google Shape;712;p39"/>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
        <p:nvSpPr>
          <p:cNvPr id="713" name="Google Shape;713;p39"/>
          <p:cNvSpPr txBox="1"/>
          <p:nvPr>
            <p:ph type="title"/>
          </p:nvPr>
        </p:nvSpPr>
        <p:spPr>
          <a:xfrm>
            <a:off x="431800" y="0"/>
            <a:ext cx="8229600" cy="8636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rgbClr val="FF0000"/>
              </a:buClr>
              <a:buSzPts val="4200"/>
              <a:buFont typeface="Calibri"/>
              <a:buNone/>
            </a:pPr>
            <a:r>
              <a:rPr b="1" i="0" lang="en-US" sz="4200" u="none">
                <a:solidFill>
                  <a:srgbClr val="FF0000"/>
                </a:solidFill>
                <a:latin typeface="Calibri"/>
                <a:ea typeface="Calibri"/>
                <a:cs typeface="Calibri"/>
                <a:sym typeface="Calibri"/>
              </a:rPr>
              <a:t>Các dịch vụ mạng máy tính</a:t>
            </a:r>
            <a:endParaRPr/>
          </a:p>
        </p:txBody>
      </p:sp>
      <p:sp>
        <p:nvSpPr>
          <p:cNvPr id="714" name="Google Shape;714;p39"/>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
        <p:nvSpPr>
          <p:cNvPr id="715" name="Google Shape;715;p39"/>
          <p:cNvSpPr txBox="1"/>
          <p:nvPr/>
        </p:nvSpPr>
        <p:spPr>
          <a:xfrm>
            <a:off x="482600" y="4775200"/>
            <a:ext cx="7886700" cy="4619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716" name="Google Shape;716;p39"/>
          <p:cNvSpPr txBox="1"/>
          <p:nvPr/>
        </p:nvSpPr>
        <p:spPr>
          <a:xfrm>
            <a:off x="190500" y="1016000"/>
            <a:ext cx="8661400" cy="541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2400"/>
              <a:buFont typeface="Arial"/>
              <a:buNone/>
            </a:pPr>
            <a:r>
              <a:rPr b="1" i="1" lang="en-US" sz="2400" u="none">
                <a:solidFill>
                  <a:srgbClr val="0070C0"/>
                </a:solidFill>
                <a:latin typeface="Arial"/>
                <a:ea typeface="Arial"/>
                <a:cs typeface="Arial"/>
                <a:sym typeface="Arial"/>
              </a:rPr>
              <a:t>3. Các dịch vụ Internet</a:t>
            </a:r>
            <a:endParaRPr/>
          </a:p>
          <a:p>
            <a:pPr indent="0" lvl="0" marL="0" marR="0" rtl="0" algn="just">
              <a:lnSpc>
                <a:spcPct val="150000"/>
              </a:lnSpc>
              <a:spcBef>
                <a:spcPts val="0"/>
              </a:spcBef>
              <a:spcAft>
                <a:spcPts val="0"/>
              </a:spcAft>
              <a:buClr>
                <a:srgbClr val="C00000"/>
              </a:buClr>
              <a:buSzPts val="2000"/>
              <a:buFont typeface="Arial"/>
              <a:buNone/>
            </a:pPr>
            <a:r>
              <a:rPr b="0" i="1" lang="en-US" sz="2000" u="none">
                <a:solidFill>
                  <a:srgbClr val="C00000"/>
                </a:solidFill>
                <a:latin typeface="Arial"/>
                <a:ea typeface="Arial"/>
                <a:cs typeface="Arial"/>
                <a:sym typeface="Arial"/>
              </a:rPr>
              <a:t>3.3. FTP</a:t>
            </a:r>
            <a:endParaRPr/>
          </a:p>
          <a:p>
            <a:pPr indent="-127000" lvl="0" marL="0" marR="0" rtl="0" algn="just">
              <a:lnSpc>
                <a:spcPct val="150000"/>
              </a:lnSpc>
              <a:spcBef>
                <a:spcPts val="0"/>
              </a:spcBef>
              <a:spcAft>
                <a:spcPts val="0"/>
              </a:spcAft>
              <a:buClr>
                <a:schemeClr val="dk1"/>
              </a:buClr>
              <a:buSzPts val="2000"/>
              <a:buFont typeface="Noto Sans Symbols"/>
              <a:buChar char="⮚"/>
            </a:pPr>
            <a:r>
              <a:rPr b="0" i="0" lang="en-US" sz="2000" u="none">
                <a:solidFill>
                  <a:schemeClr val="dk1"/>
                </a:solidFill>
                <a:latin typeface="Arial"/>
                <a:ea typeface="Arial"/>
                <a:cs typeface="Arial"/>
                <a:sym typeface="Arial"/>
              </a:rPr>
              <a:t>Đây là dịch vụ truyền nhận tập tin trên Internet, thông qua dịch vụ này Client có thể download các tập tin từ Server về máy cục bộ hay upload các tập tin vào Server</a:t>
            </a:r>
            <a:endParaRPr/>
          </a:p>
          <a:p>
            <a:pPr indent="0" lvl="0" marL="0" marR="0" rtl="0" algn="just">
              <a:lnSpc>
                <a:spcPct val="150000"/>
              </a:lnSpc>
              <a:spcBef>
                <a:spcPts val="0"/>
              </a:spcBef>
              <a:spcAft>
                <a:spcPts val="0"/>
              </a:spcAft>
              <a:buClr>
                <a:srgbClr val="C00000"/>
              </a:buClr>
              <a:buSzPts val="2000"/>
              <a:buFont typeface="Arial"/>
              <a:buNone/>
            </a:pPr>
            <a:r>
              <a:rPr b="0" i="1" lang="en-US" sz="2000" u="none">
                <a:solidFill>
                  <a:srgbClr val="C00000"/>
                </a:solidFill>
                <a:latin typeface="Arial"/>
                <a:ea typeface="Arial"/>
                <a:cs typeface="Arial"/>
                <a:sym typeface="Arial"/>
              </a:rPr>
              <a:t>3.4. Gopher</a:t>
            </a:r>
            <a:endParaRPr/>
          </a:p>
          <a:p>
            <a:pPr indent="-127000" lvl="0" marL="0" marR="0" rtl="0" algn="just">
              <a:lnSpc>
                <a:spcPct val="150000"/>
              </a:lnSpc>
              <a:spcBef>
                <a:spcPts val="0"/>
              </a:spcBef>
              <a:spcAft>
                <a:spcPts val="0"/>
              </a:spcAft>
              <a:buClr>
                <a:srgbClr val="0070C0"/>
              </a:buClr>
              <a:buSzPts val="2000"/>
              <a:buFont typeface="Noto Sans Symbols"/>
              <a:buChar char="⮚"/>
            </a:pPr>
            <a:r>
              <a:rPr b="0" i="0" lang="en-US" sz="2000" u="none">
                <a:solidFill>
                  <a:srgbClr val="0070C0"/>
                </a:solidFill>
                <a:latin typeface="Arial"/>
                <a:ea typeface="Arial"/>
                <a:cs typeface="Arial"/>
                <a:sym typeface="Arial"/>
              </a:rPr>
              <a:t>Gopher là chương trình dựa trên menu cho phép duyệt thông tin mà không cần biết tài liệu cụ thể được đặt ở đâu. Nó cho phép tìm kiếm danh sách các tài nguyên và gửi trở lại các tài liệu, nó là một trong những hệ thống duyệt toàn diện nhất và được tích hợp nhằm cho phép truy cập những dịch vụ khác như FTP và Telnet</a:t>
            </a:r>
            <a:endParaRPr/>
          </a:p>
          <a:p>
            <a:pPr indent="0" lvl="0" marL="0" marR="0" rtl="0" algn="ctr">
              <a:lnSpc>
                <a:spcPct val="100000"/>
              </a:lnSpc>
              <a:spcBef>
                <a:spcPts val="0"/>
              </a:spcBef>
              <a:spcAft>
                <a:spcPts val="0"/>
              </a:spcAft>
              <a:buNone/>
            </a:pPr>
            <a:r>
              <a:t/>
            </a:r>
            <a:endParaRPr b="0" i="0" sz="2000" u="none">
              <a:solidFill>
                <a:srgbClr val="0070C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40"/>
          <p:cNvSpPr txBox="1"/>
          <p:nvPr/>
        </p:nvSpPr>
        <p:spPr>
          <a:xfrm>
            <a:off x="3390900" y="6356350"/>
            <a:ext cx="3352800" cy="365125"/>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Chương I - Tổng quan về mạng máy tính</a:t>
            </a:r>
            <a:endParaRPr/>
          </a:p>
        </p:txBody>
      </p:sp>
      <p:sp>
        <p:nvSpPr>
          <p:cNvPr id="723" name="Google Shape;723;p40"/>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
        <p:nvSpPr>
          <p:cNvPr id="724" name="Google Shape;724;p40"/>
          <p:cNvSpPr txBox="1"/>
          <p:nvPr>
            <p:ph type="title"/>
          </p:nvPr>
        </p:nvSpPr>
        <p:spPr>
          <a:xfrm>
            <a:off x="431800" y="0"/>
            <a:ext cx="8229600" cy="8636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rgbClr val="FF0000"/>
              </a:buClr>
              <a:buSzPts val="4200"/>
              <a:buFont typeface="Calibri"/>
              <a:buNone/>
            </a:pPr>
            <a:r>
              <a:rPr b="1" i="0" lang="en-US" sz="4200" u="none">
                <a:solidFill>
                  <a:srgbClr val="FF0000"/>
                </a:solidFill>
                <a:latin typeface="Calibri"/>
                <a:ea typeface="Calibri"/>
                <a:cs typeface="Calibri"/>
                <a:sym typeface="Calibri"/>
              </a:rPr>
              <a:t>Các dịch vụ mạng máy tính</a:t>
            </a:r>
            <a:endParaRPr/>
          </a:p>
        </p:txBody>
      </p:sp>
      <p:sp>
        <p:nvSpPr>
          <p:cNvPr id="725" name="Google Shape;725;p40"/>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
        <p:nvSpPr>
          <p:cNvPr id="726" name="Google Shape;726;p40"/>
          <p:cNvSpPr txBox="1"/>
          <p:nvPr/>
        </p:nvSpPr>
        <p:spPr>
          <a:xfrm>
            <a:off x="482600" y="4775200"/>
            <a:ext cx="7886700" cy="4619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727" name="Google Shape;727;p40"/>
          <p:cNvSpPr txBox="1"/>
          <p:nvPr/>
        </p:nvSpPr>
        <p:spPr>
          <a:xfrm>
            <a:off x="190500" y="1016000"/>
            <a:ext cx="8661400" cy="52625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2400"/>
              <a:buFont typeface="Arial"/>
              <a:buNone/>
            </a:pPr>
            <a:r>
              <a:rPr b="1" i="1" lang="en-US" sz="2400" u="none">
                <a:solidFill>
                  <a:srgbClr val="0070C0"/>
                </a:solidFill>
                <a:latin typeface="Arial"/>
                <a:ea typeface="Arial"/>
                <a:cs typeface="Arial"/>
                <a:sym typeface="Arial"/>
              </a:rPr>
              <a:t>3. Các dịch vụ Internet</a:t>
            </a:r>
            <a:endParaRPr/>
          </a:p>
          <a:p>
            <a:pPr indent="0" lvl="0" marL="0" marR="0" rtl="0" algn="just">
              <a:lnSpc>
                <a:spcPct val="100000"/>
              </a:lnSpc>
              <a:spcBef>
                <a:spcPts val="0"/>
              </a:spcBef>
              <a:spcAft>
                <a:spcPts val="0"/>
              </a:spcAft>
              <a:buClr>
                <a:srgbClr val="C00000"/>
              </a:buClr>
              <a:buSzPts val="2000"/>
              <a:buFont typeface="Arial"/>
              <a:buNone/>
            </a:pPr>
            <a:r>
              <a:rPr b="0" i="1" lang="en-US" sz="2000" u="none">
                <a:solidFill>
                  <a:srgbClr val="C00000"/>
                </a:solidFill>
                <a:latin typeface="Arial"/>
                <a:ea typeface="Arial"/>
                <a:cs typeface="Arial"/>
                <a:sym typeface="Arial"/>
              </a:rPr>
              <a:t>3.2. Email</a:t>
            </a:r>
            <a:endParaRPr/>
          </a:p>
          <a:p>
            <a:pPr indent="-127000" lvl="0" marL="0" marR="0" rtl="0" algn="just">
              <a:lnSpc>
                <a:spcPct val="150000"/>
              </a:lnSpc>
              <a:spcBef>
                <a:spcPts val="0"/>
              </a:spcBef>
              <a:spcAft>
                <a:spcPts val="0"/>
              </a:spcAft>
              <a:buClr>
                <a:srgbClr val="0070C0"/>
              </a:buClr>
              <a:buSzPts val="2000"/>
              <a:buFont typeface="Noto Sans Symbols"/>
              <a:buChar char="❖"/>
            </a:pPr>
            <a:r>
              <a:rPr b="0" i="0" lang="en-US" sz="2000" u="none">
                <a:solidFill>
                  <a:srgbClr val="0070C0"/>
                </a:solidFill>
                <a:latin typeface="Arial"/>
                <a:ea typeface="Arial"/>
                <a:cs typeface="Arial"/>
                <a:sym typeface="Arial"/>
              </a:rPr>
              <a:t>Đây là dịch vụ được sử dụng nhiều nhất trên Internet</a:t>
            </a:r>
            <a:endParaRPr/>
          </a:p>
          <a:p>
            <a:pPr indent="-127000" lvl="0" marL="0" marR="0" rtl="0" algn="just">
              <a:lnSpc>
                <a:spcPct val="150000"/>
              </a:lnSpc>
              <a:spcBef>
                <a:spcPts val="0"/>
              </a:spcBef>
              <a:spcAft>
                <a:spcPts val="0"/>
              </a:spcAft>
              <a:buClr>
                <a:srgbClr val="0070C0"/>
              </a:buClr>
              <a:buSzPts val="2000"/>
              <a:buFont typeface="Noto Sans Symbols"/>
              <a:buChar char="❖"/>
            </a:pPr>
            <a:r>
              <a:rPr b="0" i="0" lang="en-US" sz="2000" u="none">
                <a:solidFill>
                  <a:srgbClr val="0070C0"/>
                </a:solidFill>
                <a:latin typeface="Arial"/>
                <a:ea typeface="Arial"/>
                <a:cs typeface="Arial"/>
                <a:sym typeface="Arial"/>
              </a:rPr>
              <a:t>Dịch vụ này cho phép các cá nhân trao đổi thư với nhau qua Internet. </a:t>
            </a:r>
            <a:endParaRPr/>
          </a:p>
          <a:p>
            <a:pPr indent="-127000" lvl="0" marL="0" marR="0" rtl="0" algn="just">
              <a:lnSpc>
                <a:spcPct val="150000"/>
              </a:lnSpc>
              <a:spcBef>
                <a:spcPts val="0"/>
              </a:spcBef>
              <a:spcAft>
                <a:spcPts val="0"/>
              </a:spcAft>
              <a:buClr>
                <a:srgbClr val="0070C0"/>
              </a:buClr>
              <a:buSzPts val="2000"/>
              <a:buFont typeface="Noto Sans Symbols"/>
              <a:buChar char="❖"/>
            </a:pPr>
            <a:r>
              <a:rPr b="0" i="0" lang="en-US" sz="2000" u="none">
                <a:solidFill>
                  <a:srgbClr val="0070C0"/>
                </a:solidFill>
                <a:latin typeface="Arial"/>
                <a:ea typeface="Arial"/>
                <a:cs typeface="Arial"/>
                <a:sym typeface="Arial"/>
              </a:rPr>
              <a:t>Để sử dụng dịch vụ này người sử dụng cần mở một hộp thư tại các máy Internet Service Provider (ISP-Cung cấp dịch vụ Internet).Sau khi mở hộp thư người sử dụng được cấp một địa chỉ E-mail và mật khẩu để truy xuất hộp thư của mình. Ngoài ra, máy Client cần có một chương trình Mail Client thích hợp để truyền nhận thư của mình từ hộp thư trên máy Server. Chương trình quản lý hộp thư gọi trên máy Server là Mail Server.</a:t>
            </a:r>
            <a:endParaRPr/>
          </a:p>
          <a:p>
            <a:pPr indent="0" lvl="0" marL="0" marR="0" rtl="0" algn="ctr">
              <a:lnSpc>
                <a:spcPct val="100000"/>
              </a:lnSpc>
              <a:spcBef>
                <a:spcPts val="0"/>
              </a:spcBef>
              <a:spcAft>
                <a:spcPts val="0"/>
              </a:spcAft>
              <a:buNone/>
            </a:pPr>
            <a:r>
              <a:t/>
            </a:r>
            <a:endParaRPr b="0" i="0" sz="2000" u="none">
              <a:solidFill>
                <a:srgbClr val="0070C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41"/>
          <p:cNvSpPr txBox="1"/>
          <p:nvPr/>
        </p:nvSpPr>
        <p:spPr>
          <a:xfrm>
            <a:off x="3390900" y="6356350"/>
            <a:ext cx="3352800" cy="365125"/>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Chương I - Tổng quan về mạng máy tính</a:t>
            </a:r>
            <a:endParaRPr/>
          </a:p>
        </p:txBody>
      </p:sp>
      <p:sp>
        <p:nvSpPr>
          <p:cNvPr id="734" name="Google Shape;734;p41"/>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
        <p:nvSpPr>
          <p:cNvPr id="735" name="Google Shape;735;p41"/>
          <p:cNvSpPr txBox="1"/>
          <p:nvPr>
            <p:ph type="title"/>
          </p:nvPr>
        </p:nvSpPr>
        <p:spPr>
          <a:xfrm>
            <a:off x="431800" y="0"/>
            <a:ext cx="8229600" cy="8636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rgbClr val="FF0000"/>
              </a:buClr>
              <a:buSzPts val="4200"/>
              <a:buFont typeface="Calibri"/>
              <a:buNone/>
            </a:pPr>
            <a:r>
              <a:rPr b="1" i="0" lang="en-US" sz="4200" u="none">
                <a:solidFill>
                  <a:srgbClr val="FF0000"/>
                </a:solidFill>
                <a:latin typeface="Calibri"/>
                <a:ea typeface="Calibri"/>
                <a:cs typeface="Calibri"/>
                <a:sym typeface="Calibri"/>
              </a:rPr>
              <a:t>Các dịch vụ mạng máy tính</a:t>
            </a:r>
            <a:endParaRPr/>
          </a:p>
        </p:txBody>
      </p:sp>
      <p:sp>
        <p:nvSpPr>
          <p:cNvPr id="736" name="Google Shape;736;p41"/>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
        <p:nvSpPr>
          <p:cNvPr id="737" name="Google Shape;737;p41"/>
          <p:cNvSpPr txBox="1"/>
          <p:nvPr/>
        </p:nvSpPr>
        <p:spPr>
          <a:xfrm>
            <a:off x="482600" y="4775200"/>
            <a:ext cx="7886700" cy="4619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738" name="Google Shape;738;p41"/>
          <p:cNvSpPr txBox="1"/>
          <p:nvPr/>
        </p:nvSpPr>
        <p:spPr>
          <a:xfrm>
            <a:off x="190500" y="1016000"/>
            <a:ext cx="8661400" cy="51704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2400"/>
              <a:buFont typeface="Arial"/>
              <a:buNone/>
            </a:pPr>
            <a:r>
              <a:rPr b="1" i="1" lang="en-US" sz="2400" u="none">
                <a:solidFill>
                  <a:srgbClr val="0070C0"/>
                </a:solidFill>
                <a:latin typeface="Arial"/>
                <a:ea typeface="Arial"/>
                <a:cs typeface="Arial"/>
                <a:sym typeface="Arial"/>
              </a:rPr>
              <a:t>3. Các dịch vụ Internet</a:t>
            </a:r>
            <a:endParaRPr/>
          </a:p>
          <a:p>
            <a:pPr indent="0" lvl="0" marL="0" marR="0" rtl="0" algn="just">
              <a:lnSpc>
                <a:spcPct val="150000"/>
              </a:lnSpc>
              <a:spcBef>
                <a:spcPts val="0"/>
              </a:spcBef>
              <a:spcAft>
                <a:spcPts val="0"/>
              </a:spcAft>
              <a:buClr>
                <a:srgbClr val="C00000"/>
              </a:buClr>
              <a:buSzPts val="2000"/>
              <a:buFont typeface="Arial"/>
              <a:buNone/>
            </a:pPr>
            <a:r>
              <a:rPr b="0" i="1" lang="en-US" sz="2000" u="none">
                <a:solidFill>
                  <a:srgbClr val="C00000"/>
                </a:solidFill>
                <a:latin typeface="Arial"/>
                <a:ea typeface="Arial"/>
                <a:cs typeface="Arial"/>
                <a:sym typeface="Arial"/>
              </a:rPr>
              <a:t>	3.5. Internet Telephone</a:t>
            </a:r>
            <a:endParaRPr/>
          </a:p>
          <a:p>
            <a:pPr indent="0" lvl="0" marL="0" marR="0" rtl="0" algn="just">
              <a:lnSpc>
                <a:spcPct val="100000"/>
              </a:lnSpc>
              <a:spcBef>
                <a:spcPts val="0"/>
              </a:spcBef>
              <a:spcAft>
                <a:spcPts val="0"/>
              </a:spcAft>
              <a:buClr>
                <a:srgbClr val="0070C0"/>
              </a:buClr>
              <a:buSzPts val="2400"/>
              <a:buFont typeface="Arial"/>
              <a:buNone/>
            </a:pPr>
            <a:r>
              <a:rPr b="1" i="1" lang="en-US" sz="2400" u="none">
                <a:solidFill>
                  <a:srgbClr val="0070C0"/>
                </a:solidFill>
                <a:latin typeface="Arial"/>
                <a:ea typeface="Arial"/>
                <a:cs typeface="Arial"/>
                <a:sym typeface="Arial"/>
              </a:rPr>
              <a:t>4. Các dịch vụ quản lý</a:t>
            </a:r>
            <a:endParaRPr/>
          </a:p>
          <a:p>
            <a:pPr indent="0" lvl="0" marL="0" marR="0" rtl="0" algn="just">
              <a:lnSpc>
                <a:spcPct val="100000"/>
              </a:lnSpc>
              <a:spcBef>
                <a:spcPts val="0"/>
              </a:spcBef>
              <a:spcAft>
                <a:spcPts val="0"/>
              </a:spcAft>
              <a:buClr>
                <a:schemeClr val="dk1"/>
              </a:buClr>
              <a:buSzPts val="2000"/>
              <a:buFont typeface="Arial"/>
              <a:buNone/>
            </a:pPr>
            <a:r>
              <a:rPr b="0" i="1" lang="en-US" sz="2000" u="none">
                <a:solidFill>
                  <a:schemeClr val="dk1"/>
                </a:solidFill>
                <a:latin typeface="Arial"/>
                <a:ea typeface="Arial"/>
                <a:cs typeface="Arial"/>
                <a:sym typeface="Arial"/>
              </a:rPr>
              <a:t>	</a:t>
            </a:r>
            <a:r>
              <a:rPr b="0" i="1" lang="en-US" sz="2000" u="none">
                <a:solidFill>
                  <a:srgbClr val="C00000"/>
                </a:solidFill>
                <a:latin typeface="Arial"/>
                <a:ea typeface="Arial"/>
                <a:cs typeface="Arial"/>
                <a:sym typeface="Arial"/>
              </a:rPr>
              <a:t>4.1. Dynamic Host Configuration Protocol (DHCP</a:t>
            </a:r>
            <a:r>
              <a:rPr b="0" i="1" lang="en-US" sz="2000" u="none">
                <a:solidFill>
                  <a:schemeClr val="dk1"/>
                </a:solidFill>
                <a:latin typeface="Arial"/>
                <a:ea typeface="Arial"/>
                <a:cs typeface="Arial"/>
                <a:sym typeface="Arial"/>
              </a:rPr>
              <a:t>)</a:t>
            </a:r>
            <a:endParaRPr/>
          </a:p>
          <a:p>
            <a:pPr indent="-127000" lvl="0" marL="0" marR="0" rtl="0" algn="just">
              <a:lnSpc>
                <a:spcPct val="150000"/>
              </a:lnSpc>
              <a:spcBef>
                <a:spcPts val="0"/>
              </a:spcBef>
              <a:spcAft>
                <a:spcPts val="0"/>
              </a:spcAft>
              <a:buClr>
                <a:schemeClr val="dk1"/>
              </a:buClr>
              <a:buSzPts val="2000"/>
              <a:buFont typeface="Noto Sans Symbols"/>
              <a:buChar char="⮚"/>
            </a:pPr>
            <a:r>
              <a:rPr b="0" i="0" lang="en-US" sz="2000" u="none">
                <a:solidFill>
                  <a:schemeClr val="dk1"/>
                </a:solidFill>
                <a:latin typeface="Arial"/>
                <a:ea typeface="Arial"/>
                <a:cs typeface="Arial"/>
                <a:sym typeface="Arial"/>
              </a:rPr>
              <a:t>Trong một mạng máy tính, việc cấp các địa chỉ IP tĩnh cố định cho các host sẽ dẫn đến tình trạng lãng phí địa chỉ IP</a:t>
            </a:r>
            <a:endParaRPr/>
          </a:p>
          <a:p>
            <a:pPr indent="-127000" lvl="0" marL="0" marR="0" rtl="0" algn="just">
              <a:lnSpc>
                <a:spcPct val="150000"/>
              </a:lnSpc>
              <a:spcBef>
                <a:spcPts val="0"/>
              </a:spcBef>
              <a:spcAft>
                <a:spcPts val="0"/>
              </a:spcAft>
              <a:buClr>
                <a:schemeClr val="dk1"/>
              </a:buClr>
              <a:buSzPts val="2000"/>
              <a:buFont typeface="Noto Sans Symbols"/>
              <a:buChar char="⮚"/>
            </a:pPr>
            <a:r>
              <a:rPr b="0" i="0" lang="en-US" sz="2000" u="none">
                <a:solidFill>
                  <a:schemeClr val="dk1"/>
                </a:solidFill>
                <a:latin typeface="Arial"/>
                <a:ea typeface="Arial"/>
                <a:cs typeface="Arial"/>
                <a:sym typeface="Arial"/>
              </a:rPr>
              <a:t>Để khắc phục tình trạng đó, dịch vụ DHCP đưa ra để cấp phát các địa chỉ IP động trong mạng. </a:t>
            </a:r>
            <a:endParaRPr/>
          </a:p>
          <a:p>
            <a:pPr indent="-127000" lvl="0" marL="0" marR="0" rtl="0" algn="just">
              <a:lnSpc>
                <a:spcPct val="150000"/>
              </a:lnSpc>
              <a:spcBef>
                <a:spcPts val="0"/>
              </a:spcBef>
              <a:spcAft>
                <a:spcPts val="0"/>
              </a:spcAft>
              <a:buClr>
                <a:srgbClr val="FF0000"/>
              </a:buClr>
              <a:buSzPts val="2000"/>
              <a:buFont typeface="Noto Sans Symbols"/>
              <a:buChar char="⮚"/>
            </a:pPr>
            <a:r>
              <a:rPr b="0" i="1" lang="en-US" sz="2000" u="none">
                <a:solidFill>
                  <a:srgbClr val="FF0000"/>
                </a:solidFill>
                <a:latin typeface="Arial"/>
                <a:ea typeface="Arial"/>
                <a:cs typeface="Arial"/>
                <a:sym typeface="Arial"/>
              </a:rPr>
              <a:t>Khi một máy phát ra yêu cầu về các thông tin của TCPIP thì gọi là DHCP client, còn các máy cung cấp thông tin của TCPIP gọi là DHCP server</a:t>
            </a:r>
            <a:endParaRPr/>
          </a:p>
          <a:p>
            <a:pPr indent="0" lvl="0" marL="0" marR="0" rtl="0" algn="ctr">
              <a:lnSpc>
                <a:spcPct val="100000"/>
              </a:lnSpc>
              <a:spcBef>
                <a:spcPts val="0"/>
              </a:spcBef>
              <a:spcAft>
                <a:spcPts val="0"/>
              </a:spcAft>
              <a:buNone/>
            </a:pPr>
            <a:r>
              <a:t/>
            </a:r>
            <a:endParaRPr b="0" i="1" sz="2000" u="none">
              <a:solidFill>
                <a:srgbClr val="FF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42"/>
          <p:cNvSpPr txBox="1"/>
          <p:nvPr/>
        </p:nvSpPr>
        <p:spPr>
          <a:xfrm>
            <a:off x="3390900" y="6356350"/>
            <a:ext cx="3352800" cy="365125"/>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Chương I - Tổng quan về mạng máy tính</a:t>
            </a:r>
            <a:endParaRPr/>
          </a:p>
        </p:txBody>
      </p:sp>
      <p:sp>
        <p:nvSpPr>
          <p:cNvPr id="745" name="Google Shape;745;p42"/>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
        <p:nvSpPr>
          <p:cNvPr id="746" name="Google Shape;746;p42"/>
          <p:cNvSpPr txBox="1"/>
          <p:nvPr>
            <p:ph type="title"/>
          </p:nvPr>
        </p:nvSpPr>
        <p:spPr>
          <a:xfrm>
            <a:off x="431800" y="0"/>
            <a:ext cx="8229600" cy="8636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rgbClr val="FF0000"/>
              </a:buClr>
              <a:buSzPts val="4200"/>
              <a:buFont typeface="Calibri"/>
              <a:buNone/>
            </a:pPr>
            <a:r>
              <a:rPr b="1" i="0" lang="en-US" sz="4200" u="none">
                <a:solidFill>
                  <a:srgbClr val="FF0000"/>
                </a:solidFill>
                <a:latin typeface="Calibri"/>
                <a:ea typeface="Calibri"/>
                <a:cs typeface="Calibri"/>
                <a:sym typeface="Calibri"/>
              </a:rPr>
              <a:t>Các dịch vụ mạng máy tính</a:t>
            </a:r>
            <a:endParaRPr/>
          </a:p>
        </p:txBody>
      </p:sp>
      <p:sp>
        <p:nvSpPr>
          <p:cNvPr id="747" name="Google Shape;747;p42"/>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
        <p:nvSpPr>
          <p:cNvPr id="748" name="Google Shape;748;p42"/>
          <p:cNvSpPr txBox="1"/>
          <p:nvPr/>
        </p:nvSpPr>
        <p:spPr>
          <a:xfrm>
            <a:off x="482600" y="4775200"/>
            <a:ext cx="7886700" cy="4619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749" name="Google Shape;749;p42"/>
          <p:cNvSpPr txBox="1"/>
          <p:nvPr/>
        </p:nvSpPr>
        <p:spPr>
          <a:xfrm>
            <a:off x="190500" y="1016000"/>
            <a:ext cx="8661400" cy="5724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2400"/>
              <a:buFont typeface="Arial"/>
              <a:buNone/>
            </a:pPr>
            <a:r>
              <a:rPr b="1" i="1" lang="en-US" sz="2400" u="none">
                <a:solidFill>
                  <a:srgbClr val="0070C0"/>
                </a:solidFill>
                <a:latin typeface="Arial"/>
                <a:ea typeface="Arial"/>
                <a:cs typeface="Arial"/>
                <a:sym typeface="Arial"/>
              </a:rPr>
              <a:t>4.1. DHCP </a:t>
            </a:r>
            <a:endParaRPr/>
          </a:p>
          <a:p>
            <a:pPr indent="-127000" lvl="0" marL="0" marR="0" rtl="0" algn="l">
              <a:lnSpc>
                <a:spcPct val="150000"/>
              </a:lnSpc>
              <a:spcBef>
                <a:spcPts val="0"/>
              </a:spcBef>
              <a:spcAft>
                <a:spcPts val="0"/>
              </a:spcAft>
              <a:buClr>
                <a:srgbClr val="0070C0"/>
              </a:buClr>
              <a:buSzPts val="2000"/>
              <a:buFont typeface="Noto Sans Symbols"/>
              <a:buChar char="⮚"/>
            </a:pPr>
            <a:r>
              <a:rPr b="0" i="1" lang="en-US" sz="2000" u="none">
                <a:solidFill>
                  <a:srgbClr val="0070C0"/>
                </a:solidFill>
                <a:latin typeface="Arial"/>
                <a:ea typeface="Arial"/>
                <a:cs typeface="Arial"/>
                <a:sym typeface="Arial"/>
              </a:rPr>
              <a:t>Cách cấp phát địa chỉ IP trong DHCP</a:t>
            </a:r>
            <a:endParaRPr/>
          </a:p>
          <a:p>
            <a:pPr indent="-127000" lvl="0" marL="0" marR="0" rtl="0" algn="l">
              <a:lnSpc>
                <a:spcPct val="150000"/>
              </a:lnSpc>
              <a:spcBef>
                <a:spcPts val="0"/>
              </a:spcBef>
              <a:spcAft>
                <a:spcPts val="0"/>
              </a:spcAft>
              <a:buClr>
                <a:srgbClr val="0070C0"/>
              </a:buClr>
              <a:buSzPts val="2000"/>
              <a:buFont typeface="Noto Sans Symbols"/>
              <a:buChar char="⮚"/>
            </a:pPr>
            <a:r>
              <a:rPr b="0" i="1" lang="en-US" sz="2000" u="none">
                <a:solidFill>
                  <a:srgbClr val="0070C0"/>
                </a:solidFill>
                <a:latin typeface="Arial"/>
                <a:ea typeface="Arial"/>
                <a:cs typeface="Arial"/>
                <a:sym typeface="Arial"/>
              </a:rPr>
              <a:t>Một user khi log on vào mạng, nó cần xin cấp 1 địa chỉ IP, theo 4 bước sau </a:t>
            </a:r>
            <a:r>
              <a:rPr b="0" i="0" lang="en-US" sz="2000" u="none">
                <a:solidFill>
                  <a:schemeClr val="dk1"/>
                </a:solidFill>
                <a:latin typeface="Arial"/>
                <a:ea typeface="Arial"/>
                <a:cs typeface="Arial"/>
                <a:sym typeface="Arial"/>
              </a:rPr>
              <a:t>:</a:t>
            </a:r>
            <a:endParaRPr/>
          </a:p>
          <a:p>
            <a:pPr indent="-457200" lvl="1" marL="914400" marR="0" rtl="0" algn="just">
              <a:lnSpc>
                <a:spcPct val="150000"/>
              </a:lnSpc>
              <a:spcBef>
                <a:spcPts val="0"/>
              </a:spcBef>
              <a:spcAft>
                <a:spcPts val="0"/>
              </a:spcAft>
              <a:buClr>
                <a:schemeClr val="dk1"/>
              </a:buClr>
              <a:buSzPts val="2000"/>
              <a:buFont typeface="Calibri"/>
              <a:buAutoNum type="arabicPeriod"/>
            </a:pPr>
            <a:r>
              <a:rPr b="0" i="0" lang="en-US" sz="2000" u="none" cap="none" strike="noStrike">
                <a:solidFill>
                  <a:schemeClr val="dk1"/>
                </a:solidFill>
                <a:latin typeface="Arial"/>
                <a:ea typeface="Arial"/>
                <a:cs typeface="Arial"/>
                <a:sym typeface="Arial"/>
              </a:rPr>
              <a:t>Gởi thông báo đến tất cả các DHCP server để yêu cầu được cấp địa chỉ.</a:t>
            </a:r>
            <a:endParaRPr/>
          </a:p>
          <a:p>
            <a:pPr indent="-457200" lvl="1" marL="914400" marR="0" rtl="0" algn="just">
              <a:lnSpc>
                <a:spcPct val="150000"/>
              </a:lnSpc>
              <a:spcBef>
                <a:spcPts val="0"/>
              </a:spcBef>
              <a:spcAft>
                <a:spcPts val="0"/>
              </a:spcAft>
              <a:buClr>
                <a:schemeClr val="dk1"/>
              </a:buClr>
              <a:buSzPts val="2000"/>
              <a:buFont typeface="Calibri"/>
              <a:buAutoNum type="arabicPeriod"/>
            </a:pPr>
            <a:r>
              <a:rPr b="0" i="0" lang="en-US" sz="2000" u="none" cap="none" strike="noStrike">
                <a:solidFill>
                  <a:schemeClr val="dk1"/>
                </a:solidFill>
                <a:latin typeface="Arial"/>
                <a:ea typeface="Arial"/>
                <a:cs typeface="Arial"/>
                <a:sym typeface="Arial"/>
              </a:rPr>
              <a:t>Tất cả các DHCP server gởi trả lời địa chỉ sẽ cấp đến cho user đó. </a:t>
            </a:r>
            <a:endParaRPr/>
          </a:p>
          <a:p>
            <a:pPr indent="-457200" lvl="1" marL="914400" marR="0" rtl="0" algn="just">
              <a:lnSpc>
                <a:spcPct val="150000"/>
              </a:lnSpc>
              <a:spcBef>
                <a:spcPts val="0"/>
              </a:spcBef>
              <a:spcAft>
                <a:spcPts val="0"/>
              </a:spcAft>
              <a:buClr>
                <a:schemeClr val="dk1"/>
              </a:buClr>
              <a:buSzPts val="2000"/>
              <a:buFont typeface="Calibri"/>
              <a:buAutoNum type="arabicPeriod"/>
            </a:pPr>
            <a:r>
              <a:rPr b="0" i="0" lang="en-US" sz="2000" u="none" cap="none" strike="noStrike">
                <a:solidFill>
                  <a:schemeClr val="dk1"/>
                </a:solidFill>
                <a:latin typeface="Arial"/>
                <a:ea typeface="Arial"/>
                <a:cs typeface="Arial"/>
                <a:sym typeface="Arial"/>
              </a:rPr>
              <a:t>User chọn 1 địa chỉ trong số các địa chỉ, gởi thông báo đến server có địa chỉ được chọn.</a:t>
            </a:r>
            <a:endParaRPr/>
          </a:p>
          <a:p>
            <a:pPr indent="-457200" lvl="1" marL="914400" marR="0" rtl="0" algn="just">
              <a:lnSpc>
                <a:spcPct val="150000"/>
              </a:lnSpc>
              <a:spcBef>
                <a:spcPts val="0"/>
              </a:spcBef>
              <a:spcAft>
                <a:spcPts val="0"/>
              </a:spcAft>
              <a:buClr>
                <a:schemeClr val="dk1"/>
              </a:buClr>
              <a:buSzPts val="2000"/>
              <a:buFont typeface="Calibri"/>
              <a:buAutoNum type="arabicPeriod"/>
            </a:pPr>
            <a:r>
              <a:rPr b="0" i="0" lang="en-US" sz="2000" u="none" cap="none" strike="noStrike">
                <a:solidFill>
                  <a:schemeClr val="dk1"/>
                </a:solidFill>
                <a:latin typeface="Arial"/>
                <a:ea typeface="Arial"/>
                <a:cs typeface="Arial"/>
                <a:sym typeface="Arial"/>
              </a:rPr>
              <a:t>Server được chọn gởi thông báo khẳng định đến user mà nó cấp địa chỉ. </a:t>
            </a:r>
            <a:endParaRPr/>
          </a:p>
          <a:p>
            <a:pPr indent="0" lvl="0" marL="0" marR="0" rtl="0" algn="just">
              <a:lnSpc>
                <a:spcPct val="100000"/>
              </a:lnSpc>
              <a:spcBef>
                <a:spcPts val="0"/>
              </a:spcBef>
              <a:spcAft>
                <a:spcPts val="0"/>
              </a:spcAft>
              <a:buClr>
                <a:schemeClr val="dk1"/>
              </a:buClr>
              <a:buSzPts val="2000"/>
              <a:buFont typeface="Arial"/>
              <a:buNone/>
            </a:pPr>
            <a:r>
              <a:t/>
            </a:r>
            <a:endParaRPr b="0" i="1" sz="2000" u="none">
              <a:solidFill>
                <a:srgbClr val="FF0000"/>
              </a:solidFill>
              <a:latin typeface="Arial"/>
              <a:ea typeface="Arial"/>
              <a:cs typeface="Arial"/>
              <a:sym typeface="Arial"/>
            </a:endParaRPr>
          </a:p>
          <a:p>
            <a:pPr indent="0" lvl="0" marL="0" marR="0" rtl="0" algn="ctr">
              <a:lnSpc>
                <a:spcPct val="100000"/>
              </a:lnSpc>
              <a:spcBef>
                <a:spcPts val="0"/>
              </a:spcBef>
              <a:spcAft>
                <a:spcPts val="0"/>
              </a:spcAft>
              <a:buNone/>
            </a:pPr>
            <a:r>
              <a:t/>
            </a:r>
            <a:endParaRPr b="0" i="1" sz="2000" u="none">
              <a:solidFill>
                <a:srgbClr val="FF0000"/>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p43"/>
          <p:cNvSpPr txBox="1"/>
          <p:nvPr/>
        </p:nvSpPr>
        <p:spPr>
          <a:xfrm>
            <a:off x="3390900" y="6356350"/>
            <a:ext cx="3352800" cy="365125"/>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Chương I - Tổng quan về mạng máy tính</a:t>
            </a:r>
            <a:endParaRPr/>
          </a:p>
        </p:txBody>
      </p:sp>
      <p:sp>
        <p:nvSpPr>
          <p:cNvPr id="756" name="Google Shape;756;p43"/>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
        <p:nvSpPr>
          <p:cNvPr id="757" name="Google Shape;757;p43"/>
          <p:cNvSpPr txBox="1"/>
          <p:nvPr>
            <p:ph type="title"/>
          </p:nvPr>
        </p:nvSpPr>
        <p:spPr>
          <a:xfrm>
            <a:off x="431800" y="0"/>
            <a:ext cx="8229600" cy="8636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rgbClr val="FF0000"/>
              </a:buClr>
              <a:buSzPts val="4200"/>
              <a:buFont typeface="Calibri"/>
              <a:buNone/>
            </a:pPr>
            <a:r>
              <a:rPr b="1" i="0" lang="en-US" sz="4200" u="none">
                <a:solidFill>
                  <a:srgbClr val="FF0000"/>
                </a:solidFill>
                <a:latin typeface="Calibri"/>
                <a:ea typeface="Calibri"/>
                <a:cs typeface="Calibri"/>
                <a:sym typeface="Calibri"/>
              </a:rPr>
              <a:t>Các dịch vụ mạng máy tính</a:t>
            </a:r>
            <a:endParaRPr/>
          </a:p>
        </p:txBody>
      </p:sp>
      <p:sp>
        <p:nvSpPr>
          <p:cNvPr id="758" name="Google Shape;758;p43"/>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
        <p:nvSpPr>
          <p:cNvPr id="759" name="Google Shape;759;p43"/>
          <p:cNvSpPr txBox="1"/>
          <p:nvPr/>
        </p:nvSpPr>
        <p:spPr>
          <a:xfrm>
            <a:off x="482600" y="4775200"/>
            <a:ext cx="7886700" cy="4619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760" name="Google Shape;760;p43"/>
          <p:cNvSpPr txBox="1"/>
          <p:nvPr/>
        </p:nvSpPr>
        <p:spPr>
          <a:xfrm>
            <a:off x="127000" y="901700"/>
            <a:ext cx="8661400" cy="498633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70C0"/>
              </a:buClr>
              <a:buSzPts val="2400"/>
              <a:buFont typeface="Arial"/>
              <a:buNone/>
            </a:pPr>
            <a:r>
              <a:rPr b="1" i="1" lang="en-US" sz="2400" u="none">
                <a:solidFill>
                  <a:srgbClr val="0070C0"/>
                </a:solidFill>
                <a:latin typeface="Arial"/>
                <a:ea typeface="Arial"/>
                <a:cs typeface="Arial"/>
                <a:sym typeface="Arial"/>
              </a:rPr>
              <a:t>4.2. Dịch vụ Domain Name Service (DNS) </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Có quá nhiều địa chỉ IP và khó nhớ.</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Mỗi host ngoài địa chỉ IP còn có một cái tên phân biệt, DNS là 1 cơ sở dữ liệu phân tán cung cấp ánh xạ từ tên host đến địa chỉ IP. </a:t>
            </a:r>
            <a:endParaRPr/>
          </a:p>
          <a:p>
            <a:pPr indent="-152400" lvl="0" marL="0"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Khi đưa ra 1 tên host, DNS server sẽ trả về địa chỉ IP hay 1 số thông tin của host đó. Điều này cho phép người quản lý mạng dễ dàng trong việc chọn tên cho host của mình.</a:t>
            </a:r>
            <a:endParaRPr/>
          </a:p>
          <a:p>
            <a:pPr indent="0" lvl="0" marL="0" marR="0" rtl="0" algn="just">
              <a:lnSpc>
                <a:spcPct val="100000"/>
              </a:lnSpc>
              <a:spcBef>
                <a:spcPts val="0"/>
              </a:spcBef>
              <a:spcAft>
                <a:spcPts val="0"/>
              </a:spcAft>
              <a:buClr>
                <a:schemeClr val="dk1"/>
              </a:buClr>
              <a:buSzPts val="2000"/>
              <a:buFont typeface="Arial"/>
              <a:buNone/>
            </a:pPr>
            <a:r>
              <a:t/>
            </a:r>
            <a:endParaRPr b="0" i="1" sz="2000" u="none">
              <a:solidFill>
                <a:srgbClr val="FF0000"/>
              </a:solidFill>
              <a:latin typeface="Arial"/>
              <a:ea typeface="Arial"/>
              <a:cs typeface="Arial"/>
              <a:sym typeface="Arial"/>
            </a:endParaRPr>
          </a:p>
          <a:p>
            <a:pPr indent="0" lvl="0" marL="0" marR="0" rtl="0" algn="ctr">
              <a:lnSpc>
                <a:spcPct val="100000"/>
              </a:lnSpc>
              <a:spcBef>
                <a:spcPts val="0"/>
              </a:spcBef>
              <a:spcAft>
                <a:spcPts val="0"/>
              </a:spcAft>
              <a:buNone/>
            </a:pPr>
            <a:r>
              <a:t/>
            </a:r>
            <a:endParaRPr b="0" i="1" sz="2000" u="none">
              <a:solidFill>
                <a:srgbClr val="FF000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44"/>
          <p:cNvSpPr txBox="1"/>
          <p:nvPr/>
        </p:nvSpPr>
        <p:spPr>
          <a:xfrm>
            <a:off x="3390900" y="6356350"/>
            <a:ext cx="3352800" cy="365125"/>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Chương I - Tổng quan về mạng máy tính</a:t>
            </a:r>
            <a:endParaRPr/>
          </a:p>
        </p:txBody>
      </p:sp>
      <p:sp>
        <p:nvSpPr>
          <p:cNvPr id="767" name="Google Shape;767;p44"/>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
        <p:nvSpPr>
          <p:cNvPr id="768" name="Google Shape;768;p44"/>
          <p:cNvSpPr txBox="1"/>
          <p:nvPr>
            <p:ph type="title"/>
          </p:nvPr>
        </p:nvSpPr>
        <p:spPr>
          <a:xfrm>
            <a:off x="431800" y="0"/>
            <a:ext cx="8229600" cy="8636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rgbClr val="FF0000"/>
              </a:buClr>
              <a:buSzPts val="4200"/>
              <a:buFont typeface="Calibri"/>
              <a:buNone/>
            </a:pPr>
            <a:r>
              <a:rPr b="1" i="0" lang="en-US" sz="4200" u="none">
                <a:solidFill>
                  <a:srgbClr val="FF0000"/>
                </a:solidFill>
                <a:latin typeface="Calibri"/>
                <a:ea typeface="Calibri"/>
                <a:cs typeface="Calibri"/>
                <a:sym typeface="Calibri"/>
              </a:rPr>
              <a:t>Các dịch vụ mạng máy tính</a:t>
            </a:r>
            <a:endParaRPr/>
          </a:p>
        </p:txBody>
      </p:sp>
      <p:sp>
        <p:nvSpPr>
          <p:cNvPr id="769" name="Google Shape;769;p44"/>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
        <p:nvSpPr>
          <p:cNvPr id="770" name="Google Shape;770;p44"/>
          <p:cNvSpPr txBox="1"/>
          <p:nvPr/>
        </p:nvSpPr>
        <p:spPr>
          <a:xfrm>
            <a:off x="482600" y="4775200"/>
            <a:ext cx="7886700" cy="4619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771" name="Google Shape;771;p44"/>
          <p:cNvSpPr txBox="1"/>
          <p:nvPr/>
        </p:nvSpPr>
        <p:spPr>
          <a:xfrm>
            <a:off x="50800" y="901700"/>
            <a:ext cx="8661400" cy="62166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70C0"/>
              </a:buClr>
              <a:buSzPts val="2800"/>
              <a:buFont typeface="Arial"/>
              <a:buNone/>
            </a:pPr>
            <a:r>
              <a:rPr b="1" i="1" lang="en-US" sz="2800" u="none">
                <a:solidFill>
                  <a:srgbClr val="0070C0"/>
                </a:solidFill>
                <a:latin typeface="Arial"/>
                <a:ea typeface="Arial"/>
                <a:cs typeface="Arial"/>
                <a:sym typeface="Arial"/>
              </a:rPr>
              <a:t>4.3. Remote Access Service (RAS)</a:t>
            </a:r>
            <a:endParaRPr/>
          </a:p>
          <a:p>
            <a:pPr indent="-177800" lvl="0" marL="0" marR="0" rtl="0" algn="just">
              <a:lnSpc>
                <a:spcPct val="150000"/>
              </a:lnSpc>
              <a:spcBef>
                <a:spcPts val="0"/>
              </a:spcBef>
              <a:spcAft>
                <a:spcPts val="0"/>
              </a:spcAft>
              <a:buClr>
                <a:srgbClr val="C00000"/>
              </a:buClr>
              <a:buSzPts val="2800"/>
              <a:buFont typeface="Noto Sans Symbols"/>
              <a:buChar char="⮚"/>
            </a:pPr>
            <a:r>
              <a:rPr b="0" i="0" lang="en-US" sz="2800" u="none">
                <a:solidFill>
                  <a:srgbClr val="C00000"/>
                </a:solidFill>
                <a:latin typeface="Arial"/>
                <a:ea typeface="Arial"/>
                <a:cs typeface="Arial"/>
                <a:sym typeface="Arial"/>
              </a:rPr>
              <a:t>Các nối kết từ xa vào mạng LAN hiện đang là những yêu cầu cần thiết của người sử dụng</a:t>
            </a:r>
            <a:r>
              <a:rPr b="0" i="0" lang="en-US" sz="2800" u="none">
                <a:solidFill>
                  <a:schemeClr val="dk1"/>
                </a:solidFill>
                <a:latin typeface="Arial"/>
                <a:ea typeface="Arial"/>
                <a:cs typeface="Arial"/>
                <a:sym typeface="Arial"/>
              </a:rPr>
              <a:t>. </a:t>
            </a:r>
            <a:endParaRPr/>
          </a:p>
          <a:p>
            <a:pPr indent="-177800" lvl="0" marL="0" marR="0" rtl="0" algn="just">
              <a:lnSpc>
                <a:spcPct val="15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Liên kết này cho phép một máy từ xa như của một người sử dụng tại nhà có thể qua đường dây điện thoại thâm nhập vào một mạng LAN và sử dụng tài nguyên của nó. Cách thông dụng nhất hiện nay là dùng modem để có thể truyền trên đường dây điện thoại</a:t>
            </a:r>
            <a:r>
              <a:rPr b="0" i="0" lang="en-US" sz="3200" u="none">
                <a:solidFill>
                  <a:schemeClr val="dk1"/>
                </a:solidFill>
                <a:latin typeface="Arial"/>
                <a:ea typeface="Arial"/>
                <a:cs typeface="Arial"/>
                <a:sym typeface="Arial"/>
              </a:rPr>
              <a:t>.</a:t>
            </a:r>
            <a:endParaRPr/>
          </a:p>
          <a:p>
            <a:pPr indent="0" lvl="0" marL="0" marR="0" rtl="0" algn="ctr">
              <a:lnSpc>
                <a:spcPct val="100000"/>
              </a:lnSpc>
              <a:spcBef>
                <a:spcPts val="0"/>
              </a:spcBef>
              <a:spcAft>
                <a:spcPts val="0"/>
              </a:spcAft>
              <a:buNone/>
            </a:pPr>
            <a:r>
              <a:t/>
            </a:r>
            <a:endParaRPr b="0" i="0" sz="3200" u="none">
              <a:solidFill>
                <a:schemeClr val="dk1"/>
              </a:solidFill>
              <a:latin typeface="Arial"/>
              <a:ea typeface="Arial"/>
              <a:cs typeface="Arial"/>
              <a:sym typeface="Arial"/>
            </a:endParaRPr>
          </a:p>
        </p:txBody>
      </p:sp>
      <p:sp>
        <p:nvSpPr>
          <p:cNvPr id="772" name="Google Shape;772;p44"/>
          <p:cNvSpPr txBox="1"/>
          <p:nvPr/>
        </p:nvSpPr>
        <p:spPr>
          <a:xfrm>
            <a:off x="0" y="0"/>
            <a:ext cx="9144000" cy="4572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p45"/>
          <p:cNvSpPr txBox="1"/>
          <p:nvPr/>
        </p:nvSpPr>
        <p:spPr>
          <a:xfrm>
            <a:off x="3390900" y="6356350"/>
            <a:ext cx="3352800" cy="365125"/>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Chương I - Tổng quan về mạng máy tính</a:t>
            </a:r>
            <a:endParaRPr/>
          </a:p>
        </p:txBody>
      </p:sp>
      <p:sp>
        <p:nvSpPr>
          <p:cNvPr id="779" name="Google Shape;779;p45"/>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
        <p:nvSpPr>
          <p:cNvPr id="780" name="Google Shape;780;p45"/>
          <p:cNvSpPr txBox="1"/>
          <p:nvPr>
            <p:ph type="title"/>
          </p:nvPr>
        </p:nvSpPr>
        <p:spPr>
          <a:xfrm>
            <a:off x="431800" y="0"/>
            <a:ext cx="8229600" cy="8636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rgbClr val="FF0000"/>
              </a:buClr>
              <a:buSzPts val="4200"/>
              <a:buFont typeface="Calibri"/>
              <a:buNone/>
            </a:pPr>
            <a:r>
              <a:rPr b="1" i="0" lang="en-US" sz="4200" u="none">
                <a:solidFill>
                  <a:srgbClr val="FF0000"/>
                </a:solidFill>
                <a:latin typeface="Calibri"/>
                <a:ea typeface="Calibri"/>
                <a:cs typeface="Calibri"/>
                <a:sym typeface="Calibri"/>
              </a:rPr>
              <a:t>Các dịch vụ mạng máy tính</a:t>
            </a:r>
            <a:endParaRPr/>
          </a:p>
        </p:txBody>
      </p:sp>
      <p:sp>
        <p:nvSpPr>
          <p:cNvPr id="781" name="Google Shape;781;p45"/>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
        <p:nvSpPr>
          <p:cNvPr id="782" name="Google Shape;782;p45"/>
          <p:cNvSpPr txBox="1"/>
          <p:nvPr/>
        </p:nvSpPr>
        <p:spPr>
          <a:xfrm>
            <a:off x="482600" y="4775200"/>
            <a:ext cx="7886700" cy="4619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783" name="Google Shape;783;p45"/>
          <p:cNvSpPr txBox="1"/>
          <p:nvPr/>
        </p:nvSpPr>
        <p:spPr>
          <a:xfrm>
            <a:off x="50800" y="901700"/>
            <a:ext cx="8661400" cy="28321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70C0"/>
              </a:buClr>
              <a:buSzPts val="2800"/>
              <a:buFont typeface="Arial"/>
              <a:buNone/>
            </a:pPr>
            <a:r>
              <a:rPr b="1" i="1" lang="en-US" sz="2800" u="none">
                <a:solidFill>
                  <a:srgbClr val="0070C0"/>
                </a:solidFill>
                <a:latin typeface="Arial"/>
                <a:ea typeface="Arial"/>
                <a:cs typeface="Arial"/>
                <a:sym typeface="Arial"/>
              </a:rPr>
              <a:t>4.3. Remote Access Service (RAS)</a:t>
            </a:r>
            <a:endParaRPr/>
          </a:p>
          <a:p>
            <a:pPr indent="-127000" lvl="0" marL="0" marR="0" rtl="0" algn="just">
              <a:lnSpc>
                <a:spcPct val="150000"/>
              </a:lnSpc>
              <a:spcBef>
                <a:spcPts val="0"/>
              </a:spcBef>
              <a:spcAft>
                <a:spcPts val="0"/>
              </a:spcAft>
              <a:buClr>
                <a:schemeClr val="dk1"/>
              </a:buClr>
              <a:buSzPts val="2000"/>
              <a:buFont typeface="Noto Sans Symbols"/>
              <a:buChar char="⮚"/>
            </a:pPr>
            <a:r>
              <a:rPr b="0" i="0" lang="en-US" sz="2000" u="none">
                <a:solidFill>
                  <a:schemeClr val="dk1"/>
                </a:solidFill>
                <a:latin typeface="Arial"/>
                <a:ea typeface="Arial"/>
                <a:cs typeface="Arial"/>
                <a:sym typeface="Arial"/>
              </a:rPr>
              <a:t>Windows server cung cấp Dịch vụ </a:t>
            </a:r>
            <a:r>
              <a:rPr b="0" i="0" lang="en-US" sz="2000" u="none">
                <a:solidFill>
                  <a:srgbClr val="C00000"/>
                </a:solidFill>
                <a:latin typeface="Arial"/>
                <a:ea typeface="Arial"/>
                <a:cs typeface="Arial"/>
                <a:sym typeface="Arial"/>
              </a:rPr>
              <a:t>Remote access Service </a:t>
            </a:r>
            <a:r>
              <a:rPr b="0" i="0" lang="en-US" sz="2000" u="none">
                <a:solidFill>
                  <a:schemeClr val="dk1"/>
                </a:solidFill>
                <a:latin typeface="Arial"/>
                <a:ea typeface="Arial"/>
                <a:cs typeface="Arial"/>
                <a:sym typeface="Arial"/>
              </a:rPr>
              <a:t>cho phép các máy trạm có thể nối với tài nguyên của Windows server thông qua đường dây điện thoại. RAS cho phép truyền nối với các server, điều hành các user và các server, thực hiện các chương trình khai thác số liệu, thiết lập sự an toàn trên mạng.</a:t>
            </a:r>
            <a:endParaRPr/>
          </a:p>
        </p:txBody>
      </p:sp>
      <p:sp>
        <p:nvSpPr>
          <p:cNvPr id="784" name="Google Shape;784;p45"/>
          <p:cNvSpPr txBox="1"/>
          <p:nvPr/>
        </p:nvSpPr>
        <p:spPr>
          <a:xfrm>
            <a:off x="0" y="0"/>
            <a:ext cx="9144000" cy="4572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pic>
        <p:nvPicPr>
          <p:cNvPr descr="http://cn2.dttx.citd.edu.vn/gtrinh/TH102/Htm/images/figure15-4.jpg" id="785" name="Google Shape;785;p45"/>
          <p:cNvPicPr preferRelativeResize="0"/>
          <p:nvPr/>
        </p:nvPicPr>
        <p:blipFill rotWithShape="1">
          <a:blip r:embed="rId3">
            <a:alphaModFix/>
          </a:blip>
          <a:srcRect b="0" l="0" r="0" t="0"/>
          <a:stretch/>
        </p:blipFill>
        <p:spPr>
          <a:xfrm>
            <a:off x="1219200" y="4348162"/>
            <a:ext cx="6604000" cy="1081087"/>
          </a:xfrm>
          <a:prstGeom prst="rect">
            <a:avLst/>
          </a:prstGeom>
          <a:noFill/>
          <a:ln>
            <a:noFill/>
          </a:ln>
        </p:spPr>
      </p:pic>
      <p:sp>
        <p:nvSpPr>
          <p:cNvPr id="786" name="Google Shape;786;p45"/>
          <p:cNvSpPr txBox="1"/>
          <p:nvPr/>
        </p:nvSpPr>
        <p:spPr>
          <a:xfrm>
            <a:off x="3068637" y="5427662"/>
            <a:ext cx="3006725" cy="461962"/>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Mô hình truy cập từ xa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5"/>
                                        </p:tgtEl>
                                        <p:attrNameLst>
                                          <p:attrName>style.visibility</p:attrName>
                                        </p:attrNameLst>
                                      </p:cBhvr>
                                      <p:to>
                                        <p:strVal val="visible"/>
                                      </p:to>
                                    </p:set>
                                    <p:animEffect filter="fade" transition="in">
                                      <p:cBhvr>
                                        <p:cTn dur="2000"/>
                                        <p:tgtEl>
                                          <p:spTgt spid="785"/>
                                        </p:tgtEl>
                                      </p:cBhvr>
                                    </p:animEffect>
                                  </p:childTnLst>
                                </p:cTn>
                              </p:par>
                              <p:par>
                                <p:cTn fill="hold" nodeType="withEffect" presetClass="entr" presetID="10" presetSubtype="0">
                                  <p:stCondLst>
                                    <p:cond delay="0"/>
                                  </p:stCondLst>
                                  <p:childTnLst>
                                    <p:set>
                                      <p:cBhvr>
                                        <p:cTn dur="1" fill="hold">
                                          <p:stCondLst>
                                            <p:cond delay="0"/>
                                          </p:stCondLst>
                                        </p:cTn>
                                        <p:tgtEl>
                                          <p:spTgt spid="786"/>
                                        </p:tgtEl>
                                        <p:attrNameLst>
                                          <p:attrName>style.visibility</p:attrName>
                                        </p:attrNameLst>
                                      </p:cBhvr>
                                      <p:to>
                                        <p:strVal val="visible"/>
                                      </p:to>
                                    </p:set>
                                    <p:animEffect filter="fade" transition="in">
                                      <p:cBhvr>
                                        <p:cTn dur="2000"/>
                                        <p:tgtEl>
                                          <p:spTgt spid="7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1_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2_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3_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1997-08-13T23:45:40Z</dcterms:created>
  <dc:creator>Nguyễn Quang Trung</dc:creator>
</cp:coreProperties>
</file>

<file path=docProps/custom.xml><?xml version="1.0" encoding="utf-8"?>
<Properties xmlns="http://schemas.openxmlformats.org/officeDocument/2006/custom-properties" xmlns:vt="http://schemas.openxmlformats.org/officeDocument/2006/docPropsVTypes"/>
</file>