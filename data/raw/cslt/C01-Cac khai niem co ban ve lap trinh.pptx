
<file path=[Content_Types].xml><?xml version="1.0" encoding="utf-8"?>
<Types xmlns="http://schemas.openxmlformats.org/package/2006/content-types">
  <Default Extension="bin" ContentType="application/vnd.openxmlformats-officedocument.oleObject"/>
  <Default Extension="gif" ContentType="image/gif"/>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27"/>
  </p:notesMasterIdLst>
  <p:sldIdLst>
    <p:sldId id="256" r:id="rId2"/>
    <p:sldId id="258" r:id="rId3"/>
    <p:sldId id="259" r:id="rId4"/>
    <p:sldId id="283" r:id="rId5"/>
    <p:sldId id="262" r:id="rId6"/>
    <p:sldId id="282" r:id="rId7"/>
    <p:sldId id="263" r:id="rId8"/>
    <p:sldId id="264" r:id="rId9"/>
    <p:sldId id="284" r:id="rId10"/>
    <p:sldId id="267" r:id="rId11"/>
    <p:sldId id="285" r:id="rId12"/>
    <p:sldId id="286" r:id="rId13"/>
    <p:sldId id="287" r:id="rId14"/>
    <p:sldId id="288" r:id="rId15"/>
    <p:sldId id="289" r:id="rId16"/>
    <p:sldId id="290" r:id="rId17"/>
    <p:sldId id="278" r:id="rId18"/>
    <p:sldId id="279" r:id="rId19"/>
    <p:sldId id="292" r:id="rId20"/>
    <p:sldId id="281" r:id="rId21"/>
    <p:sldId id="293" r:id="rId22"/>
    <p:sldId id="294" r:id="rId23"/>
    <p:sldId id="268" r:id="rId24"/>
    <p:sldId id="269" r:id="rId25"/>
    <p:sldId id="270" r:id="rId26"/>
  </p:sldIdLst>
  <p:sldSz cx="9144000" cy="6858000" type="screen4x3"/>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0066"/>
    <a:srgbClr val="6DFB8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61" autoAdjust="0"/>
    <p:restoredTop sz="77792" autoAdjust="0"/>
  </p:normalViewPr>
  <p:slideViewPr>
    <p:cSldViewPr>
      <p:cViewPr varScale="1">
        <p:scale>
          <a:sx n="60" d="100"/>
          <a:sy n="60" d="100"/>
        </p:scale>
        <p:origin x="2054" y="5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FB59136-7F74-4509-B20E-AE351757F38F}" type="datetimeFigureOut">
              <a:rPr lang="vi-VN" smtClean="0"/>
              <a:t>14/01/2024</a:t>
            </a:fld>
            <a:endParaRPr lang="vi-V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EA7600A-770C-47F1-89C1-5023B6D362E3}" type="slidenum">
              <a:rPr lang="vi-VN" smtClean="0"/>
              <a:t>‹#›</a:t>
            </a:fld>
            <a:endParaRPr lang="vi-VN"/>
          </a:p>
        </p:txBody>
      </p:sp>
    </p:spTree>
    <p:extLst>
      <p:ext uri="{BB962C8B-B14F-4D97-AF65-F5344CB8AC3E}">
        <p14:creationId xmlns:p14="http://schemas.microsoft.com/office/powerpoint/2010/main" val="4753744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bwMode="auto">
          <a:noFill/>
          <a:ln>
            <a:solidFill>
              <a:srgbClr val="000000"/>
            </a:solidFill>
            <a:miter lim="800000"/>
            <a:headEnd/>
            <a:tailEnd/>
          </a:ln>
        </p:spPr>
      </p:sp>
      <p:sp>
        <p:nvSpPr>
          <p:cNvPr id="38915"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
        <p:nvSpPr>
          <p:cNvPr id="3891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2F68E398-2F6C-4593-8EEE-8DC7A0A69EB4}" type="slidenum">
              <a:rPr lang="en-US"/>
              <a:pPr/>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bwMode="auto">
          <a:noFill/>
          <a:ln>
            <a:solidFill>
              <a:srgbClr val="000000"/>
            </a:solidFill>
            <a:miter lim="800000"/>
            <a:headEnd/>
            <a:tailEnd/>
          </a:ln>
        </p:spPr>
      </p:sp>
      <p:sp>
        <p:nvSpPr>
          <p:cNvPr id="39939"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vi-VN"/>
          </a:p>
        </p:txBody>
      </p:sp>
      <p:sp>
        <p:nvSpPr>
          <p:cNvPr id="3994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EDEA417A-ADFB-4EB3-A227-647BC06B51FE}" type="slidenum">
              <a:rPr lang="en-US"/>
              <a:pPr/>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bwMode="auto">
          <a:noFill/>
          <a:ln>
            <a:solidFill>
              <a:srgbClr val="000000"/>
            </a:solidFill>
            <a:miter lim="800000"/>
            <a:headEnd/>
            <a:tailEnd/>
          </a:ln>
        </p:spPr>
      </p:sp>
      <p:sp>
        <p:nvSpPr>
          <p:cNvPr id="43011"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r>
              <a:rPr lang="vi-VN" b="0" i="0" dirty="0">
                <a:solidFill>
                  <a:srgbClr val="222222"/>
                </a:solidFill>
                <a:effectLst/>
                <a:latin typeface="Verdana" panose="020B0604030504040204" pitchFamily="34" charset="0"/>
              </a:rPr>
              <a:t>Một </a:t>
            </a:r>
            <a:r>
              <a:rPr lang="vi-VN" b="1" i="0" dirty="0">
                <a:solidFill>
                  <a:srgbClr val="222222"/>
                </a:solidFill>
                <a:effectLst/>
                <a:latin typeface="Verdana" panose="020B0604030504040204" pitchFamily="34" charset="0"/>
              </a:rPr>
              <a:t>lỗi cú pháp</a:t>
            </a:r>
            <a:r>
              <a:rPr lang="vi-VN" b="0" i="0" dirty="0">
                <a:solidFill>
                  <a:srgbClr val="222222"/>
                </a:solidFill>
                <a:effectLst/>
                <a:latin typeface="Verdana" panose="020B0604030504040204" pitchFamily="34" charset="0"/>
              </a:rPr>
              <a:t> xảy ra khi bạn viết một câu lệnh không hợp lệ theo ngữ pháp của ngôn ngữ C ++. Điều này bao gồm các lỗi như dấu chấm phẩy bị thiếu, sử dụng các biến không được khai báo, dấu ngoặc đơn hoặc dấu ngoặc không khớp, </a:t>
            </a:r>
            <a:endParaRPr lang="en-US" b="0" i="0" dirty="0">
              <a:solidFill>
                <a:srgbClr val="222222"/>
              </a:solidFill>
              <a:effectLst/>
              <a:latin typeface="Verdana" panose="020B0604030504040204" pitchFamily="34" charset="0"/>
            </a:endParaRPr>
          </a:p>
          <a:p>
            <a:pPr>
              <a:spcBef>
                <a:spcPct val="0"/>
              </a:spcBef>
            </a:pPr>
            <a:r>
              <a:rPr lang="en-US" b="0" i="0" dirty="0" err="1">
                <a:solidFill>
                  <a:srgbClr val="222222"/>
                </a:solidFill>
                <a:effectLst/>
                <a:latin typeface="Verdana" panose="020B0604030504040204" pitchFamily="34" charset="0"/>
              </a:rPr>
              <a:t>Lỗi</a:t>
            </a:r>
            <a:r>
              <a:rPr lang="en-US" b="0" i="0" dirty="0">
                <a:solidFill>
                  <a:srgbClr val="222222"/>
                </a:solidFill>
                <a:effectLst/>
                <a:latin typeface="Verdana" panose="020B0604030504040204" pitchFamily="34" charset="0"/>
              </a:rPr>
              <a:t> </a:t>
            </a:r>
            <a:r>
              <a:rPr lang="en-US" b="0" i="0" dirty="0" err="1">
                <a:solidFill>
                  <a:srgbClr val="222222"/>
                </a:solidFill>
                <a:effectLst/>
                <a:latin typeface="Verdana" panose="020B0604030504040204" pitchFamily="34" charset="0"/>
              </a:rPr>
              <a:t>ngữ</a:t>
            </a:r>
            <a:r>
              <a:rPr lang="en-US" b="0" i="0" dirty="0">
                <a:solidFill>
                  <a:srgbClr val="222222"/>
                </a:solidFill>
                <a:effectLst/>
                <a:latin typeface="Verdana" panose="020B0604030504040204" pitchFamily="34" charset="0"/>
              </a:rPr>
              <a:t> </a:t>
            </a:r>
            <a:r>
              <a:rPr lang="en-US" b="0" i="0" dirty="0" err="1">
                <a:solidFill>
                  <a:srgbClr val="222222"/>
                </a:solidFill>
                <a:effectLst/>
                <a:latin typeface="Verdana" panose="020B0604030504040204" pitchFamily="34" charset="0"/>
              </a:rPr>
              <a:t>nghĩa</a:t>
            </a:r>
            <a:r>
              <a:rPr lang="en-US" b="0" i="0" dirty="0">
                <a:solidFill>
                  <a:srgbClr val="222222"/>
                </a:solidFill>
                <a:effectLst/>
                <a:latin typeface="Verdana" panose="020B0604030504040204" pitchFamily="34" charset="0"/>
              </a:rPr>
              <a:t>:</a:t>
            </a:r>
          </a:p>
          <a:p>
            <a:pPr>
              <a:spcBef>
                <a:spcPct val="0"/>
              </a:spcBef>
            </a:pPr>
            <a:r>
              <a:rPr lang="vi-VN" b="0" i="1" dirty="0">
                <a:solidFill>
                  <a:srgbClr val="333333"/>
                </a:solidFill>
                <a:effectLst/>
                <a:latin typeface="arial" panose="020B0604020202020204" pitchFamily="34" charset="0"/>
              </a:rPr>
              <a:t>Cú pháp (Syntax) và ngữ nghĩa (Grammar) khác nhau như thế nào?</a:t>
            </a:r>
            <a:endParaRPr lang="en-US" b="0" i="0" dirty="0">
              <a:solidFill>
                <a:srgbClr val="222222"/>
              </a:solidFill>
              <a:effectLst/>
              <a:latin typeface="Verdana" panose="020B0604030504040204" pitchFamily="34" charset="0"/>
            </a:endParaRPr>
          </a:p>
          <a:p>
            <a:pPr marL="0" marR="0" algn="l">
              <a:spcBef>
                <a:spcPts val="0"/>
              </a:spcBef>
              <a:spcAft>
                <a:spcPts val="0"/>
              </a:spcAft>
            </a:pPr>
            <a:r>
              <a:rPr lang="vi-VN" sz="1800" b="0" i="0" dirty="0">
                <a:solidFill>
                  <a:srgbClr val="000000"/>
                </a:solidFill>
                <a:effectLst/>
                <a:latin typeface="Times New Roman" panose="02020603050405020304" pitchFamily="18" charset="0"/>
              </a:rPr>
              <a:t>-  Lỗi cú pháp được chương trình dịch phát hiện và thông báo cho người lập chương trình biết , chỉ có các chương trình không còn lỗi cú pháp mới có thể được dịch sang ngôn ngữ máy.</a:t>
            </a:r>
            <a:endParaRPr lang="vi-VN" b="0" i="0" dirty="0">
              <a:solidFill>
                <a:srgbClr val="444444"/>
              </a:solidFill>
              <a:effectLst/>
              <a:latin typeface="arial" panose="020B0604020202020204" pitchFamily="34" charset="0"/>
            </a:endParaRPr>
          </a:p>
          <a:p>
            <a:pPr marL="285750" marR="0" indent="-285750" algn="l">
              <a:spcBef>
                <a:spcPts val="0"/>
              </a:spcBef>
              <a:spcAft>
                <a:spcPts val="0"/>
              </a:spcAft>
              <a:buFontTx/>
              <a:buChar char="-"/>
            </a:pPr>
            <a:r>
              <a:rPr lang="vi-VN" sz="1800" b="0" i="0" dirty="0">
                <a:solidFill>
                  <a:srgbClr val="000000"/>
                </a:solidFill>
                <a:effectLst/>
                <a:latin typeface="Times New Roman" panose="02020603050405020304" pitchFamily="18" charset="0"/>
              </a:rPr>
              <a:t>Lỗi ngữ nghĩa chỉ được phát hiện khi thực hiện chương trình trên dữ liệu  cụ thể</a:t>
            </a:r>
            <a:r>
              <a:rPr lang="en-US" sz="1800" b="0" i="0" dirty="0">
                <a:solidFill>
                  <a:srgbClr val="000000"/>
                </a:solidFill>
                <a:effectLst/>
                <a:latin typeface="Times New Roman" panose="02020603050405020304" pitchFamily="18" charset="0"/>
              </a:rPr>
              <a:t>.</a:t>
            </a:r>
          </a:p>
          <a:p>
            <a:pPr marL="171450" marR="0" indent="-171450" algn="l">
              <a:spcBef>
                <a:spcPts val="0"/>
              </a:spcBef>
              <a:spcAft>
                <a:spcPts val="0"/>
              </a:spcAft>
              <a:buFontTx/>
              <a:buChar char="-"/>
            </a:pPr>
            <a:endParaRPr lang="en-US" sz="1800" b="0" i="0" dirty="0">
              <a:solidFill>
                <a:srgbClr val="000000"/>
              </a:solidFill>
              <a:effectLst/>
              <a:latin typeface="Times New Roman" panose="02020603050405020304" pitchFamily="18" charset="0"/>
            </a:endParaRPr>
          </a:p>
          <a:p>
            <a:pPr algn="l" fontAlgn="base"/>
            <a:r>
              <a:rPr lang="vi-VN" b="1" i="0" dirty="0">
                <a:solidFill>
                  <a:srgbClr val="444444"/>
                </a:solidFill>
                <a:effectLst/>
                <a:latin typeface="Heebo" panose="020B0604020202020204" pitchFamily="2" charset="-79"/>
                <a:cs typeface="Heebo" panose="020B0604020202020204" pitchFamily="2" charset="-79"/>
              </a:rPr>
              <a:t>ví dụ 1</a:t>
            </a:r>
            <a:endParaRPr lang="vi-VN" b="0" i="0" dirty="0">
              <a:solidFill>
                <a:srgbClr val="444444"/>
              </a:solidFill>
              <a:effectLst/>
              <a:latin typeface="Heebo" panose="020B0604020202020204" pitchFamily="2" charset="-79"/>
              <a:cs typeface="Heebo" panose="020B0604020202020204" pitchFamily="2" charset="-79"/>
            </a:endParaRPr>
          </a:p>
          <a:p>
            <a:pPr algn="l" fontAlgn="base"/>
            <a:r>
              <a:rPr lang="vi-VN" b="0" i="1" dirty="0">
                <a:solidFill>
                  <a:srgbClr val="444444"/>
                </a:solidFill>
                <a:effectLst/>
                <a:latin typeface="Heebo" panose="020B0604020202020204" pitchFamily="2" charset="-79"/>
                <a:cs typeface="Heebo" panose="020B0604020202020204" pitchFamily="2" charset="-79"/>
              </a:rPr>
              <a:t>Vì chuối anh ạ. </a:t>
            </a:r>
            <a:r>
              <a:rPr lang="vi-VN" b="0" i="0" dirty="0">
                <a:solidFill>
                  <a:srgbClr val="444444"/>
                </a:solidFill>
                <a:effectLst/>
                <a:latin typeface="Heebo" panose="020B0604020202020204" pitchFamily="2" charset="-79"/>
                <a:cs typeface="Heebo" panose="020B0604020202020204" pitchFamily="2" charset="-79"/>
              </a:rPr>
              <a:t>đã ăn</a:t>
            </a:r>
            <a:r>
              <a:rPr lang="vi-VN" b="0" i="1" dirty="0">
                <a:solidFill>
                  <a:srgbClr val="444444"/>
                </a:solidFill>
                <a:effectLst/>
                <a:latin typeface="Heebo" panose="020B0604020202020204" pitchFamily="2" charset="-79"/>
                <a:cs typeface="Heebo" panose="020B0604020202020204" pitchFamily="2" charset="-79"/>
              </a:rPr>
              <a:t> Một cái đói.</a:t>
            </a:r>
            <a:endParaRPr lang="vi-VN" b="0" i="0" dirty="0">
              <a:solidFill>
                <a:srgbClr val="444444"/>
              </a:solidFill>
              <a:effectLst/>
              <a:latin typeface="Heebo" panose="020B0604020202020204" pitchFamily="2" charset="-79"/>
              <a:cs typeface="Heebo" panose="020B0604020202020204" pitchFamily="2" charset="-79"/>
            </a:endParaRPr>
          </a:p>
          <a:p>
            <a:pPr algn="l" fontAlgn="base"/>
            <a:r>
              <a:rPr lang="vi-VN" b="1" i="0" dirty="0">
                <a:solidFill>
                  <a:srgbClr val="444444"/>
                </a:solidFill>
                <a:effectLst/>
                <a:latin typeface="Heebo" panose="020B0604020202020204" pitchFamily="2" charset="-79"/>
                <a:cs typeface="Heebo" panose="020B0604020202020204" pitchFamily="2" charset="-79"/>
              </a:rPr>
              <a:t>Ví dụ 2</a:t>
            </a:r>
            <a:endParaRPr lang="vi-VN" b="0" i="0" dirty="0">
              <a:solidFill>
                <a:srgbClr val="444444"/>
              </a:solidFill>
              <a:effectLst/>
              <a:latin typeface="Heebo" panose="020B0604020202020204" pitchFamily="2" charset="-79"/>
              <a:cs typeface="Heebo" panose="020B0604020202020204" pitchFamily="2" charset="-79"/>
            </a:endParaRPr>
          </a:p>
          <a:p>
            <a:pPr algn="l" fontAlgn="base"/>
            <a:r>
              <a:rPr lang="vi-VN" b="0" i="1" dirty="0">
                <a:solidFill>
                  <a:srgbClr val="444444"/>
                </a:solidFill>
                <a:effectLst/>
                <a:latin typeface="Heebo" panose="020B0604020202020204" pitchFamily="2" charset="-79"/>
                <a:cs typeface="Heebo" panose="020B0604020202020204" pitchFamily="2" charset="-79"/>
              </a:rPr>
              <a:t>Anh ăn một quả chuối vì anh đói.</a:t>
            </a:r>
            <a:endParaRPr lang="vi-VN" b="0" i="0" dirty="0">
              <a:solidFill>
                <a:srgbClr val="444444"/>
              </a:solidFill>
              <a:effectLst/>
              <a:latin typeface="Heebo" panose="020B0604020202020204" pitchFamily="2" charset="-79"/>
              <a:cs typeface="Heebo" panose="020B0604020202020204" pitchFamily="2" charset="-79"/>
            </a:endParaRPr>
          </a:p>
          <a:p>
            <a:pPr algn="l" fontAlgn="base"/>
            <a:r>
              <a:rPr lang="vi-VN" b="0" i="0" dirty="0">
                <a:solidFill>
                  <a:srgbClr val="444444"/>
                </a:solidFill>
                <a:effectLst/>
                <a:latin typeface="Heebo" panose="020B0604020202020204" pitchFamily="2" charset="-79"/>
                <a:cs typeface="Heebo" panose="020B0604020202020204" pitchFamily="2" charset="-79"/>
              </a:rPr>
              <a:t>Ví dụ đầu tiên không có ý nghĩa gì, nhưng nếu bạn xem xét kỹ, nó có chứa các từ giống như ví dụ thứ hai. Sự khác biệt duy nhất tồn tại trong thứ tự từ. Do đó, trật tự từ là một yếu tố chính trong cú </a:t>
            </a:r>
            <a:r>
              <a:rPr lang="vi-VN" b="0" i="0">
                <a:solidFill>
                  <a:srgbClr val="444444"/>
                </a:solidFill>
                <a:effectLst/>
                <a:latin typeface="Heebo" panose="020B0604020202020204" pitchFamily="2" charset="-79"/>
                <a:cs typeface="Heebo" panose="020B0604020202020204" pitchFamily="2" charset="-79"/>
              </a:rPr>
              <a:t>pháp. Tuy </a:t>
            </a:r>
            <a:r>
              <a:rPr lang="vi-VN" b="0" i="0" dirty="0">
                <a:solidFill>
                  <a:srgbClr val="444444"/>
                </a:solidFill>
                <a:effectLst/>
                <a:latin typeface="Heebo" panose="020B0604020202020204" pitchFamily="2" charset="-79"/>
                <a:cs typeface="Heebo" panose="020B0604020202020204" pitchFamily="2" charset="-79"/>
              </a:rPr>
              <a:t>nhiên, điều này không có nghĩa là cú pháp là về ý nghĩa. Một câu có thể đúng về mặt cú pháp, nhưng không có nghĩa.</a:t>
            </a:r>
          </a:p>
          <a:p>
            <a:pPr marL="0" marR="0" indent="0" algn="l">
              <a:spcBef>
                <a:spcPts val="0"/>
              </a:spcBef>
              <a:spcAft>
                <a:spcPts val="0"/>
              </a:spcAft>
              <a:buFontTx/>
              <a:buNone/>
            </a:pPr>
            <a:endParaRPr lang="vi-VN" b="0" i="0" dirty="0">
              <a:solidFill>
                <a:srgbClr val="444444"/>
              </a:solidFill>
              <a:effectLst/>
              <a:latin typeface="arial" panose="020B0604020202020204" pitchFamily="34" charset="0"/>
            </a:endParaRPr>
          </a:p>
          <a:p>
            <a:pPr>
              <a:spcBef>
                <a:spcPct val="0"/>
              </a:spcBef>
            </a:pPr>
            <a:endParaRPr lang="vi-VN" dirty="0"/>
          </a:p>
        </p:txBody>
      </p:sp>
      <p:sp>
        <p:nvSpPr>
          <p:cNvPr id="4301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9CD5C4A6-CF58-4E80-B31E-2066DCE7E3BC}" type="slidenum">
              <a:rPr lang="en-US"/>
              <a:pPr/>
              <a:t>5</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bwMode="auto">
          <a:noFill/>
          <a:ln>
            <a:solidFill>
              <a:srgbClr val="000000"/>
            </a:solidFill>
            <a:miter lim="800000"/>
            <a:headEnd/>
            <a:tailEnd/>
          </a:ln>
        </p:spPr>
      </p:sp>
      <p:sp>
        <p:nvSpPr>
          <p:cNvPr id="44035"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vi-VN"/>
          </a:p>
        </p:txBody>
      </p:sp>
      <p:sp>
        <p:nvSpPr>
          <p:cNvPr id="4403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DA444599-1452-4B1A-B991-89E23BC503F3}" type="slidenum">
              <a:rPr lang="en-US"/>
              <a:pPr/>
              <a:t>7</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bwMode="auto">
          <a:noFill/>
          <a:ln>
            <a:solidFill>
              <a:srgbClr val="000000"/>
            </a:solidFill>
            <a:miter lim="800000"/>
            <a:headEnd/>
            <a:tailEnd/>
          </a:ln>
        </p:spPr>
      </p:sp>
      <p:sp>
        <p:nvSpPr>
          <p:cNvPr id="45059"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vi-VN"/>
          </a:p>
        </p:txBody>
      </p:sp>
      <p:sp>
        <p:nvSpPr>
          <p:cNvPr id="4506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F009C05E-BFFC-4432-B898-5F496AD28017}" type="slidenum">
              <a:rPr lang="en-US"/>
              <a:pPr/>
              <a:t>8</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bwMode="auto">
          <a:noFill/>
          <a:ln>
            <a:solidFill>
              <a:srgbClr val="000000"/>
            </a:solidFill>
            <a:miter lim="800000"/>
            <a:headEnd/>
            <a:tailEnd/>
          </a:ln>
        </p:spPr>
      </p:sp>
      <p:sp>
        <p:nvSpPr>
          <p:cNvPr id="48131"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vi-VN"/>
          </a:p>
        </p:txBody>
      </p:sp>
      <p:sp>
        <p:nvSpPr>
          <p:cNvPr id="4813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4EF3E9CD-AB6B-4825-80A9-5C91596234EE}" type="slidenum">
              <a:rPr lang="en-US"/>
              <a:pPr/>
              <a:t>10</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bwMode="auto">
          <a:noFill/>
          <a:ln>
            <a:solidFill>
              <a:srgbClr val="000000"/>
            </a:solidFill>
            <a:miter lim="800000"/>
            <a:headEnd/>
            <a:tailEnd/>
          </a:ln>
        </p:spPr>
      </p:sp>
      <p:sp>
        <p:nvSpPr>
          <p:cNvPr id="31747"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vi-VN"/>
          </a:p>
        </p:txBody>
      </p:sp>
      <p:sp>
        <p:nvSpPr>
          <p:cNvPr id="3174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29170EF6-04DD-456B-8F7B-C5B3400F6F4F}" type="slidenum">
              <a:rPr lang="en-US"/>
              <a:pPr/>
              <a:t>17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bwMode="auto">
          <a:noFill/>
          <a:ln>
            <a:solidFill>
              <a:srgbClr val="000000"/>
            </a:solidFill>
            <a:miter lim="800000"/>
            <a:headEnd/>
            <a:tailEnd/>
          </a:ln>
        </p:spPr>
      </p:sp>
      <p:sp>
        <p:nvSpPr>
          <p:cNvPr id="32771"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vi-VN"/>
          </a:p>
        </p:txBody>
      </p:sp>
      <p:sp>
        <p:nvSpPr>
          <p:cNvPr id="3277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BB26A4DD-F82B-4F21-A3B8-94659CFB87FA}" type="slidenum">
              <a:rPr lang="en-US"/>
              <a:pPr/>
              <a:t>18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noFill/>
          <a:ln>
            <a:solidFill>
              <a:srgbClr val="000000"/>
            </a:solidFill>
            <a:miter lim="800000"/>
            <a:headEnd/>
            <a:tailEnd/>
          </a:ln>
        </p:spPr>
      </p:sp>
      <p:sp>
        <p:nvSpPr>
          <p:cNvPr id="34819"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vi-VN"/>
          </a:p>
        </p:txBody>
      </p:sp>
      <p:sp>
        <p:nvSpPr>
          <p:cNvPr id="3482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4791C761-470C-4999-A6B9-D445800C8369}" type="slidenum">
              <a:rPr lang="en-US"/>
              <a:pPr/>
              <a:t>20</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TextEdit="1"/>
          </p:cNvSpPr>
          <p:nvPr>
            <p:ph type="sldImg"/>
          </p:nvPr>
        </p:nvSpPr>
        <p:spPr bwMode="auto">
          <a:noFill/>
          <a:ln>
            <a:solidFill>
              <a:srgbClr val="000000"/>
            </a:solidFill>
            <a:miter lim="800000"/>
            <a:headEnd/>
            <a:tailEnd/>
          </a:ln>
        </p:spPr>
      </p:sp>
      <p:sp>
        <p:nvSpPr>
          <p:cNvPr id="49155"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vi-VN"/>
          </a:p>
        </p:txBody>
      </p:sp>
      <p:sp>
        <p:nvSpPr>
          <p:cNvPr id="4915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2B11CF44-E518-4445-9489-1725B3C56790}" type="slidenum">
              <a:rPr lang="en-US"/>
              <a:pPr/>
              <a:t>23</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TextEdit="1"/>
          </p:cNvSpPr>
          <p:nvPr>
            <p:ph type="sldImg"/>
          </p:nvPr>
        </p:nvSpPr>
        <p:spPr bwMode="auto">
          <a:noFill/>
          <a:ln>
            <a:solidFill>
              <a:srgbClr val="000000"/>
            </a:solidFill>
            <a:miter lim="800000"/>
            <a:headEnd/>
            <a:tailEnd/>
          </a:ln>
        </p:spPr>
      </p:sp>
      <p:sp>
        <p:nvSpPr>
          <p:cNvPr id="50179"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vi-VN"/>
          </a:p>
        </p:txBody>
      </p:sp>
      <p:sp>
        <p:nvSpPr>
          <p:cNvPr id="5018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FDABBAA9-D1E4-4E64-BC7F-B28A89CE8027}" type="slidenum">
              <a:rPr lang="en-US"/>
              <a:pPr/>
              <a:t>24</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bwMode="auto">
          <a:noFill/>
          <a:ln>
            <a:solidFill>
              <a:srgbClr val="000000"/>
            </a:solidFill>
            <a:miter lim="800000"/>
            <a:headEnd/>
            <a:tailEnd/>
          </a:ln>
        </p:spPr>
      </p:sp>
      <p:sp>
        <p:nvSpPr>
          <p:cNvPr id="51203"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vi-VN"/>
          </a:p>
        </p:txBody>
      </p:sp>
      <p:sp>
        <p:nvSpPr>
          <p:cNvPr id="5120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561CE0D5-6F35-4F39-BF91-1618AECDBDB9}" type="slidenum">
              <a:rPr lang="en-US"/>
              <a:pPr/>
              <a:t>25</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AutoShape 24"/>
          <p:cNvSpPr>
            <a:spLocks noChangeArrowheads="1"/>
          </p:cNvSpPr>
          <p:nvPr/>
        </p:nvSpPr>
        <p:spPr bwMode="auto">
          <a:xfrm>
            <a:off x="1066800" y="3581400"/>
            <a:ext cx="7543800" cy="76200"/>
          </a:xfrm>
          <a:custGeom>
            <a:avLst/>
            <a:gdLst>
              <a:gd name="T0" fmla="*/ 0 w 1000"/>
              <a:gd name="T1" fmla="*/ 0 h 1000"/>
              <a:gd name="T2" fmla="*/ 585 w 1000"/>
              <a:gd name="T3" fmla="*/ 0 h 1000"/>
              <a:gd name="T4" fmla="*/ 585 w 1000"/>
              <a:gd name="T5" fmla="*/ 1000 h 1000"/>
              <a:gd name="T6" fmla="*/ 0 w 1000"/>
              <a:gd name="T7" fmla="*/ 1000 h 1000"/>
              <a:gd name="T8" fmla="*/ 0 w 1000"/>
              <a:gd name="T9" fmla="*/ 0 h 1000"/>
              <a:gd name="T10" fmla="*/ 1000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28575">
            <a:solidFill>
              <a:schemeClr val="accent2"/>
            </a:solidFill>
            <a:round/>
            <a:headEnd/>
            <a:tailEnd/>
          </a:ln>
        </p:spPr>
        <p:txBody>
          <a:bodyPr/>
          <a:lstStyle/>
          <a:p>
            <a:endParaRPr lang="vi-VN"/>
          </a:p>
        </p:txBody>
      </p:sp>
      <p:sp>
        <p:nvSpPr>
          <p:cNvPr id="5122" name="Rectangle 2"/>
          <p:cNvSpPr>
            <a:spLocks noGrp="1" noChangeArrowheads="1"/>
          </p:cNvSpPr>
          <p:nvPr>
            <p:ph type="ctrTitle"/>
          </p:nvPr>
        </p:nvSpPr>
        <p:spPr>
          <a:xfrm>
            <a:off x="1066800" y="2590800"/>
            <a:ext cx="7620000" cy="990600"/>
          </a:xfrm>
        </p:spPr>
        <p:txBody>
          <a:bodyPr/>
          <a:lstStyle>
            <a:lvl1pPr>
              <a:defRPr sz="3600" b="1">
                <a:solidFill>
                  <a:schemeClr val="tx1"/>
                </a:solidFill>
              </a:defRPr>
            </a:lvl1pPr>
          </a:lstStyle>
          <a:p>
            <a:r>
              <a:rPr lang="en-US"/>
              <a:t>Click to edit Master title style</a:t>
            </a:r>
            <a:endParaRPr lang="en-GB"/>
          </a:p>
        </p:txBody>
      </p:sp>
      <p:sp>
        <p:nvSpPr>
          <p:cNvPr id="5123" name="Rectangle 3"/>
          <p:cNvSpPr>
            <a:spLocks noGrp="1" noChangeArrowheads="1"/>
          </p:cNvSpPr>
          <p:nvPr>
            <p:ph type="subTitle" idx="1"/>
          </p:nvPr>
        </p:nvSpPr>
        <p:spPr>
          <a:xfrm>
            <a:off x="1295400" y="4495800"/>
            <a:ext cx="7010400" cy="990600"/>
          </a:xfrm>
        </p:spPr>
        <p:txBody>
          <a:bodyPr/>
          <a:lstStyle>
            <a:lvl1pPr marL="0" indent="0" algn="ctr">
              <a:buFont typeface="Wingdings" pitchFamily="2" charset="2"/>
              <a:buNone/>
              <a:defRPr sz="2200"/>
            </a:lvl1pPr>
          </a:lstStyle>
          <a:p>
            <a:r>
              <a:rPr lang="en-US"/>
              <a:t>Click to edit Master subtitle style</a:t>
            </a:r>
            <a:endParaRPr lang="en-GB"/>
          </a:p>
        </p:txBody>
      </p:sp>
      <p:sp>
        <p:nvSpPr>
          <p:cNvPr id="6" name="Rectangle 5"/>
          <p:cNvSpPr>
            <a:spLocks noGrp="1" noChangeArrowheads="1"/>
          </p:cNvSpPr>
          <p:nvPr>
            <p:ph type="dt" sz="half" idx="10"/>
          </p:nvPr>
        </p:nvSpPr>
        <p:spPr>
          <a:xfrm>
            <a:off x="685800" y="6248400"/>
            <a:ext cx="1905000" cy="457200"/>
          </a:xfrm>
        </p:spPr>
        <p:txBody>
          <a:bodyPr/>
          <a:lstStyle>
            <a:lvl1pPr>
              <a:defRPr smtClean="0"/>
            </a:lvl1pPr>
          </a:lstStyle>
          <a:p>
            <a:fld id="{1098B68E-8936-4672-9E73-17E52319953C}" type="datetime1">
              <a:rPr lang="vi-VN" smtClean="0"/>
              <a:t>14/01/2024</a:t>
            </a:fld>
            <a:endParaRPr lang="vi-VN"/>
          </a:p>
        </p:txBody>
      </p:sp>
      <p:sp>
        <p:nvSpPr>
          <p:cNvPr id="7" name="Rectangle 6"/>
          <p:cNvSpPr>
            <a:spLocks noGrp="1" noChangeArrowheads="1"/>
          </p:cNvSpPr>
          <p:nvPr>
            <p:ph type="ftr" sz="quarter" idx="11"/>
          </p:nvPr>
        </p:nvSpPr>
        <p:spPr>
          <a:xfrm>
            <a:off x="2643188" y="6248400"/>
            <a:ext cx="4357687" cy="457200"/>
          </a:xfrm>
        </p:spPr>
        <p:txBody>
          <a:bodyPr/>
          <a:lstStyle>
            <a:lvl1pPr>
              <a:defRPr smtClean="0"/>
            </a:lvl1pPr>
          </a:lstStyle>
          <a:p>
            <a:r>
              <a:rPr lang="vi-VN"/>
              <a:t>Chương 1-Các khái niệm cơ bản về lập trình</a:t>
            </a:r>
          </a:p>
        </p:txBody>
      </p:sp>
      <p:sp>
        <p:nvSpPr>
          <p:cNvPr id="8" name="Rectangle 7"/>
          <p:cNvSpPr>
            <a:spLocks noGrp="1" noChangeArrowheads="1"/>
          </p:cNvSpPr>
          <p:nvPr>
            <p:ph type="sldNum" sz="quarter" idx="12"/>
          </p:nvPr>
        </p:nvSpPr>
        <p:spPr>
          <a:xfrm>
            <a:off x="7215188" y="6248400"/>
            <a:ext cx="1243012" cy="457200"/>
          </a:xfrm>
        </p:spPr>
        <p:txBody>
          <a:bodyPr/>
          <a:lstStyle>
            <a:lvl1pPr>
              <a:defRPr/>
            </a:lvl1pPr>
          </a:lstStyle>
          <a:p>
            <a:fld id="{5AB95402-1E0D-474E-8D8C-CBE7F053639E}" type="slidenum">
              <a:rPr lang="vi-VN" smtClean="0"/>
              <a:pPr/>
              <a:t>‹#›</a:t>
            </a:fld>
            <a:r>
              <a:rPr lang="en-US"/>
              <a:t>/27</a:t>
            </a:r>
            <a:endParaRPr lang="vi-VN"/>
          </a:p>
        </p:txBody>
      </p:sp>
      <p:pic>
        <p:nvPicPr>
          <p:cNvPr id="9" name="Content Placeholder 3"/>
          <p:cNvPicPr>
            <a:picLocks noChangeAspect="1"/>
          </p:cNvPicPr>
          <p:nvPr userDrawn="1"/>
        </p:nvPicPr>
        <p:blipFill rotWithShape="1">
          <a:blip r:embed="rId2">
            <a:extLst>
              <a:ext uri="{28A0092B-C50C-407E-A947-70E740481C1C}">
                <a14:useLocalDpi xmlns:a14="http://schemas.microsoft.com/office/drawing/2010/main" val="0"/>
              </a:ext>
            </a:extLst>
          </a:blip>
          <a:srcRect t="7736" b="29726"/>
          <a:stretch/>
        </p:blipFill>
        <p:spPr bwMode="auto">
          <a:xfrm>
            <a:off x="-7190" y="-27384"/>
            <a:ext cx="9144000" cy="1561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61499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algn="just">
              <a:defRPr sz="2800"/>
            </a:lvl1pPr>
            <a:lvl2pPr algn="just">
              <a:defRPr sz="2400">
                <a:solidFill>
                  <a:srgbClr val="0000FF"/>
                </a:solidFill>
              </a:defRPr>
            </a:lvl2pPr>
            <a:lvl3pPr algn="just">
              <a:defRPr sz="2000">
                <a:solidFill>
                  <a:srgbClr val="002060"/>
                </a:solidFill>
              </a:defRPr>
            </a:lvl3pPr>
            <a:lvl4pPr algn="just">
              <a:defRPr sz="1800">
                <a:solidFill>
                  <a:srgbClr val="000066"/>
                </a:solidFill>
              </a:defRPr>
            </a:lvl4pPr>
            <a:lvl5pPr algn="just">
              <a:defRPr sz="1800">
                <a:solidFill>
                  <a:schemeClr val="tx1">
                    <a:lumMod val="95000"/>
                    <a:lumOff val="5000"/>
                  </a:schemeClr>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fld id="{40716314-553A-46C5-B083-898993528F46}" type="datetime1">
              <a:rPr lang="vi-VN" smtClean="0"/>
              <a:t>14/01/2024</a:t>
            </a:fld>
            <a:endParaRPr lang="vi-VN"/>
          </a:p>
        </p:txBody>
      </p:sp>
      <p:sp>
        <p:nvSpPr>
          <p:cNvPr id="5" name="Rectangle 7"/>
          <p:cNvSpPr>
            <a:spLocks noGrp="1" noChangeArrowheads="1"/>
          </p:cNvSpPr>
          <p:nvPr>
            <p:ph type="ftr" sz="quarter" idx="11"/>
          </p:nvPr>
        </p:nvSpPr>
        <p:spPr>
          <a:ln/>
        </p:spPr>
        <p:txBody>
          <a:bodyPr/>
          <a:lstStyle>
            <a:lvl1pPr>
              <a:defRPr/>
            </a:lvl1pPr>
          </a:lstStyle>
          <a:p>
            <a:r>
              <a:rPr lang="vi-VN"/>
              <a:t>Chương 1-Các khái niệm cơ bản về lập trình</a:t>
            </a:r>
          </a:p>
        </p:txBody>
      </p:sp>
      <p:sp>
        <p:nvSpPr>
          <p:cNvPr id="6" name="Rectangle 8"/>
          <p:cNvSpPr>
            <a:spLocks noGrp="1" noChangeArrowheads="1"/>
          </p:cNvSpPr>
          <p:nvPr>
            <p:ph type="sldNum" sz="quarter" idx="12"/>
          </p:nvPr>
        </p:nvSpPr>
        <p:spPr>
          <a:ln/>
        </p:spPr>
        <p:txBody>
          <a:bodyPr/>
          <a:lstStyle>
            <a:lvl1pPr>
              <a:defRPr/>
            </a:lvl1pPr>
          </a:lstStyle>
          <a:p>
            <a:fld id="{5AB95402-1E0D-474E-8D8C-CBE7F053639E}" type="slidenum">
              <a:rPr lang="vi-VN" smtClean="0"/>
              <a:pPr/>
              <a:t>‹#›</a:t>
            </a:fld>
            <a:r>
              <a:rPr lang="vi-VN"/>
              <a:t>/27</a:t>
            </a:r>
          </a:p>
        </p:txBody>
      </p:sp>
    </p:spTree>
    <p:extLst>
      <p:ext uri="{BB962C8B-B14F-4D97-AF65-F5344CB8AC3E}">
        <p14:creationId xmlns:p14="http://schemas.microsoft.com/office/powerpoint/2010/main" val="6834376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p:cNvSpPr>
            <a:spLocks noGrp="1" noChangeArrowheads="1"/>
          </p:cNvSpPr>
          <p:nvPr>
            <p:ph type="dt" sz="half" idx="10"/>
          </p:nvPr>
        </p:nvSpPr>
        <p:spPr/>
        <p:txBody>
          <a:bodyPr/>
          <a:lstStyle>
            <a:lvl1pPr>
              <a:defRPr smtClean="0"/>
            </a:lvl1pPr>
          </a:lstStyle>
          <a:p>
            <a:fld id="{B7EF338D-741D-48D5-8A62-0B9AE4848DF0}" type="datetime1">
              <a:rPr lang="vi-VN" smtClean="0"/>
              <a:t>14/01/2024</a:t>
            </a:fld>
            <a:endParaRPr lang="vi-VN"/>
          </a:p>
        </p:txBody>
      </p:sp>
      <p:sp>
        <p:nvSpPr>
          <p:cNvPr id="5" name="Rectangle 7"/>
          <p:cNvSpPr>
            <a:spLocks noGrp="1" noChangeArrowheads="1"/>
          </p:cNvSpPr>
          <p:nvPr>
            <p:ph type="ftr" sz="quarter" idx="11"/>
          </p:nvPr>
        </p:nvSpPr>
        <p:spPr/>
        <p:txBody>
          <a:bodyPr/>
          <a:lstStyle>
            <a:lvl1pPr>
              <a:defRPr smtClean="0"/>
            </a:lvl1pPr>
          </a:lstStyle>
          <a:p>
            <a:r>
              <a:rPr lang="vi-VN"/>
              <a:t>Chương 1-Các khái niệm cơ bản về lập trình</a:t>
            </a:r>
          </a:p>
        </p:txBody>
      </p:sp>
      <p:sp>
        <p:nvSpPr>
          <p:cNvPr id="6" name="Rectangle 8"/>
          <p:cNvSpPr>
            <a:spLocks noGrp="1" noChangeArrowheads="1"/>
          </p:cNvSpPr>
          <p:nvPr>
            <p:ph type="sldNum" sz="quarter" idx="12"/>
          </p:nvPr>
        </p:nvSpPr>
        <p:spPr/>
        <p:txBody>
          <a:bodyPr/>
          <a:lstStyle>
            <a:lvl1pPr>
              <a:defRPr smtClean="0"/>
            </a:lvl1pPr>
          </a:lstStyle>
          <a:p>
            <a:fld id="{5AB95402-1E0D-474E-8D8C-CBE7F053639E}" type="slidenum">
              <a:rPr lang="vi-VN" smtClean="0"/>
              <a:t>‹#›</a:t>
            </a:fld>
            <a:endParaRPr lang="vi-VN"/>
          </a:p>
        </p:txBody>
      </p:sp>
    </p:spTree>
    <p:extLst>
      <p:ext uri="{BB962C8B-B14F-4D97-AF65-F5344CB8AC3E}">
        <p14:creationId xmlns:p14="http://schemas.microsoft.com/office/powerpoint/2010/main" val="14008369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62000" y="1143000"/>
            <a:ext cx="38862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00600" y="1143000"/>
            <a:ext cx="38862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p:cNvSpPr>
            <a:spLocks noGrp="1" noChangeArrowheads="1"/>
          </p:cNvSpPr>
          <p:nvPr>
            <p:ph type="dt" sz="half" idx="10"/>
          </p:nvPr>
        </p:nvSpPr>
        <p:spPr/>
        <p:txBody>
          <a:bodyPr/>
          <a:lstStyle>
            <a:lvl1pPr>
              <a:defRPr smtClean="0"/>
            </a:lvl1pPr>
          </a:lstStyle>
          <a:p>
            <a:fld id="{0D5F073A-90F1-42FE-BD35-AAA2CA5897E2}" type="datetime1">
              <a:rPr lang="vi-VN" smtClean="0"/>
              <a:t>14/01/2024</a:t>
            </a:fld>
            <a:endParaRPr lang="vi-VN"/>
          </a:p>
        </p:txBody>
      </p:sp>
      <p:sp>
        <p:nvSpPr>
          <p:cNvPr id="6" name="Rectangle 7"/>
          <p:cNvSpPr>
            <a:spLocks noGrp="1" noChangeArrowheads="1"/>
          </p:cNvSpPr>
          <p:nvPr>
            <p:ph type="ftr" sz="quarter" idx="11"/>
          </p:nvPr>
        </p:nvSpPr>
        <p:spPr/>
        <p:txBody>
          <a:bodyPr/>
          <a:lstStyle>
            <a:lvl1pPr>
              <a:defRPr smtClean="0"/>
            </a:lvl1pPr>
          </a:lstStyle>
          <a:p>
            <a:r>
              <a:rPr lang="vi-VN"/>
              <a:t>Chương 1-Các khái niệm cơ bản về lập trình</a:t>
            </a:r>
          </a:p>
        </p:txBody>
      </p:sp>
      <p:sp>
        <p:nvSpPr>
          <p:cNvPr id="7" name="Rectangle 8"/>
          <p:cNvSpPr>
            <a:spLocks noGrp="1" noChangeArrowheads="1"/>
          </p:cNvSpPr>
          <p:nvPr>
            <p:ph type="sldNum" sz="quarter" idx="12"/>
          </p:nvPr>
        </p:nvSpPr>
        <p:spPr/>
        <p:txBody>
          <a:bodyPr/>
          <a:lstStyle>
            <a:lvl1pPr>
              <a:defRPr smtClean="0"/>
            </a:lvl1pPr>
          </a:lstStyle>
          <a:p>
            <a:fld id="{5AB95402-1E0D-474E-8D8C-CBE7F053639E}" type="slidenum">
              <a:rPr lang="vi-VN" smtClean="0"/>
              <a:t>‹#›</a:t>
            </a:fld>
            <a:endParaRPr lang="vi-VN"/>
          </a:p>
        </p:txBody>
      </p:sp>
    </p:spTree>
    <p:extLst>
      <p:ext uri="{BB962C8B-B14F-4D97-AF65-F5344CB8AC3E}">
        <p14:creationId xmlns:p14="http://schemas.microsoft.com/office/powerpoint/2010/main" val="23807983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p:cNvSpPr>
            <a:spLocks noGrp="1" noChangeArrowheads="1"/>
          </p:cNvSpPr>
          <p:nvPr>
            <p:ph type="dt" sz="half" idx="10"/>
          </p:nvPr>
        </p:nvSpPr>
        <p:spPr/>
        <p:txBody>
          <a:bodyPr/>
          <a:lstStyle>
            <a:lvl1pPr>
              <a:defRPr smtClean="0"/>
            </a:lvl1pPr>
          </a:lstStyle>
          <a:p>
            <a:fld id="{38BAA6B5-F769-47DC-A6E4-FE0A38A2F568}" type="datetime1">
              <a:rPr lang="vi-VN" smtClean="0"/>
              <a:t>14/01/2024</a:t>
            </a:fld>
            <a:endParaRPr lang="vi-VN"/>
          </a:p>
        </p:txBody>
      </p:sp>
      <p:sp>
        <p:nvSpPr>
          <p:cNvPr id="8" name="Rectangle 7"/>
          <p:cNvSpPr>
            <a:spLocks noGrp="1" noChangeArrowheads="1"/>
          </p:cNvSpPr>
          <p:nvPr>
            <p:ph type="ftr" sz="quarter" idx="11"/>
          </p:nvPr>
        </p:nvSpPr>
        <p:spPr/>
        <p:txBody>
          <a:bodyPr/>
          <a:lstStyle>
            <a:lvl1pPr>
              <a:defRPr smtClean="0"/>
            </a:lvl1pPr>
          </a:lstStyle>
          <a:p>
            <a:r>
              <a:rPr lang="vi-VN"/>
              <a:t>Chương 1-Các khái niệm cơ bản về lập trình</a:t>
            </a:r>
          </a:p>
        </p:txBody>
      </p:sp>
      <p:sp>
        <p:nvSpPr>
          <p:cNvPr id="9" name="Rectangle 8"/>
          <p:cNvSpPr>
            <a:spLocks noGrp="1" noChangeArrowheads="1"/>
          </p:cNvSpPr>
          <p:nvPr>
            <p:ph type="sldNum" sz="quarter" idx="12"/>
          </p:nvPr>
        </p:nvSpPr>
        <p:spPr/>
        <p:txBody>
          <a:bodyPr/>
          <a:lstStyle>
            <a:lvl1pPr>
              <a:defRPr/>
            </a:lvl1pPr>
          </a:lstStyle>
          <a:p>
            <a:fld id="{5AB95402-1E0D-474E-8D8C-CBE7F053639E}" type="slidenum">
              <a:rPr lang="vi-VN" smtClean="0"/>
              <a:t>‹#›</a:t>
            </a:fld>
            <a:endParaRPr lang="vi-VN"/>
          </a:p>
        </p:txBody>
      </p:sp>
    </p:spTree>
    <p:extLst>
      <p:ext uri="{BB962C8B-B14F-4D97-AF65-F5344CB8AC3E}">
        <p14:creationId xmlns:p14="http://schemas.microsoft.com/office/powerpoint/2010/main" val="13130333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p:cNvSpPr>
            <a:spLocks noGrp="1" noChangeArrowheads="1"/>
          </p:cNvSpPr>
          <p:nvPr>
            <p:ph type="dt" sz="half" idx="10"/>
          </p:nvPr>
        </p:nvSpPr>
        <p:spPr/>
        <p:txBody>
          <a:bodyPr/>
          <a:lstStyle>
            <a:lvl1pPr>
              <a:defRPr smtClean="0"/>
            </a:lvl1pPr>
          </a:lstStyle>
          <a:p>
            <a:fld id="{AA850206-ADA7-4413-B53F-701051E3D55A}" type="datetime1">
              <a:rPr lang="vi-VN" smtClean="0"/>
              <a:t>14/01/2024</a:t>
            </a:fld>
            <a:endParaRPr lang="vi-VN"/>
          </a:p>
        </p:txBody>
      </p:sp>
      <p:sp>
        <p:nvSpPr>
          <p:cNvPr id="4" name="Rectangle 7"/>
          <p:cNvSpPr>
            <a:spLocks noGrp="1" noChangeArrowheads="1"/>
          </p:cNvSpPr>
          <p:nvPr>
            <p:ph type="ftr" sz="quarter" idx="11"/>
          </p:nvPr>
        </p:nvSpPr>
        <p:spPr/>
        <p:txBody>
          <a:bodyPr/>
          <a:lstStyle>
            <a:lvl1pPr>
              <a:defRPr smtClean="0"/>
            </a:lvl1pPr>
          </a:lstStyle>
          <a:p>
            <a:r>
              <a:rPr lang="vi-VN"/>
              <a:t>Chương 1-Các khái niệm cơ bản về lập trình</a:t>
            </a:r>
          </a:p>
        </p:txBody>
      </p:sp>
      <p:sp>
        <p:nvSpPr>
          <p:cNvPr id="5" name="Rectangle 8"/>
          <p:cNvSpPr>
            <a:spLocks noGrp="1" noChangeArrowheads="1"/>
          </p:cNvSpPr>
          <p:nvPr>
            <p:ph type="sldNum" sz="quarter" idx="12"/>
          </p:nvPr>
        </p:nvSpPr>
        <p:spPr/>
        <p:txBody>
          <a:bodyPr/>
          <a:lstStyle>
            <a:lvl1pPr>
              <a:defRPr/>
            </a:lvl1pPr>
          </a:lstStyle>
          <a:p>
            <a:fld id="{5AB95402-1E0D-474E-8D8C-CBE7F053639E}" type="slidenum">
              <a:rPr lang="vi-VN" smtClean="0"/>
              <a:t>‹#›</a:t>
            </a:fld>
            <a:endParaRPr lang="vi-VN"/>
          </a:p>
        </p:txBody>
      </p:sp>
    </p:spTree>
    <p:extLst>
      <p:ext uri="{BB962C8B-B14F-4D97-AF65-F5344CB8AC3E}">
        <p14:creationId xmlns:p14="http://schemas.microsoft.com/office/powerpoint/2010/main" val="30272842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dt" sz="half" idx="10"/>
          </p:nvPr>
        </p:nvSpPr>
        <p:spPr/>
        <p:txBody>
          <a:bodyPr/>
          <a:lstStyle>
            <a:lvl1pPr>
              <a:defRPr smtClean="0"/>
            </a:lvl1pPr>
          </a:lstStyle>
          <a:p>
            <a:fld id="{79E45F3F-D33C-4E21-9629-C3FBA4D315C0}" type="datetime1">
              <a:rPr lang="vi-VN" smtClean="0"/>
              <a:t>14/01/2024</a:t>
            </a:fld>
            <a:endParaRPr lang="vi-VN"/>
          </a:p>
        </p:txBody>
      </p:sp>
      <p:sp>
        <p:nvSpPr>
          <p:cNvPr id="3" name="Rectangle 7"/>
          <p:cNvSpPr>
            <a:spLocks noGrp="1" noChangeArrowheads="1"/>
          </p:cNvSpPr>
          <p:nvPr>
            <p:ph type="ftr" sz="quarter" idx="11"/>
          </p:nvPr>
        </p:nvSpPr>
        <p:spPr/>
        <p:txBody>
          <a:bodyPr/>
          <a:lstStyle>
            <a:lvl1pPr>
              <a:defRPr smtClean="0"/>
            </a:lvl1pPr>
          </a:lstStyle>
          <a:p>
            <a:r>
              <a:rPr lang="vi-VN"/>
              <a:t>Chương 1-Các khái niệm cơ bản về lập trình</a:t>
            </a:r>
          </a:p>
        </p:txBody>
      </p:sp>
      <p:sp>
        <p:nvSpPr>
          <p:cNvPr id="4" name="Rectangle 8"/>
          <p:cNvSpPr>
            <a:spLocks noGrp="1" noChangeArrowheads="1"/>
          </p:cNvSpPr>
          <p:nvPr>
            <p:ph type="sldNum" sz="quarter" idx="12"/>
          </p:nvPr>
        </p:nvSpPr>
        <p:spPr/>
        <p:txBody>
          <a:bodyPr/>
          <a:lstStyle>
            <a:lvl1pPr>
              <a:defRPr/>
            </a:lvl1pPr>
          </a:lstStyle>
          <a:p>
            <a:fld id="{5AB95402-1E0D-474E-8D8C-CBE7F053639E}" type="slidenum">
              <a:rPr lang="vi-VN" smtClean="0"/>
              <a:t>‹#›</a:t>
            </a:fld>
            <a:endParaRPr lang="vi-VN"/>
          </a:p>
        </p:txBody>
      </p:sp>
    </p:spTree>
    <p:extLst>
      <p:ext uri="{BB962C8B-B14F-4D97-AF65-F5344CB8AC3E}">
        <p14:creationId xmlns:p14="http://schemas.microsoft.com/office/powerpoint/2010/main" val="20629734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dt" sz="half" idx="10"/>
          </p:nvPr>
        </p:nvSpPr>
        <p:spPr/>
        <p:txBody>
          <a:bodyPr/>
          <a:lstStyle>
            <a:lvl1pPr>
              <a:defRPr smtClean="0"/>
            </a:lvl1pPr>
          </a:lstStyle>
          <a:p>
            <a:fld id="{55A14C67-9B73-406A-A2A7-FAC9E30D6953}" type="datetime1">
              <a:rPr lang="vi-VN" smtClean="0"/>
              <a:t>14/01/2024</a:t>
            </a:fld>
            <a:endParaRPr lang="vi-VN"/>
          </a:p>
        </p:txBody>
      </p:sp>
      <p:sp>
        <p:nvSpPr>
          <p:cNvPr id="6" name="Rectangle 7"/>
          <p:cNvSpPr>
            <a:spLocks noGrp="1" noChangeArrowheads="1"/>
          </p:cNvSpPr>
          <p:nvPr>
            <p:ph type="ftr" sz="quarter" idx="11"/>
          </p:nvPr>
        </p:nvSpPr>
        <p:spPr/>
        <p:txBody>
          <a:bodyPr/>
          <a:lstStyle>
            <a:lvl1pPr>
              <a:defRPr smtClean="0"/>
            </a:lvl1pPr>
          </a:lstStyle>
          <a:p>
            <a:r>
              <a:rPr lang="vi-VN"/>
              <a:t>Chương 1-Các khái niệm cơ bản về lập trình</a:t>
            </a:r>
          </a:p>
        </p:txBody>
      </p:sp>
      <p:sp>
        <p:nvSpPr>
          <p:cNvPr id="7" name="Rectangle 8"/>
          <p:cNvSpPr>
            <a:spLocks noGrp="1" noChangeArrowheads="1"/>
          </p:cNvSpPr>
          <p:nvPr>
            <p:ph type="sldNum" sz="quarter" idx="12"/>
          </p:nvPr>
        </p:nvSpPr>
        <p:spPr/>
        <p:txBody>
          <a:bodyPr/>
          <a:lstStyle>
            <a:lvl1pPr>
              <a:defRPr/>
            </a:lvl1pPr>
          </a:lstStyle>
          <a:p>
            <a:fld id="{5AB95402-1E0D-474E-8D8C-CBE7F053639E}" type="slidenum">
              <a:rPr lang="vi-VN" smtClean="0"/>
              <a:t>‹#›</a:t>
            </a:fld>
            <a:endParaRPr lang="vi-VN"/>
          </a:p>
        </p:txBody>
      </p:sp>
    </p:spTree>
    <p:extLst>
      <p:ext uri="{BB962C8B-B14F-4D97-AF65-F5344CB8AC3E}">
        <p14:creationId xmlns:p14="http://schemas.microsoft.com/office/powerpoint/2010/main" val="5641032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dt" sz="half" idx="10"/>
          </p:nvPr>
        </p:nvSpPr>
        <p:spPr/>
        <p:txBody>
          <a:bodyPr/>
          <a:lstStyle>
            <a:lvl1pPr>
              <a:defRPr smtClean="0"/>
            </a:lvl1pPr>
          </a:lstStyle>
          <a:p>
            <a:fld id="{BADA1136-5D5D-4ACE-A798-50BF2BE7A053}" type="datetime1">
              <a:rPr lang="vi-VN" smtClean="0"/>
              <a:t>14/01/2024</a:t>
            </a:fld>
            <a:endParaRPr lang="vi-VN"/>
          </a:p>
        </p:txBody>
      </p:sp>
      <p:sp>
        <p:nvSpPr>
          <p:cNvPr id="6" name="Rectangle 7"/>
          <p:cNvSpPr>
            <a:spLocks noGrp="1" noChangeArrowheads="1"/>
          </p:cNvSpPr>
          <p:nvPr>
            <p:ph type="ftr" sz="quarter" idx="11"/>
          </p:nvPr>
        </p:nvSpPr>
        <p:spPr/>
        <p:txBody>
          <a:bodyPr/>
          <a:lstStyle>
            <a:lvl1pPr>
              <a:defRPr smtClean="0"/>
            </a:lvl1pPr>
          </a:lstStyle>
          <a:p>
            <a:r>
              <a:rPr lang="vi-VN"/>
              <a:t>Chương 1-Các khái niệm cơ bản về lập trình</a:t>
            </a:r>
          </a:p>
        </p:txBody>
      </p:sp>
      <p:sp>
        <p:nvSpPr>
          <p:cNvPr id="7" name="Rectangle 8"/>
          <p:cNvSpPr>
            <a:spLocks noGrp="1" noChangeArrowheads="1"/>
          </p:cNvSpPr>
          <p:nvPr>
            <p:ph type="sldNum" sz="quarter" idx="12"/>
          </p:nvPr>
        </p:nvSpPr>
        <p:spPr/>
        <p:txBody>
          <a:bodyPr/>
          <a:lstStyle>
            <a:lvl1pPr>
              <a:defRPr/>
            </a:lvl1pPr>
          </a:lstStyle>
          <a:p>
            <a:fld id="{5AB95402-1E0D-474E-8D8C-CBE7F053639E}" type="slidenum">
              <a:rPr lang="vi-VN" smtClean="0"/>
              <a:t>‹#›</a:t>
            </a:fld>
            <a:endParaRPr lang="vi-VN"/>
          </a:p>
        </p:txBody>
      </p:sp>
    </p:spTree>
    <p:extLst>
      <p:ext uri="{BB962C8B-B14F-4D97-AF65-F5344CB8AC3E}">
        <p14:creationId xmlns:p14="http://schemas.microsoft.com/office/powerpoint/2010/main" val="23406762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p:txBody>
          <a:bodyPr/>
          <a:lstStyle>
            <a:lvl1pPr>
              <a:defRPr smtClean="0"/>
            </a:lvl1pPr>
          </a:lstStyle>
          <a:p>
            <a:fld id="{6007C529-7963-420A-9C96-D4838390635F}" type="datetime1">
              <a:rPr lang="vi-VN" smtClean="0"/>
              <a:t>14/01/2024</a:t>
            </a:fld>
            <a:endParaRPr lang="vi-VN"/>
          </a:p>
        </p:txBody>
      </p:sp>
      <p:sp>
        <p:nvSpPr>
          <p:cNvPr id="5" name="Rectangle 7"/>
          <p:cNvSpPr>
            <a:spLocks noGrp="1" noChangeArrowheads="1"/>
          </p:cNvSpPr>
          <p:nvPr>
            <p:ph type="ftr" sz="quarter" idx="11"/>
          </p:nvPr>
        </p:nvSpPr>
        <p:spPr/>
        <p:txBody>
          <a:bodyPr/>
          <a:lstStyle>
            <a:lvl1pPr>
              <a:defRPr smtClean="0"/>
            </a:lvl1pPr>
          </a:lstStyle>
          <a:p>
            <a:r>
              <a:rPr lang="vi-VN"/>
              <a:t>Chương 1-Các khái niệm cơ bản về lập trình</a:t>
            </a:r>
          </a:p>
        </p:txBody>
      </p:sp>
      <p:sp>
        <p:nvSpPr>
          <p:cNvPr id="6" name="Rectangle 8"/>
          <p:cNvSpPr>
            <a:spLocks noGrp="1" noChangeArrowheads="1"/>
          </p:cNvSpPr>
          <p:nvPr>
            <p:ph type="sldNum" sz="quarter" idx="12"/>
          </p:nvPr>
        </p:nvSpPr>
        <p:spPr/>
        <p:txBody>
          <a:bodyPr/>
          <a:lstStyle>
            <a:lvl1pPr>
              <a:defRPr/>
            </a:lvl1pPr>
          </a:lstStyle>
          <a:p>
            <a:fld id="{5AB95402-1E0D-474E-8D8C-CBE7F053639E}" type="slidenum">
              <a:rPr lang="vi-VN" smtClean="0"/>
              <a:t>‹#›</a:t>
            </a:fld>
            <a:endParaRPr lang="vi-VN"/>
          </a:p>
        </p:txBody>
      </p:sp>
    </p:spTree>
    <p:extLst>
      <p:ext uri="{BB962C8B-B14F-4D97-AF65-F5344CB8AC3E}">
        <p14:creationId xmlns:p14="http://schemas.microsoft.com/office/powerpoint/2010/main" val="14475511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3700" y="304800"/>
            <a:ext cx="2095500" cy="6019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304800"/>
            <a:ext cx="6134100" cy="6019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p:txBody>
          <a:bodyPr/>
          <a:lstStyle>
            <a:lvl1pPr>
              <a:defRPr smtClean="0"/>
            </a:lvl1pPr>
          </a:lstStyle>
          <a:p>
            <a:fld id="{123F046C-F779-425E-8869-23D160FE709B}" type="datetime1">
              <a:rPr lang="vi-VN" smtClean="0"/>
              <a:t>14/01/2024</a:t>
            </a:fld>
            <a:endParaRPr lang="vi-VN"/>
          </a:p>
        </p:txBody>
      </p:sp>
      <p:sp>
        <p:nvSpPr>
          <p:cNvPr id="5" name="Rectangle 7"/>
          <p:cNvSpPr>
            <a:spLocks noGrp="1" noChangeArrowheads="1"/>
          </p:cNvSpPr>
          <p:nvPr>
            <p:ph type="ftr" sz="quarter" idx="11"/>
          </p:nvPr>
        </p:nvSpPr>
        <p:spPr/>
        <p:txBody>
          <a:bodyPr/>
          <a:lstStyle>
            <a:lvl1pPr>
              <a:defRPr smtClean="0"/>
            </a:lvl1pPr>
          </a:lstStyle>
          <a:p>
            <a:r>
              <a:rPr lang="vi-VN"/>
              <a:t>Chương 1-Các khái niệm cơ bản về lập trình</a:t>
            </a:r>
          </a:p>
        </p:txBody>
      </p:sp>
      <p:sp>
        <p:nvSpPr>
          <p:cNvPr id="6" name="Rectangle 8"/>
          <p:cNvSpPr>
            <a:spLocks noGrp="1" noChangeArrowheads="1"/>
          </p:cNvSpPr>
          <p:nvPr>
            <p:ph type="sldNum" sz="quarter" idx="12"/>
          </p:nvPr>
        </p:nvSpPr>
        <p:spPr/>
        <p:txBody>
          <a:bodyPr/>
          <a:lstStyle>
            <a:lvl1pPr>
              <a:defRPr/>
            </a:lvl1pPr>
          </a:lstStyle>
          <a:p>
            <a:fld id="{5AB95402-1E0D-474E-8D8C-CBE7F053639E}" type="slidenum">
              <a:rPr lang="vi-VN" smtClean="0"/>
              <a:t>‹#›</a:t>
            </a:fld>
            <a:endParaRPr lang="vi-VN"/>
          </a:p>
        </p:txBody>
      </p:sp>
    </p:spTree>
    <p:extLst>
      <p:ext uri="{BB962C8B-B14F-4D97-AF65-F5344CB8AC3E}">
        <p14:creationId xmlns:p14="http://schemas.microsoft.com/office/powerpoint/2010/main" val="9558554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tHorz">
          <a:fgClr>
            <a:schemeClr val="bg2"/>
          </a:fgClr>
          <a:bgClr>
            <a:schemeClr val="bg1"/>
          </a:bgClr>
        </a:patt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304800"/>
            <a:ext cx="83820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t>Click to edit Master title style</a:t>
            </a:r>
            <a:endParaRPr lang="en-GB"/>
          </a:p>
        </p:txBody>
      </p:sp>
      <p:sp>
        <p:nvSpPr>
          <p:cNvPr id="1027" name="Rectangle 3"/>
          <p:cNvSpPr>
            <a:spLocks noGrp="1" noChangeArrowheads="1"/>
          </p:cNvSpPr>
          <p:nvPr>
            <p:ph type="body" idx="1"/>
          </p:nvPr>
        </p:nvSpPr>
        <p:spPr bwMode="auto">
          <a:xfrm>
            <a:off x="762000" y="1143000"/>
            <a:ext cx="79248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p:txBody>
      </p:sp>
      <p:sp>
        <p:nvSpPr>
          <p:cNvPr id="1028" name="AutoShape 4"/>
          <p:cNvSpPr>
            <a:spLocks noChangeArrowheads="1"/>
          </p:cNvSpPr>
          <p:nvPr/>
        </p:nvSpPr>
        <p:spPr bwMode="auto">
          <a:xfrm>
            <a:off x="457200" y="990600"/>
            <a:ext cx="8382000" cy="76200"/>
          </a:xfrm>
          <a:custGeom>
            <a:avLst/>
            <a:gdLst>
              <a:gd name="T0" fmla="*/ 0 w 1000"/>
              <a:gd name="T1" fmla="*/ 0 h 1000"/>
              <a:gd name="T2" fmla="*/ 585 w 1000"/>
              <a:gd name="T3" fmla="*/ 0 h 1000"/>
              <a:gd name="T4" fmla="*/ 585 w 1000"/>
              <a:gd name="T5" fmla="*/ 1000 h 1000"/>
              <a:gd name="T6" fmla="*/ 0 w 1000"/>
              <a:gd name="T7" fmla="*/ 1000 h 1000"/>
              <a:gd name="T8" fmla="*/ 0 w 1000"/>
              <a:gd name="T9" fmla="*/ 0 h 1000"/>
              <a:gd name="T10" fmla="*/ 1000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19050">
            <a:solidFill>
              <a:schemeClr val="accent2"/>
            </a:solidFill>
            <a:round/>
            <a:headEnd/>
            <a:tailEnd/>
          </a:ln>
        </p:spPr>
        <p:txBody>
          <a:bodyPr/>
          <a:lstStyle/>
          <a:p>
            <a:endParaRPr lang="vi-VN"/>
          </a:p>
        </p:txBody>
      </p:sp>
      <p:sp>
        <p:nvSpPr>
          <p:cNvPr id="1029" name="Line 5"/>
          <p:cNvSpPr>
            <a:spLocks noChangeShapeType="1"/>
          </p:cNvSpPr>
          <p:nvPr/>
        </p:nvSpPr>
        <p:spPr bwMode="auto">
          <a:xfrm flipV="1">
            <a:off x="381000" y="6400800"/>
            <a:ext cx="8534400" cy="0"/>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endParaRPr lang="vi-VN"/>
          </a:p>
        </p:txBody>
      </p:sp>
      <p:sp>
        <p:nvSpPr>
          <p:cNvPr id="4102" name="Rectangle 6"/>
          <p:cNvSpPr>
            <a:spLocks noGrp="1" noChangeArrowheads="1"/>
          </p:cNvSpPr>
          <p:nvPr>
            <p:ph type="dt" sz="half" idx="2"/>
          </p:nvPr>
        </p:nvSpPr>
        <p:spPr bwMode="auto">
          <a:xfrm>
            <a:off x="381000" y="6400800"/>
            <a:ext cx="19812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smtClean="0">
                <a:cs typeface="Arial" charset="0"/>
              </a:defRPr>
            </a:lvl1pPr>
          </a:lstStyle>
          <a:p>
            <a:fld id="{8504B74C-3ACC-4281-BCD1-3375C5FB2459}" type="datetime1">
              <a:rPr lang="vi-VN" smtClean="0"/>
              <a:t>14/01/2024</a:t>
            </a:fld>
            <a:endParaRPr lang="vi-VN"/>
          </a:p>
        </p:txBody>
      </p:sp>
      <p:sp>
        <p:nvSpPr>
          <p:cNvPr id="4103" name="Rectangle 7"/>
          <p:cNvSpPr>
            <a:spLocks noGrp="1" noChangeArrowheads="1"/>
          </p:cNvSpPr>
          <p:nvPr>
            <p:ph type="ftr" sz="quarter" idx="3"/>
          </p:nvPr>
        </p:nvSpPr>
        <p:spPr bwMode="auto">
          <a:xfrm>
            <a:off x="2667000" y="6400800"/>
            <a:ext cx="39624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200" smtClean="0">
                <a:cs typeface="Arial" charset="0"/>
              </a:defRPr>
            </a:lvl1pPr>
          </a:lstStyle>
          <a:p>
            <a:r>
              <a:rPr lang="vi-VN"/>
              <a:t>Chương 1-Các khái niệm cơ bản về lập trình</a:t>
            </a:r>
          </a:p>
        </p:txBody>
      </p:sp>
      <p:sp>
        <p:nvSpPr>
          <p:cNvPr id="4104" name="Rectangle 8"/>
          <p:cNvSpPr>
            <a:spLocks noGrp="1" noChangeArrowheads="1"/>
          </p:cNvSpPr>
          <p:nvPr>
            <p:ph type="sldNum" sz="quarter" idx="4"/>
          </p:nvPr>
        </p:nvSpPr>
        <p:spPr bwMode="auto">
          <a:xfrm>
            <a:off x="6934200" y="6400800"/>
            <a:ext cx="19812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smtClean="0">
                <a:cs typeface="Arial" charset="0"/>
              </a:defRPr>
            </a:lvl1pPr>
          </a:lstStyle>
          <a:p>
            <a:fld id="{5AB95402-1E0D-474E-8D8C-CBE7F053639E}" type="slidenum">
              <a:rPr lang="vi-VN" smtClean="0"/>
              <a:t>‹#›</a:t>
            </a:fld>
            <a:endParaRPr lang="vi-VN"/>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p:txStyles>
    <p:titleStyle>
      <a:lvl1pPr algn="l" rtl="0" eaLnBrk="1" fontAlgn="base" hangingPunct="1">
        <a:spcBef>
          <a:spcPct val="0"/>
        </a:spcBef>
        <a:spcAft>
          <a:spcPct val="0"/>
        </a:spcAft>
        <a:defRPr sz="3400">
          <a:solidFill>
            <a:schemeClr val="folHlink"/>
          </a:solidFill>
          <a:latin typeface="+mj-lt"/>
          <a:ea typeface="+mj-ea"/>
          <a:cs typeface="+mj-cs"/>
        </a:defRPr>
      </a:lvl1pPr>
      <a:lvl2pPr algn="l" rtl="0" eaLnBrk="1" fontAlgn="base" hangingPunct="1">
        <a:spcBef>
          <a:spcPct val="0"/>
        </a:spcBef>
        <a:spcAft>
          <a:spcPct val="0"/>
        </a:spcAft>
        <a:defRPr sz="3400">
          <a:solidFill>
            <a:schemeClr val="folHlink"/>
          </a:solidFill>
          <a:latin typeface="Arial" charset="0"/>
          <a:cs typeface="Arial" charset="0"/>
        </a:defRPr>
      </a:lvl2pPr>
      <a:lvl3pPr algn="l" rtl="0" eaLnBrk="1" fontAlgn="base" hangingPunct="1">
        <a:spcBef>
          <a:spcPct val="0"/>
        </a:spcBef>
        <a:spcAft>
          <a:spcPct val="0"/>
        </a:spcAft>
        <a:defRPr sz="3400">
          <a:solidFill>
            <a:schemeClr val="folHlink"/>
          </a:solidFill>
          <a:latin typeface="Arial" charset="0"/>
          <a:cs typeface="Arial" charset="0"/>
        </a:defRPr>
      </a:lvl3pPr>
      <a:lvl4pPr algn="l" rtl="0" eaLnBrk="1" fontAlgn="base" hangingPunct="1">
        <a:spcBef>
          <a:spcPct val="0"/>
        </a:spcBef>
        <a:spcAft>
          <a:spcPct val="0"/>
        </a:spcAft>
        <a:defRPr sz="3400">
          <a:solidFill>
            <a:schemeClr val="folHlink"/>
          </a:solidFill>
          <a:latin typeface="Arial" charset="0"/>
          <a:cs typeface="Arial" charset="0"/>
        </a:defRPr>
      </a:lvl4pPr>
      <a:lvl5pPr algn="l" rtl="0" eaLnBrk="1" fontAlgn="base" hangingPunct="1">
        <a:spcBef>
          <a:spcPct val="0"/>
        </a:spcBef>
        <a:spcAft>
          <a:spcPct val="0"/>
        </a:spcAft>
        <a:defRPr sz="3400">
          <a:solidFill>
            <a:schemeClr val="folHlink"/>
          </a:solidFill>
          <a:latin typeface="Arial" charset="0"/>
          <a:cs typeface="Arial" charset="0"/>
        </a:defRPr>
      </a:lvl5pPr>
      <a:lvl6pPr marL="457200" algn="l" rtl="0" eaLnBrk="1" fontAlgn="base" hangingPunct="1">
        <a:spcBef>
          <a:spcPct val="0"/>
        </a:spcBef>
        <a:spcAft>
          <a:spcPct val="0"/>
        </a:spcAft>
        <a:defRPr sz="3400">
          <a:solidFill>
            <a:schemeClr val="folHlink"/>
          </a:solidFill>
          <a:latin typeface="Arial" charset="0"/>
          <a:cs typeface="Arial" charset="0"/>
        </a:defRPr>
      </a:lvl6pPr>
      <a:lvl7pPr marL="914400" algn="l" rtl="0" eaLnBrk="1" fontAlgn="base" hangingPunct="1">
        <a:spcBef>
          <a:spcPct val="0"/>
        </a:spcBef>
        <a:spcAft>
          <a:spcPct val="0"/>
        </a:spcAft>
        <a:defRPr sz="3400">
          <a:solidFill>
            <a:schemeClr val="folHlink"/>
          </a:solidFill>
          <a:latin typeface="Arial" charset="0"/>
          <a:cs typeface="Arial" charset="0"/>
        </a:defRPr>
      </a:lvl7pPr>
      <a:lvl8pPr marL="1371600" algn="l" rtl="0" eaLnBrk="1" fontAlgn="base" hangingPunct="1">
        <a:spcBef>
          <a:spcPct val="0"/>
        </a:spcBef>
        <a:spcAft>
          <a:spcPct val="0"/>
        </a:spcAft>
        <a:defRPr sz="3400">
          <a:solidFill>
            <a:schemeClr val="folHlink"/>
          </a:solidFill>
          <a:latin typeface="Arial" charset="0"/>
          <a:cs typeface="Arial" charset="0"/>
        </a:defRPr>
      </a:lvl8pPr>
      <a:lvl9pPr marL="1828800" algn="l" rtl="0" eaLnBrk="1" fontAlgn="base" hangingPunct="1">
        <a:spcBef>
          <a:spcPct val="0"/>
        </a:spcBef>
        <a:spcAft>
          <a:spcPct val="0"/>
        </a:spcAft>
        <a:defRPr sz="3400">
          <a:solidFill>
            <a:schemeClr val="folHlink"/>
          </a:solidFill>
          <a:latin typeface="Arial" charset="0"/>
          <a:cs typeface="Arial" charset="0"/>
        </a:defRPr>
      </a:lvl9pPr>
    </p:titleStyle>
    <p:bodyStyle>
      <a:lvl1pPr marL="469900" indent="-469900" algn="l" rtl="0" eaLnBrk="1" fontAlgn="base" hangingPunct="1">
        <a:spcBef>
          <a:spcPct val="20000"/>
        </a:spcBef>
        <a:spcAft>
          <a:spcPct val="0"/>
        </a:spcAft>
        <a:buClr>
          <a:schemeClr val="accent2"/>
        </a:buClr>
        <a:buFont typeface="Wingdings" pitchFamily="2" charset="2"/>
        <a:buChar char="o"/>
        <a:defRPr lang="en-GB" sz="2800" smtClean="0">
          <a:solidFill>
            <a:schemeClr val="tx1"/>
          </a:solidFill>
          <a:latin typeface="+mn-lt"/>
          <a:ea typeface="+mn-ea"/>
          <a:cs typeface="+mn-cs"/>
        </a:defRPr>
      </a:lvl1pPr>
      <a:lvl2pPr marL="908050" indent="-436563" algn="l" rtl="0" eaLnBrk="1" fontAlgn="base" hangingPunct="1">
        <a:spcBef>
          <a:spcPct val="15000"/>
        </a:spcBef>
        <a:spcAft>
          <a:spcPct val="0"/>
        </a:spcAft>
        <a:buClr>
          <a:schemeClr val="accent2"/>
        </a:buClr>
        <a:buSzPct val="80000"/>
        <a:buFont typeface="Wingdings" pitchFamily="2" charset="2"/>
        <a:buChar char="n"/>
        <a:defRPr lang="en-GB" sz="2400" smtClean="0">
          <a:solidFill>
            <a:srgbClr val="0000FF"/>
          </a:solidFill>
          <a:latin typeface="+mn-lt"/>
          <a:cs typeface="+mn-cs"/>
        </a:defRPr>
      </a:lvl2pPr>
      <a:lvl3pPr marL="1304925" indent="-395288" algn="l" rtl="0" eaLnBrk="1" fontAlgn="base" hangingPunct="1">
        <a:spcBef>
          <a:spcPct val="15000"/>
        </a:spcBef>
        <a:spcAft>
          <a:spcPct val="0"/>
        </a:spcAft>
        <a:buClr>
          <a:schemeClr val="accent2"/>
        </a:buClr>
        <a:buSzPct val="80000"/>
        <a:buFont typeface="Wingdings" pitchFamily="2" charset="2"/>
        <a:buChar char="o"/>
        <a:defRPr lang="en-GB" sz="2000" smtClean="0">
          <a:solidFill>
            <a:srgbClr val="002060"/>
          </a:solidFill>
          <a:latin typeface="+mn-lt"/>
          <a:cs typeface="+mn-cs"/>
        </a:defRPr>
      </a:lvl3pPr>
      <a:lvl4pPr marL="1693863" indent="-387350" algn="l" rtl="0" eaLnBrk="1" fontAlgn="base" hangingPunct="1">
        <a:spcBef>
          <a:spcPct val="15000"/>
        </a:spcBef>
        <a:spcAft>
          <a:spcPct val="0"/>
        </a:spcAft>
        <a:buClr>
          <a:schemeClr val="accent2"/>
        </a:buClr>
        <a:buSzPct val="80000"/>
        <a:buFont typeface="Wingdings" pitchFamily="2" charset="2"/>
        <a:buChar char="n"/>
        <a:defRPr lang="en-GB" sz="1800" smtClean="0">
          <a:solidFill>
            <a:srgbClr val="000066"/>
          </a:solidFill>
          <a:latin typeface="+mn-lt"/>
          <a:cs typeface="+mn-cs"/>
        </a:defRPr>
      </a:lvl4pPr>
      <a:lvl5pPr marL="2093913" indent="-398463" algn="l" rtl="0" eaLnBrk="1" fontAlgn="base" hangingPunct="1">
        <a:spcBef>
          <a:spcPct val="15000"/>
        </a:spcBef>
        <a:spcAft>
          <a:spcPct val="0"/>
        </a:spcAft>
        <a:buClr>
          <a:schemeClr val="accent2"/>
        </a:buClr>
        <a:buFont typeface="Wingdings" pitchFamily="2" charset="2"/>
        <a:buChar char="§"/>
        <a:defRPr sz="1400">
          <a:solidFill>
            <a:schemeClr val="accent2"/>
          </a:solidFill>
          <a:latin typeface="Tahoma" pitchFamily="34" charset="0"/>
          <a:cs typeface="+mn-cs"/>
        </a:defRPr>
      </a:lvl5pPr>
      <a:lvl6pPr marL="2551113" indent="-398463" algn="l" rtl="0" eaLnBrk="1" fontAlgn="base" hangingPunct="1">
        <a:spcBef>
          <a:spcPct val="15000"/>
        </a:spcBef>
        <a:spcAft>
          <a:spcPct val="0"/>
        </a:spcAft>
        <a:buClr>
          <a:schemeClr val="accent2"/>
        </a:buClr>
        <a:buFont typeface="Wingdings" pitchFamily="2" charset="2"/>
        <a:buChar char="§"/>
        <a:defRPr sz="1400">
          <a:solidFill>
            <a:schemeClr val="accent2"/>
          </a:solidFill>
          <a:latin typeface="Tahoma" pitchFamily="34" charset="0"/>
          <a:cs typeface="+mn-cs"/>
        </a:defRPr>
      </a:lvl6pPr>
      <a:lvl7pPr marL="3008313" indent="-398463" algn="l" rtl="0" eaLnBrk="1" fontAlgn="base" hangingPunct="1">
        <a:spcBef>
          <a:spcPct val="15000"/>
        </a:spcBef>
        <a:spcAft>
          <a:spcPct val="0"/>
        </a:spcAft>
        <a:buClr>
          <a:schemeClr val="accent2"/>
        </a:buClr>
        <a:buFont typeface="Wingdings" pitchFamily="2" charset="2"/>
        <a:buChar char="§"/>
        <a:defRPr sz="1400">
          <a:solidFill>
            <a:schemeClr val="accent2"/>
          </a:solidFill>
          <a:latin typeface="Tahoma" pitchFamily="34" charset="0"/>
          <a:cs typeface="+mn-cs"/>
        </a:defRPr>
      </a:lvl7pPr>
      <a:lvl8pPr marL="3465513" indent="-398463" algn="l" rtl="0" eaLnBrk="1" fontAlgn="base" hangingPunct="1">
        <a:spcBef>
          <a:spcPct val="15000"/>
        </a:spcBef>
        <a:spcAft>
          <a:spcPct val="0"/>
        </a:spcAft>
        <a:buClr>
          <a:schemeClr val="accent2"/>
        </a:buClr>
        <a:buFont typeface="Wingdings" pitchFamily="2" charset="2"/>
        <a:buChar char="§"/>
        <a:defRPr sz="1400">
          <a:solidFill>
            <a:schemeClr val="accent2"/>
          </a:solidFill>
          <a:latin typeface="Tahoma" pitchFamily="34" charset="0"/>
          <a:cs typeface="+mn-cs"/>
        </a:defRPr>
      </a:lvl8pPr>
      <a:lvl9pPr marL="3922713" indent="-398463" algn="l" rtl="0" eaLnBrk="1" fontAlgn="base" hangingPunct="1">
        <a:spcBef>
          <a:spcPct val="15000"/>
        </a:spcBef>
        <a:spcAft>
          <a:spcPct val="0"/>
        </a:spcAft>
        <a:buClr>
          <a:schemeClr val="accent2"/>
        </a:buClr>
        <a:buFont typeface="Wingdings" pitchFamily="2" charset="2"/>
        <a:buChar char="§"/>
        <a:defRPr sz="1400">
          <a:solidFill>
            <a:schemeClr val="accent2"/>
          </a:solidFill>
          <a:latin typeface="Tahoma" pitchFamily="34" charset="0"/>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7.gif"/><Relationship Id="rId7" Type="http://schemas.openxmlformats.org/officeDocument/2006/relationships/slide" Target="slide15.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slide" Target="slide25.xml"/><Relationship Id="rId5" Type="http://schemas.openxmlformats.org/officeDocument/2006/relationships/image" Target="../media/image8.png"/><Relationship Id="rId4" Type="http://schemas.openxmlformats.org/officeDocument/2006/relationships/slide" Target="slide14.xml"/></Relationships>
</file>

<file path=ppt/slides/_rels/slide25.xml.rels><?xml version="1.0" encoding="UTF-8" standalone="yes"?>
<Relationships xmlns="http://schemas.openxmlformats.org/package/2006/relationships"><Relationship Id="rId8" Type="http://schemas.openxmlformats.org/officeDocument/2006/relationships/slide" Target="slide20.xml"/><Relationship Id="rId3" Type="http://schemas.openxmlformats.org/officeDocument/2006/relationships/image" Target="../media/image7.gif"/><Relationship Id="rId7" Type="http://schemas.openxmlformats.org/officeDocument/2006/relationships/slide" Target="slide18.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slide" Target="slide16.xml"/><Relationship Id="rId5" Type="http://schemas.openxmlformats.org/officeDocument/2006/relationships/image" Target="../media/image8.png"/><Relationship Id="rId4" Type="http://schemas.openxmlformats.org/officeDocument/2006/relationships/slide" Target="slide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effectLst>
            <a:reflection blurRad="6350" stA="52000" endA="300" endPos="35000" dir="5400000" sy="-100000" algn="bl" rotWithShape="0"/>
          </a:effectLst>
        </p:spPr>
        <p:txBody>
          <a:bodyPr/>
          <a:lstStyle/>
          <a:p>
            <a:pPr algn="ctr"/>
            <a:r>
              <a:rPr lang="en-US" sz="4400">
                <a:solidFill>
                  <a:srgbClr val="000066"/>
                </a:solidFill>
                <a:effectLst>
                  <a:outerShdw blurRad="38100" dist="38100" dir="2700000" algn="tl">
                    <a:srgbClr val="000000">
                      <a:alpha val="43137"/>
                    </a:srgbClr>
                  </a:outerShdw>
                  <a:reflection blurRad="6350" stA="55000" endA="300" endPos="45500" dir="5400000" sy="-100000" algn="bl" rotWithShape="0"/>
                </a:effectLst>
              </a:rPr>
              <a:t>Chương 1</a:t>
            </a:r>
            <a:br>
              <a:rPr lang="en-US" sz="4400">
                <a:solidFill>
                  <a:srgbClr val="000066"/>
                </a:solidFill>
                <a:effectLst>
                  <a:outerShdw blurRad="38100" dist="38100" dir="2700000" algn="tl">
                    <a:srgbClr val="000000">
                      <a:alpha val="43137"/>
                    </a:srgbClr>
                  </a:outerShdw>
                  <a:reflection blurRad="6350" stA="55000" endA="300" endPos="45500" dir="5400000" sy="-100000" algn="bl" rotWithShape="0"/>
                </a:effectLst>
              </a:rPr>
            </a:br>
            <a:r>
              <a:rPr lang="en-US" sz="4400">
                <a:solidFill>
                  <a:srgbClr val="000066"/>
                </a:solidFill>
                <a:effectLst>
                  <a:outerShdw blurRad="38100" dist="38100" dir="2700000" algn="tl">
                    <a:srgbClr val="000000">
                      <a:alpha val="43137"/>
                    </a:srgbClr>
                  </a:outerShdw>
                  <a:reflection blurRad="6350" stA="55000" endA="300" endPos="45500" dir="5400000" sy="-100000" algn="bl" rotWithShape="0"/>
                </a:effectLst>
              </a:rPr>
              <a:t>CÁC KHÁI NIỆM CƠ BẢN VỀ LẬP TRÌNH</a:t>
            </a:r>
            <a:endParaRPr lang="vi-VN" sz="4400">
              <a:solidFill>
                <a:srgbClr val="000066"/>
              </a:solidFill>
              <a:effectLst>
                <a:outerShdw blurRad="38100" dist="38100" dir="2700000" algn="tl">
                  <a:srgbClr val="000000">
                    <a:alpha val="43137"/>
                  </a:srgbClr>
                </a:outerShdw>
                <a:reflection blurRad="6350" stA="55000" endA="300" endPos="45500" dir="5400000" sy="-100000" algn="bl" rotWithShape="0"/>
              </a:effectLst>
            </a:endParaRPr>
          </a:p>
        </p:txBody>
      </p:sp>
      <p:sp>
        <p:nvSpPr>
          <p:cNvPr id="4" name="TextBox 3"/>
          <p:cNvSpPr txBox="1"/>
          <p:nvPr/>
        </p:nvSpPr>
        <p:spPr>
          <a:xfrm>
            <a:off x="3491880" y="6237312"/>
            <a:ext cx="2736304" cy="461665"/>
          </a:xfrm>
          <a:prstGeom prst="rect">
            <a:avLst/>
          </a:prstGeom>
          <a:noFill/>
        </p:spPr>
        <p:txBody>
          <a:bodyPr wrap="square" rtlCol="0">
            <a:spAutoFit/>
          </a:bodyPr>
          <a:lstStyle/>
          <a:p>
            <a:r>
              <a:rPr lang="en-US" sz="2400" dirty="0" err="1"/>
              <a:t>Hà</a:t>
            </a:r>
            <a:r>
              <a:rPr lang="en-US" sz="2400" dirty="0"/>
              <a:t> </a:t>
            </a:r>
            <a:r>
              <a:rPr lang="en-US" sz="2400" dirty="0" err="1"/>
              <a:t>Nội</a:t>
            </a:r>
            <a:r>
              <a:rPr lang="en-US" sz="2400" dirty="0"/>
              <a:t> </a:t>
            </a:r>
            <a:r>
              <a:rPr lang="en-US" sz="2400"/>
              <a:t>– 2024</a:t>
            </a:r>
            <a:endParaRPr lang="vi-VN" sz="2400" dirty="0"/>
          </a:p>
        </p:txBody>
      </p:sp>
      <p:sp>
        <p:nvSpPr>
          <p:cNvPr id="5" name="Subtitle 4"/>
          <p:cNvSpPr>
            <a:spLocks noGrp="1"/>
          </p:cNvSpPr>
          <p:nvPr>
            <p:ph type="subTitle" idx="1"/>
          </p:nvPr>
        </p:nvSpPr>
        <p:spPr/>
        <p:txBody>
          <a:bodyPr/>
          <a:lstStyle/>
          <a:p>
            <a:endParaRPr lang="en-US"/>
          </a:p>
        </p:txBody>
      </p:sp>
    </p:spTree>
    <p:extLst>
      <p:ext uri="{BB962C8B-B14F-4D97-AF65-F5344CB8AC3E}">
        <p14:creationId xmlns:p14="http://schemas.microsoft.com/office/powerpoint/2010/main" val="16696343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US"/>
              <a:t>Nội dung</a:t>
            </a:r>
          </a:p>
        </p:txBody>
      </p:sp>
      <p:sp>
        <p:nvSpPr>
          <p:cNvPr id="2" name="Date Placeholder 1"/>
          <p:cNvSpPr>
            <a:spLocks noGrp="1"/>
          </p:cNvSpPr>
          <p:nvPr>
            <p:ph type="dt" sz="half" idx="10"/>
          </p:nvPr>
        </p:nvSpPr>
        <p:spPr/>
        <p:txBody>
          <a:bodyPr/>
          <a:lstStyle/>
          <a:p>
            <a:fld id="{BCDAE562-FA9E-444F-8E73-E432C362BE09}" type="datetime1">
              <a:rPr lang="vi-VN" smtClean="0"/>
              <a:t>14/01/2024</a:t>
            </a:fld>
            <a:endParaRPr lang="vi-VN"/>
          </a:p>
        </p:txBody>
      </p:sp>
      <p:sp>
        <p:nvSpPr>
          <p:cNvPr id="16387" name="Footer Placeholder 3"/>
          <p:cNvSpPr>
            <a:spLocks noGrp="1"/>
          </p:cNvSpPr>
          <p:nvPr>
            <p:ph type="ftr" sz="quarter" idx="11"/>
          </p:nvPr>
        </p:nvSpPr>
        <p:spPr>
          <a:noFill/>
        </p:spPr>
        <p:txBody>
          <a:bodyPr/>
          <a:lstStyle/>
          <a:p>
            <a:r>
              <a:rPr lang="vi-VN"/>
              <a:t>Chương 1-Các khái niệm cơ bản về lập trình</a:t>
            </a:r>
            <a:endParaRPr lang="en-US"/>
          </a:p>
        </p:txBody>
      </p:sp>
      <p:grpSp>
        <p:nvGrpSpPr>
          <p:cNvPr id="44" name="Group 46"/>
          <p:cNvGrpSpPr>
            <a:grpSpLocks/>
          </p:cNvGrpSpPr>
          <p:nvPr/>
        </p:nvGrpSpPr>
        <p:grpSpPr bwMode="auto">
          <a:xfrm>
            <a:off x="2133600" y="1905000"/>
            <a:ext cx="4724400" cy="685800"/>
            <a:chOff x="1296" y="1824"/>
            <a:chExt cx="2976" cy="432"/>
          </a:xfrm>
        </p:grpSpPr>
        <p:sp>
          <p:nvSpPr>
            <p:cNvPr id="45" name="AutoShape 47"/>
            <p:cNvSpPr>
              <a:spLocks noChangeArrowheads="1"/>
            </p:cNvSpPr>
            <p:nvPr/>
          </p:nvSpPr>
          <p:spPr bwMode="gray">
            <a:xfrm>
              <a:off x="1536" y="1899"/>
              <a:ext cx="2736" cy="288"/>
            </a:xfrm>
            <a:prstGeom prst="roundRect">
              <a:avLst>
                <a:gd name="adj" fmla="val 16667"/>
              </a:avLst>
            </a:prstGeom>
            <a:gradFill rotWithShape="1">
              <a:gsLst>
                <a:gs pos="0">
                  <a:srgbClr val="85BA54">
                    <a:gamma/>
                    <a:tint val="21176"/>
                    <a:invGamma/>
                  </a:srgbClr>
                </a:gs>
                <a:gs pos="100000">
                  <a:srgbClr val="85BA54"/>
                </a:gs>
              </a:gsLst>
              <a:lin ang="0" scaled="1"/>
            </a:gradFill>
            <a:ln w="12700" algn="ctr">
              <a:solidFill>
                <a:srgbClr val="FFFFFF"/>
              </a:solidFill>
              <a:round/>
              <a:headEnd/>
              <a:tailEnd/>
            </a:ln>
            <a:effectLst>
              <a:outerShdw dist="99190" dir="2388334" algn="ctr" rotWithShape="0">
                <a:srgbClr val="333333">
                  <a:alpha val="50000"/>
                </a:srgbClr>
              </a:outerShdw>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3366"/>
                </a:solidFill>
                <a:effectLst/>
                <a:uLnTx/>
                <a:uFillTx/>
                <a:latin typeface="Arial" charset="0"/>
                <a:cs typeface="Arial" charset="0"/>
              </a:endParaRPr>
            </a:p>
          </p:txBody>
        </p:sp>
        <p:sp>
          <p:nvSpPr>
            <p:cNvPr id="46" name="AutoShape 48"/>
            <p:cNvSpPr>
              <a:spLocks noChangeArrowheads="1"/>
            </p:cNvSpPr>
            <p:nvPr/>
          </p:nvSpPr>
          <p:spPr bwMode="gray">
            <a:xfrm>
              <a:off x="1296" y="1824"/>
              <a:ext cx="432" cy="432"/>
            </a:xfrm>
            <a:prstGeom prst="diamond">
              <a:avLst/>
            </a:prstGeom>
            <a:solidFill>
              <a:srgbClr val="85BA54"/>
            </a:solidFill>
            <a:ln w="25400" algn="ctr">
              <a:solidFill>
                <a:srgbClr val="FFFFFF"/>
              </a:solidFill>
              <a:miter lim="800000"/>
              <a:headEnd/>
              <a:tailEnd/>
            </a:ln>
            <a:effectLst>
              <a:outerShdw dist="63500" dir="2212194" algn="ctr" rotWithShape="0">
                <a:srgbClr val="333333">
                  <a:alpha val="50000"/>
                </a:srgbClr>
              </a:outerShdw>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3366"/>
                </a:solidFill>
                <a:effectLst/>
                <a:uLnTx/>
                <a:uFillTx/>
                <a:latin typeface="Arial" charset="0"/>
                <a:cs typeface="Arial" charset="0"/>
              </a:endParaRPr>
            </a:p>
          </p:txBody>
        </p:sp>
        <p:sp>
          <p:nvSpPr>
            <p:cNvPr id="47" name="Text Box 49"/>
            <p:cNvSpPr txBox="1">
              <a:spLocks noChangeArrowheads="1"/>
            </p:cNvSpPr>
            <p:nvPr/>
          </p:nvSpPr>
          <p:spPr bwMode="gray">
            <a:xfrm>
              <a:off x="1824" y="1934"/>
              <a:ext cx="2448" cy="233"/>
            </a:xfrm>
            <a:prstGeom prst="rect">
              <a:avLst/>
            </a:prstGeom>
            <a:noFill/>
            <a:ln w="9525" algn="ctr">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1" i="0" u="none" strike="noStrike" kern="0" cap="none" spc="0" normalizeH="0" baseline="0" noProof="0">
                  <a:ln>
                    <a:noFill/>
                  </a:ln>
                  <a:solidFill>
                    <a:srgbClr val="000000"/>
                  </a:solidFill>
                  <a:effectLst/>
                  <a:uLnTx/>
                  <a:uFillTx/>
                  <a:latin typeface="Arial" charset="0"/>
                  <a:cs typeface="Arial" charset="0"/>
                </a:rPr>
                <a:t>Các khái niệm c</a:t>
              </a:r>
              <a:r>
                <a:rPr kumimoji="0" lang="vi-VN" sz="1800" b="1" i="0" u="none" strike="noStrike" kern="0" cap="none" spc="0" normalizeH="0" baseline="0" noProof="0">
                  <a:ln>
                    <a:noFill/>
                  </a:ln>
                  <a:solidFill>
                    <a:srgbClr val="000000"/>
                  </a:solidFill>
                  <a:effectLst/>
                  <a:uLnTx/>
                  <a:uFillTx/>
                  <a:latin typeface="Arial" charset="0"/>
                  <a:cs typeface="Arial" charset="0"/>
                </a:rPr>
                <a:t>ơ</a:t>
              </a:r>
              <a:r>
                <a:rPr kumimoji="0" lang="en-US" sz="1800" b="1" i="0" u="none" strike="noStrike" kern="0" cap="none" spc="0" normalizeH="0" baseline="0" noProof="0">
                  <a:ln>
                    <a:noFill/>
                  </a:ln>
                  <a:solidFill>
                    <a:srgbClr val="000000"/>
                  </a:solidFill>
                  <a:effectLst/>
                  <a:uLnTx/>
                  <a:uFillTx/>
                  <a:latin typeface="Arial" charset="0"/>
                  <a:cs typeface="Arial" charset="0"/>
                </a:rPr>
                <a:t> bản</a:t>
              </a:r>
            </a:p>
          </p:txBody>
        </p:sp>
        <p:sp>
          <p:nvSpPr>
            <p:cNvPr id="48" name="Text Box 50"/>
            <p:cNvSpPr txBox="1">
              <a:spLocks noChangeArrowheads="1"/>
            </p:cNvSpPr>
            <p:nvPr/>
          </p:nvSpPr>
          <p:spPr bwMode="gray">
            <a:xfrm>
              <a:off x="1393" y="1886"/>
              <a:ext cx="223" cy="288"/>
            </a:xfrm>
            <a:prstGeom prst="rect">
              <a:avLst/>
            </a:prstGeom>
            <a:noFill/>
            <a:ln w="9525" algn="ctr">
              <a:noFill/>
              <a:miter lim="800000"/>
              <a:headEnd/>
              <a:tailEnd/>
            </a:ln>
          </p:spPr>
          <p:txBody>
            <a:bodyPr wrap="none">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a:ln>
                    <a:noFill/>
                  </a:ln>
                  <a:solidFill>
                    <a:srgbClr val="FFFFFF"/>
                  </a:solidFill>
                  <a:effectLst/>
                  <a:uLnTx/>
                  <a:uFillTx/>
                  <a:latin typeface="Arial" charset="0"/>
                  <a:cs typeface="Arial" charset="0"/>
                </a:rPr>
                <a:t>1</a:t>
              </a:r>
            </a:p>
          </p:txBody>
        </p:sp>
      </p:grpSp>
      <p:grpSp>
        <p:nvGrpSpPr>
          <p:cNvPr id="49" name="Group 51"/>
          <p:cNvGrpSpPr>
            <a:grpSpLocks/>
          </p:cNvGrpSpPr>
          <p:nvPr/>
        </p:nvGrpSpPr>
        <p:grpSpPr bwMode="auto">
          <a:xfrm>
            <a:off x="2133600" y="2743200"/>
            <a:ext cx="4724400" cy="685800"/>
            <a:chOff x="1296" y="1824"/>
            <a:chExt cx="2976" cy="432"/>
          </a:xfrm>
        </p:grpSpPr>
        <p:sp>
          <p:nvSpPr>
            <p:cNvPr id="50" name="AutoShape 52"/>
            <p:cNvSpPr>
              <a:spLocks noChangeArrowheads="1"/>
            </p:cNvSpPr>
            <p:nvPr/>
          </p:nvSpPr>
          <p:spPr bwMode="gray">
            <a:xfrm>
              <a:off x="1536" y="1899"/>
              <a:ext cx="2736" cy="288"/>
            </a:xfrm>
            <a:prstGeom prst="roundRect">
              <a:avLst>
                <a:gd name="adj" fmla="val 16667"/>
              </a:avLst>
            </a:prstGeom>
            <a:gradFill rotWithShape="1">
              <a:gsLst>
                <a:gs pos="0">
                  <a:srgbClr val="DE8848">
                    <a:gamma/>
                    <a:tint val="21176"/>
                    <a:invGamma/>
                  </a:srgbClr>
                </a:gs>
                <a:gs pos="100000">
                  <a:srgbClr val="DE8848"/>
                </a:gs>
              </a:gsLst>
              <a:lin ang="0" scaled="1"/>
            </a:gradFill>
            <a:ln w="12700" algn="ctr">
              <a:solidFill>
                <a:srgbClr val="FFFFFF"/>
              </a:solidFill>
              <a:round/>
              <a:headEnd/>
              <a:tailEnd/>
            </a:ln>
            <a:effectLst>
              <a:outerShdw dist="99190" dir="2388334" algn="ctr" rotWithShape="0">
                <a:srgbClr val="333333">
                  <a:alpha val="50000"/>
                </a:srgbClr>
              </a:outerShdw>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3366"/>
                </a:solidFill>
                <a:effectLst/>
                <a:uLnTx/>
                <a:uFillTx/>
                <a:latin typeface="Arial" charset="0"/>
                <a:cs typeface="Arial" charset="0"/>
              </a:endParaRPr>
            </a:p>
          </p:txBody>
        </p:sp>
        <p:sp>
          <p:nvSpPr>
            <p:cNvPr id="51" name="AutoShape 53"/>
            <p:cNvSpPr>
              <a:spLocks noChangeArrowheads="1"/>
            </p:cNvSpPr>
            <p:nvPr/>
          </p:nvSpPr>
          <p:spPr bwMode="gray">
            <a:xfrm>
              <a:off x="1296" y="1824"/>
              <a:ext cx="432" cy="432"/>
            </a:xfrm>
            <a:prstGeom prst="diamond">
              <a:avLst/>
            </a:prstGeom>
            <a:solidFill>
              <a:srgbClr val="DE8848"/>
            </a:solidFill>
            <a:ln w="25400" algn="ctr">
              <a:solidFill>
                <a:srgbClr val="FFFFFF"/>
              </a:solidFill>
              <a:miter lim="800000"/>
              <a:headEnd/>
              <a:tailEnd/>
            </a:ln>
            <a:effectLst>
              <a:outerShdw dist="63500" dir="2212194" algn="ctr" rotWithShape="0">
                <a:srgbClr val="333333">
                  <a:alpha val="50000"/>
                </a:srgbClr>
              </a:outerShdw>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3366"/>
                </a:solidFill>
                <a:effectLst/>
                <a:uLnTx/>
                <a:uFillTx/>
                <a:latin typeface="Arial" charset="0"/>
                <a:cs typeface="Arial" charset="0"/>
              </a:endParaRPr>
            </a:p>
          </p:txBody>
        </p:sp>
        <p:sp>
          <p:nvSpPr>
            <p:cNvPr id="52" name="Text Box 54"/>
            <p:cNvSpPr txBox="1">
              <a:spLocks noChangeArrowheads="1"/>
            </p:cNvSpPr>
            <p:nvPr/>
          </p:nvSpPr>
          <p:spPr bwMode="gray">
            <a:xfrm>
              <a:off x="1824" y="1934"/>
              <a:ext cx="2448" cy="233"/>
            </a:xfrm>
            <a:prstGeom prst="rect">
              <a:avLst/>
            </a:prstGeom>
            <a:noFill/>
            <a:ln w="9525" algn="ctr">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1" i="0" u="none" strike="noStrike" kern="0" cap="none" spc="0" normalizeH="0" baseline="0" noProof="0">
                  <a:ln>
                    <a:noFill/>
                  </a:ln>
                  <a:solidFill>
                    <a:srgbClr val="000000"/>
                  </a:solidFill>
                  <a:effectLst/>
                  <a:uLnTx/>
                  <a:uFillTx/>
                  <a:latin typeface="Arial" charset="0"/>
                  <a:cs typeface="Arial" charset="0"/>
                </a:rPr>
                <a:t>Các b</a:t>
              </a:r>
              <a:r>
                <a:rPr kumimoji="0" lang="vi-VN" sz="1800" b="1" i="0" u="none" strike="noStrike" kern="0" cap="none" spc="0" normalizeH="0" baseline="0" noProof="0">
                  <a:ln>
                    <a:noFill/>
                  </a:ln>
                  <a:solidFill>
                    <a:srgbClr val="000000"/>
                  </a:solidFill>
                  <a:effectLst/>
                  <a:uLnTx/>
                  <a:uFillTx/>
                  <a:latin typeface="Arial" charset="0"/>
                  <a:cs typeface="Arial" charset="0"/>
                </a:rPr>
                <a:t>ướ</a:t>
              </a:r>
              <a:r>
                <a:rPr kumimoji="0" lang="en-US" sz="1800" b="1" i="0" u="none" strike="noStrike" kern="0" cap="none" spc="0" normalizeH="0" baseline="0" noProof="0">
                  <a:ln>
                    <a:noFill/>
                  </a:ln>
                  <a:solidFill>
                    <a:srgbClr val="000000"/>
                  </a:solidFill>
                  <a:effectLst/>
                  <a:uLnTx/>
                  <a:uFillTx/>
                  <a:latin typeface="Arial" charset="0"/>
                  <a:cs typeface="Arial" charset="0"/>
                </a:rPr>
                <a:t>c xây dựng ch</a:t>
              </a:r>
              <a:r>
                <a:rPr kumimoji="0" lang="vi-VN" sz="1800" b="1" i="0" u="none" strike="noStrike" kern="0" cap="none" spc="0" normalizeH="0" baseline="0" noProof="0">
                  <a:ln>
                    <a:noFill/>
                  </a:ln>
                  <a:solidFill>
                    <a:srgbClr val="000000"/>
                  </a:solidFill>
                  <a:effectLst/>
                  <a:uLnTx/>
                  <a:uFillTx/>
                  <a:latin typeface="Arial" charset="0"/>
                  <a:cs typeface="Arial" charset="0"/>
                </a:rPr>
                <a:t>ươ</a:t>
              </a:r>
              <a:r>
                <a:rPr kumimoji="0" lang="en-US" sz="1800" b="1" i="0" u="none" strike="noStrike" kern="0" cap="none" spc="0" normalizeH="0" baseline="0" noProof="0">
                  <a:ln>
                    <a:noFill/>
                  </a:ln>
                  <a:solidFill>
                    <a:srgbClr val="000000"/>
                  </a:solidFill>
                  <a:effectLst/>
                  <a:uLnTx/>
                  <a:uFillTx/>
                  <a:latin typeface="Arial" charset="0"/>
                  <a:cs typeface="Arial" charset="0"/>
                </a:rPr>
                <a:t>ng trình</a:t>
              </a:r>
            </a:p>
          </p:txBody>
        </p:sp>
        <p:sp>
          <p:nvSpPr>
            <p:cNvPr id="53" name="Text Box 55"/>
            <p:cNvSpPr txBox="1">
              <a:spLocks noChangeArrowheads="1"/>
            </p:cNvSpPr>
            <p:nvPr/>
          </p:nvSpPr>
          <p:spPr bwMode="gray">
            <a:xfrm>
              <a:off x="1393" y="1886"/>
              <a:ext cx="223" cy="288"/>
            </a:xfrm>
            <a:prstGeom prst="rect">
              <a:avLst/>
            </a:prstGeom>
            <a:noFill/>
            <a:ln w="9525" algn="ctr">
              <a:noFill/>
              <a:miter lim="800000"/>
              <a:headEnd/>
              <a:tailEnd/>
            </a:ln>
          </p:spPr>
          <p:txBody>
            <a:bodyPr wrap="none">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a:ln>
                    <a:noFill/>
                  </a:ln>
                  <a:solidFill>
                    <a:srgbClr val="FFFFFF"/>
                  </a:solidFill>
                  <a:effectLst/>
                  <a:uLnTx/>
                  <a:uFillTx/>
                  <a:latin typeface="Arial" charset="0"/>
                  <a:cs typeface="Arial" charset="0"/>
                </a:rPr>
                <a:t>2</a:t>
              </a:r>
            </a:p>
          </p:txBody>
        </p:sp>
      </p:grpSp>
      <p:grpSp>
        <p:nvGrpSpPr>
          <p:cNvPr id="54" name="Group 56"/>
          <p:cNvGrpSpPr>
            <a:grpSpLocks/>
          </p:cNvGrpSpPr>
          <p:nvPr/>
        </p:nvGrpSpPr>
        <p:grpSpPr bwMode="auto">
          <a:xfrm>
            <a:off x="2133600" y="3581400"/>
            <a:ext cx="4724400" cy="685800"/>
            <a:chOff x="1296" y="1824"/>
            <a:chExt cx="2976" cy="432"/>
          </a:xfrm>
        </p:grpSpPr>
        <p:sp>
          <p:nvSpPr>
            <p:cNvPr id="55" name="AutoShape 57"/>
            <p:cNvSpPr>
              <a:spLocks noChangeArrowheads="1"/>
            </p:cNvSpPr>
            <p:nvPr/>
          </p:nvSpPr>
          <p:spPr bwMode="gray">
            <a:xfrm>
              <a:off x="1536" y="1899"/>
              <a:ext cx="2736" cy="288"/>
            </a:xfrm>
            <a:prstGeom prst="roundRect">
              <a:avLst>
                <a:gd name="adj" fmla="val 16667"/>
              </a:avLst>
            </a:prstGeom>
            <a:gradFill rotWithShape="1">
              <a:gsLst>
                <a:gs pos="0">
                  <a:srgbClr val="5086C2">
                    <a:gamma/>
                    <a:tint val="21176"/>
                    <a:invGamma/>
                  </a:srgbClr>
                </a:gs>
                <a:gs pos="100000">
                  <a:srgbClr val="5086C2"/>
                </a:gs>
              </a:gsLst>
              <a:lin ang="0" scaled="1"/>
            </a:gradFill>
            <a:ln w="12700" algn="ctr">
              <a:solidFill>
                <a:srgbClr val="FFFFFF"/>
              </a:solidFill>
              <a:round/>
              <a:headEnd/>
              <a:tailEnd/>
            </a:ln>
            <a:effectLst>
              <a:outerShdw dist="99190" dir="2388334" algn="ctr" rotWithShape="0">
                <a:srgbClr val="333333">
                  <a:alpha val="50000"/>
                </a:srgbClr>
              </a:outerShdw>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3366"/>
                </a:solidFill>
                <a:effectLst/>
                <a:uLnTx/>
                <a:uFillTx/>
                <a:latin typeface="Arial" charset="0"/>
                <a:cs typeface="Arial" charset="0"/>
              </a:endParaRPr>
            </a:p>
          </p:txBody>
        </p:sp>
        <p:sp>
          <p:nvSpPr>
            <p:cNvPr id="56" name="AutoShape 58"/>
            <p:cNvSpPr>
              <a:spLocks noChangeArrowheads="1"/>
            </p:cNvSpPr>
            <p:nvPr/>
          </p:nvSpPr>
          <p:spPr bwMode="gray">
            <a:xfrm>
              <a:off x="1296" y="1824"/>
              <a:ext cx="432" cy="432"/>
            </a:xfrm>
            <a:prstGeom prst="diamond">
              <a:avLst/>
            </a:prstGeom>
            <a:solidFill>
              <a:srgbClr val="4C59D2"/>
            </a:solidFill>
            <a:ln w="25400" algn="ctr">
              <a:solidFill>
                <a:srgbClr val="FFFFFF"/>
              </a:solidFill>
              <a:miter lim="800000"/>
              <a:headEnd/>
              <a:tailEnd/>
            </a:ln>
            <a:effectLst>
              <a:outerShdw dist="63500" dir="2212194" algn="ctr" rotWithShape="0">
                <a:srgbClr val="333333">
                  <a:alpha val="50000"/>
                </a:srgbClr>
              </a:outerShdw>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3366"/>
                </a:solidFill>
                <a:effectLst/>
                <a:uLnTx/>
                <a:uFillTx/>
                <a:latin typeface="Arial" charset="0"/>
                <a:cs typeface="Arial" charset="0"/>
              </a:endParaRPr>
            </a:p>
          </p:txBody>
        </p:sp>
        <p:sp>
          <p:nvSpPr>
            <p:cNvPr id="57" name="Text Box 59"/>
            <p:cNvSpPr txBox="1">
              <a:spLocks noChangeArrowheads="1"/>
            </p:cNvSpPr>
            <p:nvPr/>
          </p:nvSpPr>
          <p:spPr bwMode="gray">
            <a:xfrm>
              <a:off x="1824" y="1934"/>
              <a:ext cx="2448" cy="231"/>
            </a:xfrm>
            <a:prstGeom prst="rect">
              <a:avLst/>
            </a:prstGeom>
            <a:noFill/>
            <a:ln w="9525" algn="ctr">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1" i="0" u="none" strike="noStrike" kern="0" cap="none" spc="0" normalizeH="0" baseline="0" noProof="0">
                  <a:ln>
                    <a:noFill/>
                  </a:ln>
                  <a:solidFill>
                    <a:srgbClr val="000000"/>
                  </a:solidFill>
                  <a:effectLst/>
                  <a:uLnTx/>
                  <a:uFillTx/>
                  <a:latin typeface="Arial" charset="0"/>
                  <a:cs typeface="Arial" charset="0"/>
                </a:rPr>
                <a:t>Thuật toán và chương trình</a:t>
              </a:r>
            </a:p>
          </p:txBody>
        </p:sp>
        <p:sp>
          <p:nvSpPr>
            <p:cNvPr id="58" name="Text Box 60"/>
            <p:cNvSpPr txBox="1">
              <a:spLocks noChangeArrowheads="1"/>
            </p:cNvSpPr>
            <p:nvPr/>
          </p:nvSpPr>
          <p:spPr bwMode="gray">
            <a:xfrm>
              <a:off x="1393" y="1886"/>
              <a:ext cx="223" cy="288"/>
            </a:xfrm>
            <a:prstGeom prst="rect">
              <a:avLst/>
            </a:prstGeom>
            <a:noFill/>
            <a:ln w="9525" algn="ctr">
              <a:noFill/>
              <a:miter lim="800000"/>
              <a:headEnd/>
              <a:tailEnd/>
            </a:ln>
          </p:spPr>
          <p:txBody>
            <a:bodyPr wrap="none">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a:ln>
                    <a:noFill/>
                  </a:ln>
                  <a:solidFill>
                    <a:srgbClr val="FFFFFF"/>
                  </a:solidFill>
                  <a:effectLst/>
                  <a:uLnTx/>
                  <a:uFillTx/>
                  <a:latin typeface="Arial" charset="0"/>
                  <a:cs typeface="Arial" charset="0"/>
                </a:rPr>
                <a:t>3</a:t>
              </a:r>
            </a:p>
          </p:txBody>
        </p:sp>
      </p:grpSp>
      <p:grpSp>
        <p:nvGrpSpPr>
          <p:cNvPr id="59" name="Group 61"/>
          <p:cNvGrpSpPr>
            <a:grpSpLocks/>
          </p:cNvGrpSpPr>
          <p:nvPr/>
        </p:nvGrpSpPr>
        <p:grpSpPr bwMode="auto">
          <a:xfrm>
            <a:off x="2133600" y="4495800"/>
            <a:ext cx="4724400" cy="685800"/>
            <a:chOff x="1296" y="1824"/>
            <a:chExt cx="2976" cy="432"/>
          </a:xfrm>
        </p:grpSpPr>
        <p:sp>
          <p:nvSpPr>
            <p:cNvPr id="60" name="AutoShape 62"/>
            <p:cNvSpPr>
              <a:spLocks noChangeArrowheads="1"/>
            </p:cNvSpPr>
            <p:nvPr/>
          </p:nvSpPr>
          <p:spPr bwMode="gray">
            <a:xfrm>
              <a:off x="1536" y="1899"/>
              <a:ext cx="2736" cy="288"/>
            </a:xfrm>
            <a:prstGeom prst="roundRect">
              <a:avLst>
                <a:gd name="adj" fmla="val 16667"/>
              </a:avLst>
            </a:prstGeom>
            <a:gradFill rotWithShape="1">
              <a:gsLst>
                <a:gs pos="0">
                  <a:srgbClr val="A0B5C4">
                    <a:gamma/>
                    <a:tint val="21176"/>
                    <a:invGamma/>
                  </a:srgbClr>
                </a:gs>
                <a:gs pos="100000">
                  <a:srgbClr val="A0B5C4"/>
                </a:gs>
              </a:gsLst>
              <a:lin ang="0" scaled="1"/>
            </a:gradFill>
            <a:ln w="12700" algn="ctr">
              <a:solidFill>
                <a:srgbClr val="FFFFFF"/>
              </a:solidFill>
              <a:round/>
              <a:headEnd/>
              <a:tailEnd/>
            </a:ln>
            <a:effectLst>
              <a:outerShdw dist="99190" dir="2388334" algn="ctr" rotWithShape="0">
                <a:srgbClr val="333333">
                  <a:alpha val="50000"/>
                </a:srgbClr>
              </a:outerShdw>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3366"/>
                </a:solidFill>
                <a:effectLst/>
                <a:uLnTx/>
                <a:uFillTx/>
                <a:latin typeface="Arial" charset="0"/>
                <a:cs typeface="Arial" charset="0"/>
              </a:endParaRPr>
            </a:p>
          </p:txBody>
        </p:sp>
        <p:sp>
          <p:nvSpPr>
            <p:cNvPr id="61" name="AutoShape 63"/>
            <p:cNvSpPr>
              <a:spLocks noChangeArrowheads="1"/>
            </p:cNvSpPr>
            <p:nvPr/>
          </p:nvSpPr>
          <p:spPr bwMode="gray">
            <a:xfrm>
              <a:off x="1296" y="1824"/>
              <a:ext cx="432" cy="432"/>
            </a:xfrm>
            <a:prstGeom prst="diamond">
              <a:avLst/>
            </a:prstGeom>
            <a:solidFill>
              <a:srgbClr val="A0B5C4"/>
            </a:solidFill>
            <a:ln w="25400" algn="ctr">
              <a:solidFill>
                <a:srgbClr val="FFFFFF"/>
              </a:solidFill>
              <a:miter lim="800000"/>
              <a:headEnd/>
              <a:tailEnd/>
            </a:ln>
            <a:effectLst>
              <a:outerShdw dist="63500" dir="2212194" algn="ctr" rotWithShape="0">
                <a:srgbClr val="333333">
                  <a:alpha val="50000"/>
                </a:srgbClr>
              </a:outerShdw>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3366"/>
                </a:solidFill>
                <a:effectLst/>
                <a:uLnTx/>
                <a:uFillTx/>
                <a:latin typeface="Arial" charset="0"/>
                <a:cs typeface="Arial" charset="0"/>
              </a:endParaRPr>
            </a:p>
          </p:txBody>
        </p:sp>
        <p:sp>
          <p:nvSpPr>
            <p:cNvPr id="62" name="Text Box 64"/>
            <p:cNvSpPr txBox="1">
              <a:spLocks noChangeArrowheads="1"/>
            </p:cNvSpPr>
            <p:nvPr/>
          </p:nvSpPr>
          <p:spPr bwMode="gray">
            <a:xfrm>
              <a:off x="1824" y="1934"/>
              <a:ext cx="2448" cy="233"/>
            </a:xfrm>
            <a:prstGeom prst="rect">
              <a:avLst/>
            </a:prstGeom>
            <a:noFill/>
            <a:ln w="9525" algn="ctr">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1" i="0" u="none" strike="noStrike" kern="0" cap="none" spc="0" normalizeH="0" baseline="0" noProof="0">
                  <a:ln>
                    <a:noFill/>
                  </a:ln>
                  <a:solidFill>
                    <a:srgbClr val="000000"/>
                  </a:solidFill>
                  <a:effectLst/>
                  <a:uLnTx/>
                  <a:uFillTx/>
                  <a:latin typeface="Arial" charset="0"/>
                  <a:cs typeface="Arial" charset="0"/>
                </a:rPr>
                <a:t>Giới</a:t>
              </a:r>
              <a:r>
                <a:rPr kumimoji="0" lang="en-US" sz="1800" b="1" i="0" u="none" strike="noStrike" kern="0" cap="none" spc="0" normalizeH="0" noProof="0">
                  <a:ln>
                    <a:noFill/>
                  </a:ln>
                  <a:solidFill>
                    <a:srgbClr val="000000"/>
                  </a:solidFill>
                  <a:effectLst/>
                  <a:uLnTx/>
                  <a:uFillTx/>
                  <a:latin typeface="Arial" charset="0"/>
                  <a:cs typeface="Arial" charset="0"/>
                </a:rPr>
                <a:t> thiệu ngôn ngữ lập trình C</a:t>
              </a:r>
              <a:endParaRPr kumimoji="0" lang="en-US" sz="1800" b="1" i="0" u="none" strike="noStrike" kern="0" cap="none" spc="0" normalizeH="0" baseline="0" noProof="0">
                <a:ln>
                  <a:noFill/>
                </a:ln>
                <a:solidFill>
                  <a:srgbClr val="000000"/>
                </a:solidFill>
                <a:effectLst/>
                <a:uLnTx/>
                <a:uFillTx/>
                <a:latin typeface="Arial" charset="0"/>
                <a:cs typeface="Arial" charset="0"/>
              </a:endParaRPr>
            </a:p>
          </p:txBody>
        </p:sp>
        <p:sp>
          <p:nvSpPr>
            <p:cNvPr id="63" name="Text Box 65"/>
            <p:cNvSpPr txBox="1">
              <a:spLocks noChangeArrowheads="1"/>
            </p:cNvSpPr>
            <p:nvPr/>
          </p:nvSpPr>
          <p:spPr bwMode="gray">
            <a:xfrm>
              <a:off x="1393" y="1886"/>
              <a:ext cx="223" cy="288"/>
            </a:xfrm>
            <a:prstGeom prst="rect">
              <a:avLst/>
            </a:prstGeom>
            <a:noFill/>
            <a:ln w="9525" algn="ctr">
              <a:noFill/>
              <a:miter lim="800000"/>
              <a:headEnd/>
              <a:tailEnd/>
            </a:ln>
          </p:spPr>
          <p:txBody>
            <a:bodyPr wrap="none">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a:ln>
                    <a:noFill/>
                  </a:ln>
                  <a:solidFill>
                    <a:srgbClr val="FFFFFF"/>
                  </a:solidFill>
                  <a:effectLst/>
                  <a:uLnTx/>
                  <a:uFillTx/>
                  <a:latin typeface="Arial" charset="0"/>
                  <a:cs typeface="Arial" charset="0"/>
                </a:rPr>
                <a:t>4</a:t>
              </a:r>
            </a:p>
          </p:txBody>
        </p:sp>
      </p:grpSp>
      <p:sp>
        <p:nvSpPr>
          <p:cNvPr id="7" name="Slide Number Placeholder 6"/>
          <p:cNvSpPr>
            <a:spLocks noGrp="1"/>
          </p:cNvSpPr>
          <p:nvPr>
            <p:ph type="sldNum" sz="quarter" idx="12"/>
          </p:nvPr>
        </p:nvSpPr>
        <p:spPr/>
        <p:txBody>
          <a:bodyPr/>
          <a:lstStyle/>
          <a:p>
            <a:fld id="{5AB95402-1E0D-474E-8D8C-CBE7F053639E}" type="slidenum">
              <a:rPr lang="vi-VN" smtClean="0"/>
              <a:pPr/>
              <a:t>2</a:t>
            </a:fld>
            <a:r>
              <a:rPr lang="vi-VN"/>
              <a:t>/27</a:t>
            </a:r>
          </a:p>
        </p:txBody>
      </p:sp>
    </p:spTree>
    <p:extLst>
      <p:ext uri="{BB962C8B-B14F-4D97-AF65-F5344CB8AC3E}">
        <p14:creationId xmlns:p14="http://schemas.microsoft.com/office/powerpoint/2010/main" val="1264025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fade">
                                      <p:cBhvr>
                                        <p:cTn id="7" dur="500"/>
                                        <p:tgtEl>
                                          <p:spTgt spid="44"/>
                                        </p:tgtEl>
                                      </p:cBhvr>
                                    </p:animEffect>
                                    <p:anim calcmode="lin" valueType="num">
                                      <p:cBhvr>
                                        <p:cTn id="8" dur="500" fill="hold"/>
                                        <p:tgtEl>
                                          <p:spTgt spid="44"/>
                                        </p:tgtEl>
                                        <p:attrNameLst>
                                          <p:attrName>ppt_x</p:attrName>
                                        </p:attrNameLst>
                                      </p:cBhvr>
                                      <p:tavLst>
                                        <p:tav tm="0">
                                          <p:val>
                                            <p:strVal val="#ppt_x"/>
                                          </p:val>
                                        </p:tav>
                                        <p:tav tm="100000">
                                          <p:val>
                                            <p:strVal val="#ppt_x"/>
                                          </p:val>
                                        </p:tav>
                                      </p:tavLst>
                                    </p:anim>
                                    <p:anim calcmode="lin" valueType="num">
                                      <p:cBhvr>
                                        <p:cTn id="9" dur="500" fill="hold"/>
                                        <p:tgtEl>
                                          <p:spTgt spid="44"/>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7" presetClass="entr" presetSubtype="0" fill="hold" nodeType="afterEffect">
                                  <p:stCondLst>
                                    <p:cond delay="0"/>
                                  </p:stCondLst>
                                  <p:childTnLst>
                                    <p:set>
                                      <p:cBhvr>
                                        <p:cTn id="12" dur="1" fill="hold">
                                          <p:stCondLst>
                                            <p:cond delay="0"/>
                                          </p:stCondLst>
                                        </p:cTn>
                                        <p:tgtEl>
                                          <p:spTgt spid="49"/>
                                        </p:tgtEl>
                                        <p:attrNameLst>
                                          <p:attrName>style.visibility</p:attrName>
                                        </p:attrNameLst>
                                      </p:cBhvr>
                                      <p:to>
                                        <p:strVal val="visible"/>
                                      </p:to>
                                    </p:set>
                                    <p:animEffect transition="in" filter="fade">
                                      <p:cBhvr>
                                        <p:cTn id="13" dur="1000"/>
                                        <p:tgtEl>
                                          <p:spTgt spid="49"/>
                                        </p:tgtEl>
                                      </p:cBhvr>
                                    </p:animEffect>
                                    <p:anim calcmode="lin" valueType="num">
                                      <p:cBhvr>
                                        <p:cTn id="14" dur="1000" fill="hold"/>
                                        <p:tgtEl>
                                          <p:spTgt spid="49"/>
                                        </p:tgtEl>
                                        <p:attrNameLst>
                                          <p:attrName>ppt_x</p:attrName>
                                        </p:attrNameLst>
                                      </p:cBhvr>
                                      <p:tavLst>
                                        <p:tav tm="0">
                                          <p:val>
                                            <p:strVal val="#ppt_x"/>
                                          </p:val>
                                        </p:tav>
                                        <p:tav tm="100000">
                                          <p:val>
                                            <p:strVal val="#ppt_x"/>
                                          </p:val>
                                        </p:tav>
                                      </p:tavLst>
                                    </p:anim>
                                    <p:anim calcmode="lin" valueType="num">
                                      <p:cBhvr>
                                        <p:cTn id="15" dur="1000" fill="hold"/>
                                        <p:tgtEl>
                                          <p:spTgt spid="49"/>
                                        </p:tgtEl>
                                        <p:attrNameLst>
                                          <p:attrName>ppt_y</p:attrName>
                                        </p:attrNameLst>
                                      </p:cBhvr>
                                      <p:tavLst>
                                        <p:tav tm="0">
                                          <p:val>
                                            <p:strVal val="#ppt_y-.1"/>
                                          </p:val>
                                        </p:tav>
                                        <p:tav tm="100000">
                                          <p:val>
                                            <p:strVal val="#ppt_y"/>
                                          </p:val>
                                        </p:tav>
                                      </p:tavLst>
                                    </p:anim>
                                  </p:childTnLst>
                                </p:cTn>
                              </p:par>
                            </p:childTnLst>
                          </p:cTn>
                        </p:par>
                        <p:par>
                          <p:cTn id="16" fill="hold">
                            <p:stCondLst>
                              <p:cond delay="1500"/>
                            </p:stCondLst>
                            <p:childTnLst>
                              <p:par>
                                <p:cTn id="17" presetID="47" presetClass="entr" presetSubtype="0" fill="hold" nodeType="afterEffect">
                                  <p:stCondLst>
                                    <p:cond delay="0"/>
                                  </p:stCondLst>
                                  <p:childTnLst>
                                    <p:set>
                                      <p:cBhvr>
                                        <p:cTn id="18" dur="1" fill="hold">
                                          <p:stCondLst>
                                            <p:cond delay="0"/>
                                          </p:stCondLst>
                                        </p:cTn>
                                        <p:tgtEl>
                                          <p:spTgt spid="54"/>
                                        </p:tgtEl>
                                        <p:attrNameLst>
                                          <p:attrName>style.visibility</p:attrName>
                                        </p:attrNameLst>
                                      </p:cBhvr>
                                      <p:to>
                                        <p:strVal val="visible"/>
                                      </p:to>
                                    </p:set>
                                    <p:animEffect transition="in" filter="fade">
                                      <p:cBhvr>
                                        <p:cTn id="19" dur="1000"/>
                                        <p:tgtEl>
                                          <p:spTgt spid="54"/>
                                        </p:tgtEl>
                                      </p:cBhvr>
                                    </p:animEffect>
                                    <p:anim calcmode="lin" valueType="num">
                                      <p:cBhvr>
                                        <p:cTn id="20" dur="1000" fill="hold"/>
                                        <p:tgtEl>
                                          <p:spTgt spid="54"/>
                                        </p:tgtEl>
                                        <p:attrNameLst>
                                          <p:attrName>ppt_x</p:attrName>
                                        </p:attrNameLst>
                                      </p:cBhvr>
                                      <p:tavLst>
                                        <p:tav tm="0">
                                          <p:val>
                                            <p:strVal val="#ppt_x"/>
                                          </p:val>
                                        </p:tav>
                                        <p:tav tm="100000">
                                          <p:val>
                                            <p:strVal val="#ppt_x"/>
                                          </p:val>
                                        </p:tav>
                                      </p:tavLst>
                                    </p:anim>
                                    <p:anim calcmode="lin" valueType="num">
                                      <p:cBhvr>
                                        <p:cTn id="21" dur="1000" fill="hold"/>
                                        <p:tgtEl>
                                          <p:spTgt spid="54"/>
                                        </p:tgtEl>
                                        <p:attrNameLst>
                                          <p:attrName>ppt_y</p:attrName>
                                        </p:attrNameLst>
                                      </p:cBhvr>
                                      <p:tavLst>
                                        <p:tav tm="0">
                                          <p:val>
                                            <p:strVal val="#ppt_y-.1"/>
                                          </p:val>
                                        </p:tav>
                                        <p:tav tm="100000">
                                          <p:val>
                                            <p:strVal val="#ppt_y"/>
                                          </p:val>
                                        </p:tav>
                                      </p:tavLst>
                                    </p:anim>
                                  </p:childTnLst>
                                </p:cTn>
                              </p:par>
                            </p:childTnLst>
                          </p:cTn>
                        </p:par>
                        <p:par>
                          <p:cTn id="22" fill="hold">
                            <p:stCondLst>
                              <p:cond delay="2500"/>
                            </p:stCondLst>
                            <p:childTnLst>
                              <p:par>
                                <p:cTn id="23" presetID="47" presetClass="entr" presetSubtype="0" fill="hold" nodeType="afterEffect">
                                  <p:stCondLst>
                                    <p:cond delay="0"/>
                                  </p:stCondLst>
                                  <p:childTnLst>
                                    <p:set>
                                      <p:cBhvr>
                                        <p:cTn id="24" dur="1" fill="hold">
                                          <p:stCondLst>
                                            <p:cond delay="0"/>
                                          </p:stCondLst>
                                        </p:cTn>
                                        <p:tgtEl>
                                          <p:spTgt spid="59"/>
                                        </p:tgtEl>
                                        <p:attrNameLst>
                                          <p:attrName>style.visibility</p:attrName>
                                        </p:attrNameLst>
                                      </p:cBhvr>
                                      <p:to>
                                        <p:strVal val="visible"/>
                                      </p:to>
                                    </p:set>
                                    <p:animEffect transition="in" filter="fade">
                                      <p:cBhvr>
                                        <p:cTn id="25" dur="1000"/>
                                        <p:tgtEl>
                                          <p:spTgt spid="59"/>
                                        </p:tgtEl>
                                      </p:cBhvr>
                                    </p:animEffect>
                                    <p:anim calcmode="lin" valueType="num">
                                      <p:cBhvr>
                                        <p:cTn id="26" dur="1000" fill="hold"/>
                                        <p:tgtEl>
                                          <p:spTgt spid="59"/>
                                        </p:tgtEl>
                                        <p:attrNameLst>
                                          <p:attrName>ppt_x</p:attrName>
                                        </p:attrNameLst>
                                      </p:cBhvr>
                                      <p:tavLst>
                                        <p:tav tm="0">
                                          <p:val>
                                            <p:strVal val="#ppt_x"/>
                                          </p:val>
                                        </p:tav>
                                        <p:tav tm="100000">
                                          <p:val>
                                            <p:strVal val="#ppt_x"/>
                                          </p:val>
                                        </p:tav>
                                      </p:tavLst>
                                    </p:anim>
                                    <p:anim calcmode="lin" valueType="num">
                                      <p:cBhvr>
                                        <p:cTn id="27" dur="1000" fill="hold"/>
                                        <p:tgtEl>
                                          <p:spTgt spid="5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a:t>1. Các khái niệm c</a:t>
            </a:r>
            <a:r>
              <a:rPr lang="vi-VN"/>
              <a:t>ơ</a:t>
            </a:r>
            <a:r>
              <a:rPr lang="en-US"/>
              <a:t> bản</a:t>
            </a:r>
            <a:endParaRPr lang="vi-VN"/>
          </a:p>
        </p:txBody>
      </p:sp>
      <p:sp>
        <p:nvSpPr>
          <p:cNvPr id="3" name="Content Placeholder 2"/>
          <p:cNvSpPr>
            <a:spLocks noGrp="1"/>
          </p:cNvSpPr>
          <p:nvPr>
            <p:ph idx="1"/>
          </p:nvPr>
        </p:nvSpPr>
        <p:spPr>
          <a:xfrm>
            <a:off x="762000" y="1143000"/>
            <a:ext cx="7924800" cy="5166320"/>
          </a:xfrm>
        </p:spPr>
        <p:txBody>
          <a:bodyPr/>
          <a:lstStyle/>
          <a:p>
            <a:pPr>
              <a:defRPr/>
            </a:pPr>
            <a:r>
              <a:rPr lang="en-US"/>
              <a:t>Lập trình (programming)</a:t>
            </a:r>
          </a:p>
          <a:p>
            <a:pPr lvl="1">
              <a:defRPr/>
            </a:pPr>
            <a:r>
              <a:rPr lang="en-US"/>
              <a:t>Nghệ thuật </a:t>
            </a:r>
            <a:r>
              <a:rPr lang="en-US">
                <a:solidFill>
                  <a:srgbClr val="FF0000"/>
                </a:solidFill>
              </a:rPr>
              <a:t>cài </a:t>
            </a:r>
            <a:r>
              <a:rPr lang="vi-VN">
                <a:solidFill>
                  <a:srgbClr val="FF0000"/>
                </a:solidFill>
              </a:rPr>
              <a:t>đặ</a:t>
            </a:r>
            <a:r>
              <a:rPr lang="en-US">
                <a:solidFill>
                  <a:srgbClr val="FF0000"/>
                </a:solidFill>
              </a:rPr>
              <a:t>t</a:t>
            </a:r>
            <a:r>
              <a:rPr lang="en-US"/>
              <a:t> một hoặc nhiều </a:t>
            </a:r>
            <a:r>
              <a:rPr lang="en-US">
                <a:solidFill>
                  <a:srgbClr val="FF0000"/>
                </a:solidFill>
              </a:rPr>
              <a:t>thuật toán</a:t>
            </a:r>
            <a:r>
              <a:rPr lang="en-US"/>
              <a:t> trừu t</a:t>
            </a:r>
            <a:r>
              <a:rPr lang="vi-VN"/>
              <a:t>ượ</a:t>
            </a:r>
            <a:r>
              <a:rPr lang="en-US"/>
              <a:t>ng có liên quan với nhau bằng một </a:t>
            </a:r>
            <a:r>
              <a:rPr lang="en-US">
                <a:solidFill>
                  <a:srgbClr val="FF0000"/>
                </a:solidFill>
              </a:rPr>
              <a:t>ngôn ngữ lập trình</a:t>
            </a:r>
            <a:r>
              <a:rPr lang="en-US"/>
              <a:t> </a:t>
            </a:r>
            <a:r>
              <a:rPr lang="vi-VN"/>
              <a:t>để</a:t>
            </a:r>
            <a:r>
              <a:rPr lang="en-US"/>
              <a:t> tạo ra một </a:t>
            </a:r>
            <a:r>
              <a:rPr lang="en-US">
                <a:solidFill>
                  <a:srgbClr val="FF0000"/>
                </a:solidFill>
              </a:rPr>
              <a:t>ch</a:t>
            </a:r>
            <a:r>
              <a:rPr lang="vi-VN">
                <a:solidFill>
                  <a:srgbClr val="FF0000"/>
                </a:solidFill>
              </a:rPr>
              <a:t>ươ</a:t>
            </a:r>
            <a:r>
              <a:rPr lang="en-US">
                <a:solidFill>
                  <a:srgbClr val="FF0000"/>
                </a:solidFill>
              </a:rPr>
              <a:t>ng trình máy tính</a:t>
            </a:r>
            <a:r>
              <a:rPr lang="en-US"/>
              <a:t>.</a:t>
            </a:r>
          </a:p>
          <a:p>
            <a:pPr>
              <a:defRPr/>
            </a:pPr>
            <a:r>
              <a:rPr lang="en-US"/>
              <a:t>Bài toán</a:t>
            </a:r>
          </a:p>
          <a:p>
            <a:pPr lvl="1">
              <a:defRPr/>
            </a:pPr>
            <a:r>
              <a:rPr lang="en-US"/>
              <a:t>Là việc nào đó ta muốn máy thực hiện để từ thông tin đưa vào (INPUT) tìm được thông tin ra (OUTPUT)</a:t>
            </a:r>
          </a:p>
          <a:p>
            <a:pPr lvl="1">
              <a:defRPr/>
            </a:pPr>
            <a:r>
              <a:rPr lang="en-US"/>
              <a:t>Ví dụ: Giải phương trình bậc nhất ax + b = 0</a:t>
            </a:r>
          </a:p>
          <a:p>
            <a:pPr lvl="2">
              <a:defRPr/>
            </a:pPr>
            <a:r>
              <a:rPr lang="en-US"/>
              <a:t>INPUT: </a:t>
            </a:r>
            <a:r>
              <a:rPr lang="en-US" b="1">
                <a:latin typeface="+mj-lt"/>
                <a:cs typeface="Courier New" pitchFamily="49" charset="0"/>
              </a:rPr>
              <a:t>a, b thuộc R</a:t>
            </a:r>
          </a:p>
          <a:p>
            <a:pPr lvl="2">
              <a:defRPr/>
            </a:pPr>
            <a:r>
              <a:rPr lang="en-US"/>
              <a:t>OUTPUT: nghiệm của phương trình ax + b = 0</a:t>
            </a:r>
          </a:p>
          <a:p>
            <a:pPr>
              <a:defRPr/>
            </a:pPr>
            <a:endParaRPr lang="vi-VN"/>
          </a:p>
        </p:txBody>
      </p:sp>
      <p:sp>
        <p:nvSpPr>
          <p:cNvPr id="17412" name="Footer Placeholder 3"/>
          <p:cNvSpPr>
            <a:spLocks noGrp="1"/>
          </p:cNvSpPr>
          <p:nvPr>
            <p:ph type="ftr" sz="quarter" idx="11"/>
          </p:nvPr>
        </p:nvSpPr>
        <p:spPr>
          <a:noFill/>
        </p:spPr>
        <p:txBody>
          <a:bodyPr/>
          <a:lstStyle/>
          <a:p>
            <a:r>
              <a:rPr lang="vi-VN"/>
              <a:t>Chương 1-Các khái niệm cơ bản về lập trình</a:t>
            </a:r>
            <a:endParaRPr lang="en-US"/>
          </a:p>
        </p:txBody>
      </p:sp>
      <p:sp>
        <p:nvSpPr>
          <p:cNvPr id="2" name="Date Placeholder 1"/>
          <p:cNvSpPr>
            <a:spLocks noGrp="1"/>
          </p:cNvSpPr>
          <p:nvPr>
            <p:ph type="dt" sz="half" idx="10"/>
          </p:nvPr>
        </p:nvSpPr>
        <p:spPr/>
        <p:txBody>
          <a:bodyPr/>
          <a:lstStyle/>
          <a:p>
            <a:fld id="{A82C9735-D634-4FAC-BE4D-B3784C5AA277}" type="datetime1">
              <a:rPr lang="vi-VN" smtClean="0"/>
              <a:t>14/01/2024</a:t>
            </a:fld>
            <a:endParaRPr lang="vi-VN"/>
          </a:p>
        </p:txBody>
      </p:sp>
      <p:sp>
        <p:nvSpPr>
          <p:cNvPr id="7" name="Slide Number Placeholder 6"/>
          <p:cNvSpPr>
            <a:spLocks noGrp="1"/>
          </p:cNvSpPr>
          <p:nvPr>
            <p:ph type="sldNum" sz="quarter" idx="12"/>
          </p:nvPr>
        </p:nvSpPr>
        <p:spPr/>
        <p:txBody>
          <a:bodyPr/>
          <a:lstStyle/>
          <a:p>
            <a:fld id="{5AB95402-1E0D-474E-8D8C-CBE7F053639E}" type="slidenum">
              <a:rPr lang="vi-VN" smtClean="0"/>
              <a:pPr/>
              <a:t>3</a:t>
            </a:fld>
            <a:r>
              <a:rPr lang="vi-VN"/>
              <a:t>/27</a:t>
            </a:r>
          </a:p>
        </p:txBody>
      </p:sp>
    </p:spTree>
    <p:extLst>
      <p:ext uri="{BB962C8B-B14F-4D97-AF65-F5344CB8AC3E}">
        <p14:creationId xmlns:p14="http://schemas.microsoft.com/office/powerpoint/2010/main" val="2894633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up)">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up)">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left)">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left)">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1. Các khái niệm c</a:t>
            </a:r>
            <a:r>
              <a:rPr lang="vi-VN"/>
              <a:t>ơ</a:t>
            </a:r>
            <a:r>
              <a:rPr lang="en-US"/>
              <a:t> bản</a:t>
            </a:r>
            <a:endParaRPr lang="vi-VN"/>
          </a:p>
        </p:txBody>
      </p:sp>
      <p:sp>
        <p:nvSpPr>
          <p:cNvPr id="3" name="Content Placeholder 2"/>
          <p:cNvSpPr>
            <a:spLocks noGrp="1"/>
          </p:cNvSpPr>
          <p:nvPr>
            <p:ph idx="1"/>
          </p:nvPr>
        </p:nvSpPr>
        <p:spPr>
          <a:xfrm>
            <a:off x="762000" y="1143000"/>
            <a:ext cx="7924800" cy="2646040"/>
          </a:xfrm>
        </p:spPr>
        <p:txBody>
          <a:bodyPr/>
          <a:lstStyle/>
          <a:p>
            <a:pPr>
              <a:defRPr/>
            </a:pPr>
            <a:r>
              <a:rPr lang="en-US"/>
              <a:t>Thuật toán (Algorithm)</a:t>
            </a:r>
          </a:p>
          <a:p>
            <a:pPr lvl="1">
              <a:defRPr/>
            </a:pPr>
            <a:r>
              <a:rPr lang="en-US"/>
              <a:t>Thuật toán để giải một bài toán là một </a:t>
            </a:r>
            <a:r>
              <a:rPr lang="en-US">
                <a:solidFill>
                  <a:srgbClr val="FF0000"/>
                </a:solidFill>
              </a:rPr>
              <a:t>dãy hữu hạn</a:t>
            </a:r>
            <a:r>
              <a:rPr lang="en-US"/>
              <a:t> các thao tác được </a:t>
            </a:r>
            <a:r>
              <a:rPr lang="en-US">
                <a:solidFill>
                  <a:srgbClr val="FF0000"/>
                </a:solidFill>
              </a:rPr>
              <a:t>sắp xếp </a:t>
            </a:r>
            <a:r>
              <a:rPr lang="en-US"/>
              <a:t>theo một trình tự xác định sao cho sau khi thực hiện dãy thao tác đó, từ </a:t>
            </a:r>
            <a:r>
              <a:rPr lang="en-US">
                <a:solidFill>
                  <a:srgbClr val="FF0000"/>
                </a:solidFill>
              </a:rPr>
              <a:t>Input</a:t>
            </a:r>
            <a:r>
              <a:rPr lang="en-US"/>
              <a:t> của bài toán, ta nhận được </a:t>
            </a:r>
            <a:r>
              <a:rPr lang="en-US">
                <a:solidFill>
                  <a:srgbClr val="FF0000"/>
                </a:solidFill>
              </a:rPr>
              <a:t>Output</a:t>
            </a:r>
            <a:r>
              <a:rPr lang="en-US"/>
              <a:t> cần tìm</a:t>
            </a:r>
          </a:p>
          <a:p>
            <a:pPr>
              <a:defRPr/>
            </a:pPr>
            <a:endParaRPr lang="vi-VN"/>
          </a:p>
          <a:p>
            <a:endParaRPr lang="vi-VN"/>
          </a:p>
        </p:txBody>
      </p:sp>
      <p:pic>
        <p:nvPicPr>
          <p:cNvPr id="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4248" y="3189242"/>
            <a:ext cx="1368152" cy="2399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5472608" y="5445224"/>
            <a:ext cx="3563888" cy="923330"/>
          </a:xfrm>
          <a:prstGeom prst="rect">
            <a:avLst/>
          </a:prstGeom>
          <a:noFill/>
        </p:spPr>
        <p:txBody>
          <a:bodyPr wrap="square" rtlCol="0">
            <a:spAutoFit/>
          </a:bodyPr>
          <a:lstStyle/>
          <a:p>
            <a:pPr algn="ctr"/>
            <a:r>
              <a:rPr lang="en-US"/>
              <a:t>Al-Khwarizmi (780-850) - người có ảnh hưởng lớn đến sự hình thành thuật ngữ “Algorithm”</a:t>
            </a:r>
            <a:endParaRPr lang="vi-VN"/>
          </a:p>
        </p:txBody>
      </p:sp>
      <p:sp>
        <p:nvSpPr>
          <p:cNvPr id="7" name="Content Placeholder 2"/>
          <p:cNvSpPr txBox="1">
            <a:spLocks/>
          </p:cNvSpPr>
          <p:nvPr/>
        </p:nvSpPr>
        <p:spPr bwMode="auto">
          <a:xfrm>
            <a:off x="755576" y="3347622"/>
            <a:ext cx="5760640" cy="657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69900" indent="-469900" algn="just" rtl="0" eaLnBrk="1" fontAlgn="base" hangingPunct="1">
              <a:spcBef>
                <a:spcPct val="20000"/>
              </a:spcBef>
              <a:spcAft>
                <a:spcPct val="0"/>
              </a:spcAft>
              <a:buClr>
                <a:schemeClr val="accent2"/>
              </a:buClr>
              <a:buFont typeface="Wingdings" pitchFamily="2" charset="2"/>
              <a:buChar char="o"/>
              <a:defRPr lang="en-GB" sz="2800">
                <a:solidFill>
                  <a:schemeClr val="tx1"/>
                </a:solidFill>
                <a:latin typeface="+mn-lt"/>
                <a:ea typeface="+mn-ea"/>
                <a:cs typeface="+mn-cs"/>
              </a:defRPr>
            </a:lvl1pPr>
            <a:lvl2pPr marL="908050" indent="-436563" algn="just" rtl="0" eaLnBrk="1" fontAlgn="base" hangingPunct="1">
              <a:spcBef>
                <a:spcPct val="15000"/>
              </a:spcBef>
              <a:spcAft>
                <a:spcPct val="0"/>
              </a:spcAft>
              <a:buClr>
                <a:schemeClr val="accent2"/>
              </a:buClr>
              <a:buSzPct val="80000"/>
              <a:buFont typeface="Wingdings" pitchFamily="2" charset="2"/>
              <a:buChar char="n"/>
              <a:defRPr lang="en-GB" sz="2400">
                <a:solidFill>
                  <a:srgbClr val="0000FF"/>
                </a:solidFill>
                <a:latin typeface="+mn-lt"/>
                <a:cs typeface="+mn-cs"/>
              </a:defRPr>
            </a:lvl2pPr>
            <a:lvl3pPr marL="1304925" indent="-395288" algn="just" rtl="0" eaLnBrk="1" fontAlgn="base" hangingPunct="1">
              <a:spcBef>
                <a:spcPct val="15000"/>
              </a:spcBef>
              <a:spcAft>
                <a:spcPct val="0"/>
              </a:spcAft>
              <a:buClr>
                <a:schemeClr val="accent2"/>
              </a:buClr>
              <a:buSzPct val="80000"/>
              <a:buFont typeface="Wingdings" pitchFamily="2" charset="2"/>
              <a:buChar char="o"/>
              <a:defRPr lang="en-GB" sz="2000">
                <a:solidFill>
                  <a:srgbClr val="002060"/>
                </a:solidFill>
                <a:latin typeface="+mn-lt"/>
                <a:cs typeface="+mn-cs"/>
              </a:defRPr>
            </a:lvl3pPr>
            <a:lvl4pPr marL="1693863" indent="-387350" algn="just" rtl="0" eaLnBrk="1" fontAlgn="base" hangingPunct="1">
              <a:spcBef>
                <a:spcPct val="15000"/>
              </a:spcBef>
              <a:spcAft>
                <a:spcPct val="0"/>
              </a:spcAft>
              <a:buClr>
                <a:schemeClr val="accent2"/>
              </a:buClr>
              <a:buSzPct val="80000"/>
              <a:buFont typeface="Wingdings" pitchFamily="2" charset="2"/>
              <a:buChar char="n"/>
              <a:defRPr lang="en-GB" sz="1800">
                <a:solidFill>
                  <a:srgbClr val="000066"/>
                </a:solidFill>
                <a:latin typeface="+mn-lt"/>
                <a:cs typeface="+mn-cs"/>
              </a:defRPr>
            </a:lvl4pPr>
            <a:lvl5pPr marL="2093913" indent="-398463" algn="just" rtl="0" eaLnBrk="1" fontAlgn="base" hangingPunct="1">
              <a:spcBef>
                <a:spcPct val="15000"/>
              </a:spcBef>
              <a:spcAft>
                <a:spcPct val="0"/>
              </a:spcAft>
              <a:buClr>
                <a:schemeClr val="accent2"/>
              </a:buClr>
              <a:buFont typeface="Wingdings" pitchFamily="2" charset="2"/>
              <a:buChar char="§"/>
              <a:defRPr sz="1800">
                <a:solidFill>
                  <a:schemeClr val="tx1">
                    <a:lumMod val="95000"/>
                    <a:lumOff val="5000"/>
                  </a:schemeClr>
                </a:solidFill>
                <a:latin typeface="+mj-lt"/>
                <a:cs typeface="+mn-cs"/>
              </a:defRPr>
            </a:lvl5pPr>
            <a:lvl6pPr marL="2551113" indent="-398463" algn="l" rtl="0" eaLnBrk="1" fontAlgn="base" hangingPunct="1">
              <a:spcBef>
                <a:spcPct val="15000"/>
              </a:spcBef>
              <a:spcAft>
                <a:spcPct val="0"/>
              </a:spcAft>
              <a:buClr>
                <a:schemeClr val="accent2"/>
              </a:buClr>
              <a:buFont typeface="Wingdings" pitchFamily="2" charset="2"/>
              <a:buChar char="§"/>
              <a:defRPr sz="1400">
                <a:solidFill>
                  <a:schemeClr val="accent2"/>
                </a:solidFill>
                <a:latin typeface="Tahoma" pitchFamily="34" charset="0"/>
                <a:cs typeface="+mn-cs"/>
              </a:defRPr>
            </a:lvl6pPr>
            <a:lvl7pPr marL="3008313" indent="-398463" algn="l" rtl="0" eaLnBrk="1" fontAlgn="base" hangingPunct="1">
              <a:spcBef>
                <a:spcPct val="15000"/>
              </a:spcBef>
              <a:spcAft>
                <a:spcPct val="0"/>
              </a:spcAft>
              <a:buClr>
                <a:schemeClr val="accent2"/>
              </a:buClr>
              <a:buFont typeface="Wingdings" pitchFamily="2" charset="2"/>
              <a:buChar char="§"/>
              <a:defRPr sz="1400">
                <a:solidFill>
                  <a:schemeClr val="accent2"/>
                </a:solidFill>
                <a:latin typeface="Tahoma" pitchFamily="34" charset="0"/>
                <a:cs typeface="+mn-cs"/>
              </a:defRPr>
            </a:lvl7pPr>
            <a:lvl8pPr marL="3465513" indent="-398463" algn="l" rtl="0" eaLnBrk="1" fontAlgn="base" hangingPunct="1">
              <a:spcBef>
                <a:spcPct val="15000"/>
              </a:spcBef>
              <a:spcAft>
                <a:spcPct val="0"/>
              </a:spcAft>
              <a:buClr>
                <a:schemeClr val="accent2"/>
              </a:buClr>
              <a:buFont typeface="Wingdings" pitchFamily="2" charset="2"/>
              <a:buChar char="§"/>
              <a:defRPr sz="1400">
                <a:solidFill>
                  <a:schemeClr val="accent2"/>
                </a:solidFill>
                <a:latin typeface="Tahoma" pitchFamily="34" charset="0"/>
                <a:cs typeface="+mn-cs"/>
              </a:defRPr>
            </a:lvl8pPr>
            <a:lvl9pPr marL="3922713" indent="-398463" algn="l" rtl="0" eaLnBrk="1" fontAlgn="base" hangingPunct="1">
              <a:spcBef>
                <a:spcPct val="15000"/>
              </a:spcBef>
              <a:spcAft>
                <a:spcPct val="0"/>
              </a:spcAft>
              <a:buClr>
                <a:schemeClr val="accent2"/>
              </a:buClr>
              <a:buFont typeface="Wingdings" pitchFamily="2" charset="2"/>
              <a:buChar char="§"/>
              <a:defRPr sz="1400">
                <a:solidFill>
                  <a:schemeClr val="accent2"/>
                </a:solidFill>
                <a:latin typeface="Tahoma" pitchFamily="34" charset="0"/>
                <a:cs typeface="+mn-cs"/>
              </a:defRPr>
            </a:lvl9pPr>
          </a:lstStyle>
          <a:p>
            <a:pPr>
              <a:defRPr/>
            </a:pPr>
            <a:r>
              <a:rPr lang="en-US"/>
              <a:t>Ví dụ: </a:t>
            </a:r>
            <a:r>
              <a:rPr lang="en-US" sz="2400"/>
              <a:t>Thuật toán giải pt ax + b  = 0</a:t>
            </a:r>
          </a:p>
          <a:p>
            <a:pPr>
              <a:defRPr/>
            </a:pPr>
            <a:endParaRPr lang="en-US"/>
          </a:p>
          <a:p>
            <a:endParaRPr lang="vi-VN"/>
          </a:p>
        </p:txBody>
      </p:sp>
      <p:sp>
        <p:nvSpPr>
          <p:cNvPr id="8" name="TextBox 7"/>
          <p:cNvSpPr txBox="1">
            <a:spLocks noChangeArrowheads="1"/>
          </p:cNvSpPr>
          <p:nvPr/>
        </p:nvSpPr>
        <p:spPr bwMode="auto">
          <a:xfrm>
            <a:off x="827584" y="3861048"/>
            <a:ext cx="4957936" cy="2554545"/>
          </a:xfrm>
          <a:prstGeom prst="rect">
            <a:avLst/>
          </a:prstGeom>
          <a:ln>
            <a:prstDash val="dash"/>
            <a:headEnd/>
            <a:tailEnd/>
          </a:ln>
        </p:spPr>
        <p:style>
          <a:lnRef idx="2">
            <a:schemeClr val="accent2"/>
          </a:lnRef>
          <a:fillRef idx="1">
            <a:schemeClr val="lt1"/>
          </a:fillRef>
          <a:effectRef idx="0">
            <a:schemeClr val="accent2"/>
          </a:effectRef>
          <a:fontRef idx="minor">
            <a:schemeClr val="dk1"/>
          </a:fontRef>
        </p:style>
        <p:txBody>
          <a:bodyPr wrap="square">
            <a:spAutoFit/>
          </a:bodyPr>
          <a:lstStyle/>
          <a:p>
            <a:pPr>
              <a:buFont typeface="Arial" charset="0"/>
              <a:buChar char="•"/>
            </a:pPr>
            <a:r>
              <a:rPr lang="en-US" sz="2000" b="1">
                <a:latin typeface="Courier New" pitchFamily="49" charset="0"/>
                <a:cs typeface="Courier New" pitchFamily="49" charset="0"/>
              </a:rPr>
              <a:t> Nếu a = 0</a:t>
            </a:r>
          </a:p>
          <a:p>
            <a:pPr lvl="1">
              <a:buFont typeface="Arial" charset="0"/>
              <a:buChar char="•"/>
            </a:pPr>
            <a:r>
              <a:rPr lang="en-US" sz="2000" b="1">
                <a:latin typeface="Courier New" pitchFamily="49" charset="0"/>
                <a:cs typeface="Courier New" pitchFamily="49" charset="0"/>
              </a:rPr>
              <a:t> b = 0 thì ph</a:t>
            </a:r>
            <a:r>
              <a:rPr lang="vi-VN" sz="2000" b="1">
                <a:latin typeface="Courier New" pitchFamily="49" charset="0"/>
                <a:cs typeface="Courier New" pitchFamily="49" charset="0"/>
              </a:rPr>
              <a:t>ươ</a:t>
            </a:r>
            <a:r>
              <a:rPr lang="en-US" sz="2000" b="1">
                <a:latin typeface="Courier New" pitchFamily="49" charset="0"/>
                <a:cs typeface="Courier New" pitchFamily="49" charset="0"/>
              </a:rPr>
              <a:t>ng trình có nghiệm bất kì.</a:t>
            </a:r>
          </a:p>
          <a:p>
            <a:pPr lvl="1">
              <a:buFont typeface="Arial" charset="0"/>
              <a:buChar char="•"/>
            </a:pPr>
            <a:r>
              <a:rPr lang="en-US" sz="2000" b="1">
                <a:latin typeface="Courier New" pitchFamily="49" charset="0"/>
                <a:cs typeface="Courier New" pitchFamily="49" charset="0"/>
              </a:rPr>
              <a:t> b ≠ 0 thì ph</a:t>
            </a:r>
            <a:r>
              <a:rPr lang="vi-VN" sz="2000" b="1">
                <a:latin typeface="Courier New" pitchFamily="49" charset="0"/>
                <a:cs typeface="Courier New" pitchFamily="49" charset="0"/>
              </a:rPr>
              <a:t>ươ</a:t>
            </a:r>
            <a:r>
              <a:rPr lang="en-US" sz="2000" b="1">
                <a:latin typeface="Courier New" pitchFamily="49" charset="0"/>
                <a:cs typeface="Courier New" pitchFamily="49" charset="0"/>
              </a:rPr>
              <a:t>ng trình vô nghiệm.</a:t>
            </a:r>
          </a:p>
          <a:p>
            <a:pPr>
              <a:buFont typeface="Arial" charset="0"/>
              <a:buChar char="•"/>
            </a:pPr>
            <a:r>
              <a:rPr lang="en-US" sz="2000" b="1">
                <a:latin typeface="Courier New" pitchFamily="49" charset="0"/>
                <a:cs typeface="Courier New" pitchFamily="49" charset="0"/>
              </a:rPr>
              <a:t> Nếu a ≠ 0</a:t>
            </a:r>
          </a:p>
          <a:p>
            <a:pPr lvl="1">
              <a:buFont typeface="Arial" charset="0"/>
              <a:buChar char="•"/>
            </a:pPr>
            <a:r>
              <a:rPr lang="en-US" sz="2000" b="1">
                <a:latin typeface="Courier New" pitchFamily="49" charset="0"/>
                <a:cs typeface="Courier New" pitchFamily="49" charset="0"/>
              </a:rPr>
              <a:t> Ph</a:t>
            </a:r>
            <a:r>
              <a:rPr lang="vi-VN" sz="2000" b="1">
                <a:latin typeface="Courier New" pitchFamily="49" charset="0"/>
                <a:cs typeface="Courier New" pitchFamily="49" charset="0"/>
              </a:rPr>
              <a:t>ươ</a:t>
            </a:r>
            <a:r>
              <a:rPr lang="en-US" sz="2000" b="1">
                <a:latin typeface="Courier New" pitchFamily="49" charset="0"/>
                <a:cs typeface="Courier New" pitchFamily="49" charset="0"/>
              </a:rPr>
              <a:t>ng trình có nghiệm duy nhất x = -b/a</a:t>
            </a:r>
          </a:p>
        </p:txBody>
      </p:sp>
      <p:sp>
        <p:nvSpPr>
          <p:cNvPr id="6" name="Date Placeholder 5"/>
          <p:cNvSpPr>
            <a:spLocks noGrp="1"/>
          </p:cNvSpPr>
          <p:nvPr>
            <p:ph type="dt" sz="half" idx="10"/>
          </p:nvPr>
        </p:nvSpPr>
        <p:spPr/>
        <p:txBody>
          <a:bodyPr/>
          <a:lstStyle/>
          <a:p>
            <a:fld id="{7F4D3A8E-7038-49F1-B997-35E08E9BE067}" type="datetime1">
              <a:rPr lang="vi-VN" smtClean="0"/>
              <a:t>14/01/2024</a:t>
            </a:fld>
            <a:endParaRPr lang="vi-VN"/>
          </a:p>
        </p:txBody>
      </p:sp>
      <p:sp>
        <p:nvSpPr>
          <p:cNvPr id="9" name="Footer Placeholder 8"/>
          <p:cNvSpPr>
            <a:spLocks noGrp="1"/>
          </p:cNvSpPr>
          <p:nvPr>
            <p:ph type="ftr" sz="quarter" idx="11"/>
          </p:nvPr>
        </p:nvSpPr>
        <p:spPr/>
        <p:txBody>
          <a:bodyPr/>
          <a:lstStyle/>
          <a:p>
            <a:r>
              <a:rPr lang="vi-VN"/>
              <a:t>Chương 1-Các khái niệm cơ bản về lập trình</a:t>
            </a:r>
          </a:p>
        </p:txBody>
      </p:sp>
      <p:sp>
        <p:nvSpPr>
          <p:cNvPr id="13" name="Slide Number Placeholder 12"/>
          <p:cNvSpPr>
            <a:spLocks noGrp="1"/>
          </p:cNvSpPr>
          <p:nvPr>
            <p:ph type="sldNum" sz="quarter" idx="12"/>
          </p:nvPr>
        </p:nvSpPr>
        <p:spPr/>
        <p:txBody>
          <a:bodyPr/>
          <a:lstStyle/>
          <a:p>
            <a:fld id="{5AB95402-1E0D-474E-8D8C-CBE7F053639E}" type="slidenum">
              <a:rPr lang="vi-VN" smtClean="0"/>
              <a:pPr/>
              <a:t>4</a:t>
            </a:fld>
            <a:r>
              <a:rPr lang="vi-VN"/>
              <a:t>/27</a:t>
            </a:r>
          </a:p>
        </p:txBody>
      </p:sp>
    </p:spTree>
    <p:extLst>
      <p:ext uri="{BB962C8B-B14F-4D97-AF65-F5344CB8AC3E}">
        <p14:creationId xmlns:p14="http://schemas.microsoft.com/office/powerpoint/2010/main" val="646584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up)">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circle(in)">
                                      <p:cBhvr>
                                        <p:cTn id="17" dur="2000"/>
                                        <p:tgtEl>
                                          <p:spTgt spid="4"/>
                                        </p:tgtEl>
                                      </p:cBhvr>
                                    </p:animEffect>
                                  </p:childTnLst>
                                </p:cTn>
                              </p:par>
                              <p:par>
                                <p:cTn id="18" presetID="6" presetClass="entr" presetSubtype="16" fill="hold" grpId="0" nodeType="with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circle(in)">
                                      <p:cBhvr>
                                        <p:cTn id="20" dur="20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7">
                                            <p:txEl>
                                              <p:pRg st="0" end="0"/>
                                            </p:txEl>
                                          </p:spTgt>
                                        </p:tgtEl>
                                        <p:attrNameLst>
                                          <p:attrName>style.visibility</p:attrName>
                                        </p:attrNameLst>
                                      </p:cBhvr>
                                      <p:to>
                                        <p:strVal val="visible"/>
                                      </p:to>
                                    </p:set>
                                    <p:animEffect transition="in" filter="wipe(left)">
                                      <p:cBhvr>
                                        <p:cTn id="25" dur="500"/>
                                        <p:tgtEl>
                                          <p:spTgt spid="7">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8">
                                            <p:bg/>
                                          </p:spTgt>
                                        </p:tgtEl>
                                        <p:attrNameLst>
                                          <p:attrName>style.visibility</p:attrName>
                                        </p:attrNameLst>
                                      </p:cBhvr>
                                      <p:to>
                                        <p:strVal val="visible"/>
                                      </p:to>
                                    </p:set>
                                    <p:animEffect transition="in" filter="wipe(left)">
                                      <p:cBhvr>
                                        <p:cTn id="30" dur="500"/>
                                        <p:tgtEl>
                                          <p:spTgt spid="8">
                                            <p:bg/>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8">
                                            <p:txEl>
                                              <p:pRg st="0" end="0"/>
                                            </p:txEl>
                                          </p:spTgt>
                                        </p:tgtEl>
                                        <p:attrNameLst>
                                          <p:attrName>style.visibility</p:attrName>
                                        </p:attrNameLst>
                                      </p:cBhvr>
                                      <p:to>
                                        <p:strVal val="visible"/>
                                      </p:to>
                                    </p:set>
                                    <p:animEffect transition="in" filter="wipe(left)">
                                      <p:cBhvr>
                                        <p:cTn id="35" dur="500"/>
                                        <p:tgtEl>
                                          <p:spTgt spid="8">
                                            <p:txEl>
                                              <p:pRg st="0" end="0"/>
                                            </p:txEl>
                                          </p:spTgt>
                                        </p:tgtEl>
                                      </p:cBhvr>
                                    </p:animEffect>
                                  </p:childTnLst>
                                </p:cTn>
                              </p:par>
                            </p:childTnLst>
                          </p:cTn>
                        </p:par>
                        <p:par>
                          <p:cTn id="36" fill="hold">
                            <p:stCondLst>
                              <p:cond delay="500"/>
                            </p:stCondLst>
                            <p:childTnLst>
                              <p:par>
                                <p:cTn id="37" presetID="22" presetClass="entr" presetSubtype="8" fill="hold" grpId="0" nodeType="afterEffect">
                                  <p:stCondLst>
                                    <p:cond delay="0"/>
                                  </p:stCondLst>
                                  <p:childTnLst>
                                    <p:set>
                                      <p:cBhvr>
                                        <p:cTn id="38" dur="1" fill="hold">
                                          <p:stCondLst>
                                            <p:cond delay="0"/>
                                          </p:stCondLst>
                                        </p:cTn>
                                        <p:tgtEl>
                                          <p:spTgt spid="8">
                                            <p:txEl>
                                              <p:pRg st="1" end="1"/>
                                            </p:txEl>
                                          </p:spTgt>
                                        </p:tgtEl>
                                        <p:attrNameLst>
                                          <p:attrName>style.visibility</p:attrName>
                                        </p:attrNameLst>
                                      </p:cBhvr>
                                      <p:to>
                                        <p:strVal val="visible"/>
                                      </p:to>
                                    </p:set>
                                    <p:animEffect transition="in" filter="wipe(left)">
                                      <p:cBhvr>
                                        <p:cTn id="39" dur="500"/>
                                        <p:tgtEl>
                                          <p:spTgt spid="8">
                                            <p:txEl>
                                              <p:pRg st="1" end="1"/>
                                            </p:txEl>
                                          </p:spTgt>
                                        </p:tgtEl>
                                      </p:cBhvr>
                                    </p:animEffect>
                                  </p:childTnLst>
                                </p:cTn>
                              </p:par>
                            </p:childTnLst>
                          </p:cTn>
                        </p:par>
                        <p:par>
                          <p:cTn id="40" fill="hold">
                            <p:stCondLst>
                              <p:cond delay="1000"/>
                            </p:stCondLst>
                            <p:childTnLst>
                              <p:par>
                                <p:cTn id="41" presetID="22" presetClass="entr" presetSubtype="8" fill="hold" grpId="0" nodeType="afterEffect">
                                  <p:stCondLst>
                                    <p:cond delay="0"/>
                                  </p:stCondLst>
                                  <p:childTnLst>
                                    <p:set>
                                      <p:cBhvr>
                                        <p:cTn id="42" dur="1" fill="hold">
                                          <p:stCondLst>
                                            <p:cond delay="0"/>
                                          </p:stCondLst>
                                        </p:cTn>
                                        <p:tgtEl>
                                          <p:spTgt spid="8">
                                            <p:txEl>
                                              <p:pRg st="2" end="2"/>
                                            </p:txEl>
                                          </p:spTgt>
                                        </p:tgtEl>
                                        <p:attrNameLst>
                                          <p:attrName>style.visibility</p:attrName>
                                        </p:attrNameLst>
                                      </p:cBhvr>
                                      <p:to>
                                        <p:strVal val="visible"/>
                                      </p:to>
                                    </p:set>
                                    <p:animEffect transition="in" filter="wipe(left)">
                                      <p:cBhvr>
                                        <p:cTn id="43" dur="1000"/>
                                        <p:tgtEl>
                                          <p:spTgt spid="8">
                                            <p:txEl>
                                              <p:pRg st="2" end="2"/>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8">
                                            <p:txEl>
                                              <p:pRg st="3" end="3"/>
                                            </p:txEl>
                                          </p:spTgt>
                                        </p:tgtEl>
                                        <p:attrNameLst>
                                          <p:attrName>style.visibility</p:attrName>
                                        </p:attrNameLst>
                                      </p:cBhvr>
                                      <p:to>
                                        <p:strVal val="visible"/>
                                      </p:to>
                                    </p:set>
                                    <p:animEffect transition="in" filter="wipe(left)">
                                      <p:cBhvr>
                                        <p:cTn id="48" dur="500"/>
                                        <p:tgtEl>
                                          <p:spTgt spid="8">
                                            <p:txEl>
                                              <p:pRg st="3" end="3"/>
                                            </p:txEl>
                                          </p:spTgt>
                                        </p:tgtEl>
                                      </p:cBhvr>
                                    </p:animEffect>
                                  </p:childTnLst>
                                </p:cTn>
                              </p:par>
                            </p:childTnLst>
                          </p:cTn>
                        </p:par>
                        <p:par>
                          <p:cTn id="49" fill="hold">
                            <p:stCondLst>
                              <p:cond delay="500"/>
                            </p:stCondLst>
                            <p:childTnLst>
                              <p:par>
                                <p:cTn id="50" presetID="22" presetClass="entr" presetSubtype="8" fill="hold" grpId="0" nodeType="afterEffect">
                                  <p:stCondLst>
                                    <p:cond delay="0"/>
                                  </p:stCondLst>
                                  <p:childTnLst>
                                    <p:set>
                                      <p:cBhvr>
                                        <p:cTn id="51" dur="1" fill="hold">
                                          <p:stCondLst>
                                            <p:cond delay="0"/>
                                          </p:stCondLst>
                                        </p:cTn>
                                        <p:tgtEl>
                                          <p:spTgt spid="8">
                                            <p:txEl>
                                              <p:pRg st="4" end="4"/>
                                            </p:txEl>
                                          </p:spTgt>
                                        </p:tgtEl>
                                        <p:attrNameLst>
                                          <p:attrName>style.visibility</p:attrName>
                                        </p:attrNameLst>
                                      </p:cBhvr>
                                      <p:to>
                                        <p:strVal val="visible"/>
                                      </p:to>
                                    </p:set>
                                    <p:animEffect transition="in" filter="wipe(left)">
                                      <p:cBhvr>
                                        <p:cTn id="52" dur="500"/>
                                        <p:tgtEl>
                                          <p:spTgt spid="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uiExpand="1" build="p"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a:t>2. Các b</a:t>
            </a:r>
            <a:r>
              <a:rPr lang="vi-VN"/>
              <a:t>ướ</a:t>
            </a:r>
            <a:r>
              <a:rPr lang="en-US"/>
              <a:t>c xây dựng ch</a:t>
            </a:r>
            <a:r>
              <a:rPr lang="vi-VN"/>
              <a:t>ươ</a:t>
            </a:r>
            <a:r>
              <a:rPr lang="en-US"/>
              <a:t>ng trình</a:t>
            </a:r>
          </a:p>
        </p:txBody>
      </p:sp>
      <p:sp>
        <p:nvSpPr>
          <p:cNvPr id="2" name="Date Placeholder 1"/>
          <p:cNvSpPr>
            <a:spLocks noGrp="1"/>
          </p:cNvSpPr>
          <p:nvPr>
            <p:ph type="dt" sz="half" idx="10"/>
          </p:nvPr>
        </p:nvSpPr>
        <p:spPr/>
        <p:txBody>
          <a:bodyPr/>
          <a:lstStyle/>
          <a:p>
            <a:fld id="{F5475858-E14F-4B77-A22D-87ADC1BBD7A5}" type="datetime1">
              <a:rPr lang="vi-VN" smtClean="0"/>
              <a:t>14/01/2024</a:t>
            </a:fld>
            <a:endParaRPr lang="vi-VN"/>
          </a:p>
        </p:txBody>
      </p:sp>
      <p:sp>
        <p:nvSpPr>
          <p:cNvPr id="20483" name="Footer Placeholder 3"/>
          <p:cNvSpPr>
            <a:spLocks noGrp="1"/>
          </p:cNvSpPr>
          <p:nvPr>
            <p:ph type="ftr" sz="quarter" idx="11"/>
          </p:nvPr>
        </p:nvSpPr>
        <p:spPr>
          <a:noFill/>
        </p:spPr>
        <p:txBody>
          <a:bodyPr/>
          <a:lstStyle/>
          <a:p>
            <a:r>
              <a:rPr lang="vi-VN"/>
              <a:t>Chương 1-Các khái niệm cơ bản về lập trình</a:t>
            </a:r>
            <a:endParaRPr lang="en-US"/>
          </a:p>
        </p:txBody>
      </p:sp>
      <p:sp>
        <p:nvSpPr>
          <p:cNvPr id="6" name="AutoShape 6"/>
          <p:cNvSpPr>
            <a:spLocks noChangeArrowheads="1"/>
          </p:cNvSpPr>
          <p:nvPr/>
        </p:nvSpPr>
        <p:spPr bwMode="gray">
          <a:xfrm>
            <a:off x="381000" y="1447800"/>
            <a:ext cx="2895600" cy="762000"/>
          </a:xfrm>
          <a:prstGeom prst="roundRect">
            <a:avLst>
              <a:gd name="adj" fmla="val 16667"/>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pPr algn="ctr">
              <a:defRPr/>
            </a:pPr>
            <a:r>
              <a:rPr lang="en-US" sz="2400">
                <a:solidFill>
                  <a:schemeClr val="tx1">
                    <a:lumMod val="60000"/>
                    <a:lumOff val="40000"/>
                  </a:schemeClr>
                </a:solidFill>
                <a:latin typeface="Arial" pitchFamily="34" charset="0"/>
                <a:cs typeface="Arial" pitchFamily="34" charset="0"/>
              </a:rPr>
              <a:t>Xác </a:t>
            </a:r>
            <a:r>
              <a:rPr lang="vi-VN" sz="2400">
                <a:solidFill>
                  <a:schemeClr val="tx1">
                    <a:lumMod val="60000"/>
                    <a:lumOff val="40000"/>
                  </a:schemeClr>
                </a:solidFill>
                <a:latin typeface="Arial" pitchFamily="34" charset="0"/>
                <a:cs typeface="Arial" pitchFamily="34" charset="0"/>
              </a:rPr>
              <a:t>đị</a:t>
            </a:r>
            <a:r>
              <a:rPr lang="en-US" sz="2400">
                <a:solidFill>
                  <a:schemeClr val="tx1">
                    <a:lumMod val="60000"/>
                    <a:lumOff val="40000"/>
                  </a:schemeClr>
                </a:solidFill>
                <a:latin typeface="Arial" pitchFamily="34" charset="0"/>
                <a:cs typeface="Arial" pitchFamily="34" charset="0"/>
              </a:rPr>
              <a:t>nh vấn </a:t>
            </a:r>
            <a:r>
              <a:rPr lang="vi-VN" sz="2400">
                <a:solidFill>
                  <a:schemeClr val="tx1">
                    <a:lumMod val="60000"/>
                    <a:lumOff val="40000"/>
                  </a:schemeClr>
                </a:solidFill>
                <a:latin typeface="Arial" pitchFamily="34" charset="0"/>
                <a:cs typeface="Arial" pitchFamily="34" charset="0"/>
              </a:rPr>
              <a:t>đề</a:t>
            </a:r>
            <a:endParaRPr lang="en-US" sz="2400">
              <a:solidFill>
                <a:schemeClr val="tx1">
                  <a:lumMod val="60000"/>
                  <a:lumOff val="40000"/>
                </a:schemeClr>
              </a:solidFill>
              <a:latin typeface="Arial" pitchFamily="34" charset="0"/>
              <a:cs typeface="Arial" pitchFamily="34" charset="0"/>
            </a:endParaRPr>
          </a:p>
          <a:p>
            <a:pPr algn="ctr">
              <a:defRPr/>
            </a:pPr>
            <a:r>
              <a:rPr lang="en-US" sz="2400">
                <a:solidFill>
                  <a:schemeClr val="tx1">
                    <a:lumMod val="60000"/>
                    <a:lumOff val="40000"/>
                  </a:schemeClr>
                </a:solidFill>
                <a:latin typeface="Arial" pitchFamily="34" charset="0"/>
                <a:cs typeface="Arial" pitchFamily="34" charset="0"/>
              </a:rPr>
              <a:t>- bài toán</a:t>
            </a:r>
            <a:endParaRPr lang="en-US" sz="2400"/>
          </a:p>
        </p:txBody>
      </p:sp>
      <p:sp>
        <p:nvSpPr>
          <p:cNvPr id="7" name="AutoShape 6"/>
          <p:cNvSpPr>
            <a:spLocks noChangeArrowheads="1"/>
          </p:cNvSpPr>
          <p:nvPr/>
        </p:nvSpPr>
        <p:spPr bwMode="gray">
          <a:xfrm>
            <a:off x="1295400" y="2286000"/>
            <a:ext cx="2895600" cy="762000"/>
          </a:xfrm>
          <a:prstGeom prst="roundRect">
            <a:avLst>
              <a:gd name="adj" fmla="val 16667"/>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pPr algn="ctr">
              <a:defRPr/>
            </a:pPr>
            <a:r>
              <a:rPr lang="en-US" sz="2400">
                <a:solidFill>
                  <a:schemeClr val="tx1">
                    <a:lumMod val="60000"/>
                    <a:lumOff val="40000"/>
                  </a:schemeClr>
                </a:solidFill>
                <a:latin typeface="Arial" pitchFamily="34" charset="0"/>
                <a:cs typeface="Arial" pitchFamily="34" charset="0"/>
              </a:rPr>
              <a:t>Lựa chọn</a:t>
            </a:r>
          </a:p>
          <a:p>
            <a:pPr algn="ctr">
              <a:defRPr/>
            </a:pPr>
            <a:r>
              <a:rPr lang="en-US" sz="2400">
                <a:solidFill>
                  <a:schemeClr val="tx1">
                    <a:lumMod val="60000"/>
                    <a:lumOff val="40000"/>
                  </a:schemeClr>
                </a:solidFill>
                <a:latin typeface="Arial" pitchFamily="34" charset="0"/>
                <a:cs typeface="Arial" pitchFamily="34" charset="0"/>
              </a:rPr>
              <a:t>ph</a:t>
            </a:r>
            <a:r>
              <a:rPr lang="vi-VN" sz="2400">
                <a:solidFill>
                  <a:schemeClr val="tx1">
                    <a:lumMod val="60000"/>
                    <a:lumOff val="40000"/>
                  </a:schemeClr>
                </a:solidFill>
                <a:latin typeface="Arial" pitchFamily="34" charset="0"/>
                <a:cs typeface="Arial" pitchFamily="34" charset="0"/>
              </a:rPr>
              <a:t>ươ</a:t>
            </a:r>
            <a:r>
              <a:rPr lang="en-US" sz="2400">
                <a:solidFill>
                  <a:schemeClr val="tx1">
                    <a:lumMod val="60000"/>
                    <a:lumOff val="40000"/>
                  </a:schemeClr>
                </a:solidFill>
                <a:latin typeface="Arial" pitchFamily="34" charset="0"/>
                <a:cs typeface="Arial" pitchFamily="34" charset="0"/>
              </a:rPr>
              <a:t>ng pháp giải</a:t>
            </a:r>
            <a:endParaRPr lang="en-US" sz="2400"/>
          </a:p>
        </p:txBody>
      </p:sp>
      <p:sp>
        <p:nvSpPr>
          <p:cNvPr id="9" name="AutoShape 6"/>
          <p:cNvSpPr>
            <a:spLocks noChangeArrowheads="1"/>
          </p:cNvSpPr>
          <p:nvPr/>
        </p:nvSpPr>
        <p:spPr bwMode="gray">
          <a:xfrm>
            <a:off x="3124200" y="3962400"/>
            <a:ext cx="2895600" cy="762000"/>
          </a:xfrm>
          <a:prstGeom prst="roundRect">
            <a:avLst>
              <a:gd name="adj" fmla="val 16667"/>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pPr algn="ctr">
              <a:defRPr/>
            </a:pPr>
            <a:r>
              <a:rPr lang="en-US" sz="2400">
                <a:solidFill>
                  <a:schemeClr val="tx1">
                    <a:lumMod val="60000"/>
                    <a:lumOff val="40000"/>
                  </a:schemeClr>
                </a:solidFill>
                <a:latin typeface="Arial" pitchFamily="34" charset="0"/>
                <a:cs typeface="Arial" pitchFamily="34" charset="0"/>
              </a:rPr>
              <a:t>Cài </a:t>
            </a:r>
            <a:r>
              <a:rPr lang="vi-VN" sz="2400">
                <a:solidFill>
                  <a:schemeClr val="tx1">
                    <a:lumMod val="60000"/>
                    <a:lumOff val="40000"/>
                  </a:schemeClr>
                </a:solidFill>
                <a:latin typeface="Arial" pitchFamily="34" charset="0"/>
                <a:cs typeface="Arial" pitchFamily="34" charset="0"/>
              </a:rPr>
              <a:t>đặ</a:t>
            </a:r>
            <a:r>
              <a:rPr lang="en-US" sz="2400">
                <a:solidFill>
                  <a:schemeClr val="tx1">
                    <a:lumMod val="60000"/>
                    <a:lumOff val="40000"/>
                  </a:schemeClr>
                </a:solidFill>
                <a:latin typeface="Arial" pitchFamily="34" charset="0"/>
                <a:cs typeface="Arial" pitchFamily="34" charset="0"/>
              </a:rPr>
              <a:t>t</a:t>
            </a:r>
          </a:p>
          <a:p>
            <a:pPr algn="ctr">
              <a:defRPr/>
            </a:pPr>
            <a:r>
              <a:rPr lang="en-US" sz="2400">
                <a:solidFill>
                  <a:schemeClr val="tx1">
                    <a:lumMod val="60000"/>
                    <a:lumOff val="40000"/>
                  </a:schemeClr>
                </a:solidFill>
                <a:latin typeface="Arial" pitchFamily="34" charset="0"/>
                <a:cs typeface="Arial" pitchFamily="34" charset="0"/>
              </a:rPr>
              <a:t>ch</a:t>
            </a:r>
            <a:r>
              <a:rPr lang="vi-VN" sz="2400">
                <a:solidFill>
                  <a:schemeClr val="tx1">
                    <a:lumMod val="60000"/>
                    <a:lumOff val="40000"/>
                  </a:schemeClr>
                </a:solidFill>
                <a:latin typeface="Arial" pitchFamily="34" charset="0"/>
                <a:cs typeface="Arial" pitchFamily="34" charset="0"/>
              </a:rPr>
              <a:t>ươ</a:t>
            </a:r>
            <a:r>
              <a:rPr lang="en-US" sz="2400">
                <a:solidFill>
                  <a:schemeClr val="tx1">
                    <a:lumMod val="60000"/>
                    <a:lumOff val="40000"/>
                  </a:schemeClr>
                </a:solidFill>
                <a:latin typeface="Arial" pitchFamily="34" charset="0"/>
                <a:cs typeface="Arial" pitchFamily="34" charset="0"/>
              </a:rPr>
              <a:t>ng trình</a:t>
            </a:r>
            <a:endParaRPr lang="en-US" sz="2400"/>
          </a:p>
        </p:txBody>
      </p:sp>
      <p:sp>
        <p:nvSpPr>
          <p:cNvPr id="10" name="AutoShape 6"/>
          <p:cNvSpPr>
            <a:spLocks noChangeArrowheads="1"/>
          </p:cNvSpPr>
          <p:nvPr/>
        </p:nvSpPr>
        <p:spPr bwMode="gray">
          <a:xfrm>
            <a:off x="4038600" y="4800600"/>
            <a:ext cx="2895600" cy="762000"/>
          </a:xfrm>
          <a:prstGeom prst="roundRect">
            <a:avLst>
              <a:gd name="adj" fmla="val 16667"/>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pPr algn="ctr">
              <a:defRPr/>
            </a:pPr>
            <a:r>
              <a:rPr lang="en-US" sz="2400">
                <a:solidFill>
                  <a:schemeClr val="tx1">
                    <a:lumMod val="60000"/>
                    <a:lumOff val="40000"/>
                  </a:schemeClr>
                </a:solidFill>
                <a:latin typeface="Arial" pitchFamily="34" charset="0"/>
                <a:cs typeface="Arial" pitchFamily="34" charset="0"/>
              </a:rPr>
              <a:t>Hiệu chỉnh</a:t>
            </a:r>
          </a:p>
          <a:p>
            <a:pPr algn="ctr">
              <a:defRPr/>
            </a:pPr>
            <a:r>
              <a:rPr lang="en-US" sz="2400">
                <a:solidFill>
                  <a:schemeClr val="tx1">
                    <a:lumMod val="60000"/>
                    <a:lumOff val="40000"/>
                  </a:schemeClr>
                </a:solidFill>
                <a:latin typeface="Arial" pitchFamily="34" charset="0"/>
                <a:cs typeface="Arial" pitchFamily="34" charset="0"/>
              </a:rPr>
              <a:t>ch</a:t>
            </a:r>
            <a:r>
              <a:rPr lang="vi-VN" sz="2400">
                <a:solidFill>
                  <a:schemeClr val="tx1">
                    <a:lumMod val="60000"/>
                    <a:lumOff val="40000"/>
                  </a:schemeClr>
                </a:solidFill>
                <a:latin typeface="Arial" pitchFamily="34" charset="0"/>
                <a:cs typeface="Arial" pitchFamily="34" charset="0"/>
              </a:rPr>
              <a:t>ươ</a:t>
            </a:r>
            <a:r>
              <a:rPr lang="en-US" sz="2400">
                <a:solidFill>
                  <a:schemeClr val="tx1">
                    <a:lumMod val="60000"/>
                    <a:lumOff val="40000"/>
                  </a:schemeClr>
                </a:solidFill>
                <a:latin typeface="Arial" pitchFamily="34" charset="0"/>
                <a:cs typeface="Arial" pitchFamily="34" charset="0"/>
              </a:rPr>
              <a:t>ng trình</a:t>
            </a:r>
            <a:endParaRPr lang="en-US" sz="2400"/>
          </a:p>
        </p:txBody>
      </p:sp>
      <p:sp>
        <p:nvSpPr>
          <p:cNvPr id="11" name="AutoShape 6"/>
          <p:cNvSpPr>
            <a:spLocks noChangeArrowheads="1"/>
          </p:cNvSpPr>
          <p:nvPr/>
        </p:nvSpPr>
        <p:spPr bwMode="gray">
          <a:xfrm>
            <a:off x="4953000" y="5638800"/>
            <a:ext cx="2895600" cy="762000"/>
          </a:xfrm>
          <a:prstGeom prst="roundRect">
            <a:avLst>
              <a:gd name="adj" fmla="val 16667"/>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pPr algn="ctr">
              <a:defRPr/>
            </a:pPr>
            <a:r>
              <a:rPr lang="en-US" sz="2400">
                <a:solidFill>
                  <a:schemeClr val="tx1">
                    <a:lumMod val="60000"/>
                    <a:lumOff val="40000"/>
                  </a:schemeClr>
                </a:solidFill>
                <a:latin typeface="Arial" pitchFamily="34" charset="0"/>
                <a:cs typeface="Arial" pitchFamily="34" charset="0"/>
              </a:rPr>
              <a:t>Thực hiện</a:t>
            </a:r>
          </a:p>
          <a:p>
            <a:pPr algn="ctr">
              <a:defRPr/>
            </a:pPr>
            <a:r>
              <a:rPr lang="en-US" sz="2400">
                <a:solidFill>
                  <a:schemeClr val="tx1">
                    <a:lumMod val="60000"/>
                    <a:lumOff val="40000"/>
                  </a:schemeClr>
                </a:solidFill>
                <a:latin typeface="Arial" pitchFamily="34" charset="0"/>
                <a:cs typeface="Arial" pitchFamily="34" charset="0"/>
              </a:rPr>
              <a:t>ch</a:t>
            </a:r>
            <a:r>
              <a:rPr lang="vi-VN" sz="2400">
                <a:solidFill>
                  <a:schemeClr val="tx1">
                    <a:lumMod val="60000"/>
                    <a:lumOff val="40000"/>
                  </a:schemeClr>
                </a:solidFill>
                <a:latin typeface="Arial" pitchFamily="34" charset="0"/>
                <a:cs typeface="Arial" pitchFamily="34" charset="0"/>
              </a:rPr>
              <a:t>ươ</a:t>
            </a:r>
            <a:r>
              <a:rPr lang="en-US" sz="2400">
                <a:solidFill>
                  <a:schemeClr val="tx1">
                    <a:lumMod val="60000"/>
                    <a:lumOff val="40000"/>
                  </a:schemeClr>
                </a:solidFill>
                <a:latin typeface="Arial" pitchFamily="34" charset="0"/>
                <a:cs typeface="Arial" pitchFamily="34" charset="0"/>
              </a:rPr>
              <a:t>ng trình</a:t>
            </a:r>
            <a:endParaRPr lang="en-US" sz="2400"/>
          </a:p>
        </p:txBody>
      </p:sp>
      <p:sp>
        <p:nvSpPr>
          <p:cNvPr id="17" name="Freeform 9"/>
          <p:cNvSpPr>
            <a:spLocks/>
          </p:cNvSpPr>
          <p:nvPr/>
        </p:nvSpPr>
        <p:spPr bwMode="gray">
          <a:xfrm rot="-5400000">
            <a:off x="3178969" y="1393031"/>
            <a:ext cx="979488" cy="1241425"/>
          </a:xfrm>
          <a:custGeom>
            <a:avLst/>
            <a:gdLst>
              <a:gd name="T0" fmla="*/ 580 w 580"/>
              <a:gd name="T1" fmla="*/ 0 h 798"/>
              <a:gd name="T2" fmla="*/ 578 w 580"/>
              <a:gd name="T3" fmla="*/ 90 h 798"/>
              <a:gd name="T4" fmla="*/ 568 w 580"/>
              <a:gd name="T5" fmla="*/ 174 h 798"/>
              <a:gd name="T6" fmla="*/ 552 w 580"/>
              <a:gd name="T7" fmla="*/ 252 h 798"/>
              <a:gd name="T8" fmla="*/ 526 w 580"/>
              <a:gd name="T9" fmla="*/ 324 h 798"/>
              <a:gd name="T10" fmla="*/ 494 w 580"/>
              <a:gd name="T11" fmla="*/ 390 h 798"/>
              <a:gd name="T12" fmla="*/ 452 w 580"/>
              <a:gd name="T13" fmla="*/ 450 h 798"/>
              <a:gd name="T14" fmla="*/ 402 w 580"/>
              <a:gd name="T15" fmla="*/ 508 h 798"/>
              <a:gd name="T16" fmla="*/ 342 w 580"/>
              <a:gd name="T17" fmla="*/ 560 h 798"/>
              <a:gd name="T18" fmla="*/ 270 w 580"/>
              <a:gd name="T19" fmla="*/ 610 h 798"/>
              <a:gd name="T20" fmla="*/ 188 w 580"/>
              <a:gd name="T21" fmla="*/ 656 h 798"/>
              <a:gd name="T22" fmla="*/ 188 w 580"/>
              <a:gd name="T23" fmla="*/ 798 h 798"/>
              <a:gd name="T24" fmla="*/ 0 w 580"/>
              <a:gd name="T25" fmla="*/ 514 h 798"/>
              <a:gd name="T26" fmla="*/ 188 w 580"/>
              <a:gd name="T27" fmla="*/ 230 h 798"/>
              <a:gd name="T28" fmla="*/ 188 w 580"/>
              <a:gd name="T29" fmla="*/ 372 h 798"/>
              <a:gd name="T30" fmla="*/ 224 w 580"/>
              <a:gd name="T31" fmla="*/ 368 h 798"/>
              <a:gd name="T32" fmla="*/ 264 w 580"/>
              <a:gd name="T33" fmla="*/ 356 h 798"/>
              <a:gd name="T34" fmla="*/ 306 w 580"/>
              <a:gd name="T35" fmla="*/ 336 h 798"/>
              <a:gd name="T36" fmla="*/ 348 w 580"/>
              <a:gd name="T37" fmla="*/ 310 h 798"/>
              <a:gd name="T38" fmla="*/ 392 w 580"/>
              <a:gd name="T39" fmla="*/ 280 h 798"/>
              <a:gd name="T40" fmla="*/ 432 w 580"/>
              <a:gd name="T41" fmla="*/ 246 h 798"/>
              <a:gd name="T42" fmla="*/ 472 w 580"/>
              <a:gd name="T43" fmla="*/ 208 h 798"/>
              <a:gd name="T44" fmla="*/ 506 w 580"/>
              <a:gd name="T45" fmla="*/ 166 h 798"/>
              <a:gd name="T46" fmla="*/ 536 w 580"/>
              <a:gd name="T47" fmla="*/ 124 h 798"/>
              <a:gd name="T48" fmla="*/ 558 w 580"/>
              <a:gd name="T49" fmla="*/ 82 h 798"/>
              <a:gd name="T50" fmla="*/ 574 w 580"/>
              <a:gd name="T51" fmla="*/ 40 h 798"/>
              <a:gd name="T52" fmla="*/ 578 w 580"/>
              <a:gd name="T53" fmla="*/ 0 h 798"/>
              <a:gd name="T54" fmla="*/ 580 w 580"/>
              <a:gd name="T55" fmla="*/ 0 h 79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580"/>
              <a:gd name="T85" fmla="*/ 0 h 798"/>
              <a:gd name="T86" fmla="*/ 580 w 580"/>
              <a:gd name="T87" fmla="*/ 798 h 798"/>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580" h="798">
                <a:moveTo>
                  <a:pt x="580" y="0"/>
                </a:moveTo>
                <a:lnTo>
                  <a:pt x="578" y="90"/>
                </a:lnTo>
                <a:lnTo>
                  <a:pt x="568" y="174"/>
                </a:lnTo>
                <a:lnTo>
                  <a:pt x="552" y="252"/>
                </a:lnTo>
                <a:lnTo>
                  <a:pt x="526" y="324"/>
                </a:lnTo>
                <a:lnTo>
                  <a:pt x="494" y="390"/>
                </a:lnTo>
                <a:lnTo>
                  <a:pt x="452" y="450"/>
                </a:lnTo>
                <a:lnTo>
                  <a:pt x="402" y="508"/>
                </a:lnTo>
                <a:lnTo>
                  <a:pt x="342" y="560"/>
                </a:lnTo>
                <a:lnTo>
                  <a:pt x="270" y="610"/>
                </a:lnTo>
                <a:lnTo>
                  <a:pt x="188" y="656"/>
                </a:lnTo>
                <a:lnTo>
                  <a:pt x="188" y="798"/>
                </a:lnTo>
                <a:lnTo>
                  <a:pt x="0" y="514"/>
                </a:lnTo>
                <a:lnTo>
                  <a:pt x="188" y="230"/>
                </a:lnTo>
                <a:lnTo>
                  <a:pt x="188" y="372"/>
                </a:lnTo>
                <a:lnTo>
                  <a:pt x="224" y="368"/>
                </a:lnTo>
                <a:lnTo>
                  <a:pt x="264" y="356"/>
                </a:lnTo>
                <a:lnTo>
                  <a:pt x="306" y="336"/>
                </a:lnTo>
                <a:lnTo>
                  <a:pt x="348" y="310"/>
                </a:lnTo>
                <a:lnTo>
                  <a:pt x="392" y="280"/>
                </a:lnTo>
                <a:lnTo>
                  <a:pt x="432" y="246"/>
                </a:lnTo>
                <a:lnTo>
                  <a:pt x="472" y="208"/>
                </a:lnTo>
                <a:lnTo>
                  <a:pt x="506" y="166"/>
                </a:lnTo>
                <a:lnTo>
                  <a:pt x="536" y="124"/>
                </a:lnTo>
                <a:lnTo>
                  <a:pt x="558" y="82"/>
                </a:lnTo>
                <a:lnTo>
                  <a:pt x="574" y="40"/>
                </a:lnTo>
                <a:lnTo>
                  <a:pt x="578" y="0"/>
                </a:lnTo>
                <a:lnTo>
                  <a:pt x="580" y="0"/>
                </a:lnTo>
                <a:close/>
              </a:path>
            </a:pathLst>
          </a:custGeom>
          <a:gradFill rotWithShape="1">
            <a:gsLst>
              <a:gs pos="0">
                <a:srgbClr val="FF66FF"/>
              </a:gs>
              <a:gs pos="100000">
                <a:srgbClr val="FFCCFF"/>
              </a:gs>
            </a:gsLst>
            <a:lin ang="0" scaled="1"/>
          </a:gradFill>
          <a:ln w="0">
            <a:noFill/>
            <a:round/>
            <a:headEnd/>
            <a:tailEnd/>
          </a:ln>
        </p:spPr>
        <p:txBody>
          <a:bodyPr/>
          <a:lstStyle/>
          <a:p>
            <a:endParaRPr lang="en-US"/>
          </a:p>
        </p:txBody>
      </p:sp>
      <p:sp>
        <p:nvSpPr>
          <p:cNvPr id="19" name="Freeform 9"/>
          <p:cNvSpPr>
            <a:spLocks/>
          </p:cNvSpPr>
          <p:nvPr/>
        </p:nvSpPr>
        <p:spPr bwMode="gray">
          <a:xfrm rot="-5400000">
            <a:off x="5007769" y="3069431"/>
            <a:ext cx="979488" cy="1241425"/>
          </a:xfrm>
          <a:custGeom>
            <a:avLst/>
            <a:gdLst>
              <a:gd name="T0" fmla="*/ 580 w 580"/>
              <a:gd name="T1" fmla="*/ 0 h 798"/>
              <a:gd name="T2" fmla="*/ 578 w 580"/>
              <a:gd name="T3" fmla="*/ 90 h 798"/>
              <a:gd name="T4" fmla="*/ 568 w 580"/>
              <a:gd name="T5" fmla="*/ 174 h 798"/>
              <a:gd name="T6" fmla="*/ 552 w 580"/>
              <a:gd name="T7" fmla="*/ 252 h 798"/>
              <a:gd name="T8" fmla="*/ 526 w 580"/>
              <a:gd name="T9" fmla="*/ 324 h 798"/>
              <a:gd name="T10" fmla="*/ 494 w 580"/>
              <a:gd name="T11" fmla="*/ 390 h 798"/>
              <a:gd name="T12" fmla="*/ 452 w 580"/>
              <a:gd name="T13" fmla="*/ 450 h 798"/>
              <a:gd name="T14" fmla="*/ 402 w 580"/>
              <a:gd name="T15" fmla="*/ 508 h 798"/>
              <a:gd name="T16" fmla="*/ 342 w 580"/>
              <a:gd name="T17" fmla="*/ 560 h 798"/>
              <a:gd name="T18" fmla="*/ 270 w 580"/>
              <a:gd name="T19" fmla="*/ 610 h 798"/>
              <a:gd name="T20" fmla="*/ 188 w 580"/>
              <a:gd name="T21" fmla="*/ 656 h 798"/>
              <a:gd name="T22" fmla="*/ 188 w 580"/>
              <a:gd name="T23" fmla="*/ 798 h 798"/>
              <a:gd name="T24" fmla="*/ 0 w 580"/>
              <a:gd name="T25" fmla="*/ 514 h 798"/>
              <a:gd name="T26" fmla="*/ 188 w 580"/>
              <a:gd name="T27" fmla="*/ 230 h 798"/>
              <a:gd name="T28" fmla="*/ 188 w 580"/>
              <a:gd name="T29" fmla="*/ 372 h 798"/>
              <a:gd name="T30" fmla="*/ 224 w 580"/>
              <a:gd name="T31" fmla="*/ 368 h 798"/>
              <a:gd name="T32" fmla="*/ 264 w 580"/>
              <a:gd name="T33" fmla="*/ 356 h 798"/>
              <a:gd name="T34" fmla="*/ 306 w 580"/>
              <a:gd name="T35" fmla="*/ 336 h 798"/>
              <a:gd name="T36" fmla="*/ 348 w 580"/>
              <a:gd name="T37" fmla="*/ 310 h 798"/>
              <a:gd name="T38" fmla="*/ 392 w 580"/>
              <a:gd name="T39" fmla="*/ 280 h 798"/>
              <a:gd name="T40" fmla="*/ 432 w 580"/>
              <a:gd name="T41" fmla="*/ 246 h 798"/>
              <a:gd name="T42" fmla="*/ 472 w 580"/>
              <a:gd name="T43" fmla="*/ 208 h 798"/>
              <a:gd name="T44" fmla="*/ 506 w 580"/>
              <a:gd name="T45" fmla="*/ 166 h 798"/>
              <a:gd name="T46" fmla="*/ 536 w 580"/>
              <a:gd name="T47" fmla="*/ 124 h 798"/>
              <a:gd name="T48" fmla="*/ 558 w 580"/>
              <a:gd name="T49" fmla="*/ 82 h 798"/>
              <a:gd name="T50" fmla="*/ 574 w 580"/>
              <a:gd name="T51" fmla="*/ 40 h 798"/>
              <a:gd name="T52" fmla="*/ 578 w 580"/>
              <a:gd name="T53" fmla="*/ 0 h 798"/>
              <a:gd name="T54" fmla="*/ 580 w 580"/>
              <a:gd name="T55" fmla="*/ 0 h 79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580"/>
              <a:gd name="T85" fmla="*/ 0 h 798"/>
              <a:gd name="T86" fmla="*/ 580 w 580"/>
              <a:gd name="T87" fmla="*/ 798 h 798"/>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580" h="798">
                <a:moveTo>
                  <a:pt x="580" y="0"/>
                </a:moveTo>
                <a:lnTo>
                  <a:pt x="578" y="90"/>
                </a:lnTo>
                <a:lnTo>
                  <a:pt x="568" y="174"/>
                </a:lnTo>
                <a:lnTo>
                  <a:pt x="552" y="252"/>
                </a:lnTo>
                <a:lnTo>
                  <a:pt x="526" y="324"/>
                </a:lnTo>
                <a:lnTo>
                  <a:pt x="494" y="390"/>
                </a:lnTo>
                <a:lnTo>
                  <a:pt x="452" y="450"/>
                </a:lnTo>
                <a:lnTo>
                  <a:pt x="402" y="508"/>
                </a:lnTo>
                <a:lnTo>
                  <a:pt x="342" y="560"/>
                </a:lnTo>
                <a:lnTo>
                  <a:pt x="270" y="610"/>
                </a:lnTo>
                <a:lnTo>
                  <a:pt x="188" y="656"/>
                </a:lnTo>
                <a:lnTo>
                  <a:pt x="188" y="798"/>
                </a:lnTo>
                <a:lnTo>
                  <a:pt x="0" y="514"/>
                </a:lnTo>
                <a:lnTo>
                  <a:pt x="188" y="230"/>
                </a:lnTo>
                <a:lnTo>
                  <a:pt x="188" y="372"/>
                </a:lnTo>
                <a:lnTo>
                  <a:pt x="224" y="368"/>
                </a:lnTo>
                <a:lnTo>
                  <a:pt x="264" y="356"/>
                </a:lnTo>
                <a:lnTo>
                  <a:pt x="306" y="336"/>
                </a:lnTo>
                <a:lnTo>
                  <a:pt x="348" y="310"/>
                </a:lnTo>
                <a:lnTo>
                  <a:pt x="392" y="280"/>
                </a:lnTo>
                <a:lnTo>
                  <a:pt x="432" y="246"/>
                </a:lnTo>
                <a:lnTo>
                  <a:pt x="472" y="208"/>
                </a:lnTo>
                <a:lnTo>
                  <a:pt x="506" y="166"/>
                </a:lnTo>
                <a:lnTo>
                  <a:pt x="536" y="124"/>
                </a:lnTo>
                <a:lnTo>
                  <a:pt x="558" y="82"/>
                </a:lnTo>
                <a:lnTo>
                  <a:pt x="574" y="40"/>
                </a:lnTo>
                <a:lnTo>
                  <a:pt x="578" y="0"/>
                </a:lnTo>
                <a:lnTo>
                  <a:pt x="580" y="0"/>
                </a:lnTo>
                <a:close/>
              </a:path>
            </a:pathLst>
          </a:custGeom>
          <a:gradFill rotWithShape="1">
            <a:gsLst>
              <a:gs pos="0">
                <a:srgbClr val="FF66FF"/>
              </a:gs>
              <a:gs pos="100000">
                <a:srgbClr val="FFCCFF"/>
              </a:gs>
            </a:gsLst>
            <a:lin ang="0" scaled="1"/>
          </a:gradFill>
          <a:ln w="0">
            <a:noFill/>
            <a:round/>
            <a:headEnd/>
            <a:tailEnd/>
          </a:ln>
        </p:spPr>
        <p:txBody>
          <a:bodyPr/>
          <a:lstStyle/>
          <a:p>
            <a:endParaRPr lang="en-US"/>
          </a:p>
        </p:txBody>
      </p:sp>
      <p:sp>
        <p:nvSpPr>
          <p:cNvPr id="20" name="Freeform 9"/>
          <p:cNvSpPr>
            <a:spLocks/>
          </p:cNvSpPr>
          <p:nvPr/>
        </p:nvSpPr>
        <p:spPr bwMode="gray">
          <a:xfrm rot="-5400000">
            <a:off x="5922169" y="3907631"/>
            <a:ext cx="979488" cy="1241425"/>
          </a:xfrm>
          <a:custGeom>
            <a:avLst/>
            <a:gdLst>
              <a:gd name="T0" fmla="*/ 580 w 580"/>
              <a:gd name="T1" fmla="*/ 0 h 798"/>
              <a:gd name="T2" fmla="*/ 578 w 580"/>
              <a:gd name="T3" fmla="*/ 90 h 798"/>
              <a:gd name="T4" fmla="*/ 568 w 580"/>
              <a:gd name="T5" fmla="*/ 174 h 798"/>
              <a:gd name="T6" fmla="*/ 552 w 580"/>
              <a:gd name="T7" fmla="*/ 252 h 798"/>
              <a:gd name="T8" fmla="*/ 526 w 580"/>
              <a:gd name="T9" fmla="*/ 324 h 798"/>
              <a:gd name="T10" fmla="*/ 494 w 580"/>
              <a:gd name="T11" fmla="*/ 390 h 798"/>
              <a:gd name="T12" fmla="*/ 452 w 580"/>
              <a:gd name="T13" fmla="*/ 450 h 798"/>
              <a:gd name="T14" fmla="*/ 402 w 580"/>
              <a:gd name="T15" fmla="*/ 508 h 798"/>
              <a:gd name="T16" fmla="*/ 342 w 580"/>
              <a:gd name="T17" fmla="*/ 560 h 798"/>
              <a:gd name="T18" fmla="*/ 270 w 580"/>
              <a:gd name="T19" fmla="*/ 610 h 798"/>
              <a:gd name="T20" fmla="*/ 188 w 580"/>
              <a:gd name="T21" fmla="*/ 656 h 798"/>
              <a:gd name="T22" fmla="*/ 188 w 580"/>
              <a:gd name="T23" fmla="*/ 798 h 798"/>
              <a:gd name="T24" fmla="*/ 0 w 580"/>
              <a:gd name="T25" fmla="*/ 514 h 798"/>
              <a:gd name="T26" fmla="*/ 188 w 580"/>
              <a:gd name="T27" fmla="*/ 230 h 798"/>
              <a:gd name="T28" fmla="*/ 188 w 580"/>
              <a:gd name="T29" fmla="*/ 372 h 798"/>
              <a:gd name="T30" fmla="*/ 224 w 580"/>
              <a:gd name="T31" fmla="*/ 368 h 798"/>
              <a:gd name="T32" fmla="*/ 264 w 580"/>
              <a:gd name="T33" fmla="*/ 356 h 798"/>
              <a:gd name="T34" fmla="*/ 306 w 580"/>
              <a:gd name="T35" fmla="*/ 336 h 798"/>
              <a:gd name="T36" fmla="*/ 348 w 580"/>
              <a:gd name="T37" fmla="*/ 310 h 798"/>
              <a:gd name="T38" fmla="*/ 392 w 580"/>
              <a:gd name="T39" fmla="*/ 280 h 798"/>
              <a:gd name="T40" fmla="*/ 432 w 580"/>
              <a:gd name="T41" fmla="*/ 246 h 798"/>
              <a:gd name="T42" fmla="*/ 472 w 580"/>
              <a:gd name="T43" fmla="*/ 208 h 798"/>
              <a:gd name="T44" fmla="*/ 506 w 580"/>
              <a:gd name="T45" fmla="*/ 166 h 798"/>
              <a:gd name="T46" fmla="*/ 536 w 580"/>
              <a:gd name="T47" fmla="*/ 124 h 798"/>
              <a:gd name="T48" fmla="*/ 558 w 580"/>
              <a:gd name="T49" fmla="*/ 82 h 798"/>
              <a:gd name="T50" fmla="*/ 574 w 580"/>
              <a:gd name="T51" fmla="*/ 40 h 798"/>
              <a:gd name="T52" fmla="*/ 578 w 580"/>
              <a:gd name="T53" fmla="*/ 0 h 798"/>
              <a:gd name="T54" fmla="*/ 580 w 580"/>
              <a:gd name="T55" fmla="*/ 0 h 79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580"/>
              <a:gd name="T85" fmla="*/ 0 h 798"/>
              <a:gd name="T86" fmla="*/ 580 w 580"/>
              <a:gd name="T87" fmla="*/ 798 h 798"/>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580" h="798">
                <a:moveTo>
                  <a:pt x="580" y="0"/>
                </a:moveTo>
                <a:lnTo>
                  <a:pt x="578" y="90"/>
                </a:lnTo>
                <a:lnTo>
                  <a:pt x="568" y="174"/>
                </a:lnTo>
                <a:lnTo>
                  <a:pt x="552" y="252"/>
                </a:lnTo>
                <a:lnTo>
                  <a:pt x="526" y="324"/>
                </a:lnTo>
                <a:lnTo>
                  <a:pt x="494" y="390"/>
                </a:lnTo>
                <a:lnTo>
                  <a:pt x="452" y="450"/>
                </a:lnTo>
                <a:lnTo>
                  <a:pt x="402" y="508"/>
                </a:lnTo>
                <a:lnTo>
                  <a:pt x="342" y="560"/>
                </a:lnTo>
                <a:lnTo>
                  <a:pt x="270" y="610"/>
                </a:lnTo>
                <a:lnTo>
                  <a:pt x="188" y="656"/>
                </a:lnTo>
                <a:lnTo>
                  <a:pt x="188" y="798"/>
                </a:lnTo>
                <a:lnTo>
                  <a:pt x="0" y="514"/>
                </a:lnTo>
                <a:lnTo>
                  <a:pt x="188" y="230"/>
                </a:lnTo>
                <a:lnTo>
                  <a:pt x="188" y="372"/>
                </a:lnTo>
                <a:lnTo>
                  <a:pt x="224" y="368"/>
                </a:lnTo>
                <a:lnTo>
                  <a:pt x="264" y="356"/>
                </a:lnTo>
                <a:lnTo>
                  <a:pt x="306" y="336"/>
                </a:lnTo>
                <a:lnTo>
                  <a:pt x="348" y="310"/>
                </a:lnTo>
                <a:lnTo>
                  <a:pt x="392" y="280"/>
                </a:lnTo>
                <a:lnTo>
                  <a:pt x="432" y="246"/>
                </a:lnTo>
                <a:lnTo>
                  <a:pt x="472" y="208"/>
                </a:lnTo>
                <a:lnTo>
                  <a:pt x="506" y="166"/>
                </a:lnTo>
                <a:lnTo>
                  <a:pt x="536" y="124"/>
                </a:lnTo>
                <a:lnTo>
                  <a:pt x="558" y="82"/>
                </a:lnTo>
                <a:lnTo>
                  <a:pt x="574" y="40"/>
                </a:lnTo>
                <a:lnTo>
                  <a:pt x="578" y="0"/>
                </a:lnTo>
                <a:lnTo>
                  <a:pt x="580" y="0"/>
                </a:lnTo>
                <a:close/>
              </a:path>
            </a:pathLst>
          </a:custGeom>
          <a:gradFill rotWithShape="1">
            <a:gsLst>
              <a:gs pos="0">
                <a:srgbClr val="FF66FF"/>
              </a:gs>
              <a:gs pos="100000">
                <a:srgbClr val="FFCCFF"/>
              </a:gs>
            </a:gsLst>
            <a:lin ang="0" scaled="1"/>
          </a:gradFill>
          <a:ln w="0">
            <a:noFill/>
            <a:round/>
            <a:headEnd/>
            <a:tailEnd/>
          </a:ln>
        </p:spPr>
        <p:txBody>
          <a:bodyPr/>
          <a:lstStyle/>
          <a:p>
            <a:endParaRPr lang="en-US"/>
          </a:p>
        </p:txBody>
      </p:sp>
      <p:sp>
        <p:nvSpPr>
          <p:cNvPr id="21" name="Freeform 9"/>
          <p:cNvSpPr>
            <a:spLocks/>
          </p:cNvSpPr>
          <p:nvPr/>
        </p:nvSpPr>
        <p:spPr bwMode="gray">
          <a:xfrm rot="-5400000">
            <a:off x="6836569" y="4745831"/>
            <a:ext cx="979488" cy="1241425"/>
          </a:xfrm>
          <a:custGeom>
            <a:avLst/>
            <a:gdLst>
              <a:gd name="T0" fmla="*/ 580 w 580"/>
              <a:gd name="T1" fmla="*/ 0 h 798"/>
              <a:gd name="T2" fmla="*/ 578 w 580"/>
              <a:gd name="T3" fmla="*/ 90 h 798"/>
              <a:gd name="T4" fmla="*/ 568 w 580"/>
              <a:gd name="T5" fmla="*/ 174 h 798"/>
              <a:gd name="T6" fmla="*/ 552 w 580"/>
              <a:gd name="T7" fmla="*/ 252 h 798"/>
              <a:gd name="T8" fmla="*/ 526 w 580"/>
              <a:gd name="T9" fmla="*/ 324 h 798"/>
              <a:gd name="T10" fmla="*/ 494 w 580"/>
              <a:gd name="T11" fmla="*/ 390 h 798"/>
              <a:gd name="T12" fmla="*/ 452 w 580"/>
              <a:gd name="T13" fmla="*/ 450 h 798"/>
              <a:gd name="T14" fmla="*/ 402 w 580"/>
              <a:gd name="T15" fmla="*/ 508 h 798"/>
              <a:gd name="T16" fmla="*/ 342 w 580"/>
              <a:gd name="T17" fmla="*/ 560 h 798"/>
              <a:gd name="T18" fmla="*/ 270 w 580"/>
              <a:gd name="T19" fmla="*/ 610 h 798"/>
              <a:gd name="T20" fmla="*/ 188 w 580"/>
              <a:gd name="T21" fmla="*/ 656 h 798"/>
              <a:gd name="T22" fmla="*/ 188 w 580"/>
              <a:gd name="T23" fmla="*/ 798 h 798"/>
              <a:gd name="T24" fmla="*/ 0 w 580"/>
              <a:gd name="T25" fmla="*/ 514 h 798"/>
              <a:gd name="T26" fmla="*/ 188 w 580"/>
              <a:gd name="T27" fmla="*/ 230 h 798"/>
              <a:gd name="T28" fmla="*/ 188 w 580"/>
              <a:gd name="T29" fmla="*/ 372 h 798"/>
              <a:gd name="T30" fmla="*/ 224 w 580"/>
              <a:gd name="T31" fmla="*/ 368 h 798"/>
              <a:gd name="T32" fmla="*/ 264 w 580"/>
              <a:gd name="T33" fmla="*/ 356 h 798"/>
              <a:gd name="T34" fmla="*/ 306 w 580"/>
              <a:gd name="T35" fmla="*/ 336 h 798"/>
              <a:gd name="T36" fmla="*/ 348 w 580"/>
              <a:gd name="T37" fmla="*/ 310 h 798"/>
              <a:gd name="T38" fmla="*/ 392 w 580"/>
              <a:gd name="T39" fmla="*/ 280 h 798"/>
              <a:gd name="T40" fmla="*/ 432 w 580"/>
              <a:gd name="T41" fmla="*/ 246 h 798"/>
              <a:gd name="T42" fmla="*/ 472 w 580"/>
              <a:gd name="T43" fmla="*/ 208 h 798"/>
              <a:gd name="T44" fmla="*/ 506 w 580"/>
              <a:gd name="T45" fmla="*/ 166 h 798"/>
              <a:gd name="T46" fmla="*/ 536 w 580"/>
              <a:gd name="T47" fmla="*/ 124 h 798"/>
              <a:gd name="T48" fmla="*/ 558 w 580"/>
              <a:gd name="T49" fmla="*/ 82 h 798"/>
              <a:gd name="T50" fmla="*/ 574 w 580"/>
              <a:gd name="T51" fmla="*/ 40 h 798"/>
              <a:gd name="T52" fmla="*/ 578 w 580"/>
              <a:gd name="T53" fmla="*/ 0 h 798"/>
              <a:gd name="T54" fmla="*/ 580 w 580"/>
              <a:gd name="T55" fmla="*/ 0 h 79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580"/>
              <a:gd name="T85" fmla="*/ 0 h 798"/>
              <a:gd name="T86" fmla="*/ 580 w 580"/>
              <a:gd name="T87" fmla="*/ 798 h 798"/>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580" h="798">
                <a:moveTo>
                  <a:pt x="580" y="0"/>
                </a:moveTo>
                <a:lnTo>
                  <a:pt x="578" y="90"/>
                </a:lnTo>
                <a:lnTo>
                  <a:pt x="568" y="174"/>
                </a:lnTo>
                <a:lnTo>
                  <a:pt x="552" y="252"/>
                </a:lnTo>
                <a:lnTo>
                  <a:pt x="526" y="324"/>
                </a:lnTo>
                <a:lnTo>
                  <a:pt x="494" y="390"/>
                </a:lnTo>
                <a:lnTo>
                  <a:pt x="452" y="450"/>
                </a:lnTo>
                <a:lnTo>
                  <a:pt x="402" y="508"/>
                </a:lnTo>
                <a:lnTo>
                  <a:pt x="342" y="560"/>
                </a:lnTo>
                <a:lnTo>
                  <a:pt x="270" y="610"/>
                </a:lnTo>
                <a:lnTo>
                  <a:pt x="188" y="656"/>
                </a:lnTo>
                <a:lnTo>
                  <a:pt x="188" y="798"/>
                </a:lnTo>
                <a:lnTo>
                  <a:pt x="0" y="514"/>
                </a:lnTo>
                <a:lnTo>
                  <a:pt x="188" y="230"/>
                </a:lnTo>
                <a:lnTo>
                  <a:pt x="188" y="372"/>
                </a:lnTo>
                <a:lnTo>
                  <a:pt x="224" y="368"/>
                </a:lnTo>
                <a:lnTo>
                  <a:pt x="264" y="356"/>
                </a:lnTo>
                <a:lnTo>
                  <a:pt x="306" y="336"/>
                </a:lnTo>
                <a:lnTo>
                  <a:pt x="348" y="310"/>
                </a:lnTo>
                <a:lnTo>
                  <a:pt x="392" y="280"/>
                </a:lnTo>
                <a:lnTo>
                  <a:pt x="432" y="246"/>
                </a:lnTo>
                <a:lnTo>
                  <a:pt x="472" y="208"/>
                </a:lnTo>
                <a:lnTo>
                  <a:pt x="506" y="166"/>
                </a:lnTo>
                <a:lnTo>
                  <a:pt x="536" y="124"/>
                </a:lnTo>
                <a:lnTo>
                  <a:pt x="558" y="82"/>
                </a:lnTo>
                <a:lnTo>
                  <a:pt x="574" y="40"/>
                </a:lnTo>
                <a:lnTo>
                  <a:pt x="578" y="0"/>
                </a:lnTo>
                <a:lnTo>
                  <a:pt x="580" y="0"/>
                </a:lnTo>
                <a:close/>
              </a:path>
            </a:pathLst>
          </a:custGeom>
          <a:gradFill rotWithShape="1">
            <a:gsLst>
              <a:gs pos="0">
                <a:srgbClr val="FF66FF"/>
              </a:gs>
              <a:gs pos="100000">
                <a:srgbClr val="FFCCFF"/>
              </a:gs>
            </a:gsLst>
            <a:lin ang="0" scaled="1"/>
          </a:gradFill>
          <a:ln w="0">
            <a:noFill/>
            <a:round/>
            <a:headEnd/>
            <a:tailEnd/>
          </a:ln>
        </p:spPr>
        <p:txBody>
          <a:bodyPr/>
          <a:lstStyle/>
          <a:p>
            <a:endParaRPr lang="en-US"/>
          </a:p>
        </p:txBody>
      </p:sp>
      <p:sp>
        <p:nvSpPr>
          <p:cNvPr id="22" name="AutoShape 6"/>
          <p:cNvSpPr>
            <a:spLocks noChangeArrowheads="1"/>
          </p:cNvSpPr>
          <p:nvPr/>
        </p:nvSpPr>
        <p:spPr bwMode="gray">
          <a:xfrm>
            <a:off x="381000" y="4800600"/>
            <a:ext cx="2133600" cy="7620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r>
              <a:rPr lang="en-US" sz="2000">
                <a:solidFill>
                  <a:schemeClr val="tx1">
                    <a:lumMod val="60000"/>
                    <a:lumOff val="40000"/>
                  </a:schemeClr>
                </a:solidFill>
                <a:latin typeface="Arial" pitchFamily="34" charset="0"/>
                <a:cs typeface="Arial" pitchFamily="34" charset="0"/>
              </a:rPr>
              <a:t>Lỗi cú pháp</a:t>
            </a:r>
          </a:p>
          <a:p>
            <a:pPr algn="ctr">
              <a:defRPr/>
            </a:pPr>
            <a:r>
              <a:rPr lang="en-US" sz="2000">
                <a:solidFill>
                  <a:schemeClr val="tx1">
                    <a:lumMod val="60000"/>
                    <a:lumOff val="40000"/>
                  </a:schemeClr>
                </a:solidFill>
                <a:latin typeface="Arial" pitchFamily="34" charset="0"/>
                <a:cs typeface="Arial" pitchFamily="34" charset="0"/>
              </a:rPr>
              <a:t>Lỗi ngữ nghĩa</a:t>
            </a:r>
            <a:endParaRPr lang="en-US" sz="2000"/>
          </a:p>
        </p:txBody>
      </p:sp>
      <p:sp>
        <p:nvSpPr>
          <p:cNvPr id="23" name="Right Arrow 22"/>
          <p:cNvSpPr>
            <a:spLocks noChangeArrowheads="1"/>
          </p:cNvSpPr>
          <p:nvPr/>
        </p:nvSpPr>
        <p:spPr bwMode="auto">
          <a:xfrm flipH="1">
            <a:off x="2514600" y="4724400"/>
            <a:ext cx="1524000" cy="914400"/>
          </a:xfrm>
          <a:prstGeom prst="rightArrow">
            <a:avLst>
              <a:gd name="adj1" fmla="val 50000"/>
              <a:gd name="adj2" fmla="val 50000"/>
            </a:avLst>
          </a:prstGeom>
          <a:gradFill rotWithShape="1">
            <a:gsLst>
              <a:gs pos="0">
                <a:srgbClr val="FFFFFF">
                  <a:alpha val="79999"/>
                </a:srgbClr>
              </a:gs>
              <a:gs pos="100000">
                <a:srgbClr val="FF99FF"/>
              </a:gs>
            </a:gsLst>
            <a:lin ang="0" scaled="1"/>
          </a:gradFill>
          <a:ln w="9525" algn="ctr">
            <a:noFill/>
            <a:round/>
            <a:headEnd/>
            <a:tailEnd/>
          </a:ln>
        </p:spPr>
        <p:txBody>
          <a:bodyPr wrap="none" anchor="ctr"/>
          <a:lstStyle/>
          <a:p>
            <a:pPr algn="r"/>
            <a:endParaRPr lang="en-US" sz="4000" b="1">
              <a:solidFill>
                <a:schemeClr val="bg1"/>
              </a:solidFill>
            </a:endParaRPr>
          </a:p>
        </p:txBody>
      </p:sp>
      <p:sp>
        <p:nvSpPr>
          <p:cNvPr id="24" name="AutoShape 6"/>
          <p:cNvSpPr>
            <a:spLocks noChangeArrowheads="1"/>
          </p:cNvSpPr>
          <p:nvPr/>
        </p:nvSpPr>
        <p:spPr bwMode="gray">
          <a:xfrm>
            <a:off x="5486400" y="1447800"/>
            <a:ext cx="2667000" cy="12954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defRPr/>
            </a:pPr>
            <a:r>
              <a:rPr lang="en-US" sz="2000">
                <a:solidFill>
                  <a:schemeClr val="tx1">
                    <a:lumMod val="60000"/>
                    <a:lumOff val="40000"/>
                  </a:schemeClr>
                </a:solidFill>
                <a:latin typeface="Arial" pitchFamily="34" charset="0"/>
                <a:cs typeface="Arial" pitchFamily="34" charset="0"/>
              </a:rPr>
              <a:t>Biểu diễn bằng:</a:t>
            </a:r>
          </a:p>
          <a:p>
            <a:pPr>
              <a:buFont typeface="Arial" pitchFamily="34" charset="0"/>
              <a:buChar char="•"/>
              <a:defRPr/>
            </a:pPr>
            <a:r>
              <a:rPr lang="en-US" sz="2000">
                <a:solidFill>
                  <a:schemeClr val="tx1">
                    <a:lumMod val="60000"/>
                    <a:lumOff val="40000"/>
                  </a:schemeClr>
                </a:solidFill>
                <a:latin typeface="Arial" pitchFamily="34" charset="0"/>
                <a:cs typeface="Arial" pitchFamily="34" charset="0"/>
              </a:rPr>
              <a:t> Ngôn ngữ tự nhiên</a:t>
            </a:r>
          </a:p>
          <a:p>
            <a:pPr>
              <a:buFont typeface="Arial" pitchFamily="34" charset="0"/>
              <a:buChar char="•"/>
              <a:defRPr/>
            </a:pPr>
            <a:r>
              <a:rPr lang="en-US" sz="2000">
                <a:solidFill>
                  <a:schemeClr val="tx1">
                    <a:lumMod val="60000"/>
                    <a:lumOff val="40000"/>
                  </a:schemeClr>
                </a:solidFill>
                <a:latin typeface="Arial" pitchFamily="34" charset="0"/>
                <a:cs typeface="Arial" pitchFamily="34" charset="0"/>
              </a:rPr>
              <a:t> L</a:t>
            </a:r>
            <a:r>
              <a:rPr lang="vi-VN" sz="2000">
                <a:solidFill>
                  <a:schemeClr val="tx1">
                    <a:lumMod val="60000"/>
                    <a:lumOff val="40000"/>
                  </a:schemeClr>
                </a:solidFill>
                <a:latin typeface="Arial" pitchFamily="34" charset="0"/>
                <a:cs typeface="Arial" pitchFamily="34" charset="0"/>
              </a:rPr>
              <a:t>ư</a:t>
            </a:r>
            <a:r>
              <a:rPr lang="en-US" sz="2000">
                <a:solidFill>
                  <a:schemeClr val="tx1">
                    <a:lumMod val="60000"/>
                    <a:lumOff val="40000"/>
                  </a:schemeClr>
                </a:solidFill>
                <a:latin typeface="Arial" pitchFamily="34" charset="0"/>
                <a:cs typeface="Arial" pitchFamily="34" charset="0"/>
              </a:rPr>
              <a:t>u </a:t>
            </a:r>
            <a:r>
              <a:rPr lang="vi-VN" sz="2000">
                <a:solidFill>
                  <a:schemeClr val="tx1">
                    <a:lumMod val="60000"/>
                    <a:lumOff val="40000"/>
                  </a:schemeClr>
                </a:solidFill>
                <a:latin typeface="Arial" pitchFamily="34" charset="0"/>
                <a:cs typeface="Arial" pitchFamily="34" charset="0"/>
              </a:rPr>
              <a:t>đồ</a:t>
            </a:r>
            <a:r>
              <a:rPr lang="en-US" sz="2000">
                <a:solidFill>
                  <a:schemeClr val="tx1">
                    <a:lumMod val="60000"/>
                    <a:lumOff val="40000"/>
                  </a:schemeClr>
                </a:solidFill>
                <a:latin typeface="Arial" pitchFamily="34" charset="0"/>
                <a:cs typeface="Arial" pitchFamily="34" charset="0"/>
              </a:rPr>
              <a:t> - S</a:t>
            </a:r>
            <a:r>
              <a:rPr lang="vi-VN" sz="2000">
                <a:solidFill>
                  <a:schemeClr val="tx1">
                    <a:lumMod val="60000"/>
                    <a:lumOff val="40000"/>
                  </a:schemeClr>
                </a:solidFill>
                <a:latin typeface="Arial" pitchFamily="34" charset="0"/>
                <a:cs typeface="Arial" pitchFamily="34" charset="0"/>
              </a:rPr>
              <a:t>ơ</a:t>
            </a:r>
            <a:r>
              <a:rPr lang="en-US" sz="2000">
                <a:solidFill>
                  <a:schemeClr val="tx1">
                    <a:lumMod val="60000"/>
                    <a:lumOff val="40000"/>
                  </a:schemeClr>
                </a:solidFill>
                <a:latin typeface="Arial" pitchFamily="34" charset="0"/>
                <a:cs typeface="Arial" pitchFamily="34" charset="0"/>
              </a:rPr>
              <a:t> </a:t>
            </a:r>
            <a:r>
              <a:rPr lang="vi-VN" sz="2000">
                <a:solidFill>
                  <a:schemeClr val="tx1">
                    <a:lumMod val="60000"/>
                    <a:lumOff val="40000"/>
                  </a:schemeClr>
                </a:solidFill>
                <a:latin typeface="Arial" pitchFamily="34" charset="0"/>
                <a:cs typeface="Arial" pitchFamily="34" charset="0"/>
              </a:rPr>
              <a:t>đồ</a:t>
            </a:r>
            <a:r>
              <a:rPr lang="en-US" sz="2000">
                <a:solidFill>
                  <a:schemeClr val="tx1">
                    <a:lumMod val="60000"/>
                    <a:lumOff val="40000"/>
                  </a:schemeClr>
                </a:solidFill>
                <a:latin typeface="Arial" pitchFamily="34" charset="0"/>
                <a:cs typeface="Arial" pitchFamily="34" charset="0"/>
              </a:rPr>
              <a:t> khối</a:t>
            </a:r>
          </a:p>
          <a:p>
            <a:pPr>
              <a:buFont typeface="Arial" pitchFamily="34" charset="0"/>
              <a:buChar char="•"/>
              <a:defRPr/>
            </a:pPr>
            <a:r>
              <a:rPr lang="en-US" sz="2000">
                <a:solidFill>
                  <a:schemeClr val="tx1">
                    <a:lumMod val="60000"/>
                    <a:lumOff val="40000"/>
                  </a:schemeClr>
                </a:solidFill>
                <a:latin typeface="Arial" pitchFamily="34" charset="0"/>
                <a:cs typeface="Arial" pitchFamily="34" charset="0"/>
              </a:rPr>
              <a:t> Ngôn ngữ lập trình</a:t>
            </a:r>
            <a:endParaRPr lang="en-US" sz="2000"/>
          </a:p>
        </p:txBody>
      </p:sp>
      <p:sp>
        <p:nvSpPr>
          <p:cNvPr id="25" name="Right Arrow 24"/>
          <p:cNvSpPr>
            <a:spLocks noChangeArrowheads="1"/>
          </p:cNvSpPr>
          <p:nvPr/>
        </p:nvSpPr>
        <p:spPr bwMode="auto">
          <a:xfrm rot="8100000" flipH="1">
            <a:off x="4291013" y="2690813"/>
            <a:ext cx="1524000" cy="914400"/>
          </a:xfrm>
          <a:prstGeom prst="rightArrow">
            <a:avLst>
              <a:gd name="adj1" fmla="val 50000"/>
              <a:gd name="adj2" fmla="val 50000"/>
            </a:avLst>
          </a:prstGeom>
          <a:gradFill rotWithShape="1">
            <a:gsLst>
              <a:gs pos="0">
                <a:srgbClr val="FFFFFF">
                  <a:alpha val="79999"/>
                </a:srgbClr>
              </a:gs>
              <a:gs pos="100000">
                <a:srgbClr val="FF99FF"/>
              </a:gs>
            </a:gsLst>
            <a:lin ang="0" scaled="1"/>
          </a:gradFill>
          <a:ln w="9525" algn="ctr">
            <a:noFill/>
            <a:round/>
            <a:headEnd/>
            <a:tailEnd/>
          </a:ln>
        </p:spPr>
        <p:txBody>
          <a:bodyPr wrap="none" anchor="ctr"/>
          <a:lstStyle/>
          <a:p>
            <a:pPr algn="r"/>
            <a:endParaRPr lang="en-US" sz="4000" b="1">
              <a:solidFill>
                <a:schemeClr val="bg1"/>
              </a:solidFill>
            </a:endParaRPr>
          </a:p>
        </p:txBody>
      </p:sp>
      <p:sp>
        <p:nvSpPr>
          <p:cNvPr id="8" name="AutoShape 6"/>
          <p:cNvSpPr>
            <a:spLocks noChangeArrowheads="1"/>
          </p:cNvSpPr>
          <p:nvPr/>
        </p:nvSpPr>
        <p:spPr bwMode="gray">
          <a:xfrm>
            <a:off x="2209800" y="3124200"/>
            <a:ext cx="2895600" cy="762000"/>
          </a:xfrm>
          <a:prstGeom prst="roundRect">
            <a:avLst>
              <a:gd name="adj" fmla="val 16667"/>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pPr algn="ctr">
              <a:defRPr/>
            </a:pPr>
            <a:r>
              <a:rPr lang="en-US" sz="2400">
                <a:solidFill>
                  <a:schemeClr val="tx1">
                    <a:lumMod val="60000"/>
                    <a:lumOff val="40000"/>
                  </a:schemeClr>
                </a:solidFill>
                <a:latin typeface="Arial" pitchFamily="34" charset="0"/>
                <a:cs typeface="Arial" pitchFamily="34" charset="0"/>
              </a:rPr>
              <a:t>Xây dựng</a:t>
            </a:r>
          </a:p>
          <a:p>
            <a:pPr algn="ctr">
              <a:defRPr/>
            </a:pPr>
            <a:r>
              <a:rPr lang="en-US" sz="2400">
                <a:solidFill>
                  <a:schemeClr val="tx1">
                    <a:lumMod val="60000"/>
                    <a:lumOff val="40000"/>
                  </a:schemeClr>
                </a:solidFill>
                <a:latin typeface="Arial" pitchFamily="34" charset="0"/>
                <a:cs typeface="Arial" pitchFamily="34" charset="0"/>
              </a:rPr>
              <a:t>thuật toán/ thuật giải</a:t>
            </a:r>
            <a:endParaRPr lang="en-US" sz="2400"/>
          </a:p>
        </p:txBody>
      </p:sp>
      <p:sp>
        <p:nvSpPr>
          <p:cNvPr id="18" name="Freeform 9"/>
          <p:cNvSpPr>
            <a:spLocks/>
          </p:cNvSpPr>
          <p:nvPr/>
        </p:nvSpPr>
        <p:spPr bwMode="gray">
          <a:xfrm rot="-5400000">
            <a:off x="4093369" y="2231231"/>
            <a:ext cx="979488" cy="1241425"/>
          </a:xfrm>
          <a:custGeom>
            <a:avLst/>
            <a:gdLst>
              <a:gd name="T0" fmla="*/ 580 w 580"/>
              <a:gd name="T1" fmla="*/ 0 h 798"/>
              <a:gd name="T2" fmla="*/ 578 w 580"/>
              <a:gd name="T3" fmla="*/ 90 h 798"/>
              <a:gd name="T4" fmla="*/ 568 w 580"/>
              <a:gd name="T5" fmla="*/ 174 h 798"/>
              <a:gd name="T6" fmla="*/ 552 w 580"/>
              <a:gd name="T7" fmla="*/ 252 h 798"/>
              <a:gd name="T8" fmla="*/ 526 w 580"/>
              <a:gd name="T9" fmla="*/ 324 h 798"/>
              <a:gd name="T10" fmla="*/ 494 w 580"/>
              <a:gd name="T11" fmla="*/ 390 h 798"/>
              <a:gd name="T12" fmla="*/ 452 w 580"/>
              <a:gd name="T13" fmla="*/ 450 h 798"/>
              <a:gd name="T14" fmla="*/ 402 w 580"/>
              <a:gd name="T15" fmla="*/ 508 h 798"/>
              <a:gd name="T16" fmla="*/ 342 w 580"/>
              <a:gd name="T17" fmla="*/ 560 h 798"/>
              <a:gd name="T18" fmla="*/ 270 w 580"/>
              <a:gd name="T19" fmla="*/ 610 h 798"/>
              <a:gd name="T20" fmla="*/ 188 w 580"/>
              <a:gd name="T21" fmla="*/ 656 h 798"/>
              <a:gd name="T22" fmla="*/ 188 w 580"/>
              <a:gd name="T23" fmla="*/ 798 h 798"/>
              <a:gd name="T24" fmla="*/ 0 w 580"/>
              <a:gd name="T25" fmla="*/ 514 h 798"/>
              <a:gd name="T26" fmla="*/ 188 w 580"/>
              <a:gd name="T27" fmla="*/ 230 h 798"/>
              <a:gd name="T28" fmla="*/ 188 w 580"/>
              <a:gd name="T29" fmla="*/ 372 h 798"/>
              <a:gd name="T30" fmla="*/ 224 w 580"/>
              <a:gd name="T31" fmla="*/ 368 h 798"/>
              <a:gd name="T32" fmla="*/ 264 w 580"/>
              <a:gd name="T33" fmla="*/ 356 h 798"/>
              <a:gd name="T34" fmla="*/ 306 w 580"/>
              <a:gd name="T35" fmla="*/ 336 h 798"/>
              <a:gd name="T36" fmla="*/ 348 w 580"/>
              <a:gd name="T37" fmla="*/ 310 h 798"/>
              <a:gd name="T38" fmla="*/ 392 w 580"/>
              <a:gd name="T39" fmla="*/ 280 h 798"/>
              <a:gd name="T40" fmla="*/ 432 w 580"/>
              <a:gd name="T41" fmla="*/ 246 h 798"/>
              <a:gd name="T42" fmla="*/ 472 w 580"/>
              <a:gd name="T43" fmla="*/ 208 h 798"/>
              <a:gd name="T44" fmla="*/ 506 w 580"/>
              <a:gd name="T45" fmla="*/ 166 h 798"/>
              <a:gd name="T46" fmla="*/ 536 w 580"/>
              <a:gd name="T47" fmla="*/ 124 h 798"/>
              <a:gd name="T48" fmla="*/ 558 w 580"/>
              <a:gd name="T49" fmla="*/ 82 h 798"/>
              <a:gd name="T50" fmla="*/ 574 w 580"/>
              <a:gd name="T51" fmla="*/ 40 h 798"/>
              <a:gd name="T52" fmla="*/ 578 w 580"/>
              <a:gd name="T53" fmla="*/ 0 h 798"/>
              <a:gd name="T54" fmla="*/ 580 w 580"/>
              <a:gd name="T55" fmla="*/ 0 h 79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580"/>
              <a:gd name="T85" fmla="*/ 0 h 798"/>
              <a:gd name="T86" fmla="*/ 580 w 580"/>
              <a:gd name="T87" fmla="*/ 798 h 798"/>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580" h="798">
                <a:moveTo>
                  <a:pt x="580" y="0"/>
                </a:moveTo>
                <a:lnTo>
                  <a:pt x="578" y="90"/>
                </a:lnTo>
                <a:lnTo>
                  <a:pt x="568" y="174"/>
                </a:lnTo>
                <a:lnTo>
                  <a:pt x="552" y="252"/>
                </a:lnTo>
                <a:lnTo>
                  <a:pt x="526" y="324"/>
                </a:lnTo>
                <a:lnTo>
                  <a:pt x="494" y="390"/>
                </a:lnTo>
                <a:lnTo>
                  <a:pt x="452" y="450"/>
                </a:lnTo>
                <a:lnTo>
                  <a:pt x="402" y="508"/>
                </a:lnTo>
                <a:lnTo>
                  <a:pt x="342" y="560"/>
                </a:lnTo>
                <a:lnTo>
                  <a:pt x="270" y="610"/>
                </a:lnTo>
                <a:lnTo>
                  <a:pt x="188" y="656"/>
                </a:lnTo>
                <a:lnTo>
                  <a:pt x="188" y="798"/>
                </a:lnTo>
                <a:lnTo>
                  <a:pt x="0" y="514"/>
                </a:lnTo>
                <a:lnTo>
                  <a:pt x="188" y="230"/>
                </a:lnTo>
                <a:lnTo>
                  <a:pt x="188" y="372"/>
                </a:lnTo>
                <a:lnTo>
                  <a:pt x="224" y="368"/>
                </a:lnTo>
                <a:lnTo>
                  <a:pt x="264" y="356"/>
                </a:lnTo>
                <a:lnTo>
                  <a:pt x="306" y="336"/>
                </a:lnTo>
                <a:lnTo>
                  <a:pt x="348" y="310"/>
                </a:lnTo>
                <a:lnTo>
                  <a:pt x="392" y="280"/>
                </a:lnTo>
                <a:lnTo>
                  <a:pt x="432" y="246"/>
                </a:lnTo>
                <a:lnTo>
                  <a:pt x="472" y="208"/>
                </a:lnTo>
                <a:lnTo>
                  <a:pt x="506" y="166"/>
                </a:lnTo>
                <a:lnTo>
                  <a:pt x="536" y="124"/>
                </a:lnTo>
                <a:lnTo>
                  <a:pt x="558" y="82"/>
                </a:lnTo>
                <a:lnTo>
                  <a:pt x="574" y="40"/>
                </a:lnTo>
                <a:lnTo>
                  <a:pt x="578" y="0"/>
                </a:lnTo>
                <a:lnTo>
                  <a:pt x="580" y="0"/>
                </a:lnTo>
                <a:close/>
              </a:path>
            </a:pathLst>
          </a:custGeom>
          <a:gradFill rotWithShape="1">
            <a:gsLst>
              <a:gs pos="0">
                <a:srgbClr val="FF66FF"/>
              </a:gs>
              <a:gs pos="100000">
                <a:srgbClr val="FFCCFF"/>
              </a:gs>
            </a:gsLst>
            <a:lin ang="0" scaled="1"/>
          </a:gradFill>
          <a:ln w="0">
            <a:noFill/>
            <a:round/>
            <a:headEnd/>
            <a:tailEnd/>
          </a:ln>
        </p:spPr>
        <p:txBody>
          <a:bodyPr/>
          <a:lstStyle/>
          <a:p>
            <a:endParaRPr lang="en-US"/>
          </a:p>
        </p:txBody>
      </p:sp>
      <p:sp>
        <p:nvSpPr>
          <p:cNvPr id="13" name="Slide Number Placeholder 12"/>
          <p:cNvSpPr>
            <a:spLocks noGrp="1"/>
          </p:cNvSpPr>
          <p:nvPr>
            <p:ph type="sldNum" sz="quarter" idx="12"/>
          </p:nvPr>
        </p:nvSpPr>
        <p:spPr/>
        <p:txBody>
          <a:bodyPr/>
          <a:lstStyle/>
          <a:p>
            <a:fld id="{5AB95402-1E0D-474E-8D8C-CBE7F053639E}" type="slidenum">
              <a:rPr lang="vi-VN" smtClean="0"/>
              <a:pPr/>
              <a:t>5</a:t>
            </a:fld>
            <a:r>
              <a:rPr lang="vi-VN"/>
              <a:t>/27</a:t>
            </a:r>
          </a:p>
        </p:txBody>
      </p:sp>
    </p:spTree>
    <p:extLst>
      <p:ext uri="{BB962C8B-B14F-4D97-AF65-F5344CB8AC3E}">
        <p14:creationId xmlns:p14="http://schemas.microsoft.com/office/powerpoint/2010/main" val="1692490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ipe(up)">
                                      <p:cBhvr>
                                        <p:cTn id="12" dur="500"/>
                                        <p:tgtEl>
                                          <p:spTgt spid="17"/>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grpId="0" nodeType="click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wipe(up)">
                                      <p:cBhvr>
                                        <p:cTn id="20" dur="500"/>
                                        <p:tgtEl>
                                          <p:spTgt spid="18"/>
                                        </p:tgtEl>
                                      </p:cBhvr>
                                    </p:animEffect>
                                  </p:childTnLst>
                                </p:cTn>
                              </p:par>
                              <p:par>
                                <p:cTn id="21" presetID="10" presetClass="exit" presetSubtype="0" fill="hold" grpId="1" nodeType="withEffect">
                                  <p:stCondLst>
                                    <p:cond delay="0"/>
                                  </p:stCondLst>
                                  <p:childTnLst>
                                    <p:animEffect transition="out" filter="fade">
                                      <p:cBhvr>
                                        <p:cTn id="22" dur="500"/>
                                        <p:tgtEl>
                                          <p:spTgt spid="17"/>
                                        </p:tgtEl>
                                      </p:cBhvr>
                                    </p:animEffect>
                                    <p:set>
                                      <p:cBhvr>
                                        <p:cTn id="23" dur="1" fill="hold">
                                          <p:stCondLst>
                                            <p:cond delay="499"/>
                                          </p:stCondLst>
                                        </p:cTn>
                                        <p:tgtEl>
                                          <p:spTgt spid="17"/>
                                        </p:tgtEl>
                                        <p:attrNameLst>
                                          <p:attrName>style.visibility</p:attrName>
                                        </p:attrNameLst>
                                      </p:cBhvr>
                                      <p:to>
                                        <p:strVal val="hidden"/>
                                      </p:to>
                                    </p:set>
                                  </p:childTnLst>
                                </p:cTn>
                              </p:par>
                              <p:par>
                                <p:cTn id="24" presetID="10" presetClass="entr" presetSubtype="0" fill="hold" grpId="0" nodeType="with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wipe(left)">
                                      <p:cBhvr>
                                        <p:cTn id="31" dur="500"/>
                                        <p:tgtEl>
                                          <p:spTgt spid="2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500"/>
                                        <p:tgtEl>
                                          <p:spTgt spid="24"/>
                                        </p:tgtEl>
                                      </p:cBhvr>
                                    </p:animEffect>
                                  </p:childTnLst>
                                </p:cTn>
                              </p:par>
                              <p:par>
                                <p:cTn id="35" presetID="10" presetClass="exit" presetSubtype="0" fill="hold" grpId="1" nodeType="withEffect">
                                  <p:stCondLst>
                                    <p:cond delay="0"/>
                                  </p:stCondLst>
                                  <p:childTnLst>
                                    <p:animEffect transition="out" filter="fade">
                                      <p:cBhvr>
                                        <p:cTn id="36" dur="500"/>
                                        <p:tgtEl>
                                          <p:spTgt spid="18"/>
                                        </p:tgtEl>
                                      </p:cBhvr>
                                    </p:animEffect>
                                    <p:set>
                                      <p:cBhvr>
                                        <p:cTn id="37" dur="1" fill="hold">
                                          <p:stCondLst>
                                            <p:cond delay="499"/>
                                          </p:stCondLst>
                                        </p:cTn>
                                        <p:tgtEl>
                                          <p:spTgt spid="18"/>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wipe(up)">
                                      <p:cBhvr>
                                        <p:cTn id="42" dur="500"/>
                                        <p:tgtEl>
                                          <p:spTgt spid="19"/>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9"/>
                                        </p:tgtEl>
                                        <p:attrNameLst>
                                          <p:attrName>style.visibility</p:attrName>
                                        </p:attrNameLst>
                                      </p:cBhvr>
                                      <p:to>
                                        <p:strVal val="visible"/>
                                      </p:to>
                                    </p:set>
                                    <p:animEffect transition="in" filter="fade">
                                      <p:cBhvr>
                                        <p:cTn id="45" dur="500"/>
                                        <p:tgtEl>
                                          <p:spTgt spid="9"/>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1" fill="hold" grpId="0" nodeType="click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wipe(up)">
                                      <p:cBhvr>
                                        <p:cTn id="50" dur="500"/>
                                        <p:tgtEl>
                                          <p:spTgt spid="20"/>
                                        </p:tgtEl>
                                      </p:cBhvr>
                                    </p:animEffect>
                                  </p:childTnLst>
                                </p:cTn>
                              </p:par>
                              <p:par>
                                <p:cTn id="51" presetID="10" presetClass="exit" presetSubtype="0" fill="hold" grpId="1" nodeType="withEffect">
                                  <p:stCondLst>
                                    <p:cond delay="0"/>
                                  </p:stCondLst>
                                  <p:childTnLst>
                                    <p:animEffect transition="out" filter="fade">
                                      <p:cBhvr>
                                        <p:cTn id="52" dur="500"/>
                                        <p:tgtEl>
                                          <p:spTgt spid="19"/>
                                        </p:tgtEl>
                                      </p:cBhvr>
                                    </p:animEffect>
                                    <p:set>
                                      <p:cBhvr>
                                        <p:cTn id="53" dur="1" fill="hold">
                                          <p:stCondLst>
                                            <p:cond delay="499"/>
                                          </p:stCondLst>
                                        </p:cTn>
                                        <p:tgtEl>
                                          <p:spTgt spid="19"/>
                                        </p:tgtEl>
                                        <p:attrNameLst>
                                          <p:attrName>style.visibility</p:attrName>
                                        </p:attrNameLst>
                                      </p:cBhvr>
                                      <p:to>
                                        <p:strVal val="hidden"/>
                                      </p:to>
                                    </p:set>
                                  </p:childTnLst>
                                </p:cTn>
                              </p:par>
                              <p:par>
                                <p:cTn id="54" presetID="10" presetClass="entr" presetSubtype="0" fill="hold" grpId="0" nodeType="withEffect">
                                  <p:stCondLst>
                                    <p:cond delay="0"/>
                                  </p:stCondLst>
                                  <p:childTnLst>
                                    <p:set>
                                      <p:cBhvr>
                                        <p:cTn id="55" dur="1" fill="hold">
                                          <p:stCondLst>
                                            <p:cond delay="0"/>
                                          </p:stCondLst>
                                        </p:cTn>
                                        <p:tgtEl>
                                          <p:spTgt spid="10"/>
                                        </p:tgtEl>
                                        <p:attrNameLst>
                                          <p:attrName>style.visibility</p:attrName>
                                        </p:attrNameLst>
                                      </p:cBhvr>
                                      <p:to>
                                        <p:strVal val="visible"/>
                                      </p:to>
                                    </p:set>
                                    <p:animEffect transition="in" filter="fade">
                                      <p:cBhvr>
                                        <p:cTn id="56" dur="500"/>
                                        <p:tgtEl>
                                          <p:spTgt spid="10"/>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2" fill="hold" grpId="0" nodeType="clickEffect">
                                  <p:stCondLst>
                                    <p:cond delay="0"/>
                                  </p:stCondLst>
                                  <p:childTnLst>
                                    <p:set>
                                      <p:cBhvr>
                                        <p:cTn id="60" dur="1" fill="hold">
                                          <p:stCondLst>
                                            <p:cond delay="0"/>
                                          </p:stCondLst>
                                        </p:cTn>
                                        <p:tgtEl>
                                          <p:spTgt spid="23"/>
                                        </p:tgtEl>
                                        <p:attrNameLst>
                                          <p:attrName>style.visibility</p:attrName>
                                        </p:attrNameLst>
                                      </p:cBhvr>
                                      <p:to>
                                        <p:strVal val="visible"/>
                                      </p:to>
                                    </p:set>
                                    <p:animEffect transition="in" filter="wipe(right)">
                                      <p:cBhvr>
                                        <p:cTn id="61" dur="500"/>
                                        <p:tgtEl>
                                          <p:spTgt spid="23"/>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500"/>
                                        <p:tgtEl>
                                          <p:spTgt spid="22"/>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1" fill="hold" grpId="0" nodeType="clickEffect">
                                  <p:stCondLst>
                                    <p:cond delay="0"/>
                                  </p:stCondLst>
                                  <p:childTnLst>
                                    <p:set>
                                      <p:cBhvr>
                                        <p:cTn id="68" dur="1" fill="hold">
                                          <p:stCondLst>
                                            <p:cond delay="0"/>
                                          </p:stCondLst>
                                        </p:cTn>
                                        <p:tgtEl>
                                          <p:spTgt spid="21"/>
                                        </p:tgtEl>
                                        <p:attrNameLst>
                                          <p:attrName>style.visibility</p:attrName>
                                        </p:attrNameLst>
                                      </p:cBhvr>
                                      <p:to>
                                        <p:strVal val="visible"/>
                                      </p:to>
                                    </p:set>
                                    <p:animEffect transition="in" filter="wipe(up)">
                                      <p:cBhvr>
                                        <p:cTn id="69" dur="500"/>
                                        <p:tgtEl>
                                          <p:spTgt spid="21"/>
                                        </p:tgtEl>
                                      </p:cBhvr>
                                    </p:animEffect>
                                  </p:childTnLst>
                                </p:cTn>
                              </p:par>
                              <p:par>
                                <p:cTn id="70" presetID="10" presetClass="exit" presetSubtype="0" fill="hold" grpId="1" nodeType="withEffect">
                                  <p:stCondLst>
                                    <p:cond delay="0"/>
                                  </p:stCondLst>
                                  <p:childTnLst>
                                    <p:animEffect transition="out" filter="fade">
                                      <p:cBhvr>
                                        <p:cTn id="71" dur="500"/>
                                        <p:tgtEl>
                                          <p:spTgt spid="20"/>
                                        </p:tgtEl>
                                      </p:cBhvr>
                                    </p:animEffect>
                                    <p:set>
                                      <p:cBhvr>
                                        <p:cTn id="72" dur="1" fill="hold">
                                          <p:stCondLst>
                                            <p:cond delay="499"/>
                                          </p:stCondLst>
                                        </p:cTn>
                                        <p:tgtEl>
                                          <p:spTgt spid="20"/>
                                        </p:tgtEl>
                                        <p:attrNameLst>
                                          <p:attrName>style.visibility</p:attrName>
                                        </p:attrNameLst>
                                      </p:cBhvr>
                                      <p:to>
                                        <p:strVal val="hidden"/>
                                      </p:to>
                                    </p:set>
                                  </p:childTnLst>
                                </p:cTn>
                              </p:par>
                              <p:par>
                                <p:cTn id="73" presetID="10" presetClass="entr" presetSubtype="0" fill="hold" grpId="0" nodeType="withEffect">
                                  <p:stCondLst>
                                    <p:cond delay="0"/>
                                  </p:stCondLst>
                                  <p:childTnLst>
                                    <p:set>
                                      <p:cBhvr>
                                        <p:cTn id="74" dur="1" fill="hold">
                                          <p:stCondLst>
                                            <p:cond delay="0"/>
                                          </p:stCondLst>
                                        </p:cTn>
                                        <p:tgtEl>
                                          <p:spTgt spid="11"/>
                                        </p:tgtEl>
                                        <p:attrNameLst>
                                          <p:attrName>style.visibility</p:attrName>
                                        </p:attrNameLst>
                                      </p:cBhvr>
                                      <p:to>
                                        <p:strVal val="visible"/>
                                      </p:to>
                                    </p:set>
                                    <p:animEffect transition="in" filter="fade">
                                      <p:cBhvr>
                                        <p:cTn id="7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0" grpId="0" animBg="1"/>
      <p:bldP spid="11" grpId="0" animBg="1"/>
      <p:bldP spid="17" grpId="0" animBg="1"/>
      <p:bldP spid="17" grpId="1" animBg="1"/>
      <p:bldP spid="19" grpId="0" animBg="1"/>
      <p:bldP spid="19" grpId="1" animBg="1"/>
      <p:bldP spid="20" grpId="0" animBg="1"/>
      <p:bldP spid="20" grpId="1" animBg="1"/>
      <p:bldP spid="21" grpId="0" animBg="1"/>
      <p:bldP spid="22" grpId="0" animBg="1"/>
      <p:bldP spid="23" grpId="0" animBg="1"/>
      <p:bldP spid="24" grpId="0" animBg="1"/>
      <p:bldP spid="25" grpId="0" animBg="1"/>
      <p:bldP spid="8" grpId="0" animBg="1"/>
      <p:bldP spid="18" grpId="0" animBg="1"/>
      <p:bldP spid="18"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3. Thuật toán và chương trình</a:t>
            </a:r>
            <a:endParaRPr lang="vi-VN"/>
          </a:p>
        </p:txBody>
      </p:sp>
      <p:sp>
        <p:nvSpPr>
          <p:cNvPr id="3" name="Content Placeholder 2"/>
          <p:cNvSpPr>
            <a:spLocks noGrp="1"/>
          </p:cNvSpPr>
          <p:nvPr>
            <p:ph idx="1"/>
          </p:nvPr>
        </p:nvSpPr>
        <p:spPr/>
        <p:txBody>
          <a:bodyPr/>
          <a:lstStyle/>
          <a:p>
            <a:r>
              <a:rPr lang="en-US">
                <a:solidFill>
                  <a:srgbClr val="FF0000"/>
                </a:solidFill>
              </a:rPr>
              <a:t>Chương trình </a:t>
            </a:r>
            <a:r>
              <a:rPr lang="en-US"/>
              <a:t>là tập hợp </a:t>
            </a:r>
            <a:r>
              <a:rPr lang="en-US">
                <a:solidFill>
                  <a:srgbClr val="FF0000"/>
                </a:solidFill>
              </a:rPr>
              <a:t>dãy các lệnh </a:t>
            </a:r>
            <a:r>
              <a:rPr lang="en-US"/>
              <a:t>điều khiển máy tính thực hiện, hay nói cách khác đó một cách diễn tả </a:t>
            </a:r>
            <a:r>
              <a:rPr lang="en-US">
                <a:solidFill>
                  <a:srgbClr val="FF0000"/>
                </a:solidFill>
              </a:rPr>
              <a:t>thuật toán </a:t>
            </a:r>
            <a:r>
              <a:rPr lang="en-US"/>
              <a:t>bằng một </a:t>
            </a:r>
            <a:r>
              <a:rPr lang="en-US">
                <a:solidFill>
                  <a:srgbClr val="FF0000"/>
                </a:solidFill>
              </a:rPr>
              <a:t>ngôn ngữ lập trình </a:t>
            </a:r>
            <a:r>
              <a:rPr lang="en-US"/>
              <a:t>để máy tính có thể hiểu được.</a:t>
            </a:r>
          </a:p>
          <a:p>
            <a:r>
              <a:rPr lang="en-US"/>
              <a:t>Các cách biểu diễn thuật toán</a:t>
            </a:r>
          </a:p>
          <a:p>
            <a:pPr lvl="1"/>
            <a:r>
              <a:rPr lang="en-US"/>
              <a:t>Sử dụng ngôn ngữ tự nhiên</a:t>
            </a:r>
          </a:p>
          <a:p>
            <a:pPr lvl="1"/>
            <a:r>
              <a:rPr lang="en-US"/>
              <a:t>Dùng sơ đồ khối</a:t>
            </a:r>
          </a:p>
          <a:p>
            <a:pPr lvl="1"/>
            <a:r>
              <a:rPr lang="en-US"/>
              <a:t>Bằng ngôn ngữ lập trình</a:t>
            </a:r>
          </a:p>
          <a:p>
            <a:endParaRPr lang="vi-VN"/>
          </a:p>
        </p:txBody>
      </p:sp>
      <p:sp>
        <p:nvSpPr>
          <p:cNvPr id="4" name="Date Placeholder 3"/>
          <p:cNvSpPr>
            <a:spLocks noGrp="1"/>
          </p:cNvSpPr>
          <p:nvPr>
            <p:ph type="dt" sz="half" idx="10"/>
          </p:nvPr>
        </p:nvSpPr>
        <p:spPr/>
        <p:txBody>
          <a:bodyPr/>
          <a:lstStyle/>
          <a:p>
            <a:fld id="{D6567CE2-F675-4268-8640-53EB2FF56869}" type="datetime1">
              <a:rPr lang="vi-VN" smtClean="0"/>
              <a:t>14/01/2024</a:t>
            </a:fld>
            <a:endParaRPr lang="vi-VN"/>
          </a:p>
        </p:txBody>
      </p:sp>
      <p:sp>
        <p:nvSpPr>
          <p:cNvPr id="5" name="Footer Placeholder 4"/>
          <p:cNvSpPr>
            <a:spLocks noGrp="1"/>
          </p:cNvSpPr>
          <p:nvPr>
            <p:ph type="ftr" sz="quarter" idx="11"/>
          </p:nvPr>
        </p:nvSpPr>
        <p:spPr/>
        <p:txBody>
          <a:bodyPr/>
          <a:lstStyle/>
          <a:p>
            <a:r>
              <a:rPr lang="vi-VN"/>
              <a:t>Chương 1-Các khái niệm cơ bản về lập trình</a:t>
            </a:r>
          </a:p>
        </p:txBody>
      </p:sp>
      <p:sp>
        <p:nvSpPr>
          <p:cNvPr id="9" name="Slide Number Placeholder 8"/>
          <p:cNvSpPr>
            <a:spLocks noGrp="1"/>
          </p:cNvSpPr>
          <p:nvPr>
            <p:ph type="sldNum" sz="quarter" idx="12"/>
          </p:nvPr>
        </p:nvSpPr>
        <p:spPr/>
        <p:txBody>
          <a:bodyPr/>
          <a:lstStyle/>
          <a:p>
            <a:fld id="{5AB95402-1E0D-474E-8D8C-CBE7F053639E}" type="slidenum">
              <a:rPr lang="vi-VN" smtClean="0"/>
              <a:pPr/>
              <a:t>6</a:t>
            </a:fld>
            <a:r>
              <a:rPr lang="vi-VN"/>
              <a:t>/27</a:t>
            </a:r>
          </a:p>
        </p:txBody>
      </p:sp>
    </p:spTree>
    <p:extLst>
      <p:ext uri="{BB962C8B-B14F-4D97-AF65-F5344CB8AC3E}">
        <p14:creationId xmlns:p14="http://schemas.microsoft.com/office/powerpoint/2010/main" val="723262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wipe(left)">
                                      <p:cBhvr>
                                        <p:cTn id="18" dur="500"/>
                                        <p:tgtEl>
                                          <p:spTgt spid="3">
                                            <p:txEl>
                                              <p:pRg st="3" end="3"/>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wipe(left)">
                                      <p:cBhvr>
                                        <p:cTn id="21"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US"/>
              <a:t>Sử dụng ngôn ngữ tự nhiên</a:t>
            </a:r>
          </a:p>
        </p:txBody>
      </p:sp>
      <p:sp>
        <p:nvSpPr>
          <p:cNvPr id="2" name="Content Placeholder 1"/>
          <p:cNvSpPr>
            <a:spLocks noGrp="1"/>
          </p:cNvSpPr>
          <p:nvPr>
            <p:ph idx="1"/>
          </p:nvPr>
        </p:nvSpPr>
        <p:spPr>
          <a:xfrm>
            <a:off x="655356" y="1215008"/>
            <a:ext cx="7877084" cy="917848"/>
          </a:xfrm>
        </p:spPr>
        <p:style>
          <a:lnRef idx="1">
            <a:schemeClr val="accent6"/>
          </a:lnRef>
          <a:fillRef idx="2">
            <a:schemeClr val="accent6"/>
          </a:fillRef>
          <a:effectRef idx="1">
            <a:schemeClr val="accent6"/>
          </a:effectRef>
          <a:fontRef idx="minor">
            <a:schemeClr val="dk1"/>
          </a:fontRef>
        </p:style>
        <p:txBody>
          <a:bodyPr/>
          <a:lstStyle/>
          <a:p>
            <a:pPr marL="0" indent="0">
              <a:buNone/>
            </a:pPr>
            <a:r>
              <a:rPr lang="en-US">
                <a:solidFill>
                  <a:srgbClr val="000066"/>
                </a:solidFill>
              </a:rPr>
              <a:t>Bài toán: </a:t>
            </a:r>
            <a:r>
              <a:rPr lang="en-US" b="1">
                <a:solidFill>
                  <a:srgbClr val="000066"/>
                </a:solidFill>
              </a:rPr>
              <a:t>Tìm UCLN của hai số nguyên a và b</a:t>
            </a:r>
            <a:endParaRPr lang="vi-VN" b="1">
              <a:solidFill>
                <a:srgbClr val="000066"/>
              </a:solidFill>
            </a:endParaRPr>
          </a:p>
        </p:txBody>
      </p:sp>
      <p:sp>
        <p:nvSpPr>
          <p:cNvPr id="21507" name="Footer Placeholder 3"/>
          <p:cNvSpPr>
            <a:spLocks noGrp="1"/>
          </p:cNvSpPr>
          <p:nvPr>
            <p:ph type="ftr" sz="quarter" idx="11"/>
          </p:nvPr>
        </p:nvSpPr>
        <p:spPr>
          <a:noFill/>
        </p:spPr>
        <p:txBody>
          <a:bodyPr/>
          <a:lstStyle/>
          <a:p>
            <a:r>
              <a:rPr lang="vi-VN"/>
              <a:t>Chương 1-Các khái niệm cơ bản về lập trình</a:t>
            </a:r>
            <a:endParaRPr lang="en-US"/>
          </a:p>
        </p:txBody>
      </p:sp>
      <p:sp>
        <p:nvSpPr>
          <p:cNvPr id="6" name="Rounded Rectangle 5"/>
          <p:cNvSpPr/>
          <p:nvPr/>
        </p:nvSpPr>
        <p:spPr>
          <a:xfrm>
            <a:off x="685800" y="3520933"/>
            <a:ext cx="152400" cy="2024491"/>
          </a:xfrm>
          <a:prstGeom prst="round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US"/>
          </a:p>
        </p:txBody>
      </p:sp>
      <p:sp>
        <p:nvSpPr>
          <p:cNvPr id="7" name="TextBox 6"/>
          <p:cNvSpPr txBox="1">
            <a:spLocks noChangeArrowheads="1"/>
          </p:cNvSpPr>
          <p:nvPr/>
        </p:nvSpPr>
        <p:spPr bwMode="auto">
          <a:xfrm>
            <a:off x="873968" y="3466743"/>
            <a:ext cx="7658472" cy="2554545"/>
          </a:xfrm>
          <a:prstGeom prst="rect">
            <a:avLst/>
          </a:prstGeom>
          <a:noFill/>
          <a:ln w="9525">
            <a:noFill/>
            <a:miter lim="800000"/>
            <a:headEnd/>
            <a:tailEnd/>
          </a:ln>
        </p:spPr>
        <p:txBody>
          <a:bodyPr wrap="square">
            <a:spAutoFit/>
          </a:bodyPr>
          <a:lstStyle/>
          <a:p>
            <a:pPr>
              <a:spcBef>
                <a:spcPts val="600"/>
              </a:spcBef>
            </a:pPr>
            <a:r>
              <a:rPr lang="en-US" sz="2400" b="1">
                <a:latin typeface="+mj-lt"/>
                <a:cs typeface="Courier New" pitchFamily="49" charset="0"/>
              </a:rPr>
              <a:t>Bước 1</a:t>
            </a:r>
            <a:r>
              <a:rPr lang="en-US" sz="2400">
                <a:latin typeface="+mj-lt"/>
                <a:cs typeface="Courier New" pitchFamily="49" charset="0"/>
              </a:rPr>
              <a:t>. Nhập 2 số nguyên a và b.</a:t>
            </a:r>
          </a:p>
          <a:p>
            <a:pPr>
              <a:spcBef>
                <a:spcPts val="600"/>
              </a:spcBef>
            </a:pPr>
            <a:r>
              <a:rPr lang="en-US" sz="2400" b="1">
                <a:latin typeface="+mj-lt"/>
                <a:cs typeface="Courier New" pitchFamily="49" charset="0"/>
              </a:rPr>
              <a:t>Bước 2</a:t>
            </a:r>
            <a:r>
              <a:rPr lang="en-US" sz="2400">
                <a:latin typeface="+mj-lt"/>
                <a:cs typeface="Courier New" pitchFamily="49" charset="0"/>
              </a:rPr>
              <a:t>. Nếu a = b thì UCLN = a sang bước 5</a:t>
            </a:r>
          </a:p>
          <a:p>
            <a:pPr marL="1246188" lvl="2" indent="-1246188">
              <a:spcBef>
                <a:spcPts val="600"/>
              </a:spcBef>
              <a:buNone/>
            </a:pPr>
            <a:r>
              <a:rPr lang="en-US" sz="2400" b="1">
                <a:latin typeface="+mj-lt"/>
                <a:cs typeface="Courier New" pitchFamily="49" charset="0"/>
              </a:rPr>
              <a:t>Bước 3</a:t>
            </a:r>
            <a:r>
              <a:rPr lang="en-US" sz="2400">
                <a:latin typeface="+mj-lt"/>
                <a:cs typeface="Courier New" pitchFamily="49" charset="0"/>
              </a:rPr>
              <a:t>. Nếu a &gt; b thì thay a = a - b quay lại Bước 2</a:t>
            </a:r>
          </a:p>
          <a:p>
            <a:pPr marL="0" lvl="2">
              <a:spcBef>
                <a:spcPts val="600"/>
              </a:spcBef>
              <a:buNone/>
            </a:pPr>
            <a:r>
              <a:rPr lang="pt-BR" sz="2400" b="1">
                <a:latin typeface="+mj-lt"/>
                <a:cs typeface="Courier New" pitchFamily="49" charset="0"/>
              </a:rPr>
              <a:t>Bước 4</a:t>
            </a:r>
            <a:r>
              <a:rPr lang="pt-BR" sz="2400">
                <a:latin typeface="+mj-lt"/>
                <a:cs typeface="Courier New" pitchFamily="49" charset="0"/>
              </a:rPr>
              <a:t>. Thay b = b - a quay lại Bước 2</a:t>
            </a:r>
          </a:p>
          <a:p>
            <a:pPr marL="0" lvl="2">
              <a:spcBef>
                <a:spcPts val="600"/>
              </a:spcBef>
              <a:buNone/>
            </a:pPr>
            <a:r>
              <a:rPr lang="en-US" sz="2400" b="1">
                <a:latin typeface="+mj-lt"/>
                <a:cs typeface="Courier New" pitchFamily="49" charset="0"/>
              </a:rPr>
              <a:t>Bước 5</a:t>
            </a:r>
            <a:r>
              <a:rPr lang="en-US" sz="2400">
                <a:latin typeface="+mj-lt"/>
                <a:cs typeface="Courier New" pitchFamily="49" charset="0"/>
              </a:rPr>
              <a:t>. kết thúc</a:t>
            </a:r>
          </a:p>
          <a:p>
            <a:r>
              <a:rPr lang="en-US" sz="2000" b="1">
                <a:latin typeface="Courier New" pitchFamily="49" charset="0"/>
                <a:cs typeface="Courier New" pitchFamily="49" charset="0"/>
              </a:rPr>
              <a:t>	</a:t>
            </a:r>
          </a:p>
        </p:txBody>
      </p:sp>
      <p:sp>
        <p:nvSpPr>
          <p:cNvPr id="8" name="TextBox 7"/>
          <p:cNvSpPr txBox="1"/>
          <p:nvPr/>
        </p:nvSpPr>
        <p:spPr>
          <a:xfrm>
            <a:off x="655356" y="2309971"/>
            <a:ext cx="7877084" cy="830997"/>
          </a:xfrm>
          <a:prstGeom prst="rect">
            <a:avLst/>
          </a:prstGeom>
          <a:ln>
            <a:prstDash val="sysDash"/>
          </a:ln>
        </p:spPr>
        <p:style>
          <a:lnRef idx="2">
            <a:schemeClr val="accent2"/>
          </a:lnRef>
          <a:fillRef idx="1">
            <a:schemeClr val="lt1"/>
          </a:fillRef>
          <a:effectRef idx="0">
            <a:schemeClr val="accent2"/>
          </a:effectRef>
          <a:fontRef idx="minor">
            <a:schemeClr val="dk1"/>
          </a:fontRef>
        </p:style>
        <p:txBody>
          <a:bodyPr wrap="square">
            <a:spAutoFit/>
          </a:bodyPr>
          <a:lstStyle/>
          <a:p>
            <a:pPr>
              <a:defRPr/>
            </a:pPr>
            <a:r>
              <a:rPr lang="en-US" sz="2400" b="1">
                <a:solidFill>
                  <a:schemeClr val="tx1">
                    <a:lumMod val="95000"/>
                    <a:lumOff val="5000"/>
                  </a:schemeClr>
                </a:solidFill>
                <a:latin typeface="Courier New" pitchFamily="49" charset="0"/>
                <a:cs typeface="Courier New" pitchFamily="49" charset="0"/>
              </a:rPr>
              <a:t>INPUT</a:t>
            </a:r>
            <a:r>
              <a:rPr lang="en-US" sz="2400" b="1">
                <a:solidFill>
                  <a:schemeClr val="tx1">
                    <a:lumMod val="60000"/>
                    <a:lumOff val="40000"/>
                  </a:schemeClr>
                </a:solidFill>
                <a:latin typeface="Courier New" pitchFamily="49" charset="0"/>
                <a:cs typeface="Courier New" pitchFamily="49" charset="0"/>
              </a:rPr>
              <a:t>:</a:t>
            </a:r>
            <a:r>
              <a:rPr lang="en-US" sz="2400" b="1">
                <a:latin typeface="Courier New" pitchFamily="49" charset="0"/>
                <a:cs typeface="Courier New" pitchFamily="49" charset="0"/>
              </a:rPr>
              <a:t> a, b thuộc Z</a:t>
            </a:r>
          </a:p>
          <a:p>
            <a:pPr>
              <a:defRPr/>
            </a:pPr>
            <a:r>
              <a:rPr lang="en-US" sz="2400" b="1">
                <a:solidFill>
                  <a:schemeClr val="tx1">
                    <a:lumMod val="95000"/>
                    <a:lumOff val="5000"/>
                  </a:schemeClr>
                </a:solidFill>
                <a:latin typeface="Courier New" pitchFamily="49" charset="0"/>
                <a:cs typeface="Courier New" pitchFamily="49" charset="0"/>
              </a:rPr>
              <a:t>OUTPUT</a:t>
            </a:r>
            <a:r>
              <a:rPr lang="en-US" sz="2400" b="1">
                <a:solidFill>
                  <a:schemeClr val="tx1">
                    <a:lumMod val="60000"/>
                    <a:lumOff val="40000"/>
                  </a:schemeClr>
                </a:solidFill>
                <a:latin typeface="Courier New" pitchFamily="49" charset="0"/>
                <a:cs typeface="Courier New" pitchFamily="49" charset="0"/>
              </a:rPr>
              <a:t>:</a:t>
            </a:r>
            <a:r>
              <a:rPr lang="en-US" sz="2400" b="1">
                <a:latin typeface="Courier New" pitchFamily="49" charset="0"/>
                <a:cs typeface="Courier New" pitchFamily="49" charset="0"/>
              </a:rPr>
              <a:t> UCLN của a và b</a:t>
            </a:r>
          </a:p>
        </p:txBody>
      </p:sp>
      <p:sp>
        <p:nvSpPr>
          <p:cNvPr id="3" name="Date Placeholder 2"/>
          <p:cNvSpPr>
            <a:spLocks noGrp="1"/>
          </p:cNvSpPr>
          <p:nvPr>
            <p:ph type="dt" sz="half" idx="10"/>
          </p:nvPr>
        </p:nvSpPr>
        <p:spPr/>
        <p:txBody>
          <a:bodyPr/>
          <a:lstStyle/>
          <a:p>
            <a:fld id="{9473D6E5-11DF-4AAF-B935-18B2E2735437}" type="datetime1">
              <a:rPr lang="vi-VN" smtClean="0"/>
              <a:t>14/01/2024</a:t>
            </a:fld>
            <a:endParaRPr lang="vi-VN"/>
          </a:p>
        </p:txBody>
      </p:sp>
      <p:sp>
        <p:nvSpPr>
          <p:cNvPr id="10" name="Slide Number Placeholder 9"/>
          <p:cNvSpPr>
            <a:spLocks noGrp="1"/>
          </p:cNvSpPr>
          <p:nvPr>
            <p:ph type="sldNum" sz="quarter" idx="12"/>
          </p:nvPr>
        </p:nvSpPr>
        <p:spPr/>
        <p:txBody>
          <a:bodyPr/>
          <a:lstStyle/>
          <a:p>
            <a:fld id="{5AB95402-1E0D-474E-8D8C-CBE7F053639E}" type="slidenum">
              <a:rPr lang="vi-VN" smtClean="0"/>
              <a:pPr/>
              <a:t>7</a:t>
            </a:fld>
            <a:r>
              <a:rPr lang="vi-VN"/>
              <a:t>/27</a:t>
            </a:r>
          </a:p>
        </p:txBody>
      </p:sp>
    </p:spTree>
    <p:extLst>
      <p:ext uri="{BB962C8B-B14F-4D97-AF65-F5344CB8AC3E}">
        <p14:creationId xmlns:p14="http://schemas.microsoft.com/office/powerpoint/2010/main" val="1063599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up)">
                                      <p:cBhvr>
                                        <p:cTn id="12" dur="500"/>
                                        <p:tgtEl>
                                          <p:spTgt spid="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r>
              <a:rPr lang="en-US"/>
              <a:t>Sử dụng s</a:t>
            </a:r>
            <a:r>
              <a:rPr lang="vi-VN"/>
              <a:t>ơ</a:t>
            </a:r>
            <a:r>
              <a:rPr lang="en-US"/>
              <a:t> </a:t>
            </a:r>
            <a:r>
              <a:rPr lang="vi-VN"/>
              <a:t>đồ</a:t>
            </a:r>
            <a:r>
              <a:rPr lang="en-US"/>
              <a:t> khối</a:t>
            </a:r>
          </a:p>
        </p:txBody>
      </p:sp>
      <p:sp>
        <p:nvSpPr>
          <p:cNvPr id="2" name="Date Placeholder 1"/>
          <p:cNvSpPr>
            <a:spLocks noGrp="1"/>
          </p:cNvSpPr>
          <p:nvPr>
            <p:ph type="dt" sz="half" idx="10"/>
          </p:nvPr>
        </p:nvSpPr>
        <p:spPr/>
        <p:txBody>
          <a:bodyPr/>
          <a:lstStyle/>
          <a:p>
            <a:fld id="{F85AD319-7FBB-40A0-9208-F5BA1FB9F141}" type="datetime1">
              <a:rPr lang="vi-VN" smtClean="0"/>
              <a:t>14/01/2024</a:t>
            </a:fld>
            <a:endParaRPr lang="vi-VN"/>
          </a:p>
        </p:txBody>
      </p:sp>
      <p:sp>
        <p:nvSpPr>
          <p:cNvPr id="22531" name="Footer Placeholder 3"/>
          <p:cNvSpPr>
            <a:spLocks noGrp="1"/>
          </p:cNvSpPr>
          <p:nvPr>
            <p:ph type="ftr" sz="quarter" idx="11"/>
          </p:nvPr>
        </p:nvSpPr>
        <p:spPr>
          <a:noFill/>
        </p:spPr>
        <p:txBody>
          <a:bodyPr/>
          <a:lstStyle/>
          <a:p>
            <a:r>
              <a:rPr lang="vi-VN"/>
              <a:t>Chương 1-Các khái niệm cơ bản về lập trình</a:t>
            </a:r>
            <a:endParaRPr lang="en-US"/>
          </a:p>
        </p:txBody>
      </p:sp>
      <p:sp>
        <p:nvSpPr>
          <p:cNvPr id="5" name="Oval 4"/>
          <p:cNvSpPr/>
          <p:nvPr/>
        </p:nvSpPr>
        <p:spPr>
          <a:xfrm>
            <a:off x="838200" y="1371600"/>
            <a:ext cx="1646238" cy="822325"/>
          </a:xfrm>
          <a:prstGeom prst="ellipse">
            <a:avLst/>
          </a:prstGeom>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US"/>
          </a:p>
        </p:txBody>
      </p:sp>
      <p:sp>
        <p:nvSpPr>
          <p:cNvPr id="6" name="Rounded Rectangle 5"/>
          <p:cNvSpPr/>
          <p:nvPr/>
        </p:nvSpPr>
        <p:spPr bwMode="auto">
          <a:xfrm>
            <a:off x="3048000" y="1447800"/>
            <a:ext cx="4038600" cy="762000"/>
          </a:xfrm>
          <a:prstGeom prst="roundRect">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wrap="none" anchor="ctr"/>
          <a:lstStyle/>
          <a:p>
            <a:pPr>
              <a:defRPr/>
            </a:pPr>
            <a:r>
              <a:rPr lang="en-US" sz="2000" b="1">
                <a:solidFill>
                  <a:srgbClr val="000066"/>
                </a:solidFill>
              </a:rPr>
              <a:t>Khối giới hạn</a:t>
            </a:r>
            <a:endParaRPr lang="en-US" sz="2000" b="1" dirty="0">
              <a:solidFill>
                <a:srgbClr val="000066"/>
              </a:solidFill>
            </a:endParaRPr>
          </a:p>
          <a:p>
            <a:pPr>
              <a:defRPr/>
            </a:pPr>
            <a:r>
              <a:rPr lang="en-US" sz="2000"/>
              <a:t>Chỉ thị bắt </a:t>
            </a:r>
            <a:r>
              <a:rPr lang="vi-VN" sz="2000"/>
              <a:t>đầ</a:t>
            </a:r>
            <a:r>
              <a:rPr lang="en-US" sz="2000"/>
              <a:t>u và kết thúc.</a:t>
            </a:r>
          </a:p>
        </p:txBody>
      </p:sp>
      <p:sp>
        <p:nvSpPr>
          <p:cNvPr id="7" name="Parallelogram 6"/>
          <p:cNvSpPr/>
          <p:nvPr/>
        </p:nvSpPr>
        <p:spPr>
          <a:xfrm>
            <a:off x="762000" y="2362200"/>
            <a:ext cx="1646238" cy="822325"/>
          </a:xfrm>
          <a:prstGeom prst="parallelogram">
            <a:avLst/>
          </a:prstGeom>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US"/>
          </a:p>
        </p:txBody>
      </p:sp>
      <p:sp>
        <p:nvSpPr>
          <p:cNvPr id="8" name="Rounded Rectangle 7"/>
          <p:cNvSpPr/>
          <p:nvPr/>
        </p:nvSpPr>
        <p:spPr bwMode="auto">
          <a:xfrm>
            <a:off x="3048000" y="2438400"/>
            <a:ext cx="4038600" cy="762000"/>
          </a:xfrm>
          <a:prstGeom prst="roundRect">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wrap="none" anchor="ctr"/>
          <a:lstStyle/>
          <a:p>
            <a:pPr>
              <a:defRPr/>
            </a:pPr>
            <a:r>
              <a:rPr lang="en-US" sz="2000" b="1">
                <a:solidFill>
                  <a:srgbClr val="000066"/>
                </a:solidFill>
              </a:rPr>
              <a:t>Khối vào ra</a:t>
            </a:r>
            <a:endParaRPr lang="en-US" sz="2000" b="1" dirty="0">
              <a:solidFill>
                <a:srgbClr val="000066"/>
              </a:solidFill>
            </a:endParaRPr>
          </a:p>
          <a:p>
            <a:pPr>
              <a:defRPr/>
            </a:pPr>
            <a:r>
              <a:rPr lang="en-US" sz="2000"/>
              <a:t>Nhập/Xuất dữ liệu.</a:t>
            </a:r>
          </a:p>
        </p:txBody>
      </p:sp>
      <p:sp>
        <p:nvSpPr>
          <p:cNvPr id="9" name="Diamond 8"/>
          <p:cNvSpPr/>
          <p:nvPr/>
        </p:nvSpPr>
        <p:spPr>
          <a:xfrm>
            <a:off x="762000" y="3429000"/>
            <a:ext cx="1646238" cy="822325"/>
          </a:xfrm>
          <a:prstGeom prst="diamond">
            <a:avLst/>
          </a:prstGeom>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US"/>
          </a:p>
        </p:txBody>
      </p:sp>
      <p:sp>
        <p:nvSpPr>
          <p:cNvPr id="10" name="Rounded Rectangle 9"/>
          <p:cNvSpPr/>
          <p:nvPr/>
        </p:nvSpPr>
        <p:spPr bwMode="auto">
          <a:xfrm>
            <a:off x="3048000" y="3429000"/>
            <a:ext cx="4038600" cy="762000"/>
          </a:xfrm>
          <a:prstGeom prst="roundRect">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wrap="none" anchor="ctr"/>
          <a:lstStyle/>
          <a:p>
            <a:pPr>
              <a:defRPr/>
            </a:pPr>
            <a:r>
              <a:rPr lang="en-US" sz="2000" b="1">
                <a:solidFill>
                  <a:srgbClr val="000066"/>
                </a:solidFill>
              </a:rPr>
              <a:t>Khối lựa chọn</a:t>
            </a:r>
            <a:endParaRPr lang="en-US" sz="2000" b="1" dirty="0">
              <a:solidFill>
                <a:srgbClr val="000066"/>
              </a:solidFill>
            </a:endParaRPr>
          </a:p>
          <a:p>
            <a:pPr>
              <a:defRPr/>
            </a:pPr>
            <a:r>
              <a:rPr lang="en-US" sz="2000"/>
              <a:t>Tùy </a:t>
            </a:r>
            <a:r>
              <a:rPr lang="vi-VN" sz="2000"/>
              <a:t>đ</a:t>
            </a:r>
            <a:r>
              <a:rPr lang="en-US" sz="2000"/>
              <a:t>iều kiện sẽ rẽ nhánh.</a:t>
            </a:r>
          </a:p>
        </p:txBody>
      </p:sp>
      <p:sp>
        <p:nvSpPr>
          <p:cNvPr id="11" name="Rectangle 10"/>
          <p:cNvSpPr/>
          <p:nvPr/>
        </p:nvSpPr>
        <p:spPr>
          <a:xfrm>
            <a:off x="762000" y="4419600"/>
            <a:ext cx="1646238" cy="822325"/>
          </a:xfrm>
          <a:prstGeom prst="rect">
            <a:avLst/>
          </a:prstGeom>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US"/>
          </a:p>
        </p:txBody>
      </p:sp>
      <p:sp>
        <p:nvSpPr>
          <p:cNvPr id="12" name="Rounded Rectangle 11"/>
          <p:cNvSpPr/>
          <p:nvPr/>
        </p:nvSpPr>
        <p:spPr bwMode="auto">
          <a:xfrm>
            <a:off x="3048000" y="4419600"/>
            <a:ext cx="4038600" cy="762000"/>
          </a:xfrm>
          <a:prstGeom prst="roundRect">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wrap="none" anchor="ctr"/>
          <a:lstStyle/>
          <a:p>
            <a:pPr>
              <a:defRPr/>
            </a:pPr>
            <a:r>
              <a:rPr lang="en-US" sz="2000" b="1">
                <a:solidFill>
                  <a:srgbClr val="000066"/>
                </a:solidFill>
              </a:rPr>
              <a:t>Khối thao tác</a:t>
            </a:r>
            <a:endParaRPr lang="en-US" sz="2000" b="1" dirty="0">
              <a:solidFill>
                <a:srgbClr val="000066"/>
              </a:solidFill>
            </a:endParaRPr>
          </a:p>
          <a:p>
            <a:pPr>
              <a:defRPr/>
            </a:pPr>
            <a:r>
              <a:rPr lang="en-US" sz="2000"/>
              <a:t>Ghi thao tác cần thực hiện.</a:t>
            </a:r>
          </a:p>
        </p:txBody>
      </p:sp>
      <p:sp>
        <p:nvSpPr>
          <p:cNvPr id="13" name="Rounded Rectangle 12"/>
          <p:cNvSpPr/>
          <p:nvPr/>
        </p:nvSpPr>
        <p:spPr bwMode="auto">
          <a:xfrm>
            <a:off x="3048000" y="5410200"/>
            <a:ext cx="4038600" cy="762000"/>
          </a:xfrm>
          <a:prstGeom prst="roundRect">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wrap="none" anchor="ctr"/>
          <a:lstStyle/>
          <a:p>
            <a:pPr>
              <a:defRPr/>
            </a:pPr>
            <a:r>
              <a:rPr lang="en-US" sz="2000" b="1">
                <a:solidFill>
                  <a:srgbClr val="000066"/>
                </a:solidFill>
              </a:rPr>
              <a:t>Đ</a:t>
            </a:r>
            <a:r>
              <a:rPr lang="vi-VN" sz="2000" b="1">
                <a:solidFill>
                  <a:srgbClr val="000066"/>
                </a:solidFill>
              </a:rPr>
              <a:t>ườ</a:t>
            </a:r>
            <a:r>
              <a:rPr lang="en-US" sz="2000" b="1">
                <a:solidFill>
                  <a:srgbClr val="000066"/>
                </a:solidFill>
              </a:rPr>
              <a:t>ng </a:t>
            </a:r>
            <a:r>
              <a:rPr lang="vi-VN" sz="2000" b="1">
                <a:solidFill>
                  <a:srgbClr val="000066"/>
                </a:solidFill>
              </a:rPr>
              <a:t>đ</a:t>
            </a:r>
            <a:r>
              <a:rPr lang="en-US" sz="2000" b="1">
                <a:solidFill>
                  <a:srgbClr val="000066"/>
                </a:solidFill>
              </a:rPr>
              <a:t>i</a:t>
            </a:r>
            <a:endParaRPr lang="en-US" sz="2000" b="1" dirty="0">
              <a:solidFill>
                <a:srgbClr val="000066"/>
              </a:solidFill>
            </a:endParaRPr>
          </a:p>
          <a:p>
            <a:pPr>
              <a:defRPr/>
            </a:pPr>
            <a:r>
              <a:rPr lang="en-US" sz="2000"/>
              <a:t>Chỉ h</a:t>
            </a:r>
            <a:r>
              <a:rPr lang="vi-VN" sz="2000"/>
              <a:t>ướ</a:t>
            </a:r>
            <a:r>
              <a:rPr lang="en-US" sz="2000"/>
              <a:t>ng thao tác tiếp theo.</a:t>
            </a:r>
          </a:p>
        </p:txBody>
      </p:sp>
      <p:cxnSp>
        <p:nvCxnSpPr>
          <p:cNvPr id="15" name="Straight Arrow Connector 14"/>
          <p:cNvCxnSpPr/>
          <p:nvPr/>
        </p:nvCxnSpPr>
        <p:spPr>
          <a:xfrm>
            <a:off x="762000" y="5791200"/>
            <a:ext cx="1646238" cy="1588"/>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17" name="Slide Number Placeholder 16"/>
          <p:cNvSpPr>
            <a:spLocks noGrp="1"/>
          </p:cNvSpPr>
          <p:nvPr>
            <p:ph type="sldNum" sz="quarter" idx="12"/>
          </p:nvPr>
        </p:nvSpPr>
        <p:spPr/>
        <p:txBody>
          <a:bodyPr/>
          <a:lstStyle/>
          <a:p>
            <a:fld id="{5AB95402-1E0D-474E-8D8C-CBE7F053639E}" type="slidenum">
              <a:rPr lang="vi-VN" smtClean="0"/>
              <a:pPr/>
              <a:t>8</a:t>
            </a:fld>
            <a:r>
              <a:rPr lang="vi-VN"/>
              <a:t>/27</a:t>
            </a:r>
          </a:p>
        </p:txBody>
      </p:sp>
    </p:spTree>
    <p:extLst>
      <p:ext uri="{BB962C8B-B14F-4D97-AF65-F5344CB8AC3E}">
        <p14:creationId xmlns:p14="http://schemas.microsoft.com/office/powerpoint/2010/main" val="4228786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par>
                          <p:cTn id="10" fill="hold">
                            <p:stCondLst>
                              <p:cond delay="500"/>
                            </p:stCondLst>
                            <p:childTnLst>
                              <p:par>
                                <p:cTn id="11" presetID="10" presetClass="entr" presetSubtype="0"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53"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p:cTn id="18" dur="500" fill="hold"/>
                                        <p:tgtEl>
                                          <p:spTgt spid="7"/>
                                        </p:tgtEl>
                                        <p:attrNameLst>
                                          <p:attrName>ppt_w</p:attrName>
                                        </p:attrNameLst>
                                      </p:cBhvr>
                                      <p:tavLst>
                                        <p:tav tm="0">
                                          <p:val>
                                            <p:fltVal val="0"/>
                                          </p:val>
                                        </p:tav>
                                        <p:tav tm="100000">
                                          <p:val>
                                            <p:strVal val="#ppt_w"/>
                                          </p:val>
                                        </p:tav>
                                      </p:tavLst>
                                    </p:anim>
                                    <p:anim calcmode="lin" valueType="num">
                                      <p:cBhvr>
                                        <p:cTn id="19" dur="500" fill="hold"/>
                                        <p:tgtEl>
                                          <p:spTgt spid="7"/>
                                        </p:tgtEl>
                                        <p:attrNameLst>
                                          <p:attrName>ppt_h</p:attrName>
                                        </p:attrNameLst>
                                      </p:cBhvr>
                                      <p:tavLst>
                                        <p:tav tm="0">
                                          <p:val>
                                            <p:fltVal val="0"/>
                                          </p:val>
                                        </p:tav>
                                        <p:tav tm="100000">
                                          <p:val>
                                            <p:strVal val="#ppt_h"/>
                                          </p:val>
                                        </p:tav>
                                      </p:tavLst>
                                    </p:anim>
                                    <p:animEffect transition="in" filter="fade">
                                      <p:cBhvr>
                                        <p:cTn id="20" dur="500"/>
                                        <p:tgtEl>
                                          <p:spTgt spid="7"/>
                                        </p:tgtEl>
                                      </p:cBhvr>
                                    </p:animEffect>
                                  </p:childTnLst>
                                </p:cTn>
                              </p:par>
                            </p:childTnLst>
                          </p:cTn>
                        </p:par>
                        <p:par>
                          <p:cTn id="21" fill="hold">
                            <p:stCondLst>
                              <p:cond delay="500"/>
                            </p:stCondLst>
                            <p:childTnLst>
                              <p:par>
                                <p:cTn id="22" presetID="10" presetClass="entr" presetSubtype="0" fill="hold" grpId="0" nodeType="after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childTnLst>
                          </p:cTn>
                        </p:par>
                      </p:childTnLst>
                    </p:cTn>
                  </p:par>
                  <p:par>
                    <p:cTn id="25" fill="hold">
                      <p:stCondLst>
                        <p:cond delay="indefinite"/>
                      </p:stCondLst>
                      <p:childTnLst>
                        <p:par>
                          <p:cTn id="26" fill="hold">
                            <p:stCondLst>
                              <p:cond delay="0"/>
                            </p:stCondLst>
                            <p:childTnLst>
                              <p:par>
                                <p:cTn id="27" presetID="53"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anim calcmode="lin" valueType="num">
                                      <p:cBhvr>
                                        <p:cTn id="29" dur="500" fill="hold"/>
                                        <p:tgtEl>
                                          <p:spTgt spid="9"/>
                                        </p:tgtEl>
                                        <p:attrNameLst>
                                          <p:attrName>ppt_w</p:attrName>
                                        </p:attrNameLst>
                                      </p:cBhvr>
                                      <p:tavLst>
                                        <p:tav tm="0">
                                          <p:val>
                                            <p:fltVal val="0"/>
                                          </p:val>
                                        </p:tav>
                                        <p:tav tm="100000">
                                          <p:val>
                                            <p:strVal val="#ppt_w"/>
                                          </p:val>
                                        </p:tav>
                                      </p:tavLst>
                                    </p:anim>
                                    <p:anim calcmode="lin" valueType="num">
                                      <p:cBhvr>
                                        <p:cTn id="30" dur="500" fill="hold"/>
                                        <p:tgtEl>
                                          <p:spTgt spid="9"/>
                                        </p:tgtEl>
                                        <p:attrNameLst>
                                          <p:attrName>ppt_h</p:attrName>
                                        </p:attrNameLst>
                                      </p:cBhvr>
                                      <p:tavLst>
                                        <p:tav tm="0">
                                          <p:val>
                                            <p:fltVal val="0"/>
                                          </p:val>
                                        </p:tav>
                                        <p:tav tm="100000">
                                          <p:val>
                                            <p:strVal val="#ppt_h"/>
                                          </p:val>
                                        </p:tav>
                                      </p:tavLst>
                                    </p:anim>
                                    <p:animEffect transition="in" filter="fade">
                                      <p:cBhvr>
                                        <p:cTn id="31" dur="500"/>
                                        <p:tgtEl>
                                          <p:spTgt spid="9"/>
                                        </p:tgtEl>
                                      </p:cBhvr>
                                    </p:animEffect>
                                  </p:childTnLst>
                                </p:cTn>
                              </p:par>
                            </p:childTnLst>
                          </p:cTn>
                        </p:par>
                        <p:par>
                          <p:cTn id="32" fill="hold">
                            <p:stCondLst>
                              <p:cond delay="500"/>
                            </p:stCondLst>
                            <p:childTnLst>
                              <p:par>
                                <p:cTn id="33" presetID="10" presetClass="entr" presetSubtype="0" fill="hold" grpId="0" nodeType="after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500"/>
                                        <p:tgtEl>
                                          <p:spTgt spid="10"/>
                                        </p:tgtEl>
                                      </p:cBhvr>
                                    </p:animEffect>
                                  </p:childTnLst>
                                </p:cTn>
                              </p:par>
                            </p:childTnLst>
                          </p:cTn>
                        </p:par>
                      </p:childTnLst>
                    </p:cTn>
                  </p:par>
                  <p:par>
                    <p:cTn id="36" fill="hold">
                      <p:stCondLst>
                        <p:cond delay="indefinite"/>
                      </p:stCondLst>
                      <p:childTnLst>
                        <p:par>
                          <p:cTn id="37" fill="hold">
                            <p:stCondLst>
                              <p:cond delay="0"/>
                            </p:stCondLst>
                            <p:childTnLst>
                              <p:par>
                                <p:cTn id="38" presetID="53" presetClass="entr" presetSubtype="0" fill="hold" grpId="0" nodeType="clickEffect">
                                  <p:stCondLst>
                                    <p:cond delay="0"/>
                                  </p:stCondLst>
                                  <p:childTnLst>
                                    <p:set>
                                      <p:cBhvr>
                                        <p:cTn id="39" dur="1" fill="hold">
                                          <p:stCondLst>
                                            <p:cond delay="0"/>
                                          </p:stCondLst>
                                        </p:cTn>
                                        <p:tgtEl>
                                          <p:spTgt spid="11"/>
                                        </p:tgtEl>
                                        <p:attrNameLst>
                                          <p:attrName>style.visibility</p:attrName>
                                        </p:attrNameLst>
                                      </p:cBhvr>
                                      <p:to>
                                        <p:strVal val="visible"/>
                                      </p:to>
                                    </p:set>
                                    <p:anim calcmode="lin" valueType="num">
                                      <p:cBhvr>
                                        <p:cTn id="40" dur="500" fill="hold"/>
                                        <p:tgtEl>
                                          <p:spTgt spid="11"/>
                                        </p:tgtEl>
                                        <p:attrNameLst>
                                          <p:attrName>ppt_w</p:attrName>
                                        </p:attrNameLst>
                                      </p:cBhvr>
                                      <p:tavLst>
                                        <p:tav tm="0">
                                          <p:val>
                                            <p:fltVal val="0"/>
                                          </p:val>
                                        </p:tav>
                                        <p:tav tm="100000">
                                          <p:val>
                                            <p:strVal val="#ppt_w"/>
                                          </p:val>
                                        </p:tav>
                                      </p:tavLst>
                                    </p:anim>
                                    <p:anim calcmode="lin" valueType="num">
                                      <p:cBhvr>
                                        <p:cTn id="41" dur="500" fill="hold"/>
                                        <p:tgtEl>
                                          <p:spTgt spid="11"/>
                                        </p:tgtEl>
                                        <p:attrNameLst>
                                          <p:attrName>ppt_h</p:attrName>
                                        </p:attrNameLst>
                                      </p:cBhvr>
                                      <p:tavLst>
                                        <p:tav tm="0">
                                          <p:val>
                                            <p:fltVal val="0"/>
                                          </p:val>
                                        </p:tav>
                                        <p:tav tm="100000">
                                          <p:val>
                                            <p:strVal val="#ppt_h"/>
                                          </p:val>
                                        </p:tav>
                                      </p:tavLst>
                                    </p:anim>
                                    <p:animEffect transition="in" filter="fade">
                                      <p:cBhvr>
                                        <p:cTn id="42" dur="500"/>
                                        <p:tgtEl>
                                          <p:spTgt spid="11"/>
                                        </p:tgtEl>
                                      </p:cBhvr>
                                    </p:animEffect>
                                  </p:childTnLst>
                                </p:cTn>
                              </p:par>
                            </p:childTnLst>
                          </p:cTn>
                        </p:par>
                        <p:par>
                          <p:cTn id="43" fill="hold">
                            <p:stCondLst>
                              <p:cond delay="500"/>
                            </p:stCondLst>
                            <p:childTnLst>
                              <p:par>
                                <p:cTn id="44" presetID="10" presetClass="entr" presetSubtype="0" fill="hold" grpId="0" nodeType="after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500"/>
                                        <p:tgtEl>
                                          <p:spTgt spid="12"/>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15"/>
                                        </p:tgtEl>
                                        <p:attrNameLst>
                                          <p:attrName>style.visibility</p:attrName>
                                        </p:attrNameLst>
                                      </p:cBhvr>
                                      <p:to>
                                        <p:strVal val="visible"/>
                                      </p:to>
                                    </p:set>
                                    <p:animEffect transition="in" filter="wipe(left)">
                                      <p:cBhvr>
                                        <p:cTn id="51" dur="500"/>
                                        <p:tgtEl>
                                          <p:spTgt spid="15"/>
                                        </p:tgtEl>
                                      </p:cBhvr>
                                    </p:animEffect>
                                  </p:childTnLst>
                                </p:cTn>
                              </p:par>
                            </p:childTnLst>
                          </p:cTn>
                        </p:par>
                        <p:par>
                          <p:cTn id="52" fill="hold">
                            <p:stCondLst>
                              <p:cond delay="500"/>
                            </p:stCondLst>
                            <p:childTnLst>
                              <p:par>
                                <p:cTn id="53" presetID="10" presetClass="entr" presetSubtype="0" fill="hold" grpId="0" nodeType="afterEffect">
                                  <p:stCondLst>
                                    <p:cond delay="0"/>
                                  </p:stCondLst>
                                  <p:childTnLst>
                                    <p:set>
                                      <p:cBhvr>
                                        <p:cTn id="54" dur="1" fill="hold">
                                          <p:stCondLst>
                                            <p:cond delay="0"/>
                                          </p:stCondLst>
                                        </p:cTn>
                                        <p:tgtEl>
                                          <p:spTgt spid="13"/>
                                        </p:tgtEl>
                                        <p:attrNameLst>
                                          <p:attrName>style.visibility</p:attrName>
                                        </p:attrNameLst>
                                      </p:cBhvr>
                                      <p:to>
                                        <p:strVal val="visible"/>
                                      </p:to>
                                    </p:set>
                                    <p:animEffect transition="in" filter="fade">
                                      <p:cBhvr>
                                        <p:cTn id="5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Sử dụng s</a:t>
            </a:r>
            <a:r>
              <a:rPr lang="vi-VN"/>
              <a:t>ơ</a:t>
            </a:r>
            <a:r>
              <a:rPr lang="en-US"/>
              <a:t> </a:t>
            </a:r>
            <a:r>
              <a:rPr lang="vi-VN"/>
              <a:t>đồ</a:t>
            </a:r>
            <a:r>
              <a:rPr lang="en-US"/>
              <a:t> khối</a:t>
            </a:r>
            <a:endParaRPr lang="vi-VN"/>
          </a:p>
        </p:txBody>
      </p:sp>
      <p:sp>
        <p:nvSpPr>
          <p:cNvPr id="3" name="Date Placeholder 2"/>
          <p:cNvSpPr>
            <a:spLocks noGrp="1"/>
          </p:cNvSpPr>
          <p:nvPr>
            <p:ph type="dt" sz="half" idx="10"/>
          </p:nvPr>
        </p:nvSpPr>
        <p:spPr/>
        <p:txBody>
          <a:bodyPr/>
          <a:lstStyle/>
          <a:p>
            <a:fld id="{7D6DB6CD-DB2A-4158-BA02-7B2EF8AB898D}" type="datetime1">
              <a:rPr lang="vi-VN" smtClean="0"/>
              <a:t>14/01/2024</a:t>
            </a:fld>
            <a:endParaRPr lang="vi-VN"/>
          </a:p>
        </p:txBody>
      </p:sp>
      <p:sp>
        <p:nvSpPr>
          <p:cNvPr id="4" name="Footer Placeholder 3"/>
          <p:cNvSpPr>
            <a:spLocks noGrp="1"/>
          </p:cNvSpPr>
          <p:nvPr>
            <p:ph type="ftr" sz="quarter" idx="11"/>
          </p:nvPr>
        </p:nvSpPr>
        <p:spPr/>
        <p:txBody>
          <a:bodyPr/>
          <a:lstStyle/>
          <a:p>
            <a:r>
              <a:rPr lang="vi-VN"/>
              <a:t>Chương 1-Các khái niệm cơ bản về lập trình</a:t>
            </a:r>
          </a:p>
        </p:txBody>
      </p:sp>
      <p:sp>
        <p:nvSpPr>
          <p:cNvPr id="25" name="Oval 24"/>
          <p:cNvSpPr/>
          <p:nvPr/>
        </p:nvSpPr>
        <p:spPr>
          <a:xfrm>
            <a:off x="3054966" y="1133054"/>
            <a:ext cx="1511594" cy="584210"/>
          </a:xfrm>
          <a:prstGeom prst="ellipse">
            <a:avLst/>
          </a:prstGeom>
        </p:spPr>
        <p:style>
          <a:lnRef idx="2">
            <a:schemeClr val="accent4"/>
          </a:lnRef>
          <a:fillRef idx="1">
            <a:schemeClr val="lt1"/>
          </a:fillRef>
          <a:effectRef idx="0">
            <a:schemeClr val="accent4"/>
          </a:effectRef>
          <a:fontRef idx="minor">
            <a:schemeClr val="dk1"/>
          </a:fontRef>
        </p:style>
        <p:txBody>
          <a:bodyPr anchor="ctr"/>
          <a:lstStyle/>
          <a:p>
            <a:pPr algn="ctr">
              <a:defRPr/>
            </a:pPr>
            <a:r>
              <a:rPr lang="en-US" sz="2000"/>
              <a:t>Bắt </a:t>
            </a:r>
            <a:r>
              <a:rPr lang="vi-VN" sz="2000"/>
              <a:t>đầ</a:t>
            </a:r>
            <a:r>
              <a:rPr lang="en-US" sz="2000"/>
              <a:t>u</a:t>
            </a:r>
          </a:p>
        </p:txBody>
      </p:sp>
      <p:sp>
        <p:nvSpPr>
          <p:cNvPr id="26" name="Oval 25"/>
          <p:cNvSpPr/>
          <p:nvPr/>
        </p:nvSpPr>
        <p:spPr>
          <a:xfrm>
            <a:off x="6516789" y="4807767"/>
            <a:ext cx="1511594" cy="584210"/>
          </a:xfrm>
          <a:prstGeom prst="ellipse">
            <a:avLst/>
          </a:prstGeom>
        </p:spPr>
        <p:style>
          <a:lnRef idx="2">
            <a:schemeClr val="accent4"/>
          </a:lnRef>
          <a:fillRef idx="1">
            <a:schemeClr val="lt1"/>
          </a:fillRef>
          <a:effectRef idx="0">
            <a:schemeClr val="accent4"/>
          </a:effectRef>
          <a:fontRef idx="minor">
            <a:schemeClr val="dk1"/>
          </a:fontRef>
        </p:style>
        <p:txBody>
          <a:bodyPr anchor="ctr"/>
          <a:lstStyle/>
          <a:p>
            <a:pPr algn="ctr">
              <a:defRPr/>
            </a:pPr>
            <a:r>
              <a:rPr lang="en-US" sz="2000"/>
              <a:t>Kết thúc</a:t>
            </a:r>
          </a:p>
        </p:txBody>
      </p:sp>
      <p:sp>
        <p:nvSpPr>
          <p:cNvPr id="27" name="Parallelogram 26"/>
          <p:cNvSpPr/>
          <p:nvPr/>
        </p:nvSpPr>
        <p:spPr>
          <a:xfrm>
            <a:off x="2915816" y="2129682"/>
            <a:ext cx="1788145" cy="584210"/>
          </a:xfrm>
          <a:prstGeom prst="parallelogram">
            <a:avLst/>
          </a:prstGeom>
        </p:spPr>
        <p:style>
          <a:lnRef idx="2">
            <a:schemeClr val="accent4"/>
          </a:lnRef>
          <a:fillRef idx="1">
            <a:schemeClr val="lt1"/>
          </a:fillRef>
          <a:effectRef idx="0">
            <a:schemeClr val="accent4"/>
          </a:effectRef>
          <a:fontRef idx="minor">
            <a:schemeClr val="dk1"/>
          </a:fontRef>
        </p:style>
        <p:txBody>
          <a:bodyPr anchor="ctr"/>
          <a:lstStyle/>
          <a:p>
            <a:pPr algn="ctr">
              <a:defRPr/>
            </a:pPr>
            <a:r>
              <a:rPr lang="en-US" sz="2000"/>
              <a:t>Nhập a, b</a:t>
            </a:r>
          </a:p>
        </p:txBody>
      </p:sp>
      <p:sp>
        <p:nvSpPr>
          <p:cNvPr id="28" name="Rectangle 27"/>
          <p:cNvSpPr/>
          <p:nvPr/>
        </p:nvSpPr>
        <p:spPr>
          <a:xfrm>
            <a:off x="5081430" y="3107062"/>
            <a:ext cx="1306670" cy="584210"/>
          </a:xfrm>
          <a:prstGeom prst="rect">
            <a:avLst/>
          </a:prstGeom>
        </p:spPr>
        <p:style>
          <a:lnRef idx="2">
            <a:schemeClr val="accent4"/>
          </a:lnRef>
          <a:fillRef idx="1">
            <a:schemeClr val="lt1"/>
          </a:fillRef>
          <a:effectRef idx="0">
            <a:schemeClr val="accent4"/>
          </a:effectRef>
          <a:fontRef idx="minor">
            <a:schemeClr val="dk1"/>
          </a:fontRef>
        </p:style>
        <p:txBody>
          <a:bodyPr anchor="ctr"/>
          <a:lstStyle/>
          <a:p>
            <a:pPr algn="ctr">
              <a:defRPr/>
            </a:pPr>
            <a:r>
              <a:rPr lang="en-US" sz="2000"/>
              <a:t>UCLN = a</a:t>
            </a:r>
          </a:p>
        </p:txBody>
      </p:sp>
      <p:cxnSp>
        <p:nvCxnSpPr>
          <p:cNvPr id="29" name="Straight Arrow Connector 28"/>
          <p:cNvCxnSpPr/>
          <p:nvPr/>
        </p:nvCxnSpPr>
        <p:spPr>
          <a:xfrm flipH="1">
            <a:off x="3810762" y="1717264"/>
            <a:ext cx="1628" cy="41241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31" name="Diamond 30"/>
          <p:cNvSpPr/>
          <p:nvPr/>
        </p:nvSpPr>
        <p:spPr>
          <a:xfrm>
            <a:off x="3014494" y="3083318"/>
            <a:ext cx="1585459" cy="606608"/>
          </a:xfrm>
          <a:prstGeom prst="diamond">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2000"/>
              <a:t>a=b</a:t>
            </a:r>
            <a:endParaRPr lang="vi-VN" sz="2000"/>
          </a:p>
        </p:txBody>
      </p:sp>
      <p:cxnSp>
        <p:nvCxnSpPr>
          <p:cNvPr id="32" name="Straight Arrow Connector 31"/>
          <p:cNvCxnSpPr/>
          <p:nvPr/>
        </p:nvCxnSpPr>
        <p:spPr>
          <a:xfrm flipH="1">
            <a:off x="3839395" y="2713892"/>
            <a:ext cx="1628" cy="41241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33" name="Straight Arrow Connector 32"/>
          <p:cNvCxnSpPr/>
          <p:nvPr/>
        </p:nvCxnSpPr>
        <p:spPr>
          <a:xfrm>
            <a:off x="4601580" y="3386622"/>
            <a:ext cx="479850"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35" name="Parallelogram 34"/>
          <p:cNvSpPr/>
          <p:nvPr/>
        </p:nvSpPr>
        <p:spPr>
          <a:xfrm>
            <a:off x="6516790" y="3126309"/>
            <a:ext cx="1511594" cy="584210"/>
          </a:xfrm>
          <a:prstGeom prst="parallelogram">
            <a:avLst/>
          </a:prstGeom>
        </p:spPr>
        <p:style>
          <a:lnRef idx="2">
            <a:schemeClr val="accent4"/>
          </a:lnRef>
          <a:fillRef idx="1">
            <a:schemeClr val="lt1"/>
          </a:fillRef>
          <a:effectRef idx="0">
            <a:schemeClr val="accent4"/>
          </a:effectRef>
          <a:fontRef idx="minor">
            <a:schemeClr val="dk1"/>
          </a:fontRef>
        </p:style>
        <p:txBody>
          <a:bodyPr anchor="ctr"/>
          <a:lstStyle/>
          <a:p>
            <a:pPr algn="ctr">
              <a:defRPr/>
            </a:pPr>
            <a:r>
              <a:rPr lang="en-US" sz="2000"/>
              <a:t>Xuất UCLN</a:t>
            </a:r>
          </a:p>
        </p:txBody>
      </p:sp>
      <p:cxnSp>
        <p:nvCxnSpPr>
          <p:cNvPr id="36" name="Straight Arrow Connector 35"/>
          <p:cNvCxnSpPr/>
          <p:nvPr/>
        </p:nvCxnSpPr>
        <p:spPr>
          <a:xfrm>
            <a:off x="6388100" y="3386622"/>
            <a:ext cx="239925"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37" name="Straight Arrow Connector 36"/>
          <p:cNvCxnSpPr>
            <a:endCxn id="39" idx="0"/>
          </p:cNvCxnSpPr>
          <p:nvPr/>
        </p:nvCxnSpPr>
        <p:spPr>
          <a:xfrm>
            <a:off x="3812390" y="3689926"/>
            <a:ext cx="16696" cy="328777"/>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39" name="Diamond 38"/>
          <p:cNvSpPr/>
          <p:nvPr/>
        </p:nvSpPr>
        <p:spPr>
          <a:xfrm>
            <a:off x="3036356" y="4018703"/>
            <a:ext cx="1585459" cy="606608"/>
          </a:xfrm>
          <a:prstGeom prst="diamond">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2000"/>
              <a:t>a &gt; b</a:t>
            </a:r>
            <a:endParaRPr lang="vi-VN" sz="2000"/>
          </a:p>
        </p:txBody>
      </p:sp>
      <p:sp>
        <p:nvSpPr>
          <p:cNvPr id="40" name="Rectangle 39"/>
          <p:cNvSpPr/>
          <p:nvPr/>
        </p:nvSpPr>
        <p:spPr>
          <a:xfrm>
            <a:off x="4716016" y="4807767"/>
            <a:ext cx="1385074" cy="584210"/>
          </a:xfrm>
          <a:prstGeom prst="rect">
            <a:avLst/>
          </a:prstGeom>
        </p:spPr>
        <p:style>
          <a:lnRef idx="2">
            <a:schemeClr val="accent4"/>
          </a:lnRef>
          <a:fillRef idx="1">
            <a:schemeClr val="lt1"/>
          </a:fillRef>
          <a:effectRef idx="0">
            <a:schemeClr val="accent4"/>
          </a:effectRef>
          <a:fontRef idx="minor">
            <a:schemeClr val="dk1"/>
          </a:fontRef>
        </p:style>
        <p:txBody>
          <a:bodyPr anchor="ctr"/>
          <a:lstStyle/>
          <a:p>
            <a:pPr algn="ctr">
              <a:defRPr/>
            </a:pPr>
            <a:r>
              <a:rPr lang="en-US" sz="2000"/>
              <a:t>b = b - a</a:t>
            </a:r>
          </a:p>
        </p:txBody>
      </p:sp>
      <p:sp>
        <p:nvSpPr>
          <p:cNvPr id="41" name="Rectangle 40"/>
          <p:cNvSpPr/>
          <p:nvPr/>
        </p:nvSpPr>
        <p:spPr>
          <a:xfrm>
            <a:off x="1761021" y="4807767"/>
            <a:ext cx="1293945" cy="584210"/>
          </a:xfrm>
          <a:prstGeom prst="rect">
            <a:avLst/>
          </a:prstGeom>
        </p:spPr>
        <p:style>
          <a:lnRef idx="2">
            <a:schemeClr val="accent4"/>
          </a:lnRef>
          <a:fillRef idx="1">
            <a:schemeClr val="lt1"/>
          </a:fillRef>
          <a:effectRef idx="0">
            <a:schemeClr val="accent4"/>
          </a:effectRef>
          <a:fontRef idx="minor">
            <a:schemeClr val="dk1"/>
          </a:fontRef>
        </p:style>
        <p:txBody>
          <a:bodyPr anchor="ctr"/>
          <a:lstStyle/>
          <a:p>
            <a:pPr algn="ctr">
              <a:defRPr/>
            </a:pPr>
            <a:r>
              <a:rPr lang="en-US" sz="2000"/>
              <a:t>a = a - b</a:t>
            </a:r>
          </a:p>
        </p:txBody>
      </p:sp>
      <p:cxnSp>
        <p:nvCxnSpPr>
          <p:cNvPr id="43" name="Straight Connector 42"/>
          <p:cNvCxnSpPr>
            <a:stCxn id="39" idx="3"/>
          </p:cNvCxnSpPr>
          <p:nvPr/>
        </p:nvCxnSpPr>
        <p:spPr>
          <a:xfrm>
            <a:off x="4621815" y="4322007"/>
            <a:ext cx="754667" cy="0"/>
          </a:xfrm>
          <a:prstGeom prst="line">
            <a:avLst/>
          </a:prstGeom>
        </p:spPr>
        <p:style>
          <a:lnRef idx="2">
            <a:schemeClr val="dk1"/>
          </a:lnRef>
          <a:fillRef idx="0">
            <a:schemeClr val="dk1"/>
          </a:fillRef>
          <a:effectRef idx="1">
            <a:schemeClr val="dk1"/>
          </a:effectRef>
          <a:fontRef idx="minor">
            <a:schemeClr val="tx1"/>
          </a:fontRef>
        </p:style>
      </p:cxnSp>
      <p:cxnSp>
        <p:nvCxnSpPr>
          <p:cNvPr id="44" name="Straight Arrow Connector 43"/>
          <p:cNvCxnSpPr/>
          <p:nvPr/>
        </p:nvCxnSpPr>
        <p:spPr>
          <a:xfrm>
            <a:off x="5362699" y="4324466"/>
            <a:ext cx="6892" cy="506317"/>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46" name="Straight Connector 45"/>
          <p:cNvCxnSpPr/>
          <p:nvPr/>
        </p:nvCxnSpPr>
        <p:spPr>
          <a:xfrm>
            <a:off x="2300299" y="4347480"/>
            <a:ext cx="754667" cy="0"/>
          </a:xfrm>
          <a:prstGeom prst="line">
            <a:avLst/>
          </a:prstGeom>
        </p:spPr>
        <p:style>
          <a:lnRef idx="2">
            <a:schemeClr val="dk1"/>
          </a:lnRef>
          <a:fillRef idx="0">
            <a:schemeClr val="dk1"/>
          </a:fillRef>
          <a:effectRef idx="1">
            <a:schemeClr val="dk1"/>
          </a:effectRef>
          <a:fontRef idx="minor">
            <a:schemeClr val="tx1"/>
          </a:fontRef>
        </p:style>
      </p:cxnSp>
      <p:cxnSp>
        <p:nvCxnSpPr>
          <p:cNvPr id="47" name="Straight Arrow Connector 46"/>
          <p:cNvCxnSpPr/>
          <p:nvPr/>
        </p:nvCxnSpPr>
        <p:spPr>
          <a:xfrm flipH="1">
            <a:off x="2305844" y="4331196"/>
            <a:ext cx="6496" cy="4463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48" name="Straight Connector 47"/>
          <p:cNvCxnSpPr/>
          <p:nvPr/>
        </p:nvCxnSpPr>
        <p:spPr>
          <a:xfrm>
            <a:off x="5376482" y="5391978"/>
            <a:ext cx="0" cy="328777"/>
          </a:xfrm>
          <a:prstGeom prst="line">
            <a:avLst/>
          </a:prstGeom>
        </p:spPr>
        <p:style>
          <a:lnRef idx="2">
            <a:schemeClr val="dk1"/>
          </a:lnRef>
          <a:fillRef idx="0">
            <a:schemeClr val="dk1"/>
          </a:fillRef>
          <a:effectRef idx="1">
            <a:schemeClr val="dk1"/>
          </a:effectRef>
          <a:fontRef idx="minor">
            <a:schemeClr val="tx1"/>
          </a:fontRef>
        </p:style>
      </p:cxnSp>
      <p:cxnSp>
        <p:nvCxnSpPr>
          <p:cNvPr id="56" name="Straight Connector 55"/>
          <p:cNvCxnSpPr/>
          <p:nvPr/>
        </p:nvCxnSpPr>
        <p:spPr>
          <a:xfrm>
            <a:off x="2328971" y="5384499"/>
            <a:ext cx="0" cy="328777"/>
          </a:xfrm>
          <a:prstGeom prst="line">
            <a:avLst/>
          </a:prstGeom>
        </p:spPr>
        <p:style>
          <a:lnRef idx="3">
            <a:schemeClr val="dk1"/>
          </a:lnRef>
          <a:fillRef idx="0">
            <a:schemeClr val="dk1"/>
          </a:fillRef>
          <a:effectRef idx="2">
            <a:schemeClr val="dk1"/>
          </a:effectRef>
          <a:fontRef idx="minor">
            <a:schemeClr val="tx1"/>
          </a:fontRef>
        </p:style>
      </p:cxnSp>
      <p:cxnSp>
        <p:nvCxnSpPr>
          <p:cNvPr id="57" name="Straight Connector 56"/>
          <p:cNvCxnSpPr/>
          <p:nvPr/>
        </p:nvCxnSpPr>
        <p:spPr>
          <a:xfrm>
            <a:off x="2328971" y="5720755"/>
            <a:ext cx="3033728" cy="0"/>
          </a:xfrm>
          <a:prstGeom prst="line">
            <a:avLst/>
          </a:prstGeom>
        </p:spPr>
        <p:style>
          <a:lnRef idx="2">
            <a:schemeClr val="dk1"/>
          </a:lnRef>
          <a:fillRef idx="0">
            <a:schemeClr val="dk1"/>
          </a:fillRef>
          <a:effectRef idx="1">
            <a:schemeClr val="dk1"/>
          </a:effectRef>
          <a:fontRef idx="minor">
            <a:schemeClr val="tx1"/>
          </a:fontRef>
        </p:style>
      </p:cxnSp>
      <p:cxnSp>
        <p:nvCxnSpPr>
          <p:cNvPr id="59" name="Straight Connector 58"/>
          <p:cNvCxnSpPr/>
          <p:nvPr/>
        </p:nvCxnSpPr>
        <p:spPr>
          <a:xfrm>
            <a:off x="3867810" y="5720755"/>
            <a:ext cx="0" cy="164388"/>
          </a:xfrm>
          <a:prstGeom prst="line">
            <a:avLst/>
          </a:prstGeom>
        </p:spPr>
        <p:style>
          <a:lnRef idx="3">
            <a:schemeClr val="dk1"/>
          </a:lnRef>
          <a:fillRef idx="0">
            <a:schemeClr val="dk1"/>
          </a:fillRef>
          <a:effectRef idx="2">
            <a:schemeClr val="dk1"/>
          </a:effectRef>
          <a:fontRef idx="minor">
            <a:schemeClr val="tx1"/>
          </a:fontRef>
        </p:style>
      </p:cxnSp>
      <p:cxnSp>
        <p:nvCxnSpPr>
          <p:cNvPr id="61" name="Straight Connector 60"/>
          <p:cNvCxnSpPr/>
          <p:nvPr/>
        </p:nvCxnSpPr>
        <p:spPr>
          <a:xfrm>
            <a:off x="1259632" y="5885143"/>
            <a:ext cx="2608178" cy="0"/>
          </a:xfrm>
          <a:prstGeom prst="line">
            <a:avLst/>
          </a:prstGeom>
        </p:spPr>
        <p:style>
          <a:lnRef idx="2">
            <a:schemeClr val="dk1"/>
          </a:lnRef>
          <a:fillRef idx="0">
            <a:schemeClr val="dk1"/>
          </a:fillRef>
          <a:effectRef idx="1">
            <a:schemeClr val="dk1"/>
          </a:effectRef>
          <a:fontRef idx="minor">
            <a:schemeClr val="tx1"/>
          </a:fontRef>
        </p:style>
      </p:cxnSp>
      <p:cxnSp>
        <p:nvCxnSpPr>
          <p:cNvPr id="64" name="Straight Connector 63"/>
          <p:cNvCxnSpPr/>
          <p:nvPr/>
        </p:nvCxnSpPr>
        <p:spPr>
          <a:xfrm>
            <a:off x="1259632" y="2920101"/>
            <a:ext cx="0" cy="2965042"/>
          </a:xfrm>
          <a:prstGeom prst="line">
            <a:avLst/>
          </a:prstGeom>
        </p:spPr>
        <p:style>
          <a:lnRef idx="2">
            <a:schemeClr val="dk1"/>
          </a:lnRef>
          <a:fillRef idx="0">
            <a:schemeClr val="dk1"/>
          </a:fillRef>
          <a:effectRef idx="1">
            <a:schemeClr val="dk1"/>
          </a:effectRef>
          <a:fontRef idx="minor">
            <a:schemeClr val="tx1"/>
          </a:fontRef>
        </p:style>
      </p:cxnSp>
      <p:cxnSp>
        <p:nvCxnSpPr>
          <p:cNvPr id="69" name="Straight Arrow Connector 68"/>
          <p:cNvCxnSpPr/>
          <p:nvPr/>
        </p:nvCxnSpPr>
        <p:spPr>
          <a:xfrm>
            <a:off x="1259632" y="2920101"/>
            <a:ext cx="2547591"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71" name="Straight Arrow Connector 70"/>
          <p:cNvCxnSpPr>
            <a:endCxn id="26" idx="0"/>
          </p:cNvCxnSpPr>
          <p:nvPr/>
        </p:nvCxnSpPr>
        <p:spPr>
          <a:xfrm>
            <a:off x="7265694" y="3710520"/>
            <a:ext cx="6892" cy="109724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74" name="TextBox 73"/>
          <p:cNvSpPr txBox="1"/>
          <p:nvPr/>
        </p:nvSpPr>
        <p:spPr>
          <a:xfrm>
            <a:off x="4394607" y="2920101"/>
            <a:ext cx="876137" cy="337262"/>
          </a:xfrm>
          <a:prstGeom prst="rect">
            <a:avLst/>
          </a:prstGeom>
          <a:noFill/>
        </p:spPr>
        <p:txBody>
          <a:bodyPr wrap="square" rtlCol="0">
            <a:spAutoFit/>
          </a:bodyPr>
          <a:lstStyle/>
          <a:p>
            <a:r>
              <a:rPr lang="en-US"/>
              <a:t>Đúng</a:t>
            </a:r>
            <a:endParaRPr lang="vi-VN"/>
          </a:p>
        </p:txBody>
      </p:sp>
      <p:sp>
        <p:nvSpPr>
          <p:cNvPr id="75" name="TextBox 74"/>
          <p:cNvSpPr txBox="1"/>
          <p:nvPr/>
        </p:nvSpPr>
        <p:spPr>
          <a:xfrm>
            <a:off x="2178828" y="3997821"/>
            <a:ext cx="876137" cy="337262"/>
          </a:xfrm>
          <a:prstGeom prst="rect">
            <a:avLst/>
          </a:prstGeom>
          <a:noFill/>
        </p:spPr>
        <p:txBody>
          <a:bodyPr wrap="square" rtlCol="0">
            <a:spAutoFit/>
          </a:bodyPr>
          <a:lstStyle/>
          <a:p>
            <a:r>
              <a:rPr lang="en-US"/>
              <a:t>Đúng</a:t>
            </a:r>
            <a:endParaRPr lang="vi-VN"/>
          </a:p>
        </p:txBody>
      </p:sp>
      <p:sp>
        <p:nvSpPr>
          <p:cNvPr id="76" name="TextBox 75"/>
          <p:cNvSpPr txBox="1"/>
          <p:nvPr/>
        </p:nvSpPr>
        <p:spPr>
          <a:xfrm>
            <a:off x="3893218" y="3689926"/>
            <a:ext cx="876137" cy="337262"/>
          </a:xfrm>
          <a:prstGeom prst="rect">
            <a:avLst/>
          </a:prstGeom>
          <a:noFill/>
        </p:spPr>
        <p:txBody>
          <a:bodyPr wrap="square" rtlCol="0">
            <a:spAutoFit/>
          </a:bodyPr>
          <a:lstStyle/>
          <a:p>
            <a:r>
              <a:rPr lang="en-US"/>
              <a:t>Sai</a:t>
            </a:r>
            <a:endParaRPr lang="vi-VN"/>
          </a:p>
        </p:txBody>
      </p:sp>
      <p:sp>
        <p:nvSpPr>
          <p:cNvPr id="77" name="TextBox 76"/>
          <p:cNvSpPr txBox="1"/>
          <p:nvPr/>
        </p:nvSpPr>
        <p:spPr>
          <a:xfrm>
            <a:off x="4561080" y="4011589"/>
            <a:ext cx="876137" cy="337262"/>
          </a:xfrm>
          <a:prstGeom prst="rect">
            <a:avLst/>
          </a:prstGeom>
          <a:noFill/>
        </p:spPr>
        <p:txBody>
          <a:bodyPr wrap="square" rtlCol="0">
            <a:spAutoFit/>
          </a:bodyPr>
          <a:lstStyle/>
          <a:p>
            <a:r>
              <a:rPr lang="en-US"/>
              <a:t>Sai</a:t>
            </a:r>
            <a:endParaRPr lang="vi-VN"/>
          </a:p>
        </p:txBody>
      </p:sp>
      <p:sp>
        <p:nvSpPr>
          <p:cNvPr id="9" name="Slide Number Placeholder 8"/>
          <p:cNvSpPr>
            <a:spLocks noGrp="1"/>
          </p:cNvSpPr>
          <p:nvPr>
            <p:ph type="sldNum" sz="quarter" idx="12"/>
          </p:nvPr>
        </p:nvSpPr>
        <p:spPr/>
        <p:txBody>
          <a:bodyPr/>
          <a:lstStyle/>
          <a:p>
            <a:fld id="{5AB95402-1E0D-474E-8D8C-CBE7F053639E}" type="slidenum">
              <a:rPr lang="vi-VN" smtClean="0"/>
              <a:pPr/>
              <a:t>9</a:t>
            </a:fld>
            <a:r>
              <a:rPr lang="vi-VN"/>
              <a:t>/27</a:t>
            </a:r>
          </a:p>
        </p:txBody>
      </p:sp>
    </p:spTree>
    <p:extLst>
      <p:ext uri="{BB962C8B-B14F-4D97-AF65-F5344CB8AC3E}">
        <p14:creationId xmlns:p14="http://schemas.microsoft.com/office/powerpoint/2010/main" val="4004937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circle(in)">
                                      <p:cBhvr>
                                        <p:cTn id="7" dur="10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wipe(up)">
                                      <p:cBhvr>
                                        <p:cTn id="12" dur="5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circle(in)">
                                      <p:cBhvr>
                                        <p:cTn id="17" dur="1000"/>
                                        <p:tgtEl>
                                          <p:spTgt spid="2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wipe(up)">
                                      <p:cBhvr>
                                        <p:cTn id="22" dur="500"/>
                                        <p:tgtEl>
                                          <p:spTgt spid="32"/>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circle(in)">
                                      <p:cBhvr>
                                        <p:cTn id="27" dur="1000"/>
                                        <p:tgtEl>
                                          <p:spTgt spid="3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3"/>
                                        </p:tgtEl>
                                        <p:attrNameLst>
                                          <p:attrName>style.visibility</p:attrName>
                                        </p:attrNameLst>
                                      </p:cBhvr>
                                      <p:to>
                                        <p:strVal val="visible"/>
                                      </p:to>
                                    </p:set>
                                    <p:animEffect transition="in" filter="wipe(left)">
                                      <p:cBhvr>
                                        <p:cTn id="32" dur="500"/>
                                        <p:tgtEl>
                                          <p:spTgt spid="33"/>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74"/>
                                        </p:tgtEl>
                                        <p:attrNameLst>
                                          <p:attrName>style.visibility</p:attrName>
                                        </p:attrNameLst>
                                      </p:cBhvr>
                                      <p:to>
                                        <p:strVal val="visible"/>
                                      </p:to>
                                    </p:set>
                                    <p:animEffect transition="in" filter="wipe(left)">
                                      <p:cBhvr>
                                        <p:cTn id="35" dur="500"/>
                                        <p:tgtEl>
                                          <p:spTgt spid="74"/>
                                        </p:tgtEl>
                                      </p:cBhvr>
                                    </p:animEffect>
                                  </p:childTnLst>
                                </p:cTn>
                              </p:par>
                            </p:childTnLst>
                          </p:cTn>
                        </p:par>
                      </p:childTnLst>
                    </p:cTn>
                  </p:par>
                  <p:par>
                    <p:cTn id="36" fill="hold">
                      <p:stCondLst>
                        <p:cond delay="indefinite"/>
                      </p:stCondLst>
                      <p:childTnLst>
                        <p:par>
                          <p:cTn id="37" fill="hold">
                            <p:stCondLst>
                              <p:cond delay="0"/>
                            </p:stCondLst>
                            <p:childTnLst>
                              <p:par>
                                <p:cTn id="38" presetID="6" presetClass="entr" presetSubtype="16" fill="hold" grpId="0" nodeType="click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circle(in)">
                                      <p:cBhvr>
                                        <p:cTn id="40" dur="1000"/>
                                        <p:tgtEl>
                                          <p:spTgt spid="28"/>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36"/>
                                        </p:tgtEl>
                                        <p:attrNameLst>
                                          <p:attrName>style.visibility</p:attrName>
                                        </p:attrNameLst>
                                      </p:cBhvr>
                                      <p:to>
                                        <p:strVal val="visible"/>
                                      </p:to>
                                    </p:set>
                                    <p:animEffect transition="in" filter="wipe(left)">
                                      <p:cBhvr>
                                        <p:cTn id="45" dur="500"/>
                                        <p:tgtEl>
                                          <p:spTgt spid="36"/>
                                        </p:tgtEl>
                                      </p:cBhvr>
                                    </p:animEffect>
                                  </p:childTnLst>
                                </p:cTn>
                              </p:par>
                            </p:childTnLst>
                          </p:cTn>
                        </p:par>
                      </p:childTnLst>
                    </p:cTn>
                  </p:par>
                  <p:par>
                    <p:cTn id="46" fill="hold">
                      <p:stCondLst>
                        <p:cond delay="indefinite"/>
                      </p:stCondLst>
                      <p:childTnLst>
                        <p:par>
                          <p:cTn id="47" fill="hold">
                            <p:stCondLst>
                              <p:cond delay="0"/>
                            </p:stCondLst>
                            <p:childTnLst>
                              <p:par>
                                <p:cTn id="48" presetID="6" presetClass="entr" presetSubtype="16" fill="hold" grpId="0" nodeType="clickEffect">
                                  <p:stCondLst>
                                    <p:cond delay="0"/>
                                  </p:stCondLst>
                                  <p:childTnLst>
                                    <p:set>
                                      <p:cBhvr>
                                        <p:cTn id="49" dur="1" fill="hold">
                                          <p:stCondLst>
                                            <p:cond delay="0"/>
                                          </p:stCondLst>
                                        </p:cTn>
                                        <p:tgtEl>
                                          <p:spTgt spid="35"/>
                                        </p:tgtEl>
                                        <p:attrNameLst>
                                          <p:attrName>style.visibility</p:attrName>
                                        </p:attrNameLst>
                                      </p:cBhvr>
                                      <p:to>
                                        <p:strVal val="visible"/>
                                      </p:to>
                                    </p:set>
                                    <p:animEffect transition="in" filter="circle(in)">
                                      <p:cBhvr>
                                        <p:cTn id="50" dur="1000"/>
                                        <p:tgtEl>
                                          <p:spTgt spid="35"/>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1" fill="hold" nodeType="clickEffect">
                                  <p:stCondLst>
                                    <p:cond delay="0"/>
                                  </p:stCondLst>
                                  <p:childTnLst>
                                    <p:set>
                                      <p:cBhvr>
                                        <p:cTn id="54" dur="1" fill="hold">
                                          <p:stCondLst>
                                            <p:cond delay="0"/>
                                          </p:stCondLst>
                                        </p:cTn>
                                        <p:tgtEl>
                                          <p:spTgt spid="71"/>
                                        </p:tgtEl>
                                        <p:attrNameLst>
                                          <p:attrName>style.visibility</p:attrName>
                                        </p:attrNameLst>
                                      </p:cBhvr>
                                      <p:to>
                                        <p:strVal val="visible"/>
                                      </p:to>
                                    </p:set>
                                    <p:animEffect transition="in" filter="wipe(up)">
                                      <p:cBhvr>
                                        <p:cTn id="55" dur="500"/>
                                        <p:tgtEl>
                                          <p:spTgt spid="71"/>
                                        </p:tgtEl>
                                      </p:cBhvr>
                                    </p:animEffect>
                                  </p:childTnLst>
                                </p:cTn>
                              </p:par>
                            </p:childTnLst>
                          </p:cTn>
                        </p:par>
                        <p:par>
                          <p:cTn id="56" fill="hold">
                            <p:stCondLst>
                              <p:cond delay="500"/>
                            </p:stCondLst>
                            <p:childTnLst>
                              <p:par>
                                <p:cTn id="57" presetID="6" presetClass="entr" presetSubtype="16" fill="hold" grpId="0" nodeType="afterEffect">
                                  <p:stCondLst>
                                    <p:cond delay="0"/>
                                  </p:stCondLst>
                                  <p:childTnLst>
                                    <p:set>
                                      <p:cBhvr>
                                        <p:cTn id="58" dur="1" fill="hold">
                                          <p:stCondLst>
                                            <p:cond delay="0"/>
                                          </p:stCondLst>
                                        </p:cTn>
                                        <p:tgtEl>
                                          <p:spTgt spid="26"/>
                                        </p:tgtEl>
                                        <p:attrNameLst>
                                          <p:attrName>style.visibility</p:attrName>
                                        </p:attrNameLst>
                                      </p:cBhvr>
                                      <p:to>
                                        <p:strVal val="visible"/>
                                      </p:to>
                                    </p:set>
                                    <p:animEffect transition="in" filter="circle(in)">
                                      <p:cBhvr>
                                        <p:cTn id="59" dur="1000"/>
                                        <p:tgtEl>
                                          <p:spTgt spid="26"/>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1" fill="hold" nodeType="clickEffect">
                                  <p:stCondLst>
                                    <p:cond delay="0"/>
                                  </p:stCondLst>
                                  <p:childTnLst>
                                    <p:set>
                                      <p:cBhvr>
                                        <p:cTn id="63" dur="1" fill="hold">
                                          <p:stCondLst>
                                            <p:cond delay="0"/>
                                          </p:stCondLst>
                                        </p:cTn>
                                        <p:tgtEl>
                                          <p:spTgt spid="37"/>
                                        </p:tgtEl>
                                        <p:attrNameLst>
                                          <p:attrName>style.visibility</p:attrName>
                                        </p:attrNameLst>
                                      </p:cBhvr>
                                      <p:to>
                                        <p:strVal val="visible"/>
                                      </p:to>
                                    </p:set>
                                    <p:animEffect transition="in" filter="wipe(up)">
                                      <p:cBhvr>
                                        <p:cTn id="64" dur="500"/>
                                        <p:tgtEl>
                                          <p:spTgt spid="37"/>
                                        </p:tgtEl>
                                      </p:cBhvr>
                                    </p:animEffect>
                                  </p:childTnLst>
                                </p:cTn>
                              </p:par>
                              <p:par>
                                <p:cTn id="65" presetID="22" presetClass="entr" presetSubtype="1" fill="hold" grpId="0" nodeType="withEffect">
                                  <p:stCondLst>
                                    <p:cond delay="0"/>
                                  </p:stCondLst>
                                  <p:childTnLst>
                                    <p:set>
                                      <p:cBhvr>
                                        <p:cTn id="66" dur="1" fill="hold">
                                          <p:stCondLst>
                                            <p:cond delay="0"/>
                                          </p:stCondLst>
                                        </p:cTn>
                                        <p:tgtEl>
                                          <p:spTgt spid="76"/>
                                        </p:tgtEl>
                                        <p:attrNameLst>
                                          <p:attrName>style.visibility</p:attrName>
                                        </p:attrNameLst>
                                      </p:cBhvr>
                                      <p:to>
                                        <p:strVal val="visible"/>
                                      </p:to>
                                    </p:set>
                                    <p:animEffect transition="in" filter="wipe(up)">
                                      <p:cBhvr>
                                        <p:cTn id="67" dur="500"/>
                                        <p:tgtEl>
                                          <p:spTgt spid="76"/>
                                        </p:tgtEl>
                                      </p:cBhvr>
                                    </p:animEffect>
                                  </p:childTnLst>
                                </p:cTn>
                              </p:par>
                            </p:childTnLst>
                          </p:cTn>
                        </p:par>
                      </p:childTnLst>
                    </p:cTn>
                  </p:par>
                  <p:par>
                    <p:cTn id="68" fill="hold">
                      <p:stCondLst>
                        <p:cond delay="indefinite"/>
                      </p:stCondLst>
                      <p:childTnLst>
                        <p:par>
                          <p:cTn id="69" fill="hold">
                            <p:stCondLst>
                              <p:cond delay="0"/>
                            </p:stCondLst>
                            <p:childTnLst>
                              <p:par>
                                <p:cTn id="70" presetID="6" presetClass="entr" presetSubtype="16" fill="hold" grpId="0" nodeType="clickEffect">
                                  <p:stCondLst>
                                    <p:cond delay="0"/>
                                  </p:stCondLst>
                                  <p:childTnLst>
                                    <p:set>
                                      <p:cBhvr>
                                        <p:cTn id="71" dur="1" fill="hold">
                                          <p:stCondLst>
                                            <p:cond delay="0"/>
                                          </p:stCondLst>
                                        </p:cTn>
                                        <p:tgtEl>
                                          <p:spTgt spid="39"/>
                                        </p:tgtEl>
                                        <p:attrNameLst>
                                          <p:attrName>style.visibility</p:attrName>
                                        </p:attrNameLst>
                                      </p:cBhvr>
                                      <p:to>
                                        <p:strVal val="visible"/>
                                      </p:to>
                                    </p:set>
                                    <p:animEffect transition="in" filter="circle(in)">
                                      <p:cBhvr>
                                        <p:cTn id="72" dur="1000"/>
                                        <p:tgtEl>
                                          <p:spTgt spid="39"/>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2" fill="hold" nodeType="clickEffect">
                                  <p:stCondLst>
                                    <p:cond delay="0"/>
                                  </p:stCondLst>
                                  <p:childTnLst>
                                    <p:set>
                                      <p:cBhvr>
                                        <p:cTn id="76" dur="1" fill="hold">
                                          <p:stCondLst>
                                            <p:cond delay="0"/>
                                          </p:stCondLst>
                                        </p:cTn>
                                        <p:tgtEl>
                                          <p:spTgt spid="46"/>
                                        </p:tgtEl>
                                        <p:attrNameLst>
                                          <p:attrName>style.visibility</p:attrName>
                                        </p:attrNameLst>
                                      </p:cBhvr>
                                      <p:to>
                                        <p:strVal val="visible"/>
                                      </p:to>
                                    </p:set>
                                    <p:animEffect transition="in" filter="wipe(right)">
                                      <p:cBhvr>
                                        <p:cTn id="77" dur="500"/>
                                        <p:tgtEl>
                                          <p:spTgt spid="46"/>
                                        </p:tgtEl>
                                      </p:cBhvr>
                                    </p:animEffect>
                                  </p:childTnLst>
                                </p:cTn>
                              </p:par>
                              <p:par>
                                <p:cTn id="78" presetID="22" presetClass="entr" presetSubtype="2" fill="hold" grpId="0" nodeType="withEffect">
                                  <p:stCondLst>
                                    <p:cond delay="0"/>
                                  </p:stCondLst>
                                  <p:childTnLst>
                                    <p:set>
                                      <p:cBhvr>
                                        <p:cTn id="79" dur="1" fill="hold">
                                          <p:stCondLst>
                                            <p:cond delay="0"/>
                                          </p:stCondLst>
                                        </p:cTn>
                                        <p:tgtEl>
                                          <p:spTgt spid="75"/>
                                        </p:tgtEl>
                                        <p:attrNameLst>
                                          <p:attrName>style.visibility</p:attrName>
                                        </p:attrNameLst>
                                      </p:cBhvr>
                                      <p:to>
                                        <p:strVal val="visible"/>
                                      </p:to>
                                    </p:set>
                                    <p:animEffect transition="in" filter="wipe(right)">
                                      <p:cBhvr>
                                        <p:cTn id="80" dur="500"/>
                                        <p:tgtEl>
                                          <p:spTgt spid="75"/>
                                        </p:tgtEl>
                                      </p:cBhvr>
                                    </p:animEffect>
                                  </p:childTnLst>
                                </p:cTn>
                              </p:par>
                            </p:childTnLst>
                          </p:cTn>
                        </p:par>
                        <p:par>
                          <p:cTn id="81" fill="hold">
                            <p:stCondLst>
                              <p:cond delay="500"/>
                            </p:stCondLst>
                            <p:childTnLst>
                              <p:par>
                                <p:cTn id="82" presetID="22" presetClass="entr" presetSubtype="1" fill="hold" nodeType="afterEffect">
                                  <p:stCondLst>
                                    <p:cond delay="0"/>
                                  </p:stCondLst>
                                  <p:childTnLst>
                                    <p:set>
                                      <p:cBhvr>
                                        <p:cTn id="83" dur="1" fill="hold">
                                          <p:stCondLst>
                                            <p:cond delay="0"/>
                                          </p:stCondLst>
                                        </p:cTn>
                                        <p:tgtEl>
                                          <p:spTgt spid="47"/>
                                        </p:tgtEl>
                                        <p:attrNameLst>
                                          <p:attrName>style.visibility</p:attrName>
                                        </p:attrNameLst>
                                      </p:cBhvr>
                                      <p:to>
                                        <p:strVal val="visible"/>
                                      </p:to>
                                    </p:set>
                                    <p:animEffect transition="in" filter="wipe(up)">
                                      <p:cBhvr>
                                        <p:cTn id="84" dur="500"/>
                                        <p:tgtEl>
                                          <p:spTgt spid="47"/>
                                        </p:tgtEl>
                                      </p:cBhvr>
                                    </p:animEffect>
                                  </p:childTnLst>
                                </p:cTn>
                              </p:par>
                            </p:childTnLst>
                          </p:cTn>
                        </p:par>
                      </p:childTnLst>
                    </p:cTn>
                  </p:par>
                  <p:par>
                    <p:cTn id="85" fill="hold">
                      <p:stCondLst>
                        <p:cond delay="indefinite"/>
                      </p:stCondLst>
                      <p:childTnLst>
                        <p:par>
                          <p:cTn id="86" fill="hold">
                            <p:stCondLst>
                              <p:cond delay="0"/>
                            </p:stCondLst>
                            <p:childTnLst>
                              <p:par>
                                <p:cTn id="87" presetID="6" presetClass="entr" presetSubtype="16" fill="hold" grpId="0" nodeType="clickEffect">
                                  <p:stCondLst>
                                    <p:cond delay="0"/>
                                  </p:stCondLst>
                                  <p:childTnLst>
                                    <p:set>
                                      <p:cBhvr>
                                        <p:cTn id="88" dur="1" fill="hold">
                                          <p:stCondLst>
                                            <p:cond delay="0"/>
                                          </p:stCondLst>
                                        </p:cTn>
                                        <p:tgtEl>
                                          <p:spTgt spid="41"/>
                                        </p:tgtEl>
                                        <p:attrNameLst>
                                          <p:attrName>style.visibility</p:attrName>
                                        </p:attrNameLst>
                                      </p:cBhvr>
                                      <p:to>
                                        <p:strVal val="visible"/>
                                      </p:to>
                                    </p:set>
                                    <p:animEffect transition="in" filter="circle(in)">
                                      <p:cBhvr>
                                        <p:cTn id="89" dur="1000"/>
                                        <p:tgtEl>
                                          <p:spTgt spid="41"/>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8" fill="hold" nodeType="clickEffect">
                                  <p:stCondLst>
                                    <p:cond delay="0"/>
                                  </p:stCondLst>
                                  <p:childTnLst>
                                    <p:set>
                                      <p:cBhvr>
                                        <p:cTn id="93" dur="1" fill="hold">
                                          <p:stCondLst>
                                            <p:cond delay="0"/>
                                          </p:stCondLst>
                                        </p:cTn>
                                        <p:tgtEl>
                                          <p:spTgt spid="43"/>
                                        </p:tgtEl>
                                        <p:attrNameLst>
                                          <p:attrName>style.visibility</p:attrName>
                                        </p:attrNameLst>
                                      </p:cBhvr>
                                      <p:to>
                                        <p:strVal val="visible"/>
                                      </p:to>
                                    </p:set>
                                    <p:animEffect transition="in" filter="wipe(left)">
                                      <p:cBhvr>
                                        <p:cTn id="94" dur="500"/>
                                        <p:tgtEl>
                                          <p:spTgt spid="43"/>
                                        </p:tgtEl>
                                      </p:cBhvr>
                                    </p:animEffect>
                                  </p:childTnLst>
                                </p:cTn>
                              </p:par>
                              <p:par>
                                <p:cTn id="95" presetID="22" presetClass="entr" presetSubtype="8" fill="hold" grpId="0" nodeType="withEffect">
                                  <p:stCondLst>
                                    <p:cond delay="0"/>
                                  </p:stCondLst>
                                  <p:childTnLst>
                                    <p:set>
                                      <p:cBhvr>
                                        <p:cTn id="96" dur="1" fill="hold">
                                          <p:stCondLst>
                                            <p:cond delay="0"/>
                                          </p:stCondLst>
                                        </p:cTn>
                                        <p:tgtEl>
                                          <p:spTgt spid="77"/>
                                        </p:tgtEl>
                                        <p:attrNameLst>
                                          <p:attrName>style.visibility</p:attrName>
                                        </p:attrNameLst>
                                      </p:cBhvr>
                                      <p:to>
                                        <p:strVal val="visible"/>
                                      </p:to>
                                    </p:set>
                                    <p:animEffect transition="in" filter="wipe(left)">
                                      <p:cBhvr>
                                        <p:cTn id="97" dur="500"/>
                                        <p:tgtEl>
                                          <p:spTgt spid="77"/>
                                        </p:tgtEl>
                                      </p:cBhvr>
                                    </p:animEffect>
                                  </p:childTnLst>
                                </p:cTn>
                              </p:par>
                            </p:childTnLst>
                          </p:cTn>
                        </p:par>
                        <p:par>
                          <p:cTn id="98" fill="hold">
                            <p:stCondLst>
                              <p:cond delay="500"/>
                            </p:stCondLst>
                            <p:childTnLst>
                              <p:par>
                                <p:cTn id="99" presetID="22" presetClass="entr" presetSubtype="1" fill="hold" nodeType="afterEffect">
                                  <p:stCondLst>
                                    <p:cond delay="0"/>
                                  </p:stCondLst>
                                  <p:childTnLst>
                                    <p:set>
                                      <p:cBhvr>
                                        <p:cTn id="100" dur="1" fill="hold">
                                          <p:stCondLst>
                                            <p:cond delay="0"/>
                                          </p:stCondLst>
                                        </p:cTn>
                                        <p:tgtEl>
                                          <p:spTgt spid="44"/>
                                        </p:tgtEl>
                                        <p:attrNameLst>
                                          <p:attrName>style.visibility</p:attrName>
                                        </p:attrNameLst>
                                      </p:cBhvr>
                                      <p:to>
                                        <p:strVal val="visible"/>
                                      </p:to>
                                    </p:set>
                                    <p:animEffect transition="in" filter="wipe(up)">
                                      <p:cBhvr>
                                        <p:cTn id="101" dur="500"/>
                                        <p:tgtEl>
                                          <p:spTgt spid="44"/>
                                        </p:tgtEl>
                                      </p:cBhvr>
                                    </p:animEffect>
                                  </p:childTnLst>
                                </p:cTn>
                              </p:par>
                            </p:childTnLst>
                          </p:cTn>
                        </p:par>
                      </p:childTnLst>
                    </p:cTn>
                  </p:par>
                  <p:par>
                    <p:cTn id="102" fill="hold">
                      <p:stCondLst>
                        <p:cond delay="indefinite"/>
                      </p:stCondLst>
                      <p:childTnLst>
                        <p:par>
                          <p:cTn id="103" fill="hold">
                            <p:stCondLst>
                              <p:cond delay="0"/>
                            </p:stCondLst>
                            <p:childTnLst>
                              <p:par>
                                <p:cTn id="104" presetID="6" presetClass="entr" presetSubtype="16" fill="hold" grpId="0" nodeType="clickEffect">
                                  <p:stCondLst>
                                    <p:cond delay="0"/>
                                  </p:stCondLst>
                                  <p:childTnLst>
                                    <p:set>
                                      <p:cBhvr>
                                        <p:cTn id="105" dur="1" fill="hold">
                                          <p:stCondLst>
                                            <p:cond delay="0"/>
                                          </p:stCondLst>
                                        </p:cTn>
                                        <p:tgtEl>
                                          <p:spTgt spid="40"/>
                                        </p:tgtEl>
                                        <p:attrNameLst>
                                          <p:attrName>style.visibility</p:attrName>
                                        </p:attrNameLst>
                                      </p:cBhvr>
                                      <p:to>
                                        <p:strVal val="visible"/>
                                      </p:to>
                                    </p:set>
                                    <p:animEffect transition="in" filter="circle(in)">
                                      <p:cBhvr>
                                        <p:cTn id="106" dur="1000"/>
                                        <p:tgtEl>
                                          <p:spTgt spid="40"/>
                                        </p:tgtEl>
                                      </p:cBhvr>
                                    </p:animEffect>
                                  </p:childTnLst>
                                </p:cTn>
                              </p:par>
                            </p:childTnLst>
                          </p:cTn>
                        </p:par>
                      </p:childTnLst>
                    </p:cTn>
                  </p:par>
                  <p:par>
                    <p:cTn id="107" fill="hold">
                      <p:stCondLst>
                        <p:cond delay="indefinite"/>
                      </p:stCondLst>
                      <p:childTnLst>
                        <p:par>
                          <p:cTn id="108" fill="hold">
                            <p:stCondLst>
                              <p:cond delay="0"/>
                            </p:stCondLst>
                            <p:childTnLst>
                              <p:par>
                                <p:cTn id="109" presetID="22" presetClass="entr" presetSubtype="1" fill="hold" nodeType="clickEffect">
                                  <p:stCondLst>
                                    <p:cond delay="0"/>
                                  </p:stCondLst>
                                  <p:childTnLst>
                                    <p:set>
                                      <p:cBhvr>
                                        <p:cTn id="110" dur="1" fill="hold">
                                          <p:stCondLst>
                                            <p:cond delay="0"/>
                                          </p:stCondLst>
                                        </p:cTn>
                                        <p:tgtEl>
                                          <p:spTgt spid="56"/>
                                        </p:tgtEl>
                                        <p:attrNameLst>
                                          <p:attrName>style.visibility</p:attrName>
                                        </p:attrNameLst>
                                      </p:cBhvr>
                                      <p:to>
                                        <p:strVal val="visible"/>
                                      </p:to>
                                    </p:set>
                                    <p:animEffect transition="in" filter="wipe(up)">
                                      <p:cBhvr>
                                        <p:cTn id="111" dur="500"/>
                                        <p:tgtEl>
                                          <p:spTgt spid="56"/>
                                        </p:tgtEl>
                                      </p:cBhvr>
                                    </p:animEffect>
                                  </p:childTnLst>
                                </p:cTn>
                              </p:par>
                              <p:par>
                                <p:cTn id="112" presetID="22" presetClass="entr" presetSubtype="1" fill="hold" nodeType="withEffect">
                                  <p:stCondLst>
                                    <p:cond delay="0"/>
                                  </p:stCondLst>
                                  <p:childTnLst>
                                    <p:set>
                                      <p:cBhvr>
                                        <p:cTn id="113" dur="1" fill="hold">
                                          <p:stCondLst>
                                            <p:cond delay="0"/>
                                          </p:stCondLst>
                                        </p:cTn>
                                        <p:tgtEl>
                                          <p:spTgt spid="48"/>
                                        </p:tgtEl>
                                        <p:attrNameLst>
                                          <p:attrName>style.visibility</p:attrName>
                                        </p:attrNameLst>
                                      </p:cBhvr>
                                      <p:to>
                                        <p:strVal val="visible"/>
                                      </p:to>
                                    </p:set>
                                    <p:animEffect transition="in" filter="wipe(up)">
                                      <p:cBhvr>
                                        <p:cTn id="114" dur="500"/>
                                        <p:tgtEl>
                                          <p:spTgt spid="48"/>
                                        </p:tgtEl>
                                      </p:cBhvr>
                                    </p:animEffect>
                                  </p:childTnLst>
                                </p:cTn>
                              </p:par>
                            </p:childTnLst>
                          </p:cTn>
                        </p:par>
                        <p:par>
                          <p:cTn id="115" fill="hold">
                            <p:stCondLst>
                              <p:cond delay="500"/>
                            </p:stCondLst>
                            <p:childTnLst>
                              <p:par>
                                <p:cTn id="116" presetID="6" presetClass="entr" presetSubtype="16" fill="hold" nodeType="afterEffect">
                                  <p:stCondLst>
                                    <p:cond delay="0"/>
                                  </p:stCondLst>
                                  <p:childTnLst>
                                    <p:set>
                                      <p:cBhvr>
                                        <p:cTn id="117" dur="1" fill="hold">
                                          <p:stCondLst>
                                            <p:cond delay="0"/>
                                          </p:stCondLst>
                                        </p:cTn>
                                        <p:tgtEl>
                                          <p:spTgt spid="57"/>
                                        </p:tgtEl>
                                        <p:attrNameLst>
                                          <p:attrName>style.visibility</p:attrName>
                                        </p:attrNameLst>
                                      </p:cBhvr>
                                      <p:to>
                                        <p:strVal val="visible"/>
                                      </p:to>
                                    </p:set>
                                    <p:animEffect transition="in" filter="circle(in)">
                                      <p:cBhvr>
                                        <p:cTn id="118" dur="500"/>
                                        <p:tgtEl>
                                          <p:spTgt spid="57"/>
                                        </p:tgtEl>
                                      </p:cBhvr>
                                    </p:animEffect>
                                  </p:childTnLst>
                                </p:cTn>
                              </p:par>
                            </p:childTnLst>
                          </p:cTn>
                        </p:par>
                        <p:par>
                          <p:cTn id="119" fill="hold">
                            <p:stCondLst>
                              <p:cond delay="1000"/>
                            </p:stCondLst>
                            <p:childTnLst>
                              <p:par>
                                <p:cTn id="120" presetID="22" presetClass="entr" presetSubtype="1" fill="hold" nodeType="afterEffect">
                                  <p:stCondLst>
                                    <p:cond delay="0"/>
                                  </p:stCondLst>
                                  <p:childTnLst>
                                    <p:set>
                                      <p:cBhvr>
                                        <p:cTn id="121" dur="1" fill="hold">
                                          <p:stCondLst>
                                            <p:cond delay="0"/>
                                          </p:stCondLst>
                                        </p:cTn>
                                        <p:tgtEl>
                                          <p:spTgt spid="59"/>
                                        </p:tgtEl>
                                        <p:attrNameLst>
                                          <p:attrName>style.visibility</p:attrName>
                                        </p:attrNameLst>
                                      </p:cBhvr>
                                      <p:to>
                                        <p:strVal val="visible"/>
                                      </p:to>
                                    </p:set>
                                    <p:animEffect transition="in" filter="wipe(up)">
                                      <p:cBhvr>
                                        <p:cTn id="122" dur="500"/>
                                        <p:tgtEl>
                                          <p:spTgt spid="59"/>
                                        </p:tgtEl>
                                      </p:cBhvr>
                                    </p:animEffect>
                                  </p:childTnLst>
                                </p:cTn>
                              </p:par>
                            </p:childTnLst>
                          </p:cTn>
                        </p:par>
                        <p:par>
                          <p:cTn id="123" fill="hold">
                            <p:stCondLst>
                              <p:cond delay="1500"/>
                            </p:stCondLst>
                            <p:childTnLst>
                              <p:par>
                                <p:cTn id="124" presetID="22" presetClass="entr" presetSubtype="2" fill="hold" nodeType="afterEffect">
                                  <p:stCondLst>
                                    <p:cond delay="0"/>
                                  </p:stCondLst>
                                  <p:childTnLst>
                                    <p:set>
                                      <p:cBhvr>
                                        <p:cTn id="125" dur="1" fill="hold">
                                          <p:stCondLst>
                                            <p:cond delay="0"/>
                                          </p:stCondLst>
                                        </p:cTn>
                                        <p:tgtEl>
                                          <p:spTgt spid="61"/>
                                        </p:tgtEl>
                                        <p:attrNameLst>
                                          <p:attrName>style.visibility</p:attrName>
                                        </p:attrNameLst>
                                      </p:cBhvr>
                                      <p:to>
                                        <p:strVal val="visible"/>
                                      </p:to>
                                    </p:set>
                                    <p:animEffect transition="in" filter="wipe(right)">
                                      <p:cBhvr>
                                        <p:cTn id="126" dur="500"/>
                                        <p:tgtEl>
                                          <p:spTgt spid="61"/>
                                        </p:tgtEl>
                                      </p:cBhvr>
                                    </p:animEffect>
                                  </p:childTnLst>
                                </p:cTn>
                              </p:par>
                            </p:childTnLst>
                          </p:cTn>
                        </p:par>
                        <p:par>
                          <p:cTn id="127" fill="hold">
                            <p:stCondLst>
                              <p:cond delay="2000"/>
                            </p:stCondLst>
                            <p:childTnLst>
                              <p:par>
                                <p:cTn id="128" presetID="22" presetClass="entr" presetSubtype="4" fill="hold" nodeType="afterEffect">
                                  <p:stCondLst>
                                    <p:cond delay="0"/>
                                  </p:stCondLst>
                                  <p:childTnLst>
                                    <p:set>
                                      <p:cBhvr>
                                        <p:cTn id="129" dur="1" fill="hold">
                                          <p:stCondLst>
                                            <p:cond delay="0"/>
                                          </p:stCondLst>
                                        </p:cTn>
                                        <p:tgtEl>
                                          <p:spTgt spid="64"/>
                                        </p:tgtEl>
                                        <p:attrNameLst>
                                          <p:attrName>style.visibility</p:attrName>
                                        </p:attrNameLst>
                                      </p:cBhvr>
                                      <p:to>
                                        <p:strVal val="visible"/>
                                      </p:to>
                                    </p:set>
                                    <p:animEffect transition="in" filter="wipe(down)">
                                      <p:cBhvr>
                                        <p:cTn id="130" dur="500"/>
                                        <p:tgtEl>
                                          <p:spTgt spid="64"/>
                                        </p:tgtEl>
                                      </p:cBhvr>
                                    </p:animEffect>
                                  </p:childTnLst>
                                </p:cTn>
                              </p:par>
                            </p:childTnLst>
                          </p:cTn>
                        </p:par>
                        <p:par>
                          <p:cTn id="131" fill="hold">
                            <p:stCondLst>
                              <p:cond delay="2500"/>
                            </p:stCondLst>
                            <p:childTnLst>
                              <p:par>
                                <p:cTn id="132" presetID="22" presetClass="entr" presetSubtype="8" fill="hold" nodeType="afterEffect">
                                  <p:stCondLst>
                                    <p:cond delay="0"/>
                                  </p:stCondLst>
                                  <p:childTnLst>
                                    <p:set>
                                      <p:cBhvr>
                                        <p:cTn id="133" dur="1" fill="hold">
                                          <p:stCondLst>
                                            <p:cond delay="0"/>
                                          </p:stCondLst>
                                        </p:cTn>
                                        <p:tgtEl>
                                          <p:spTgt spid="69"/>
                                        </p:tgtEl>
                                        <p:attrNameLst>
                                          <p:attrName>style.visibility</p:attrName>
                                        </p:attrNameLst>
                                      </p:cBhvr>
                                      <p:to>
                                        <p:strVal val="visible"/>
                                      </p:to>
                                    </p:set>
                                    <p:animEffect transition="in" filter="wipe(left)">
                                      <p:cBhvr>
                                        <p:cTn id="134" dur="5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27" grpId="0" animBg="1"/>
      <p:bldP spid="28" grpId="0" animBg="1"/>
      <p:bldP spid="31" grpId="0" animBg="1"/>
      <p:bldP spid="35" grpId="0" animBg="1"/>
      <p:bldP spid="39" grpId="0" animBg="1"/>
      <p:bldP spid="40" grpId="0" animBg="1"/>
      <p:bldP spid="41" grpId="0" animBg="1"/>
      <p:bldP spid="74" grpId="0"/>
      <p:bldP spid="75" grpId="0"/>
      <p:bldP spid="76" grpId="0"/>
      <p:bldP spid="7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US"/>
              <a:t>Cài </a:t>
            </a:r>
            <a:r>
              <a:rPr lang="vi-VN"/>
              <a:t>đặ</a:t>
            </a:r>
            <a:r>
              <a:rPr lang="en-US"/>
              <a:t>t thuật toán ngôn ngữ lập trình</a:t>
            </a:r>
          </a:p>
        </p:txBody>
      </p:sp>
      <p:sp>
        <p:nvSpPr>
          <p:cNvPr id="2" name="Date Placeholder 1"/>
          <p:cNvSpPr>
            <a:spLocks noGrp="1"/>
          </p:cNvSpPr>
          <p:nvPr>
            <p:ph type="dt" sz="half" idx="10"/>
          </p:nvPr>
        </p:nvSpPr>
        <p:spPr/>
        <p:txBody>
          <a:bodyPr/>
          <a:lstStyle/>
          <a:p>
            <a:fld id="{02028049-BEB4-4E3C-A0DA-7F5C0FA9A685}" type="datetime1">
              <a:rPr lang="vi-VN" smtClean="0"/>
              <a:t>14/01/2024</a:t>
            </a:fld>
            <a:endParaRPr lang="vi-VN"/>
          </a:p>
        </p:txBody>
      </p:sp>
      <p:sp>
        <p:nvSpPr>
          <p:cNvPr id="25603" name="Footer Placeholder 3"/>
          <p:cNvSpPr>
            <a:spLocks noGrp="1"/>
          </p:cNvSpPr>
          <p:nvPr>
            <p:ph type="ftr" sz="quarter" idx="11"/>
          </p:nvPr>
        </p:nvSpPr>
        <p:spPr>
          <a:noFill/>
        </p:spPr>
        <p:txBody>
          <a:bodyPr/>
          <a:lstStyle/>
          <a:p>
            <a:r>
              <a:rPr lang="vi-VN"/>
              <a:t>Chương 1-Các khái niệm cơ bản về lập trình</a:t>
            </a:r>
            <a:endParaRPr lang="en-US"/>
          </a:p>
        </p:txBody>
      </p:sp>
      <p:sp>
        <p:nvSpPr>
          <p:cNvPr id="5" name="Rounded Rectangle 4"/>
          <p:cNvSpPr/>
          <p:nvPr/>
        </p:nvSpPr>
        <p:spPr>
          <a:xfrm>
            <a:off x="685800" y="1268760"/>
            <a:ext cx="152400" cy="4876800"/>
          </a:xfrm>
          <a:prstGeom prst="round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US"/>
          </a:p>
        </p:txBody>
      </p:sp>
      <p:sp>
        <p:nvSpPr>
          <p:cNvPr id="6" name="TextBox 5"/>
          <p:cNvSpPr txBox="1">
            <a:spLocks noChangeArrowheads="1"/>
          </p:cNvSpPr>
          <p:nvPr/>
        </p:nvSpPr>
        <p:spPr bwMode="auto">
          <a:xfrm>
            <a:off x="838200" y="1268760"/>
            <a:ext cx="7086600" cy="4708981"/>
          </a:xfrm>
          <a:prstGeom prst="rect">
            <a:avLst/>
          </a:prstGeom>
          <a:noFill/>
          <a:ln w="9525">
            <a:noFill/>
            <a:miter lim="800000"/>
            <a:headEnd/>
            <a:tailEnd/>
          </a:ln>
        </p:spPr>
        <p:txBody>
          <a:bodyPr>
            <a:spAutoFit/>
          </a:bodyPr>
          <a:lstStyle/>
          <a:p>
            <a:r>
              <a:rPr lang="en-US" sz="2000" b="1">
                <a:latin typeface="Courier New" pitchFamily="49" charset="0"/>
                <a:cs typeface="Courier New" pitchFamily="49" charset="0"/>
              </a:rPr>
              <a:t>#include &lt;stdio.h&gt;</a:t>
            </a:r>
          </a:p>
          <a:p>
            <a:r>
              <a:rPr lang="en-US" sz="2000" b="1">
                <a:latin typeface="Courier New" pitchFamily="49" charset="0"/>
                <a:cs typeface="Courier New" pitchFamily="49" charset="0"/>
              </a:rPr>
              <a:t>#include &lt;conio.h&gt;</a:t>
            </a:r>
          </a:p>
          <a:p>
            <a:r>
              <a:rPr lang="en-US" sz="2000" b="1">
                <a:latin typeface="Courier New" pitchFamily="49" charset="0"/>
                <a:cs typeface="Courier New" pitchFamily="49" charset="0"/>
              </a:rPr>
              <a:t>int a, b;</a:t>
            </a:r>
          </a:p>
          <a:p>
            <a:r>
              <a:rPr lang="en-US" sz="2000" b="1">
                <a:latin typeface="Courier New" pitchFamily="49" charset="0"/>
                <a:cs typeface="Courier New" pitchFamily="49" charset="0"/>
              </a:rPr>
              <a:t>int main()</a:t>
            </a:r>
          </a:p>
          <a:p>
            <a:r>
              <a:rPr lang="en-US" sz="2000" b="1">
                <a:latin typeface="Courier New" pitchFamily="49" charset="0"/>
                <a:cs typeface="Courier New" pitchFamily="49" charset="0"/>
              </a:rPr>
              <a:t>{</a:t>
            </a:r>
          </a:p>
          <a:p>
            <a:r>
              <a:rPr lang="en-US" sz="2000" b="1">
                <a:latin typeface="Courier New" pitchFamily="49" charset="0"/>
                <a:cs typeface="Courier New" pitchFamily="49" charset="0"/>
              </a:rPr>
              <a:t>     printf("Nhap a,b: ");</a:t>
            </a:r>
          </a:p>
          <a:p>
            <a:r>
              <a:rPr lang="en-US" sz="2000" b="1">
                <a:latin typeface="Courier New" pitchFamily="49" charset="0"/>
                <a:cs typeface="Courier New" pitchFamily="49" charset="0"/>
              </a:rPr>
              <a:t>     scanf("%d%d",&amp;a, &amp;b);</a:t>
            </a:r>
          </a:p>
          <a:p>
            <a:r>
              <a:rPr lang="en-US" sz="2000" b="1">
                <a:latin typeface="Courier New" pitchFamily="49" charset="0"/>
                <a:cs typeface="Courier New" pitchFamily="49" charset="0"/>
              </a:rPr>
              <a:t>     while (a!=b)</a:t>
            </a:r>
          </a:p>
          <a:p>
            <a:r>
              <a:rPr lang="en-US" sz="2000" b="1">
                <a:latin typeface="Courier New" pitchFamily="49" charset="0"/>
                <a:cs typeface="Courier New" pitchFamily="49" charset="0"/>
              </a:rPr>
              <a:t>	{</a:t>
            </a:r>
          </a:p>
          <a:p>
            <a:r>
              <a:rPr lang="en-US" sz="2000" b="1">
                <a:latin typeface="Courier New" pitchFamily="49" charset="0"/>
                <a:cs typeface="Courier New" pitchFamily="49" charset="0"/>
              </a:rPr>
              <a:t>	   if (a&gt;b) a=a-b;</a:t>
            </a:r>
          </a:p>
          <a:p>
            <a:r>
              <a:rPr lang="en-US" sz="2000" b="1">
                <a:latin typeface="Courier New" pitchFamily="49" charset="0"/>
                <a:cs typeface="Courier New" pitchFamily="49" charset="0"/>
              </a:rPr>
              <a:t>	   else b=b-a;</a:t>
            </a:r>
          </a:p>
          <a:p>
            <a:r>
              <a:rPr lang="en-US" sz="2000" b="1">
                <a:latin typeface="Courier New" pitchFamily="49" charset="0"/>
                <a:cs typeface="Courier New" pitchFamily="49" charset="0"/>
              </a:rPr>
              <a:t>	}</a:t>
            </a:r>
          </a:p>
          <a:p>
            <a:r>
              <a:rPr lang="en-US" sz="2000" b="1">
                <a:latin typeface="Courier New" pitchFamily="49" charset="0"/>
                <a:cs typeface="Courier New" pitchFamily="49" charset="0"/>
              </a:rPr>
              <a:t>     printf("\nUCLN la: %d",a);</a:t>
            </a:r>
          </a:p>
          <a:p>
            <a:r>
              <a:rPr lang="en-US" sz="2000" b="1">
                <a:latin typeface="Courier New" pitchFamily="49" charset="0"/>
                <a:cs typeface="Courier New" pitchFamily="49" charset="0"/>
              </a:rPr>
              <a:t>     getch();</a:t>
            </a:r>
          </a:p>
          <a:p>
            <a:r>
              <a:rPr lang="en-US" sz="2000" b="1">
                <a:latin typeface="Courier New" pitchFamily="49" charset="0"/>
                <a:cs typeface="Courier New" pitchFamily="49" charset="0"/>
              </a:rPr>
              <a:t> }</a:t>
            </a:r>
          </a:p>
        </p:txBody>
      </p:sp>
      <p:sp>
        <p:nvSpPr>
          <p:cNvPr id="9" name="Slide Number Placeholder 8"/>
          <p:cNvSpPr>
            <a:spLocks noGrp="1"/>
          </p:cNvSpPr>
          <p:nvPr>
            <p:ph type="sldNum" sz="quarter" idx="12"/>
          </p:nvPr>
        </p:nvSpPr>
        <p:spPr/>
        <p:txBody>
          <a:bodyPr/>
          <a:lstStyle/>
          <a:p>
            <a:fld id="{5AB95402-1E0D-474E-8D8C-CBE7F053639E}" type="slidenum">
              <a:rPr lang="vi-VN" smtClean="0"/>
              <a:pPr/>
              <a:t>10</a:t>
            </a:fld>
            <a:r>
              <a:rPr lang="vi-VN"/>
              <a:t>/27</a:t>
            </a:r>
          </a:p>
        </p:txBody>
      </p:sp>
    </p:spTree>
    <p:extLst>
      <p:ext uri="{BB962C8B-B14F-4D97-AF65-F5344CB8AC3E}">
        <p14:creationId xmlns:p14="http://schemas.microsoft.com/office/powerpoint/2010/main" val="3892200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wipe(left)">
                                      <p:cBhvr>
                                        <p:cTn id="12" dur="5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animEffect transition="in" filter="wipe(left)">
                                      <p:cBhvr>
                                        <p:cTn id="17" dur="500"/>
                                        <p:tgtEl>
                                          <p:spTgt spid="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
                                            <p:txEl>
                                              <p:pRg st="2" end="2"/>
                                            </p:txEl>
                                          </p:spTgt>
                                        </p:tgtEl>
                                        <p:attrNameLst>
                                          <p:attrName>style.visibility</p:attrName>
                                        </p:attrNameLst>
                                      </p:cBhvr>
                                      <p:to>
                                        <p:strVal val="visible"/>
                                      </p:to>
                                    </p:set>
                                    <p:animEffect transition="in" filter="wipe(left)">
                                      <p:cBhvr>
                                        <p:cTn id="22" dur="500"/>
                                        <p:tgtEl>
                                          <p:spTgt spid="6">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
                                            <p:txEl>
                                              <p:pRg st="3" end="3"/>
                                            </p:txEl>
                                          </p:spTgt>
                                        </p:tgtEl>
                                        <p:attrNameLst>
                                          <p:attrName>style.visibility</p:attrName>
                                        </p:attrNameLst>
                                      </p:cBhvr>
                                      <p:to>
                                        <p:strVal val="visible"/>
                                      </p:to>
                                    </p:set>
                                    <p:animEffect transition="in" filter="wipe(left)">
                                      <p:cBhvr>
                                        <p:cTn id="27" dur="500"/>
                                        <p:tgtEl>
                                          <p:spTgt spid="6">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6">
                                            <p:txEl>
                                              <p:pRg st="4" end="4"/>
                                            </p:txEl>
                                          </p:spTgt>
                                        </p:tgtEl>
                                        <p:attrNameLst>
                                          <p:attrName>style.visibility</p:attrName>
                                        </p:attrNameLst>
                                      </p:cBhvr>
                                      <p:to>
                                        <p:strVal val="visible"/>
                                      </p:to>
                                    </p:set>
                                    <p:animEffect transition="in" filter="wipe(left)">
                                      <p:cBhvr>
                                        <p:cTn id="32" dur="500"/>
                                        <p:tgtEl>
                                          <p:spTgt spid="6">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6">
                                            <p:txEl>
                                              <p:pRg st="5" end="5"/>
                                            </p:txEl>
                                          </p:spTgt>
                                        </p:tgtEl>
                                        <p:attrNameLst>
                                          <p:attrName>style.visibility</p:attrName>
                                        </p:attrNameLst>
                                      </p:cBhvr>
                                      <p:to>
                                        <p:strVal val="visible"/>
                                      </p:to>
                                    </p:set>
                                    <p:animEffect transition="in" filter="wipe(left)">
                                      <p:cBhvr>
                                        <p:cTn id="37" dur="500"/>
                                        <p:tgtEl>
                                          <p:spTgt spid="6">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6">
                                            <p:txEl>
                                              <p:pRg st="6" end="6"/>
                                            </p:txEl>
                                          </p:spTgt>
                                        </p:tgtEl>
                                        <p:attrNameLst>
                                          <p:attrName>style.visibility</p:attrName>
                                        </p:attrNameLst>
                                      </p:cBhvr>
                                      <p:to>
                                        <p:strVal val="visible"/>
                                      </p:to>
                                    </p:set>
                                    <p:animEffect transition="in" filter="wipe(left)">
                                      <p:cBhvr>
                                        <p:cTn id="42" dur="500"/>
                                        <p:tgtEl>
                                          <p:spTgt spid="6">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6">
                                            <p:txEl>
                                              <p:pRg st="7" end="7"/>
                                            </p:txEl>
                                          </p:spTgt>
                                        </p:tgtEl>
                                        <p:attrNameLst>
                                          <p:attrName>style.visibility</p:attrName>
                                        </p:attrNameLst>
                                      </p:cBhvr>
                                      <p:to>
                                        <p:strVal val="visible"/>
                                      </p:to>
                                    </p:set>
                                    <p:animEffect transition="in" filter="wipe(left)">
                                      <p:cBhvr>
                                        <p:cTn id="47" dur="500"/>
                                        <p:tgtEl>
                                          <p:spTgt spid="6">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6">
                                            <p:txEl>
                                              <p:pRg st="8" end="8"/>
                                            </p:txEl>
                                          </p:spTgt>
                                        </p:tgtEl>
                                        <p:attrNameLst>
                                          <p:attrName>style.visibility</p:attrName>
                                        </p:attrNameLst>
                                      </p:cBhvr>
                                      <p:to>
                                        <p:strVal val="visible"/>
                                      </p:to>
                                    </p:set>
                                    <p:animEffect transition="in" filter="wipe(left)">
                                      <p:cBhvr>
                                        <p:cTn id="52" dur="500"/>
                                        <p:tgtEl>
                                          <p:spTgt spid="6">
                                            <p:txEl>
                                              <p:pRg st="8" end="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6">
                                            <p:txEl>
                                              <p:pRg st="9" end="9"/>
                                            </p:txEl>
                                          </p:spTgt>
                                        </p:tgtEl>
                                        <p:attrNameLst>
                                          <p:attrName>style.visibility</p:attrName>
                                        </p:attrNameLst>
                                      </p:cBhvr>
                                      <p:to>
                                        <p:strVal val="visible"/>
                                      </p:to>
                                    </p:set>
                                    <p:animEffect transition="in" filter="wipe(left)">
                                      <p:cBhvr>
                                        <p:cTn id="57" dur="500"/>
                                        <p:tgtEl>
                                          <p:spTgt spid="6">
                                            <p:txEl>
                                              <p:pRg st="9" end="9"/>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6">
                                            <p:txEl>
                                              <p:pRg st="10" end="10"/>
                                            </p:txEl>
                                          </p:spTgt>
                                        </p:tgtEl>
                                        <p:attrNameLst>
                                          <p:attrName>style.visibility</p:attrName>
                                        </p:attrNameLst>
                                      </p:cBhvr>
                                      <p:to>
                                        <p:strVal val="visible"/>
                                      </p:to>
                                    </p:set>
                                    <p:animEffect transition="in" filter="wipe(left)">
                                      <p:cBhvr>
                                        <p:cTn id="62" dur="500"/>
                                        <p:tgtEl>
                                          <p:spTgt spid="6">
                                            <p:txEl>
                                              <p:pRg st="10" end="1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6">
                                            <p:txEl>
                                              <p:pRg st="11" end="11"/>
                                            </p:txEl>
                                          </p:spTgt>
                                        </p:tgtEl>
                                        <p:attrNameLst>
                                          <p:attrName>style.visibility</p:attrName>
                                        </p:attrNameLst>
                                      </p:cBhvr>
                                      <p:to>
                                        <p:strVal val="visible"/>
                                      </p:to>
                                    </p:set>
                                    <p:animEffect transition="in" filter="wipe(left)">
                                      <p:cBhvr>
                                        <p:cTn id="67" dur="500"/>
                                        <p:tgtEl>
                                          <p:spTgt spid="6">
                                            <p:txEl>
                                              <p:pRg st="11" end="11"/>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6">
                                            <p:txEl>
                                              <p:pRg st="12" end="12"/>
                                            </p:txEl>
                                          </p:spTgt>
                                        </p:tgtEl>
                                        <p:attrNameLst>
                                          <p:attrName>style.visibility</p:attrName>
                                        </p:attrNameLst>
                                      </p:cBhvr>
                                      <p:to>
                                        <p:strVal val="visible"/>
                                      </p:to>
                                    </p:set>
                                    <p:animEffect transition="in" filter="wipe(left)">
                                      <p:cBhvr>
                                        <p:cTn id="72" dur="500"/>
                                        <p:tgtEl>
                                          <p:spTgt spid="6">
                                            <p:txEl>
                                              <p:pRg st="12" end="12"/>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6">
                                            <p:txEl>
                                              <p:pRg st="13" end="13"/>
                                            </p:txEl>
                                          </p:spTgt>
                                        </p:tgtEl>
                                        <p:attrNameLst>
                                          <p:attrName>style.visibility</p:attrName>
                                        </p:attrNameLst>
                                      </p:cBhvr>
                                      <p:to>
                                        <p:strVal val="visible"/>
                                      </p:to>
                                    </p:set>
                                    <p:animEffect transition="in" filter="wipe(left)">
                                      <p:cBhvr>
                                        <p:cTn id="77" dur="500"/>
                                        <p:tgtEl>
                                          <p:spTgt spid="6">
                                            <p:txEl>
                                              <p:pRg st="13" end="13"/>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6">
                                            <p:txEl>
                                              <p:pRg st="14" end="14"/>
                                            </p:txEl>
                                          </p:spTgt>
                                        </p:tgtEl>
                                        <p:attrNameLst>
                                          <p:attrName>style.visibility</p:attrName>
                                        </p:attrNameLst>
                                      </p:cBhvr>
                                      <p:to>
                                        <p:strVal val="visible"/>
                                      </p:to>
                                    </p:set>
                                    <p:animEffect transition="in" filter="wipe(left)">
                                      <p:cBhvr>
                                        <p:cTn id="82" dur="500"/>
                                        <p:tgtEl>
                                          <p:spTgt spid="6">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Ví dụ về thuật toán</a:t>
            </a:r>
            <a:endParaRPr lang="vi-VN"/>
          </a:p>
        </p:txBody>
      </p:sp>
      <p:sp>
        <p:nvSpPr>
          <p:cNvPr id="4" name="Content Placeholder 3"/>
          <p:cNvSpPr>
            <a:spLocks noGrp="1"/>
          </p:cNvSpPr>
          <p:nvPr>
            <p:ph idx="1"/>
          </p:nvPr>
        </p:nvSpPr>
        <p:spPr/>
        <p:txBody>
          <a:bodyPr/>
          <a:lstStyle/>
          <a:p>
            <a:endParaRPr lang="en-US"/>
          </a:p>
          <a:p>
            <a:endParaRPr lang="en-US"/>
          </a:p>
          <a:p>
            <a:endParaRPr lang="en-US"/>
          </a:p>
          <a:p>
            <a:endParaRPr lang="vi-VN"/>
          </a:p>
        </p:txBody>
      </p:sp>
      <p:sp>
        <p:nvSpPr>
          <p:cNvPr id="5" name="Content Placeholder 1"/>
          <p:cNvSpPr txBox="1">
            <a:spLocks/>
          </p:cNvSpPr>
          <p:nvPr/>
        </p:nvSpPr>
        <p:spPr bwMode="auto">
          <a:xfrm>
            <a:off x="799372" y="1166464"/>
            <a:ext cx="7445036" cy="900000"/>
          </a:xfrm>
          <a:prstGeom prst="rect">
            <a:avLst/>
          </a:prstGeom>
        </p:spPr>
        <p:style>
          <a:lnRef idx="1">
            <a:schemeClr val="accent6"/>
          </a:lnRef>
          <a:fillRef idx="2">
            <a:schemeClr val="accent6"/>
          </a:fillRef>
          <a:effectRef idx="1">
            <a:schemeClr val="accent6"/>
          </a:effectRef>
          <a:fontRef idx="minor">
            <a:schemeClr val="dk1"/>
          </a:fontRef>
        </p:style>
        <p:txBody>
          <a:bodyPr vert="horz" wrap="square" lIns="91440" tIns="45720" rIns="91440" bIns="45720" numCol="1" anchor="t" anchorCtr="0" compatLnSpc="1">
            <a:prstTxWarp prst="textNoShape">
              <a:avLst/>
            </a:prstTxWarp>
          </a:bodyPr>
          <a:lstStyle>
            <a:lvl1pPr marL="469900" indent="-469900" algn="just" rtl="0" eaLnBrk="1" fontAlgn="base" hangingPunct="1">
              <a:spcBef>
                <a:spcPct val="20000"/>
              </a:spcBef>
              <a:spcAft>
                <a:spcPct val="0"/>
              </a:spcAft>
              <a:buClr>
                <a:schemeClr val="accent2"/>
              </a:buClr>
              <a:buFont typeface="Wingdings" pitchFamily="2" charset="2"/>
              <a:buChar char="o"/>
              <a:defRPr lang="en-GB" sz="2800">
                <a:solidFill>
                  <a:schemeClr val="dk1"/>
                </a:solidFill>
                <a:latin typeface="+mn-lt"/>
                <a:ea typeface="+mn-ea"/>
                <a:cs typeface="+mn-cs"/>
              </a:defRPr>
            </a:lvl1pPr>
            <a:lvl2pPr marL="908050" indent="-436563" algn="just" rtl="0" eaLnBrk="1" fontAlgn="base" hangingPunct="1">
              <a:spcBef>
                <a:spcPct val="15000"/>
              </a:spcBef>
              <a:spcAft>
                <a:spcPct val="0"/>
              </a:spcAft>
              <a:buClr>
                <a:schemeClr val="accent2"/>
              </a:buClr>
              <a:buSzPct val="80000"/>
              <a:buFont typeface="Wingdings" pitchFamily="2" charset="2"/>
              <a:buChar char="n"/>
              <a:defRPr lang="en-GB" sz="2400">
                <a:solidFill>
                  <a:srgbClr val="0000FF"/>
                </a:solidFill>
                <a:latin typeface="+mn-lt"/>
                <a:ea typeface="+mn-ea"/>
                <a:cs typeface="+mn-cs"/>
              </a:defRPr>
            </a:lvl2pPr>
            <a:lvl3pPr marL="1304925" indent="-395288" algn="just" rtl="0" eaLnBrk="1" fontAlgn="base" hangingPunct="1">
              <a:spcBef>
                <a:spcPct val="15000"/>
              </a:spcBef>
              <a:spcAft>
                <a:spcPct val="0"/>
              </a:spcAft>
              <a:buClr>
                <a:schemeClr val="accent2"/>
              </a:buClr>
              <a:buSzPct val="80000"/>
              <a:buFont typeface="Wingdings" pitchFamily="2" charset="2"/>
              <a:buChar char="o"/>
              <a:defRPr lang="en-GB" sz="2000">
                <a:solidFill>
                  <a:srgbClr val="002060"/>
                </a:solidFill>
                <a:latin typeface="+mn-lt"/>
                <a:ea typeface="+mn-ea"/>
                <a:cs typeface="+mn-cs"/>
              </a:defRPr>
            </a:lvl3pPr>
            <a:lvl4pPr marL="1693863" indent="-387350" algn="just" rtl="0" eaLnBrk="1" fontAlgn="base" hangingPunct="1">
              <a:spcBef>
                <a:spcPct val="15000"/>
              </a:spcBef>
              <a:spcAft>
                <a:spcPct val="0"/>
              </a:spcAft>
              <a:buClr>
                <a:schemeClr val="accent2"/>
              </a:buClr>
              <a:buSzPct val="80000"/>
              <a:buFont typeface="Wingdings" pitchFamily="2" charset="2"/>
              <a:buChar char="n"/>
              <a:defRPr lang="en-GB" sz="1800">
                <a:solidFill>
                  <a:srgbClr val="000066"/>
                </a:solidFill>
                <a:latin typeface="+mn-lt"/>
                <a:ea typeface="+mn-ea"/>
                <a:cs typeface="+mn-cs"/>
              </a:defRPr>
            </a:lvl4pPr>
            <a:lvl5pPr marL="2093913" indent="-398463" algn="just" rtl="0" eaLnBrk="1" fontAlgn="base" hangingPunct="1">
              <a:spcBef>
                <a:spcPct val="15000"/>
              </a:spcBef>
              <a:spcAft>
                <a:spcPct val="0"/>
              </a:spcAft>
              <a:buClr>
                <a:schemeClr val="accent2"/>
              </a:buClr>
              <a:buFont typeface="Wingdings" pitchFamily="2" charset="2"/>
              <a:buChar char="§"/>
              <a:defRPr sz="1800">
                <a:solidFill>
                  <a:schemeClr val="tx1">
                    <a:lumMod val="95000"/>
                    <a:lumOff val="5000"/>
                  </a:schemeClr>
                </a:solidFill>
                <a:latin typeface="+mj-lt"/>
                <a:ea typeface="+mn-ea"/>
                <a:cs typeface="+mn-cs"/>
              </a:defRPr>
            </a:lvl5pPr>
            <a:lvl6pPr marL="2551113" indent="-398463" algn="l" rtl="0" eaLnBrk="1" fontAlgn="base" hangingPunct="1">
              <a:spcBef>
                <a:spcPct val="15000"/>
              </a:spcBef>
              <a:spcAft>
                <a:spcPct val="0"/>
              </a:spcAft>
              <a:buClr>
                <a:schemeClr val="accent2"/>
              </a:buClr>
              <a:buFont typeface="Wingdings" pitchFamily="2" charset="2"/>
              <a:buChar char="§"/>
              <a:defRPr sz="1400">
                <a:solidFill>
                  <a:schemeClr val="dk1"/>
                </a:solidFill>
                <a:latin typeface="+mn-lt"/>
                <a:ea typeface="+mn-ea"/>
                <a:cs typeface="+mn-cs"/>
              </a:defRPr>
            </a:lvl6pPr>
            <a:lvl7pPr marL="3008313" indent="-398463" algn="l" rtl="0" eaLnBrk="1" fontAlgn="base" hangingPunct="1">
              <a:spcBef>
                <a:spcPct val="15000"/>
              </a:spcBef>
              <a:spcAft>
                <a:spcPct val="0"/>
              </a:spcAft>
              <a:buClr>
                <a:schemeClr val="accent2"/>
              </a:buClr>
              <a:buFont typeface="Wingdings" pitchFamily="2" charset="2"/>
              <a:buChar char="§"/>
              <a:defRPr sz="1400">
                <a:solidFill>
                  <a:schemeClr val="dk1"/>
                </a:solidFill>
                <a:latin typeface="+mn-lt"/>
                <a:ea typeface="+mn-ea"/>
                <a:cs typeface="+mn-cs"/>
              </a:defRPr>
            </a:lvl7pPr>
            <a:lvl8pPr marL="3465513" indent="-398463" algn="l" rtl="0" eaLnBrk="1" fontAlgn="base" hangingPunct="1">
              <a:spcBef>
                <a:spcPct val="15000"/>
              </a:spcBef>
              <a:spcAft>
                <a:spcPct val="0"/>
              </a:spcAft>
              <a:buClr>
                <a:schemeClr val="accent2"/>
              </a:buClr>
              <a:buFont typeface="Wingdings" pitchFamily="2" charset="2"/>
              <a:buChar char="§"/>
              <a:defRPr sz="1400">
                <a:solidFill>
                  <a:schemeClr val="dk1"/>
                </a:solidFill>
                <a:latin typeface="+mn-lt"/>
                <a:ea typeface="+mn-ea"/>
                <a:cs typeface="+mn-cs"/>
              </a:defRPr>
            </a:lvl8pPr>
            <a:lvl9pPr marL="3922713" indent="-398463" algn="l" rtl="0" eaLnBrk="1" fontAlgn="base" hangingPunct="1">
              <a:spcBef>
                <a:spcPct val="15000"/>
              </a:spcBef>
              <a:spcAft>
                <a:spcPct val="0"/>
              </a:spcAft>
              <a:buClr>
                <a:schemeClr val="accent2"/>
              </a:buClr>
              <a:buFont typeface="Wingdings" pitchFamily="2" charset="2"/>
              <a:buChar char="§"/>
              <a:defRPr sz="1400">
                <a:solidFill>
                  <a:schemeClr val="dk1"/>
                </a:solidFill>
                <a:latin typeface="+mn-lt"/>
                <a:ea typeface="+mn-ea"/>
                <a:cs typeface="+mn-cs"/>
              </a:defRPr>
            </a:lvl9pPr>
          </a:lstStyle>
          <a:p>
            <a:pPr marL="0" indent="0" algn="ctr">
              <a:buFont typeface="Wingdings" pitchFamily="2" charset="2"/>
              <a:buNone/>
            </a:pPr>
            <a:r>
              <a:rPr lang="en-US" b="1">
                <a:solidFill>
                  <a:srgbClr val="000066"/>
                </a:solidFill>
              </a:rPr>
              <a:t>Kiểm tra tính nguyên tố của một số nguyên dương N</a:t>
            </a:r>
            <a:endParaRPr lang="vi-VN" b="1">
              <a:solidFill>
                <a:srgbClr val="000066"/>
              </a:solidFill>
            </a:endParaRPr>
          </a:p>
        </p:txBody>
      </p:sp>
      <p:sp>
        <p:nvSpPr>
          <p:cNvPr id="6" name="TextBox 5"/>
          <p:cNvSpPr txBox="1"/>
          <p:nvPr/>
        </p:nvSpPr>
        <p:spPr>
          <a:xfrm>
            <a:off x="799372" y="2289066"/>
            <a:ext cx="7445036" cy="707886"/>
          </a:xfrm>
          <a:prstGeom prst="rect">
            <a:avLst/>
          </a:prstGeom>
          <a:ln>
            <a:prstDash val="sysDash"/>
          </a:ln>
        </p:spPr>
        <p:style>
          <a:lnRef idx="2">
            <a:schemeClr val="accent2"/>
          </a:lnRef>
          <a:fillRef idx="1">
            <a:schemeClr val="lt1"/>
          </a:fillRef>
          <a:effectRef idx="0">
            <a:schemeClr val="accent2"/>
          </a:effectRef>
          <a:fontRef idx="minor">
            <a:schemeClr val="dk1"/>
          </a:fontRef>
        </p:style>
        <p:txBody>
          <a:bodyPr wrap="square">
            <a:spAutoFit/>
          </a:bodyPr>
          <a:lstStyle/>
          <a:p>
            <a:pPr>
              <a:defRPr/>
            </a:pPr>
            <a:r>
              <a:rPr lang="en-US" sz="2000" b="1">
                <a:solidFill>
                  <a:schemeClr val="tx1">
                    <a:lumMod val="95000"/>
                    <a:lumOff val="5000"/>
                  </a:schemeClr>
                </a:solidFill>
                <a:latin typeface="Courier New" pitchFamily="49" charset="0"/>
                <a:cs typeface="Courier New" pitchFamily="49" charset="0"/>
              </a:rPr>
              <a:t>INPUT</a:t>
            </a:r>
            <a:r>
              <a:rPr lang="en-US" sz="2000" b="1">
                <a:solidFill>
                  <a:schemeClr val="tx1">
                    <a:lumMod val="60000"/>
                    <a:lumOff val="40000"/>
                  </a:schemeClr>
                </a:solidFill>
                <a:latin typeface="Courier New" pitchFamily="49" charset="0"/>
                <a:cs typeface="Courier New" pitchFamily="49" charset="0"/>
              </a:rPr>
              <a:t>:</a:t>
            </a:r>
            <a:r>
              <a:rPr lang="en-US" sz="2000" b="1">
                <a:latin typeface="Courier New" pitchFamily="49" charset="0"/>
                <a:cs typeface="Courier New" pitchFamily="49" charset="0"/>
              </a:rPr>
              <a:t> N nguyên dương</a:t>
            </a:r>
          </a:p>
          <a:p>
            <a:pPr>
              <a:defRPr/>
            </a:pPr>
            <a:r>
              <a:rPr lang="en-US" sz="2000" b="1">
                <a:solidFill>
                  <a:schemeClr val="tx1">
                    <a:lumMod val="95000"/>
                    <a:lumOff val="5000"/>
                  </a:schemeClr>
                </a:solidFill>
                <a:latin typeface="Courier New" pitchFamily="49" charset="0"/>
                <a:cs typeface="Courier New" pitchFamily="49" charset="0"/>
              </a:rPr>
              <a:t>OUTPUT</a:t>
            </a:r>
            <a:r>
              <a:rPr lang="en-US" sz="2000" b="1">
                <a:solidFill>
                  <a:schemeClr val="tx1">
                    <a:lumMod val="60000"/>
                    <a:lumOff val="40000"/>
                  </a:schemeClr>
                </a:solidFill>
                <a:latin typeface="Courier New" pitchFamily="49" charset="0"/>
                <a:cs typeface="Courier New" pitchFamily="49" charset="0"/>
              </a:rPr>
              <a:t>:</a:t>
            </a:r>
            <a:r>
              <a:rPr lang="en-US" sz="2000" b="1">
                <a:latin typeface="Courier New" pitchFamily="49" charset="0"/>
                <a:cs typeface="Courier New" pitchFamily="49" charset="0"/>
              </a:rPr>
              <a:t> N là nguyên tố hay không?</a:t>
            </a:r>
          </a:p>
        </p:txBody>
      </p:sp>
      <p:sp>
        <p:nvSpPr>
          <p:cNvPr id="7" name="TextBox 6"/>
          <p:cNvSpPr txBox="1">
            <a:spLocks noChangeArrowheads="1"/>
          </p:cNvSpPr>
          <p:nvPr/>
        </p:nvSpPr>
        <p:spPr bwMode="auto">
          <a:xfrm>
            <a:off x="725908" y="3140967"/>
            <a:ext cx="7950548" cy="3170099"/>
          </a:xfrm>
          <a:prstGeom prst="rect">
            <a:avLst/>
          </a:prstGeom>
          <a:noFill/>
          <a:ln w="9525">
            <a:noFill/>
            <a:miter lim="800000"/>
            <a:headEnd/>
            <a:tailEnd/>
          </a:ln>
        </p:spPr>
        <p:txBody>
          <a:bodyPr wrap="square">
            <a:spAutoFit/>
          </a:bodyPr>
          <a:lstStyle/>
          <a:p>
            <a:pPr marL="269875" lvl="1"/>
            <a:r>
              <a:rPr lang="en-US" sz="2000" b="1"/>
              <a:t>Bước 1</a:t>
            </a:r>
            <a:r>
              <a:rPr lang="en-US" sz="2000"/>
              <a:t>. </a:t>
            </a:r>
            <a:r>
              <a:rPr lang="vi-VN" sz="2000"/>
              <a:t>Nhập số nguyên dương N;</a:t>
            </a:r>
          </a:p>
          <a:p>
            <a:pPr marL="269875" lvl="1"/>
            <a:r>
              <a:rPr lang="en-US" sz="2000" b="1"/>
              <a:t>Bước 2</a:t>
            </a:r>
            <a:r>
              <a:rPr lang="en-US" sz="2000"/>
              <a:t>. Nếu N = 1 thì thông báo N không nguyên tố rồi kết thúc;</a:t>
            </a:r>
          </a:p>
          <a:p>
            <a:pPr marL="269875" lvl="1"/>
            <a:r>
              <a:rPr lang="en-US" sz="2000" b="1"/>
              <a:t>Bước 3</a:t>
            </a:r>
            <a:r>
              <a:rPr lang="en-US" sz="2000"/>
              <a:t>. Nếu N &lt; 4 thì thông báo N là nguyên tố rồi kết thúc;</a:t>
            </a:r>
          </a:p>
          <a:p>
            <a:pPr marL="269875" lvl="1"/>
            <a:r>
              <a:rPr lang="en-US" sz="2000" b="1"/>
              <a:t>Bước 4</a:t>
            </a:r>
            <a:r>
              <a:rPr lang="en-US" sz="2000"/>
              <a:t>. </a:t>
            </a:r>
            <a:r>
              <a:rPr lang="vi-VN" sz="2000"/>
              <a:t>Gán i = </a:t>
            </a:r>
            <a:r>
              <a:rPr lang="en-US" sz="2000">
                <a:sym typeface="Wingdings" pitchFamily="2" charset="2"/>
              </a:rPr>
              <a:t> </a:t>
            </a:r>
            <a:r>
              <a:rPr lang="vi-VN" sz="2000"/>
              <a:t>2;</a:t>
            </a:r>
          </a:p>
          <a:p>
            <a:pPr marL="269875" lvl="1"/>
            <a:r>
              <a:rPr lang="en-US" sz="2000" b="1"/>
              <a:t>Bước 5</a:t>
            </a:r>
            <a:r>
              <a:rPr lang="en-US" sz="2000"/>
              <a:t>. Nếu i &gt; [       ] thì thông báo N là nguyên tố rồi kết thúc;</a:t>
            </a:r>
          </a:p>
          <a:p>
            <a:pPr marL="269875" lvl="2"/>
            <a:r>
              <a:rPr lang="vi-VN" sz="2000"/>
              <a:t>	</a:t>
            </a:r>
            <a:r>
              <a:rPr lang="vi-VN"/>
              <a:t>[x] kí hiệu phần nguyên của x, là số nguyên không lớn hơn x và gần x nhất.</a:t>
            </a:r>
          </a:p>
          <a:p>
            <a:pPr marL="269875" lvl="1"/>
            <a:r>
              <a:rPr lang="en-US" sz="2000" b="1"/>
              <a:t>Bước 6</a:t>
            </a:r>
            <a:r>
              <a:rPr lang="en-US" sz="2000"/>
              <a:t>. Nếu N chia hết cho i thì thông báo N không nguyên tố rồi kết thúc</a:t>
            </a:r>
          </a:p>
          <a:p>
            <a:pPr marL="269875" lvl="1"/>
            <a:r>
              <a:rPr lang="en-US" sz="2000" b="1"/>
              <a:t>Bước 7</a:t>
            </a:r>
            <a:r>
              <a:rPr lang="en-US" sz="2000"/>
              <a:t>. </a:t>
            </a:r>
            <a:r>
              <a:rPr lang="vi-VN" sz="2000"/>
              <a:t>Gán i = i + 1 </a:t>
            </a:r>
            <a:r>
              <a:rPr lang="en-US" sz="2000"/>
              <a:t>r</a:t>
            </a:r>
            <a:r>
              <a:rPr lang="vi-VN" sz="2000"/>
              <a:t>ồi quay lại bước 5</a:t>
            </a:r>
            <a:endParaRPr lang="en-US" sz="2000" b="1">
              <a:latin typeface="Courier New" pitchFamily="49" charset="0"/>
              <a:cs typeface="Courier New" pitchFamily="49" charset="0"/>
            </a:endParaRPr>
          </a:p>
        </p:txBody>
      </p:sp>
      <p:graphicFrame>
        <p:nvGraphicFramePr>
          <p:cNvPr id="8" name="Object 7"/>
          <p:cNvGraphicFramePr>
            <a:graphicFrameLocks noChangeAspect="1"/>
          </p:cNvGraphicFramePr>
          <p:nvPr>
            <p:extLst>
              <p:ext uri="{D42A27DB-BD31-4B8C-83A1-F6EECF244321}">
                <p14:modId xmlns:p14="http://schemas.microsoft.com/office/powerpoint/2010/main" val="1773117686"/>
              </p:ext>
            </p:extLst>
          </p:nvPr>
        </p:nvGraphicFramePr>
        <p:xfrm>
          <a:off x="3059832" y="4357688"/>
          <a:ext cx="455613" cy="357187"/>
        </p:xfrm>
        <a:graphic>
          <a:graphicData uri="http://schemas.openxmlformats.org/presentationml/2006/ole">
            <mc:AlternateContent xmlns:mc="http://schemas.openxmlformats.org/markup-compatibility/2006">
              <mc:Choice xmlns:v="urn:schemas-microsoft-com:vml" Requires="v">
                <p:oleObj name="Equation" r:id="rId2" imgW="291973" imgH="228501" progId="Equation.3">
                  <p:embed/>
                </p:oleObj>
              </mc:Choice>
              <mc:Fallback>
                <p:oleObj name="Equation" r:id="rId2" imgW="291973" imgH="228501" progId="Equation.3">
                  <p:embed/>
                  <p:pic>
                    <p:nvPicPr>
                      <p:cNvPr id="0" name="Object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59832" y="4357688"/>
                        <a:ext cx="455613" cy="357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Rounded Rectangle 8"/>
          <p:cNvSpPr/>
          <p:nvPr/>
        </p:nvSpPr>
        <p:spPr>
          <a:xfrm>
            <a:off x="755576" y="3232719"/>
            <a:ext cx="152400" cy="3004593"/>
          </a:xfrm>
          <a:prstGeom prst="round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US"/>
          </a:p>
        </p:txBody>
      </p:sp>
      <p:sp>
        <p:nvSpPr>
          <p:cNvPr id="2" name="Date Placeholder 1"/>
          <p:cNvSpPr>
            <a:spLocks noGrp="1"/>
          </p:cNvSpPr>
          <p:nvPr>
            <p:ph type="dt" sz="half" idx="10"/>
          </p:nvPr>
        </p:nvSpPr>
        <p:spPr/>
        <p:txBody>
          <a:bodyPr/>
          <a:lstStyle/>
          <a:p>
            <a:fld id="{65DD6DE9-0790-4EC5-B3CD-166F328BB2BF}" type="datetime1">
              <a:rPr lang="vi-VN" smtClean="0"/>
              <a:t>14/01/2024</a:t>
            </a:fld>
            <a:endParaRPr lang="vi-VN"/>
          </a:p>
        </p:txBody>
      </p:sp>
      <p:sp>
        <p:nvSpPr>
          <p:cNvPr id="10" name="Footer Placeholder 9"/>
          <p:cNvSpPr>
            <a:spLocks noGrp="1"/>
          </p:cNvSpPr>
          <p:nvPr>
            <p:ph type="ftr" sz="quarter" idx="11"/>
          </p:nvPr>
        </p:nvSpPr>
        <p:spPr/>
        <p:txBody>
          <a:bodyPr/>
          <a:lstStyle/>
          <a:p>
            <a:r>
              <a:rPr lang="vi-VN"/>
              <a:t>Chương 1-Các khái niệm cơ bản về lập trình</a:t>
            </a:r>
          </a:p>
        </p:txBody>
      </p:sp>
      <p:sp>
        <p:nvSpPr>
          <p:cNvPr id="14" name="Slide Number Placeholder 13"/>
          <p:cNvSpPr>
            <a:spLocks noGrp="1"/>
          </p:cNvSpPr>
          <p:nvPr>
            <p:ph type="sldNum" sz="quarter" idx="12"/>
          </p:nvPr>
        </p:nvSpPr>
        <p:spPr/>
        <p:txBody>
          <a:bodyPr/>
          <a:lstStyle/>
          <a:p>
            <a:fld id="{5AB95402-1E0D-474E-8D8C-CBE7F053639E}" type="slidenum">
              <a:rPr lang="vi-VN" smtClean="0"/>
              <a:pPr/>
              <a:t>11</a:t>
            </a:fld>
            <a:r>
              <a:rPr lang="vi-VN"/>
              <a:t>/27</a:t>
            </a:r>
          </a:p>
        </p:txBody>
      </p:sp>
    </p:spTree>
    <p:extLst>
      <p:ext uri="{BB962C8B-B14F-4D97-AF65-F5344CB8AC3E}">
        <p14:creationId xmlns:p14="http://schemas.microsoft.com/office/powerpoint/2010/main" val="3735307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
                                            <p:bg/>
                                          </p:spTgt>
                                        </p:tgtEl>
                                        <p:attrNameLst>
                                          <p:attrName>style.visibility</p:attrName>
                                        </p:attrNameLst>
                                      </p:cBhvr>
                                      <p:to>
                                        <p:strVal val="visible"/>
                                      </p:to>
                                    </p:set>
                                    <p:animEffect transition="in" filter="wipe(up)">
                                      <p:cBhvr>
                                        <p:cTn id="7" dur="500"/>
                                        <p:tgtEl>
                                          <p:spTgt spid="6">
                                            <p:bg/>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wipe(up)">
                                      <p:cBhvr>
                                        <p:cTn id="12" dur="5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animEffect transition="in" filter="wipe(up)">
                                      <p:cBhvr>
                                        <p:cTn id="17" dur="500"/>
                                        <p:tgtEl>
                                          <p:spTgt spid="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7">
                                            <p:txEl>
                                              <p:pRg st="0" end="0"/>
                                            </p:txEl>
                                          </p:spTgt>
                                        </p:tgtEl>
                                        <p:attrNameLst>
                                          <p:attrName>style.visibility</p:attrName>
                                        </p:attrNameLst>
                                      </p:cBhvr>
                                      <p:to>
                                        <p:strVal val="visible"/>
                                      </p:to>
                                    </p:set>
                                    <p:animEffect transition="in" filter="wipe(down)">
                                      <p:cBhvr>
                                        <p:cTn id="22" dur="500"/>
                                        <p:tgtEl>
                                          <p:spTgt spid="7">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7">
                                            <p:txEl>
                                              <p:pRg st="1" end="1"/>
                                            </p:txEl>
                                          </p:spTgt>
                                        </p:tgtEl>
                                        <p:attrNameLst>
                                          <p:attrName>style.visibility</p:attrName>
                                        </p:attrNameLst>
                                      </p:cBhvr>
                                      <p:to>
                                        <p:strVal val="visible"/>
                                      </p:to>
                                    </p:set>
                                    <p:animEffect transition="in" filter="wipe(down)">
                                      <p:cBhvr>
                                        <p:cTn id="27" dur="500"/>
                                        <p:tgtEl>
                                          <p:spTgt spid="7">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7">
                                            <p:txEl>
                                              <p:pRg st="2" end="2"/>
                                            </p:txEl>
                                          </p:spTgt>
                                        </p:tgtEl>
                                        <p:attrNameLst>
                                          <p:attrName>style.visibility</p:attrName>
                                        </p:attrNameLst>
                                      </p:cBhvr>
                                      <p:to>
                                        <p:strVal val="visible"/>
                                      </p:to>
                                    </p:set>
                                    <p:animEffect transition="in" filter="wipe(down)">
                                      <p:cBhvr>
                                        <p:cTn id="32" dur="500"/>
                                        <p:tgtEl>
                                          <p:spTgt spid="7">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7">
                                            <p:txEl>
                                              <p:pRg st="3" end="3"/>
                                            </p:txEl>
                                          </p:spTgt>
                                        </p:tgtEl>
                                        <p:attrNameLst>
                                          <p:attrName>style.visibility</p:attrName>
                                        </p:attrNameLst>
                                      </p:cBhvr>
                                      <p:to>
                                        <p:strVal val="visible"/>
                                      </p:to>
                                    </p:set>
                                    <p:animEffect transition="in" filter="wipe(down)">
                                      <p:cBhvr>
                                        <p:cTn id="37" dur="500"/>
                                        <p:tgtEl>
                                          <p:spTgt spid="7">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wipe(down)">
                                      <p:cBhvr>
                                        <p:cTn id="42" dur="500"/>
                                        <p:tgtEl>
                                          <p:spTgt spid="7">
                                            <p:txEl>
                                              <p:pRg st="4" end="4"/>
                                            </p:txEl>
                                          </p:spTgt>
                                        </p:tgtEl>
                                      </p:cBhvr>
                                    </p:animEffect>
                                  </p:childTnLst>
                                </p:cTn>
                              </p:par>
                              <p:par>
                                <p:cTn id="43" presetID="22" presetClass="entr" presetSubtype="8" fill="hold" nodeType="with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wipe(left)">
                                      <p:cBhvr>
                                        <p:cTn id="45" dur="500"/>
                                        <p:tgtEl>
                                          <p:spTgt spid="8"/>
                                        </p:tgtEl>
                                      </p:cBhvr>
                                    </p:animEffect>
                                  </p:childTnLst>
                                </p:cTn>
                              </p:par>
                              <p:par>
                                <p:cTn id="46" presetID="22" presetClass="entr" presetSubtype="4" fill="hold" grpId="0" nodeType="withEffect">
                                  <p:stCondLst>
                                    <p:cond delay="0"/>
                                  </p:stCondLst>
                                  <p:childTnLst>
                                    <p:set>
                                      <p:cBhvr>
                                        <p:cTn id="47" dur="1" fill="hold">
                                          <p:stCondLst>
                                            <p:cond delay="0"/>
                                          </p:stCondLst>
                                        </p:cTn>
                                        <p:tgtEl>
                                          <p:spTgt spid="7">
                                            <p:txEl>
                                              <p:pRg st="5" end="5"/>
                                            </p:txEl>
                                          </p:spTgt>
                                        </p:tgtEl>
                                        <p:attrNameLst>
                                          <p:attrName>style.visibility</p:attrName>
                                        </p:attrNameLst>
                                      </p:cBhvr>
                                      <p:to>
                                        <p:strVal val="visible"/>
                                      </p:to>
                                    </p:set>
                                    <p:animEffect transition="in" filter="wipe(down)">
                                      <p:cBhvr>
                                        <p:cTn id="48" dur="500"/>
                                        <p:tgtEl>
                                          <p:spTgt spid="7">
                                            <p:txEl>
                                              <p:pRg st="5" end="5"/>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4" fill="hold" grpId="0" nodeType="clickEffect">
                                  <p:stCondLst>
                                    <p:cond delay="0"/>
                                  </p:stCondLst>
                                  <p:childTnLst>
                                    <p:set>
                                      <p:cBhvr>
                                        <p:cTn id="52" dur="1" fill="hold">
                                          <p:stCondLst>
                                            <p:cond delay="0"/>
                                          </p:stCondLst>
                                        </p:cTn>
                                        <p:tgtEl>
                                          <p:spTgt spid="7">
                                            <p:txEl>
                                              <p:pRg st="6" end="6"/>
                                            </p:txEl>
                                          </p:spTgt>
                                        </p:tgtEl>
                                        <p:attrNameLst>
                                          <p:attrName>style.visibility</p:attrName>
                                        </p:attrNameLst>
                                      </p:cBhvr>
                                      <p:to>
                                        <p:strVal val="visible"/>
                                      </p:to>
                                    </p:set>
                                    <p:animEffect transition="in" filter="wipe(down)">
                                      <p:cBhvr>
                                        <p:cTn id="53" dur="500"/>
                                        <p:tgtEl>
                                          <p:spTgt spid="7">
                                            <p:txEl>
                                              <p:pRg st="6" end="6"/>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4" fill="hold" grpId="0" nodeType="clickEffect">
                                  <p:stCondLst>
                                    <p:cond delay="0"/>
                                  </p:stCondLst>
                                  <p:childTnLst>
                                    <p:set>
                                      <p:cBhvr>
                                        <p:cTn id="57" dur="1" fill="hold">
                                          <p:stCondLst>
                                            <p:cond delay="0"/>
                                          </p:stCondLst>
                                        </p:cTn>
                                        <p:tgtEl>
                                          <p:spTgt spid="7">
                                            <p:txEl>
                                              <p:pRg st="7" end="7"/>
                                            </p:txEl>
                                          </p:spTgt>
                                        </p:tgtEl>
                                        <p:attrNameLst>
                                          <p:attrName>style.visibility</p:attrName>
                                        </p:attrNameLst>
                                      </p:cBhvr>
                                      <p:to>
                                        <p:strVal val="visible"/>
                                      </p:to>
                                    </p:set>
                                    <p:animEffect transition="in" filter="wipe(down)">
                                      <p:cBhvr>
                                        <p:cTn id="58" dur="500"/>
                                        <p:tgtEl>
                                          <p:spTgt spid="7">
                                            <p:txEl>
                                              <p:pRg st="7" end="7"/>
                                            </p:txEl>
                                          </p:spTgt>
                                        </p:tgtEl>
                                      </p:cBhvr>
                                    </p:animEffect>
                                  </p:childTnLst>
                                </p:cTn>
                              </p:par>
                            </p:childTnLst>
                          </p:cTn>
                        </p:par>
                        <p:par>
                          <p:cTn id="59" fill="hold">
                            <p:stCondLst>
                              <p:cond delay="500"/>
                            </p:stCondLst>
                            <p:childTnLst>
                              <p:par>
                                <p:cTn id="60" presetID="22" presetClass="entr" presetSubtype="1" fill="hold" grpId="0" nodeType="afterEffect">
                                  <p:stCondLst>
                                    <p:cond delay="0"/>
                                  </p:stCondLst>
                                  <p:childTnLst>
                                    <p:set>
                                      <p:cBhvr>
                                        <p:cTn id="61" dur="1" fill="hold">
                                          <p:stCondLst>
                                            <p:cond delay="0"/>
                                          </p:stCondLst>
                                        </p:cTn>
                                        <p:tgtEl>
                                          <p:spTgt spid="9"/>
                                        </p:tgtEl>
                                        <p:attrNameLst>
                                          <p:attrName>style.visibility</p:attrName>
                                        </p:attrNameLst>
                                      </p:cBhvr>
                                      <p:to>
                                        <p:strVal val="visible"/>
                                      </p:to>
                                    </p:set>
                                    <p:animEffect transition="in" filter="wipe(up)">
                                      <p:cBhvr>
                                        <p:cTn id="6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animBg="1"/>
      <p:bldP spid="7" grpId="0" uiExpand="1" build="p"/>
      <p:bldP spid="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Ví dụ về thuật toán (tt)</a:t>
            </a:r>
            <a:endParaRPr lang="vi-VN"/>
          </a:p>
        </p:txBody>
      </p:sp>
      <p:sp>
        <p:nvSpPr>
          <p:cNvPr id="3" name="Content Placeholder 2"/>
          <p:cNvSpPr>
            <a:spLocks noGrp="1"/>
          </p:cNvSpPr>
          <p:nvPr>
            <p:ph idx="1"/>
          </p:nvPr>
        </p:nvSpPr>
        <p:spPr>
          <a:xfrm>
            <a:off x="762000" y="1143000"/>
            <a:ext cx="2937571" cy="578953"/>
          </a:xfrm>
        </p:spPr>
        <p:txBody>
          <a:bodyPr/>
          <a:lstStyle/>
          <a:p>
            <a:r>
              <a:rPr lang="en-US">
                <a:latin typeface="+mj-lt"/>
              </a:rPr>
              <a:t>Sơ đồ khối</a:t>
            </a:r>
            <a:endParaRPr lang="vi-VN">
              <a:latin typeface="+mj-lt"/>
            </a:endParaRPr>
          </a:p>
        </p:txBody>
      </p:sp>
      <p:sp>
        <p:nvSpPr>
          <p:cNvPr id="5" name="Text Box 3"/>
          <p:cNvSpPr txBox="1">
            <a:spLocks noChangeArrowheads="1"/>
          </p:cNvSpPr>
          <p:nvPr/>
        </p:nvSpPr>
        <p:spPr bwMode="auto">
          <a:xfrm>
            <a:off x="3202597" y="2231946"/>
            <a:ext cx="677279" cy="34066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mj-lt"/>
                <a:cs typeface="Arial" pitchFamily="34" charset="0"/>
              </a:rPr>
              <a:t>Đúng</a:t>
            </a:r>
          </a:p>
        </p:txBody>
      </p:sp>
      <p:sp>
        <p:nvSpPr>
          <p:cNvPr id="7" name="Line 5"/>
          <p:cNvSpPr>
            <a:spLocks noChangeShapeType="1"/>
          </p:cNvSpPr>
          <p:nvPr/>
        </p:nvSpPr>
        <p:spPr bwMode="auto">
          <a:xfrm>
            <a:off x="4598822" y="3654957"/>
            <a:ext cx="0" cy="227107"/>
          </a:xfrm>
          <a:prstGeom prst="line">
            <a:avLst/>
          </a:prstGeom>
          <a:ln>
            <a:headEnd/>
            <a:tailEnd type="triangle"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en-US" sz="1200">
              <a:latin typeface="+mj-lt"/>
            </a:endParaRPr>
          </a:p>
        </p:txBody>
      </p:sp>
      <p:sp>
        <p:nvSpPr>
          <p:cNvPr id="17" name="Line 7"/>
          <p:cNvSpPr>
            <a:spLocks noChangeShapeType="1"/>
          </p:cNvSpPr>
          <p:nvPr/>
        </p:nvSpPr>
        <p:spPr bwMode="auto">
          <a:xfrm flipH="1">
            <a:off x="3485933" y="5064312"/>
            <a:ext cx="427277" cy="719"/>
          </a:xfrm>
          <a:prstGeom prst="line">
            <a:avLst/>
          </a:prstGeom>
          <a:ln>
            <a:headEnd/>
            <a:tailEnd type="triangle"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en-US" sz="1200">
              <a:latin typeface="+mj-lt"/>
            </a:endParaRPr>
          </a:p>
        </p:txBody>
      </p:sp>
      <p:sp>
        <p:nvSpPr>
          <p:cNvPr id="19" name="Line 9"/>
          <p:cNvSpPr>
            <a:spLocks noChangeShapeType="1"/>
          </p:cNvSpPr>
          <p:nvPr/>
        </p:nvSpPr>
        <p:spPr bwMode="auto">
          <a:xfrm>
            <a:off x="3135929" y="3767073"/>
            <a:ext cx="758" cy="1185842"/>
          </a:xfrm>
          <a:prstGeom prst="line">
            <a:avLst/>
          </a:prstGeom>
          <a:ln>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en-US" sz="1200">
              <a:latin typeface="+mj-lt"/>
            </a:endParaRPr>
          </a:p>
        </p:txBody>
      </p:sp>
      <p:sp>
        <p:nvSpPr>
          <p:cNvPr id="20" name="Line 10"/>
          <p:cNvSpPr>
            <a:spLocks noChangeShapeType="1"/>
          </p:cNvSpPr>
          <p:nvPr/>
        </p:nvSpPr>
        <p:spPr bwMode="auto">
          <a:xfrm>
            <a:off x="2899214" y="5600317"/>
            <a:ext cx="1695820" cy="0"/>
          </a:xfrm>
          <a:prstGeom prst="line">
            <a:avLst/>
          </a:prstGeom>
          <a:ln>
            <a:headEnd type="stealth" w="med" len="me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en-US" sz="1200">
              <a:latin typeface="+mj-lt"/>
            </a:endParaRPr>
          </a:p>
        </p:txBody>
      </p:sp>
      <p:sp>
        <p:nvSpPr>
          <p:cNvPr id="21" name="Line 11"/>
          <p:cNvSpPr>
            <a:spLocks noChangeShapeType="1"/>
          </p:cNvSpPr>
          <p:nvPr/>
        </p:nvSpPr>
        <p:spPr bwMode="auto">
          <a:xfrm>
            <a:off x="5223827" y="4149417"/>
            <a:ext cx="557581" cy="1437"/>
          </a:xfrm>
          <a:prstGeom prst="line">
            <a:avLst/>
          </a:prstGeom>
          <a:ln>
            <a:headEnd/>
            <a:tailEnd type="triangle"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en-US" sz="1200">
              <a:latin typeface="+mj-lt"/>
            </a:endParaRPr>
          </a:p>
        </p:txBody>
      </p:sp>
      <p:sp>
        <p:nvSpPr>
          <p:cNvPr id="22" name="Line 12"/>
          <p:cNvSpPr>
            <a:spLocks noChangeShapeType="1"/>
          </p:cNvSpPr>
          <p:nvPr/>
        </p:nvSpPr>
        <p:spPr bwMode="auto">
          <a:xfrm flipH="1">
            <a:off x="4581397" y="2046523"/>
            <a:ext cx="6817" cy="237169"/>
          </a:xfrm>
          <a:prstGeom prst="line">
            <a:avLst/>
          </a:prstGeom>
          <a:ln>
            <a:headEnd/>
            <a:tailEnd type="triangle"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en-US" sz="1200">
              <a:latin typeface="+mj-lt"/>
            </a:endParaRPr>
          </a:p>
        </p:txBody>
      </p:sp>
      <p:sp>
        <p:nvSpPr>
          <p:cNvPr id="23" name="Oval 13"/>
          <p:cNvSpPr>
            <a:spLocks noChangeArrowheads="1"/>
          </p:cNvSpPr>
          <p:nvPr/>
        </p:nvSpPr>
        <p:spPr bwMode="auto">
          <a:xfrm>
            <a:off x="4020029" y="1184136"/>
            <a:ext cx="1172738" cy="301851"/>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mj-lt"/>
                <a:cs typeface="Arial" pitchFamily="34" charset="0"/>
              </a:rPr>
              <a:t>Bắt</a:t>
            </a:r>
            <a:r>
              <a:rPr kumimoji="0" lang="en-US" sz="1200" b="0" i="0" u="none" strike="noStrike" cap="none" normalizeH="0">
                <a:ln>
                  <a:noFill/>
                </a:ln>
                <a:solidFill>
                  <a:schemeClr val="tx1"/>
                </a:solidFill>
                <a:effectLst/>
                <a:latin typeface="+mj-lt"/>
                <a:cs typeface="Arial" pitchFamily="34" charset="0"/>
              </a:rPr>
              <a:t> đầu</a:t>
            </a:r>
            <a:endParaRPr kumimoji="0" lang="en-US" sz="1200" b="0" i="0" u="none" strike="noStrike" cap="none" normalizeH="0" baseline="0">
              <a:ln>
                <a:noFill/>
              </a:ln>
              <a:solidFill>
                <a:schemeClr val="tx1"/>
              </a:solidFill>
              <a:effectLst/>
              <a:latin typeface="+mj-lt"/>
              <a:cs typeface="Arial" pitchFamily="34" charset="0"/>
            </a:endParaRPr>
          </a:p>
        </p:txBody>
      </p:sp>
      <p:sp>
        <p:nvSpPr>
          <p:cNvPr id="24" name="AutoShape 14"/>
          <p:cNvSpPr>
            <a:spLocks noChangeArrowheads="1"/>
          </p:cNvSpPr>
          <p:nvPr/>
        </p:nvSpPr>
        <p:spPr bwMode="auto">
          <a:xfrm>
            <a:off x="3831390" y="2288004"/>
            <a:ext cx="1486377" cy="331317"/>
          </a:xfrm>
          <a:prstGeom prst="diamond">
            <a:avLst/>
          </a:prstGeom>
          <a:ln>
            <a:headEnd/>
            <a:tailEnd/>
          </a:ln>
        </p:spPr>
        <p:style>
          <a:lnRef idx="2">
            <a:schemeClr val="dk1"/>
          </a:lnRef>
          <a:fillRef idx="1">
            <a:schemeClr val="lt1"/>
          </a:fillRef>
          <a:effectRef idx="0">
            <a:schemeClr val="dk1"/>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mj-lt"/>
                <a:cs typeface="Arial" pitchFamily="34" charset="0"/>
              </a:rPr>
              <a:t>N = 1 ? </a:t>
            </a:r>
          </a:p>
        </p:txBody>
      </p:sp>
      <p:sp>
        <p:nvSpPr>
          <p:cNvPr id="26" name="Text Box 16"/>
          <p:cNvSpPr txBox="1">
            <a:spLocks noChangeArrowheads="1"/>
          </p:cNvSpPr>
          <p:nvPr/>
        </p:nvSpPr>
        <p:spPr bwMode="auto">
          <a:xfrm>
            <a:off x="4058665" y="3473846"/>
            <a:ext cx="1068192" cy="211295"/>
          </a:xfrm>
          <a:prstGeom prst="rect">
            <a:avLst/>
          </a:prstGeom>
          <a:ln>
            <a:headEnd/>
            <a:tailEnd/>
          </a:ln>
        </p:spPr>
        <p:style>
          <a:lnRef idx="2">
            <a:schemeClr val="dk1"/>
          </a:lnRef>
          <a:fillRef idx="1">
            <a:schemeClr val="lt1"/>
          </a:fillRef>
          <a:effectRef idx="0">
            <a:schemeClr val="dk1"/>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mj-lt"/>
                <a:cs typeface="Arial" pitchFamily="34" charset="0"/>
              </a:rPr>
              <a:t>Gán</a:t>
            </a:r>
            <a:r>
              <a:rPr kumimoji="0" lang="en-US" sz="1200" b="0" i="0" u="none" strike="noStrike" cap="none" normalizeH="0">
                <a:ln>
                  <a:noFill/>
                </a:ln>
                <a:solidFill>
                  <a:schemeClr val="tx1"/>
                </a:solidFill>
                <a:effectLst/>
                <a:latin typeface="+mj-lt"/>
                <a:cs typeface="Arial" pitchFamily="34" charset="0"/>
              </a:rPr>
              <a:t> </a:t>
            </a:r>
            <a:r>
              <a:rPr kumimoji="0" lang="en-US" sz="1200" b="0" i="0" u="none" strike="noStrike" cap="none" normalizeH="0" baseline="0">
                <a:ln>
                  <a:noFill/>
                </a:ln>
                <a:solidFill>
                  <a:schemeClr val="tx1"/>
                </a:solidFill>
                <a:effectLst/>
                <a:latin typeface="+mj-lt"/>
                <a:cs typeface="Arial" pitchFamily="34" charset="0"/>
              </a:rPr>
              <a:t>i = 2 </a:t>
            </a:r>
          </a:p>
        </p:txBody>
      </p:sp>
      <p:sp>
        <p:nvSpPr>
          <p:cNvPr id="27" name="AutoShape 17"/>
          <p:cNvSpPr>
            <a:spLocks noChangeArrowheads="1"/>
          </p:cNvSpPr>
          <p:nvPr/>
        </p:nvSpPr>
        <p:spPr bwMode="auto">
          <a:xfrm>
            <a:off x="3972301" y="3870564"/>
            <a:ext cx="1245466" cy="551956"/>
          </a:xfrm>
          <a:prstGeom prst="diamond">
            <a:avLst/>
          </a:prstGeom>
          <a:ln>
            <a:headEnd/>
            <a:tailEnd/>
          </a:ln>
        </p:spPr>
        <p:style>
          <a:lnRef idx="2">
            <a:schemeClr val="dk1"/>
          </a:lnRef>
          <a:fillRef idx="1">
            <a:schemeClr val="lt1"/>
          </a:fillRef>
          <a:effectRef idx="0">
            <a:schemeClr val="dk1"/>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mj-lt"/>
                <a:cs typeface="Arial" pitchFamily="34" charset="0"/>
              </a:rPr>
              <a:t>i&gt;sqrt(N)?</a:t>
            </a:r>
          </a:p>
        </p:txBody>
      </p:sp>
      <p:sp>
        <p:nvSpPr>
          <p:cNvPr id="28" name="Text Box 18"/>
          <p:cNvSpPr txBox="1">
            <a:spLocks noChangeArrowheads="1"/>
          </p:cNvSpPr>
          <p:nvPr/>
        </p:nvSpPr>
        <p:spPr bwMode="auto">
          <a:xfrm>
            <a:off x="2483768" y="4961539"/>
            <a:ext cx="1006710" cy="224232"/>
          </a:xfrm>
          <a:prstGeom prst="rect">
            <a:avLst/>
          </a:prstGeom>
          <a:ln>
            <a:headEnd/>
            <a:tailEnd/>
          </a:ln>
        </p:spPr>
        <p:style>
          <a:lnRef idx="2">
            <a:schemeClr val="dk1"/>
          </a:lnRef>
          <a:fillRef idx="1">
            <a:schemeClr val="lt1"/>
          </a:fillRef>
          <a:effectRef idx="0">
            <a:schemeClr val="dk1"/>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mj-lt"/>
                <a:cs typeface="Arial" pitchFamily="34" charset="0"/>
              </a:rPr>
              <a:t>Gán</a:t>
            </a:r>
            <a:r>
              <a:rPr kumimoji="0" lang="en-US" sz="1200" b="0" i="0" u="none" strike="noStrike" cap="none" normalizeH="0">
                <a:ln>
                  <a:noFill/>
                </a:ln>
                <a:solidFill>
                  <a:schemeClr val="tx1"/>
                </a:solidFill>
                <a:effectLst/>
                <a:latin typeface="+mj-lt"/>
                <a:cs typeface="Arial" pitchFamily="34" charset="0"/>
              </a:rPr>
              <a:t> </a:t>
            </a:r>
            <a:r>
              <a:rPr kumimoji="0" lang="en-US" sz="1200" b="0" i="0" u="none" strike="noStrike" cap="none" normalizeH="0" baseline="0">
                <a:ln>
                  <a:noFill/>
                </a:ln>
                <a:solidFill>
                  <a:schemeClr val="tx1"/>
                </a:solidFill>
                <a:effectLst/>
                <a:latin typeface="+mj-lt"/>
                <a:cs typeface="Arial" pitchFamily="34" charset="0"/>
              </a:rPr>
              <a:t>i = i + 1 </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a:ln>
                <a:noFill/>
              </a:ln>
              <a:solidFill>
                <a:schemeClr val="tx1"/>
              </a:solidFill>
              <a:effectLst/>
              <a:latin typeface="+mj-lt"/>
              <a:cs typeface="Arial" pitchFamily="34" charset="0"/>
            </a:endParaRPr>
          </a:p>
        </p:txBody>
      </p:sp>
      <p:sp>
        <p:nvSpPr>
          <p:cNvPr id="29" name="AutoShape 19"/>
          <p:cNvSpPr>
            <a:spLocks noChangeArrowheads="1"/>
          </p:cNvSpPr>
          <p:nvPr/>
        </p:nvSpPr>
        <p:spPr bwMode="auto">
          <a:xfrm>
            <a:off x="3840481" y="4797677"/>
            <a:ext cx="1477286" cy="530395"/>
          </a:xfrm>
          <a:prstGeom prst="diamond">
            <a:avLst/>
          </a:prstGeom>
          <a:ln>
            <a:headEnd/>
            <a:tailEnd/>
          </a:ln>
        </p:spPr>
        <p:style>
          <a:lnRef idx="2">
            <a:schemeClr val="dk1"/>
          </a:lnRef>
          <a:fillRef idx="1">
            <a:schemeClr val="lt1"/>
          </a:fillRef>
          <a:effectRef idx="0">
            <a:schemeClr val="dk1"/>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mj-lt"/>
                <a:cs typeface="Arial" pitchFamily="34" charset="0"/>
              </a:rPr>
              <a:t>N chia hết cho  i ?  </a:t>
            </a:r>
          </a:p>
        </p:txBody>
      </p:sp>
      <p:sp>
        <p:nvSpPr>
          <p:cNvPr id="30" name="Line 20"/>
          <p:cNvSpPr>
            <a:spLocks noChangeShapeType="1"/>
          </p:cNvSpPr>
          <p:nvPr/>
        </p:nvSpPr>
        <p:spPr bwMode="auto">
          <a:xfrm flipV="1">
            <a:off x="2257193" y="2438930"/>
            <a:ext cx="758" cy="2945200"/>
          </a:xfrm>
          <a:prstGeom prst="line">
            <a:avLst/>
          </a:prstGeom>
          <a:ln>
            <a:headEnd type="triangle" w="med" len="me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en-US" sz="1200">
              <a:latin typeface="+mj-lt"/>
            </a:endParaRPr>
          </a:p>
        </p:txBody>
      </p:sp>
      <p:sp>
        <p:nvSpPr>
          <p:cNvPr id="31" name="Line 21"/>
          <p:cNvSpPr>
            <a:spLocks noChangeShapeType="1"/>
          </p:cNvSpPr>
          <p:nvPr/>
        </p:nvSpPr>
        <p:spPr bwMode="auto">
          <a:xfrm flipV="1">
            <a:off x="2257193" y="2451866"/>
            <a:ext cx="1587834" cy="1796"/>
          </a:xfrm>
          <a:prstGeom prst="line">
            <a:avLst/>
          </a:prstGeom>
          <a:ln>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en-US" sz="1200">
              <a:latin typeface="+mj-lt"/>
            </a:endParaRPr>
          </a:p>
        </p:txBody>
      </p:sp>
      <p:sp>
        <p:nvSpPr>
          <p:cNvPr id="32" name="Line 22"/>
          <p:cNvSpPr>
            <a:spLocks noChangeShapeType="1"/>
          </p:cNvSpPr>
          <p:nvPr/>
        </p:nvSpPr>
        <p:spPr bwMode="auto">
          <a:xfrm flipV="1">
            <a:off x="3131384" y="3754136"/>
            <a:ext cx="1450013" cy="719"/>
          </a:xfrm>
          <a:prstGeom prst="line">
            <a:avLst/>
          </a:prstGeom>
          <a:ln>
            <a:headEnd/>
            <a:tailEnd type="triangle"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en-US" sz="1200">
              <a:latin typeface="+mj-lt"/>
            </a:endParaRPr>
          </a:p>
        </p:txBody>
      </p:sp>
      <p:sp>
        <p:nvSpPr>
          <p:cNvPr id="33" name="AutoShape 23"/>
          <p:cNvSpPr>
            <a:spLocks noChangeArrowheads="1"/>
          </p:cNvSpPr>
          <p:nvPr/>
        </p:nvSpPr>
        <p:spPr bwMode="auto">
          <a:xfrm>
            <a:off x="3849572" y="2887394"/>
            <a:ext cx="1486377" cy="331317"/>
          </a:xfrm>
          <a:prstGeom prst="diamond">
            <a:avLst/>
          </a:prstGeom>
          <a:ln>
            <a:headEnd/>
            <a:tailEnd/>
          </a:ln>
        </p:spPr>
        <p:style>
          <a:lnRef idx="2">
            <a:schemeClr val="dk1"/>
          </a:lnRef>
          <a:fillRef idx="1">
            <a:schemeClr val="lt1"/>
          </a:fillRef>
          <a:effectRef idx="0">
            <a:schemeClr val="dk1"/>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mj-lt"/>
                <a:cs typeface="Arial" pitchFamily="34" charset="0"/>
              </a:rPr>
              <a:t>N &lt; 4 ?</a:t>
            </a:r>
          </a:p>
        </p:txBody>
      </p:sp>
      <p:sp>
        <p:nvSpPr>
          <p:cNvPr id="34" name="Line 24"/>
          <p:cNvSpPr>
            <a:spLocks noChangeShapeType="1"/>
          </p:cNvSpPr>
          <p:nvPr/>
        </p:nvSpPr>
        <p:spPr bwMode="auto">
          <a:xfrm>
            <a:off x="5335950" y="3051255"/>
            <a:ext cx="1072737" cy="4312"/>
          </a:xfrm>
          <a:prstGeom prst="line">
            <a:avLst/>
          </a:prstGeom>
          <a:ln>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en-US" sz="1200">
              <a:latin typeface="+mj-lt"/>
            </a:endParaRPr>
          </a:p>
        </p:txBody>
      </p:sp>
      <p:sp>
        <p:nvSpPr>
          <p:cNvPr id="36" name="Line 26"/>
          <p:cNvSpPr>
            <a:spLocks noChangeShapeType="1"/>
          </p:cNvSpPr>
          <p:nvPr/>
        </p:nvSpPr>
        <p:spPr bwMode="auto">
          <a:xfrm flipV="1">
            <a:off x="6399596" y="3051255"/>
            <a:ext cx="758" cy="776188"/>
          </a:xfrm>
          <a:prstGeom prst="line">
            <a:avLst/>
          </a:prstGeom>
          <a:ln>
            <a:headEnd type="triangle" w="med" len="me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en-US" sz="1200">
              <a:latin typeface="+mj-lt"/>
            </a:endParaRPr>
          </a:p>
        </p:txBody>
      </p:sp>
      <p:sp>
        <p:nvSpPr>
          <p:cNvPr id="37" name="Line 27"/>
          <p:cNvSpPr>
            <a:spLocks noChangeShapeType="1"/>
          </p:cNvSpPr>
          <p:nvPr/>
        </p:nvSpPr>
        <p:spPr bwMode="auto">
          <a:xfrm>
            <a:off x="4567761" y="2615728"/>
            <a:ext cx="758" cy="293226"/>
          </a:xfrm>
          <a:prstGeom prst="line">
            <a:avLst/>
          </a:prstGeom>
          <a:ln>
            <a:headEnd/>
            <a:tailEnd type="triangle"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en-US" sz="1200">
              <a:latin typeface="+mj-lt"/>
            </a:endParaRPr>
          </a:p>
        </p:txBody>
      </p:sp>
      <p:sp>
        <p:nvSpPr>
          <p:cNvPr id="38" name="Line 28"/>
          <p:cNvSpPr>
            <a:spLocks noChangeShapeType="1"/>
          </p:cNvSpPr>
          <p:nvPr/>
        </p:nvSpPr>
        <p:spPr bwMode="auto">
          <a:xfrm flipH="1">
            <a:off x="4579124" y="4405271"/>
            <a:ext cx="9091" cy="418279"/>
          </a:xfrm>
          <a:prstGeom prst="line">
            <a:avLst/>
          </a:prstGeom>
          <a:ln>
            <a:headEnd/>
            <a:tailEnd type="triangle"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en-US" sz="1200">
              <a:latin typeface="+mj-lt"/>
            </a:endParaRPr>
          </a:p>
        </p:txBody>
      </p:sp>
      <p:sp>
        <p:nvSpPr>
          <p:cNvPr id="9" name="Text Box 29"/>
          <p:cNvSpPr txBox="1">
            <a:spLocks noChangeArrowheads="1"/>
          </p:cNvSpPr>
          <p:nvPr/>
        </p:nvSpPr>
        <p:spPr bwMode="auto">
          <a:xfrm>
            <a:off x="5307161" y="2749405"/>
            <a:ext cx="677279" cy="34066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mj-lt"/>
                <a:cs typeface="Arial" pitchFamily="34" charset="0"/>
              </a:rPr>
              <a:t>Đúng</a:t>
            </a:r>
          </a:p>
        </p:txBody>
      </p:sp>
      <p:sp>
        <p:nvSpPr>
          <p:cNvPr id="10" name="Text Box 30"/>
          <p:cNvSpPr txBox="1">
            <a:spLocks noChangeArrowheads="1"/>
          </p:cNvSpPr>
          <p:nvPr/>
        </p:nvSpPr>
        <p:spPr bwMode="auto">
          <a:xfrm>
            <a:off x="4598822" y="2620040"/>
            <a:ext cx="677279" cy="34066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mj-lt"/>
                <a:cs typeface="Arial" pitchFamily="34" charset="0"/>
              </a:rPr>
              <a:t>Sai</a:t>
            </a:r>
          </a:p>
        </p:txBody>
      </p:sp>
      <p:sp>
        <p:nvSpPr>
          <p:cNvPr id="11" name="Text Box 31"/>
          <p:cNvSpPr txBox="1">
            <a:spLocks noChangeArrowheads="1"/>
          </p:cNvSpPr>
          <p:nvPr/>
        </p:nvSpPr>
        <p:spPr bwMode="auto">
          <a:xfrm>
            <a:off x="4598822" y="3184932"/>
            <a:ext cx="677279" cy="34066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mj-lt"/>
                <a:cs typeface="Arial" pitchFamily="34" charset="0"/>
              </a:rPr>
              <a:t>Sai</a:t>
            </a:r>
          </a:p>
        </p:txBody>
      </p:sp>
      <p:sp>
        <p:nvSpPr>
          <p:cNvPr id="12" name="Text Box 32"/>
          <p:cNvSpPr txBox="1">
            <a:spLocks noChangeArrowheads="1"/>
          </p:cNvSpPr>
          <p:nvPr/>
        </p:nvSpPr>
        <p:spPr bwMode="auto">
          <a:xfrm>
            <a:off x="5223827" y="3804503"/>
            <a:ext cx="677279" cy="34066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mj-lt"/>
                <a:cs typeface="Arial" pitchFamily="34" charset="0"/>
              </a:rPr>
              <a:t>Đúng</a:t>
            </a:r>
          </a:p>
        </p:txBody>
      </p:sp>
      <p:sp>
        <p:nvSpPr>
          <p:cNvPr id="13" name="Line 33"/>
          <p:cNvSpPr>
            <a:spLocks noChangeShapeType="1"/>
          </p:cNvSpPr>
          <p:nvPr/>
        </p:nvSpPr>
        <p:spPr bwMode="auto">
          <a:xfrm>
            <a:off x="4590488" y="3219429"/>
            <a:ext cx="0" cy="258729"/>
          </a:xfrm>
          <a:prstGeom prst="line">
            <a:avLst/>
          </a:prstGeom>
          <a:ln>
            <a:headEnd/>
            <a:tailEnd type="triangle"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en-US" sz="1200">
              <a:latin typeface="+mj-lt"/>
            </a:endParaRPr>
          </a:p>
        </p:txBody>
      </p:sp>
      <p:sp>
        <p:nvSpPr>
          <p:cNvPr id="14" name="Text Box 34"/>
          <p:cNvSpPr txBox="1">
            <a:spLocks noChangeArrowheads="1"/>
          </p:cNvSpPr>
          <p:nvPr/>
        </p:nvSpPr>
        <p:spPr bwMode="auto">
          <a:xfrm>
            <a:off x="4598822" y="4431144"/>
            <a:ext cx="677279" cy="34066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mj-lt"/>
                <a:cs typeface="Arial" pitchFamily="34" charset="0"/>
              </a:rPr>
              <a:t>Sai</a:t>
            </a:r>
          </a:p>
        </p:txBody>
      </p:sp>
      <p:sp>
        <p:nvSpPr>
          <p:cNvPr id="15" name="Text Box 35"/>
          <p:cNvSpPr txBox="1">
            <a:spLocks noChangeArrowheads="1"/>
          </p:cNvSpPr>
          <p:nvPr/>
        </p:nvSpPr>
        <p:spPr bwMode="auto">
          <a:xfrm>
            <a:off x="4598822" y="5336696"/>
            <a:ext cx="677279" cy="34066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mj-lt"/>
                <a:cs typeface="Arial" pitchFamily="34" charset="0"/>
              </a:rPr>
              <a:t>Đúng</a:t>
            </a:r>
          </a:p>
        </p:txBody>
      </p:sp>
      <p:sp>
        <p:nvSpPr>
          <p:cNvPr id="16" name="Text Box 36"/>
          <p:cNvSpPr txBox="1">
            <a:spLocks noChangeArrowheads="1"/>
          </p:cNvSpPr>
          <p:nvPr/>
        </p:nvSpPr>
        <p:spPr bwMode="auto">
          <a:xfrm>
            <a:off x="3501842" y="4653220"/>
            <a:ext cx="677279" cy="34066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mj-lt"/>
                <a:cs typeface="Arial" pitchFamily="34" charset="0"/>
              </a:rPr>
              <a:t>Sai</a:t>
            </a:r>
          </a:p>
        </p:txBody>
      </p:sp>
      <p:sp>
        <p:nvSpPr>
          <p:cNvPr id="39" name="Parallelogram 38"/>
          <p:cNvSpPr/>
          <p:nvPr/>
        </p:nvSpPr>
        <p:spPr>
          <a:xfrm>
            <a:off x="3956800" y="1688558"/>
            <a:ext cx="1284043" cy="348156"/>
          </a:xfrm>
          <a:prstGeom prst="parallelogram">
            <a:avLst/>
          </a:prstGeom>
        </p:spPr>
        <p:style>
          <a:lnRef idx="2">
            <a:schemeClr val="accent4"/>
          </a:lnRef>
          <a:fillRef idx="1">
            <a:schemeClr val="lt1"/>
          </a:fillRef>
          <a:effectRef idx="0">
            <a:schemeClr val="accent4"/>
          </a:effectRef>
          <a:fontRef idx="minor">
            <a:schemeClr val="dk1"/>
          </a:fontRef>
        </p:style>
        <p:txBody>
          <a:bodyPr anchor="ctr"/>
          <a:lstStyle/>
          <a:p>
            <a:pPr algn="ctr">
              <a:defRPr/>
            </a:pPr>
            <a:r>
              <a:rPr lang="en-US" sz="1200">
                <a:latin typeface="+mj-lt"/>
              </a:rPr>
              <a:t>Nhập N</a:t>
            </a:r>
          </a:p>
        </p:txBody>
      </p:sp>
      <p:sp>
        <p:nvSpPr>
          <p:cNvPr id="40" name="Line 12"/>
          <p:cNvSpPr>
            <a:spLocks noChangeShapeType="1"/>
          </p:cNvSpPr>
          <p:nvPr/>
        </p:nvSpPr>
        <p:spPr bwMode="auto">
          <a:xfrm flipH="1">
            <a:off x="4560944" y="1484784"/>
            <a:ext cx="6817" cy="237169"/>
          </a:xfrm>
          <a:prstGeom prst="line">
            <a:avLst/>
          </a:prstGeom>
          <a:ln>
            <a:headEnd/>
            <a:tailEnd type="triangle"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en-US" sz="1200">
              <a:latin typeface="+mj-lt"/>
            </a:endParaRPr>
          </a:p>
        </p:txBody>
      </p:sp>
      <p:sp>
        <p:nvSpPr>
          <p:cNvPr id="41" name="Parallelogram 40"/>
          <p:cNvSpPr/>
          <p:nvPr/>
        </p:nvSpPr>
        <p:spPr>
          <a:xfrm>
            <a:off x="5781408" y="3870564"/>
            <a:ext cx="1284043" cy="489430"/>
          </a:xfrm>
          <a:prstGeom prst="parallelogram">
            <a:avLst/>
          </a:prstGeom>
        </p:spPr>
        <p:style>
          <a:lnRef idx="2">
            <a:schemeClr val="accent4"/>
          </a:lnRef>
          <a:fillRef idx="1">
            <a:schemeClr val="lt1"/>
          </a:fillRef>
          <a:effectRef idx="0">
            <a:schemeClr val="accent4"/>
          </a:effectRef>
          <a:fontRef idx="minor">
            <a:schemeClr val="dk1"/>
          </a:fontRef>
        </p:style>
        <p:txBody>
          <a:bodyPr anchor="ctr"/>
          <a:lstStyle/>
          <a:p>
            <a:pPr algn="ctr">
              <a:defRPr/>
            </a:pPr>
            <a:r>
              <a:rPr lang="en-US" sz="1200">
                <a:latin typeface="+mj-lt"/>
              </a:rPr>
              <a:t>N là nguyên tố</a:t>
            </a:r>
          </a:p>
        </p:txBody>
      </p:sp>
      <p:sp>
        <p:nvSpPr>
          <p:cNvPr id="42" name="Oval 13"/>
          <p:cNvSpPr>
            <a:spLocks noChangeArrowheads="1"/>
          </p:cNvSpPr>
          <p:nvPr/>
        </p:nvSpPr>
        <p:spPr bwMode="auto">
          <a:xfrm>
            <a:off x="5840380" y="5979705"/>
            <a:ext cx="1172738" cy="301851"/>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mj-lt"/>
                <a:cs typeface="Arial" pitchFamily="34" charset="0"/>
              </a:rPr>
              <a:t>Kết</a:t>
            </a:r>
            <a:r>
              <a:rPr kumimoji="0" lang="en-US" sz="1200" b="0" i="0" u="none" strike="noStrike" cap="none" normalizeH="0">
                <a:ln>
                  <a:noFill/>
                </a:ln>
                <a:solidFill>
                  <a:schemeClr val="tx1"/>
                </a:solidFill>
                <a:effectLst/>
                <a:latin typeface="+mj-lt"/>
                <a:cs typeface="Arial" pitchFamily="34" charset="0"/>
              </a:rPr>
              <a:t> thúc</a:t>
            </a:r>
            <a:endParaRPr kumimoji="0" lang="en-US" sz="1200" b="0" i="0" u="none" strike="noStrike" cap="none" normalizeH="0" baseline="0">
              <a:ln>
                <a:noFill/>
              </a:ln>
              <a:solidFill>
                <a:schemeClr val="tx1"/>
              </a:solidFill>
              <a:effectLst/>
              <a:latin typeface="+mj-lt"/>
              <a:cs typeface="Arial" pitchFamily="34" charset="0"/>
            </a:endParaRPr>
          </a:p>
        </p:txBody>
      </p:sp>
      <p:sp>
        <p:nvSpPr>
          <p:cNvPr id="43" name="Parallelogram 42"/>
          <p:cNvSpPr/>
          <p:nvPr/>
        </p:nvSpPr>
        <p:spPr>
          <a:xfrm>
            <a:off x="1631773" y="5387842"/>
            <a:ext cx="1284043" cy="489430"/>
          </a:xfrm>
          <a:prstGeom prst="parallelogram">
            <a:avLst/>
          </a:prstGeom>
        </p:spPr>
        <p:style>
          <a:lnRef idx="2">
            <a:schemeClr val="accent4"/>
          </a:lnRef>
          <a:fillRef idx="1">
            <a:schemeClr val="lt1"/>
          </a:fillRef>
          <a:effectRef idx="0">
            <a:schemeClr val="accent4"/>
          </a:effectRef>
          <a:fontRef idx="minor">
            <a:schemeClr val="dk1"/>
          </a:fontRef>
        </p:style>
        <p:txBody>
          <a:bodyPr anchor="ctr"/>
          <a:lstStyle/>
          <a:p>
            <a:pPr algn="ctr">
              <a:defRPr/>
            </a:pPr>
            <a:r>
              <a:rPr lang="en-US" sz="1200">
                <a:latin typeface="+mj-lt"/>
              </a:rPr>
              <a:t>N không là nguyên tố</a:t>
            </a:r>
          </a:p>
        </p:txBody>
      </p:sp>
      <p:sp>
        <p:nvSpPr>
          <p:cNvPr id="44" name="Line 9"/>
          <p:cNvSpPr>
            <a:spLocks noChangeShapeType="1"/>
          </p:cNvSpPr>
          <p:nvPr/>
        </p:nvSpPr>
        <p:spPr bwMode="auto">
          <a:xfrm>
            <a:off x="4587456" y="5328072"/>
            <a:ext cx="0" cy="272245"/>
          </a:xfrm>
          <a:prstGeom prst="line">
            <a:avLst/>
          </a:prstGeom>
          <a:ln>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en-US" sz="1200">
              <a:latin typeface="+mj-lt"/>
            </a:endParaRPr>
          </a:p>
        </p:txBody>
      </p:sp>
      <p:sp>
        <p:nvSpPr>
          <p:cNvPr id="45" name="Line 26"/>
          <p:cNvSpPr>
            <a:spLocks noChangeShapeType="1"/>
          </p:cNvSpPr>
          <p:nvPr/>
        </p:nvSpPr>
        <p:spPr bwMode="auto">
          <a:xfrm flipV="1">
            <a:off x="6382505" y="4359992"/>
            <a:ext cx="17091" cy="1619712"/>
          </a:xfrm>
          <a:prstGeom prst="line">
            <a:avLst/>
          </a:prstGeom>
          <a:ln>
            <a:headEnd type="triangle" w="med" len="me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en-US" sz="1200">
              <a:latin typeface="+mj-lt"/>
            </a:endParaRPr>
          </a:p>
        </p:txBody>
      </p:sp>
      <p:sp>
        <p:nvSpPr>
          <p:cNvPr id="46" name="Line 9"/>
          <p:cNvSpPr>
            <a:spLocks noChangeShapeType="1"/>
          </p:cNvSpPr>
          <p:nvPr/>
        </p:nvSpPr>
        <p:spPr bwMode="auto">
          <a:xfrm>
            <a:off x="2277565" y="5877272"/>
            <a:ext cx="0" cy="272245"/>
          </a:xfrm>
          <a:prstGeom prst="line">
            <a:avLst/>
          </a:prstGeom>
          <a:ln>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en-US" sz="1200">
              <a:latin typeface="+mj-lt"/>
            </a:endParaRPr>
          </a:p>
        </p:txBody>
      </p:sp>
      <p:sp>
        <p:nvSpPr>
          <p:cNvPr id="49" name="Line 27"/>
          <p:cNvSpPr>
            <a:spLocks noChangeShapeType="1"/>
          </p:cNvSpPr>
          <p:nvPr/>
        </p:nvSpPr>
        <p:spPr bwMode="auto">
          <a:xfrm>
            <a:off x="2269892" y="6149517"/>
            <a:ext cx="3615125" cy="0"/>
          </a:xfrm>
          <a:prstGeom prst="line">
            <a:avLst/>
          </a:prstGeom>
          <a:ln>
            <a:headEnd/>
            <a:tailEnd type="triangle"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en-US" sz="1200">
              <a:latin typeface="+mj-lt"/>
            </a:endParaRPr>
          </a:p>
        </p:txBody>
      </p:sp>
      <p:sp>
        <p:nvSpPr>
          <p:cNvPr id="4" name="Date Placeholder 3"/>
          <p:cNvSpPr>
            <a:spLocks noGrp="1"/>
          </p:cNvSpPr>
          <p:nvPr>
            <p:ph type="dt" sz="half" idx="10"/>
          </p:nvPr>
        </p:nvSpPr>
        <p:spPr/>
        <p:txBody>
          <a:bodyPr/>
          <a:lstStyle/>
          <a:p>
            <a:fld id="{4429C675-1D49-456A-A437-77A159580E3E}" type="datetime1">
              <a:rPr lang="vi-VN" smtClean="0"/>
              <a:t>14/01/2024</a:t>
            </a:fld>
            <a:endParaRPr lang="vi-VN"/>
          </a:p>
        </p:txBody>
      </p:sp>
      <p:sp>
        <p:nvSpPr>
          <p:cNvPr id="6" name="Footer Placeholder 5"/>
          <p:cNvSpPr>
            <a:spLocks noGrp="1"/>
          </p:cNvSpPr>
          <p:nvPr>
            <p:ph type="ftr" sz="quarter" idx="11"/>
          </p:nvPr>
        </p:nvSpPr>
        <p:spPr/>
        <p:txBody>
          <a:bodyPr/>
          <a:lstStyle/>
          <a:p>
            <a:r>
              <a:rPr lang="vi-VN"/>
              <a:t>Chương 1-Các khái niệm cơ bản về lập trình</a:t>
            </a:r>
          </a:p>
        </p:txBody>
      </p:sp>
      <p:sp>
        <p:nvSpPr>
          <p:cNvPr id="35" name="Slide Number Placeholder 34"/>
          <p:cNvSpPr>
            <a:spLocks noGrp="1"/>
          </p:cNvSpPr>
          <p:nvPr>
            <p:ph type="sldNum" sz="quarter" idx="12"/>
          </p:nvPr>
        </p:nvSpPr>
        <p:spPr/>
        <p:txBody>
          <a:bodyPr/>
          <a:lstStyle/>
          <a:p>
            <a:fld id="{5AB95402-1E0D-474E-8D8C-CBE7F053639E}" type="slidenum">
              <a:rPr lang="vi-VN" smtClean="0"/>
              <a:pPr/>
              <a:t>12</a:t>
            </a:fld>
            <a:r>
              <a:rPr lang="vi-VN"/>
              <a:t>/27</a:t>
            </a:r>
          </a:p>
        </p:txBody>
      </p:sp>
    </p:spTree>
    <p:extLst>
      <p:ext uri="{BB962C8B-B14F-4D97-AF65-F5344CB8AC3E}">
        <p14:creationId xmlns:p14="http://schemas.microsoft.com/office/powerpoint/2010/main" val="3198061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circle(in)">
                                      <p:cBhvr>
                                        <p:cTn id="7" dur="10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wipe(up)">
                                      <p:cBhvr>
                                        <p:cTn id="12" dur="5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39"/>
                                        </p:tgtEl>
                                        <p:attrNameLst>
                                          <p:attrName>style.visibility</p:attrName>
                                        </p:attrNameLst>
                                      </p:cBhvr>
                                      <p:to>
                                        <p:strVal val="visible"/>
                                      </p:to>
                                    </p:set>
                                    <p:animEffect transition="in" filter="circle(in)">
                                      <p:cBhvr>
                                        <p:cTn id="17" dur="1000"/>
                                        <p:tgtEl>
                                          <p:spTgt spid="3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wipe(up)">
                                      <p:cBhvr>
                                        <p:cTn id="22" dur="500"/>
                                        <p:tgtEl>
                                          <p:spTgt spid="22"/>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circle(in)">
                                      <p:cBhvr>
                                        <p:cTn id="27" dur="1000"/>
                                        <p:tgtEl>
                                          <p:spTgt spid="2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2" fill="hold" grpId="0"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wipe(right)">
                                      <p:cBhvr>
                                        <p:cTn id="32" dur="500"/>
                                        <p:tgtEl>
                                          <p:spTgt spid="5"/>
                                        </p:tgtEl>
                                      </p:cBhvr>
                                    </p:animEffect>
                                  </p:childTnLst>
                                </p:cTn>
                              </p:par>
                              <p:par>
                                <p:cTn id="33" presetID="22" presetClass="entr" presetSubtype="2" fill="hold" grpId="0" nodeType="with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wipe(right)">
                                      <p:cBhvr>
                                        <p:cTn id="35" dur="500"/>
                                        <p:tgtEl>
                                          <p:spTgt spid="31"/>
                                        </p:tgtEl>
                                      </p:cBhvr>
                                    </p:animEffect>
                                  </p:childTnLst>
                                </p:cTn>
                              </p:par>
                            </p:childTnLst>
                          </p:cTn>
                        </p:par>
                        <p:par>
                          <p:cTn id="36" fill="hold">
                            <p:stCondLst>
                              <p:cond delay="500"/>
                            </p:stCondLst>
                            <p:childTnLst>
                              <p:par>
                                <p:cTn id="37" presetID="22" presetClass="entr" presetSubtype="1" fill="hold" grpId="0" nodeType="afterEffect">
                                  <p:stCondLst>
                                    <p:cond delay="0"/>
                                  </p:stCondLst>
                                  <p:childTnLst>
                                    <p:set>
                                      <p:cBhvr>
                                        <p:cTn id="38" dur="1" fill="hold">
                                          <p:stCondLst>
                                            <p:cond delay="0"/>
                                          </p:stCondLst>
                                        </p:cTn>
                                        <p:tgtEl>
                                          <p:spTgt spid="30"/>
                                        </p:tgtEl>
                                        <p:attrNameLst>
                                          <p:attrName>style.visibility</p:attrName>
                                        </p:attrNameLst>
                                      </p:cBhvr>
                                      <p:to>
                                        <p:strVal val="visible"/>
                                      </p:to>
                                    </p:set>
                                    <p:animEffect transition="in" filter="wipe(up)">
                                      <p:cBhvr>
                                        <p:cTn id="39" dur="500"/>
                                        <p:tgtEl>
                                          <p:spTgt spid="30"/>
                                        </p:tgtEl>
                                      </p:cBhvr>
                                    </p:animEffect>
                                  </p:childTnLst>
                                </p:cTn>
                              </p:par>
                            </p:childTnLst>
                          </p:cTn>
                        </p:par>
                      </p:childTnLst>
                    </p:cTn>
                  </p:par>
                  <p:par>
                    <p:cTn id="40" fill="hold">
                      <p:stCondLst>
                        <p:cond delay="indefinite"/>
                      </p:stCondLst>
                      <p:childTnLst>
                        <p:par>
                          <p:cTn id="41" fill="hold">
                            <p:stCondLst>
                              <p:cond delay="0"/>
                            </p:stCondLst>
                            <p:childTnLst>
                              <p:par>
                                <p:cTn id="42" presetID="6" presetClass="entr" presetSubtype="16" fill="hold" grpId="0" nodeType="clickEffect">
                                  <p:stCondLst>
                                    <p:cond delay="0"/>
                                  </p:stCondLst>
                                  <p:childTnLst>
                                    <p:set>
                                      <p:cBhvr>
                                        <p:cTn id="43" dur="1" fill="hold">
                                          <p:stCondLst>
                                            <p:cond delay="0"/>
                                          </p:stCondLst>
                                        </p:cTn>
                                        <p:tgtEl>
                                          <p:spTgt spid="43"/>
                                        </p:tgtEl>
                                        <p:attrNameLst>
                                          <p:attrName>style.visibility</p:attrName>
                                        </p:attrNameLst>
                                      </p:cBhvr>
                                      <p:to>
                                        <p:strVal val="visible"/>
                                      </p:to>
                                    </p:set>
                                    <p:animEffect transition="in" filter="circle(in)">
                                      <p:cBhvr>
                                        <p:cTn id="44" dur="1000"/>
                                        <p:tgtEl>
                                          <p:spTgt spid="43"/>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1" fill="hold" grpId="0" nodeType="clickEffect">
                                  <p:stCondLst>
                                    <p:cond delay="0"/>
                                  </p:stCondLst>
                                  <p:childTnLst>
                                    <p:set>
                                      <p:cBhvr>
                                        <p:cTn id="48" dur="1" fill="hold">
                                          <p:stCondLst>
                                            <p:cond delay="0"/>
                                          </p:stCondLst>
                                        </p:cTn>
                                        <p:tgtEl>
                                          <p:spTgt spid="46"/>
                                        </p:tgtEl>
                                        <p:attrNameLst>
                                          <p:attrName>style.visibility</p:attrName>
                                        </p:attrNameLst>
                                      </p:cBhvr>
                                      <p:to>
                                        <p:strVal val="visible"/>
                                      </p:to>
                                    </p:set>
                                    <p:animEffect transition="in" filter="wipe(up)">
                                      <p:cBhvr>
                                        <p:cTn id="49" dur="500"/>
                                        <p:tgtEl>
                                          <p:spTgt spid="46"/>
                                        </p:tgtEl>
                                      </p:cBhvr>
                                    </p:animEffect>
                                  </p:childTnLst>
                                </p:cTn>
                              </p:par>
                            </p:childTnLst>
                          </p:cTn>
                        </p:par>
                        <p:par>
                          <p:cTn id="50" fill="hold">
                            <p:stCondLst>
                              <p:cond delay="500"/>
                            </p:stCondLst>
                            <p:childTnLst>
                              <p:par>
                                <p:cTn id="51" presetID="22" presetClass="entr" presetSubtype="8" fill="hold" grpId="0" nodeType="afterEffect">
                                  <p:stCondLst>
                                    <p:cond delay="0"/>
                                  </p:stCondLst>
                                  <p:childTnLst>
                                    <p:set>
                                      <p:cBhvr>
                                        <p:cTn id="52" dur="1" fill="hold">
                                          <p:stCondLst>
                                            <p:cond delay="0"/>
                                          </p:stCondLst>
                                        </p:cTn>
                                        <p:tgtEl>
                                          <p:spTgt spid="49"/>
                                        </p:tgtEl>
                                        <p:attrNameLst>
                                          <p:attrName>style.visibility</p:attrName>
                                        </p:attrNameLst>
                                      </p:cBhvr>
                                      <p:to>
                                        <p:strVal val="visible"/>
                                      </p:to>
                                    </p:set>
                                    <p:animEffect transition="in" filter="wipe(left)">
                                      <p:cBhvr>
                                        <p:cTn id="53" dur="500"/>
                                        <p:tgtEl>
                                          <p:spTgt spid="49"/>
                                        </p:tgtEl>
                                      </p:cBhvr>
                                    </p:animEffect>
                                  </p:childTnLst>
                                </p:cTn>
                              </p:par>
                            </p:childTnLst>
                          </p:cTn>
                        </p:par>
                        <p:par>
                          <p:cTn id="54" fill="hold">
                            <p:stCondLst>
                              <p:cond delay="1000"/>
                            </p:stCondLst>
                            <p:childTnLst>
                              <p:par>
                                <p:cTn id="55" presetID="6" presetClass="entr" presetSubtype="16" fill="hold" grpId="0" nodeType="afterEffect">
                                  <p:stCondLst>
                                    <p:cond delay="0"/>
                                  </p:stCondLst>
                                  <p:childTnLst>
                                    <p:set>
                                      <p:cBhvr>
                                        <p:cTn id="56" dur="1" fill="hold">
                                          <p:stCondLst>
                                            <p:cond delay="0"/>
                                          </p:stCondLst>
                                        </p:cTn>
                                        <p:tgtEl>
                                          <p:spTgt spid="42"/>
                                        </p:tgtEl>
                                        <p:attrNameLst>
                                          <p:attrName>style.visibility</p:attrName>
                                        </p:attrNameLst>
                                      </p:cBhvr>
                                      <p:to>
                                        <p:strVal val="visible"/>
                                      </p:to>
                                    </p:set>
                                    <p:animEffect transition="in" filter="circle(in)">
                                      <p:cBhvr>
                                        <p:cTn id="57" dur="1000"/>
                                        <p:tgtEl>
                                          <p:spTgt spid="42"/>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1" fill="hold" grpId="0" nodeType="clickEffect">
                                  <p:stCondLst>
                                    <p:cond delay="0"/>
                                  </p:stCondLst>
                                  <p:childTnLst>
                                    <p:set>
                                      <p:cBhvr>
                                        <p:cTn id="61" dur="1" fill="hold">
                                          <p:stCondLst>
                                            <p:cond delay="0"/>
                                          </p:stCondLst>
                                        </p:cTn>
                                        <p:tgtEl>
                                          <p:spTgt spid="37"/>
                                        </p:tgtEl>
                                        <p:attrNameLst>
                                          <p:attrName>style.visibility</p:attrName>
                                        </p:attrNameLst>
                                      </p:cBhvr>
                                      <p:to>
                                        <p:strVal val="visible"/>
                                      </p:to>
                                    </p:set>
                                    <p:animEffect transition="in" filter="wipe(up)">
                                      <p:cBhvr>
                                        <p:cTn id="62" dur="500"/>
                                        <p:tgtEl>
                                          <p:spTgt spid="37"/>
                                        </p:tgtEl>
                                      </p:cBhvr>
                                    </p:animEffect>
                                  </p:childTnLst>
                                </p:cTn>
                              </p:par>
                              <p:par>
                                <p:cTn id="63" presetID="22" presetClass="entr" presetSubtype="1" fill="hold" grpId="0" nodeType="withEffect">
                                  <p:stCondLst>
                                    <p:cond delay="0"/>
                                  </p:stCondLst>
                                  <p:childTnLst>
                                    <p:set>
                                      <p:cBhvr>
                                        <p:cTn id="64" dur="1" fill="hold">
                                          <p:stCondLst>
                                            <p:cond delay="0"/>
                                          </p:stCondLst>
                                        </p:cTn>
                                        <p:tgtEl>
                                          <p:spTgt spid="10"/>
                                        </p:tgtEl>
                                        <p:attrNameLst>
                                          <p:attrName>style.visibility</p:attrName>
                                        </p:attrNameLst>
                                      </p:cBhvr>
                                      <p:to>
                                        <p:strVal val="visible"/>
                                      </p:to>
                                    </p:set>
                                    <p:animEffect transition="in" filter="wipe(up)">
                                      <p:cBhvr>
                                        <p:cTn id="65" dur="500"/>
                                        <p:tgtEl>
                                          <p:spTgt spid="10"/>
                                        </p:tgtEl>
                                      </p:cBhvr>
                                    </p:animEffect>
                                  </p:childTnLst>
                                </p:cTn>
                              </p:par>
                            </p:childTnLst>
                          </p:cTn>
                        </p:par>
                      </p:childTnLst>
                    </p:cTn>
                  </p:par>
                  <p:par>
                    <p:cTn id="66" fill="hold">
                      <p:stCondLst>
                        <p:cond delay="indefinite"/>
                      </p:stCondLst>
                      <p:childTnLst>
                        <p:par>
                          <p:cTn id="67" fill="hold">
                            <p:stCondLst>
                              <p:cond delay="0"/>
                            </p:stCondLst>
                            <p:childTnLst>
                              <p:par>
                                <p:cTn id="68" presetID="6" presetClass="entr" presetSubtype="16" fill="hold" grpId="0" nodeType="clickEffect">
                                  <p:stCondLst>
                                    <p:cond delay="0"/>
                                  </p:stCondLst>
                                  <p:childTnLst>
                                    <p:set>
                                      <p:cBhvr>
                                        <p:cTn id="69" dur="1" fill="hold">
                                          <p:stCondLst>
                                            <p:cond delay="0"/>
                                          </p:stCondLst>
                                        </p:cTn>
                                        <p:tgtEl>
                                          <p:spTgt spid="33"/>
                                        </p:tgtEl>
                                        <p:attrNameLst>
                                          <p:attrName>style.visibility</p:attrName>
                                        </p:attrNameLst>
                                      </p:cBhvr>
                                      <p:to>
                                        <p:strVal val="visible"/>
                                      </p:to>
                                    </p:set>
                                    <p:animEffect transition="in" filter="circle(in)">
                                      <p:cBhvr>
                                        <p:cTn id="70" dur="1000"/>
                                        <p:tgtEl>
                                          <p:spTgt spid="33"/>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9"/>
                                        </p:tgtEl>
                                        <p:attrNameLst>
                                          <p:attrName>style.visibility</p:attrName>
                                        </p:attrNameLst>
                                      </p:cBhvr>
                                      <p:to>
                                        <p:strVal val="visible"/>
                                      </p:to>
                                    </p:set>
                                    <p:animEffect transition="in" filter="wipe(left)">
                                      <p:cBhvr>
                                        <p:cTn id="75" dur="500"/>
                                        <p:tgtEl>
                                          <p:spTgt spid="9"/>
                                        </p:tgtEl>
                                      </p:cBhvr>
                                    </p:animEffect>
                                  </p:childTnLst>
                                </p:cTn>
                              </p:par>
                              <p:par>
                                <p:cTn id="76" presetID="22" presetClass="entr" presetSubtype="8" fill="hold" grpId="0" nodeType="withEffect">
                                  <p:stCondLst>
                                    <p:cond delay="0"/>
                                  </p:stCondLst>
                                  <p:childTnLst>
                                    <p:set>
                                      <p:cBhvr>
                                        <p:cTn id="77" dur="1" fill="hold">
                                          <p:stCondLst>
                                            <p:cond delay="0"/>
                                          </p:stCondLst>
                                        </p:cTn>
                                        <p:tgtEl>
                                          <p:spTgt spid="34"/>
                                        </p:tgtEl>
                                        <p:attrNameLst>
                                          <p:attrName>style.visibility</p:attrName>
                                        </p:attrNameLst>
                                      </p:cBhvr>
                                      <p:to>
                                        <p:strVal val="visible"/>
                                      </p:to>
                                    </p:set>
                                    <p:animEffect transition="in" filter="wipe(left)">
                                      <p:cBhvr>
                                        <p:cTn id="78" dur="500"/>
                                        <p:tgtEl>
                                          <p:spTgt spid="34"/>
                                        </p:tgtEl>
                                      </p:cBhvr>
                                    </p:animEffect>
                                  </p:childTnLst>
                                </p:cTn>
                              </p:par>
                            </p:childTnLst>
                          </p:cTn>
                        </p:par>
                        <p:par>
                          <p:cTn id="79" fill="hold">
                            <p:stCondLst>
                              <p:cond delay="500"/>
                            </p:stCondLst>
                            <p:childTnLst>
                              <p:par>
                                <p:cTn id="80" presetID="22" presetClass="entr" presetSubtype="1" fill="hold" grpId="0" nodeType="afterEffect">
                                  <p:stCondLst>
                                    <p:cond delay="0"/>
                                  </p:stCondLst>
                                  <p:childTnLst>
                                    <p:set>
                                      <p:cBhvr>
                                        <p:cTn id="81" dur="1" fill="hold">
                                          <p:stCondLst>
                                            <p:cond delay="0"/>
                                          </p:stCondLst>
                                        </p:cTn>
                                        <p:tgtEl>
                                          <p:spTgt spid="36"/>
                                        </p:tgtEl>
                                        <p:attrNameLst>
                                          <p:attrName>style.visibility</p:attrName>
                                        </p:attrNameLst>
                                      </p:cBhvr>
                                      <p:to>
                                        <p:strVal val="visible"/>
                                      </p:to>
                                    </p:set>
                                    <p:animEffect transition="in" filter="wipe(up)">
                                      <p:cBhvr>
                                        <p:cTn id="82" dur="500"/>
                                        <p:tgtEl>
                                          <p:spTgt spid="36"/>
                                        </p:tgtEl>
                                      </p:cBhvr>
                                    </p:animEffect>
                                  </p:childTnLst>
                                </p:cTn>
                              </p:par>
                            </p:childTnLst>
                          </p:cTn>
                        </p:par>
                      </p:childTnLst>
                    </p:cTn>
                  </p:par>
                  <p:par>
                    <p:cTn id="83" fill="hold">
                      <p:stCondLst>
                        <p:cond delay="indefinite"/>
                      </p:stCondLst>
                      <p:childTnLst>
                        <p:par>
                          <p:cTn id="84" fill="hold">
                            <p:stCondLst>
                              <p:cond delay="0"/>
                            </p:stCondLst>
                            <p:childTnLst>
                              <p:par>
                                <p:cTn id="85" presetID="6" presetClass="entr" presetSubtype="16" fill="hold" grpId="0" nodeType="clickEffect">
                                  <p:stCondLst>
                                    <p:cond delay="0"/>
                                  </p:stCondLst>
                                  <p:childTnLst>
                                    <p:set>
                                      <p:cBhvr>
                                        <p:cTn id="86" dur="1" fill="hold">
                                          <p:stCondLst>
                                            <p:cond delay="0"/>
                                          </p:stCondLst>
                                        </p:cTn>
                                        <p:tgtEl>
                                          <p:spTgt spid="41"/>
                                        </p:tgtEl>
                                        <p:attrNameLst>
                                          <p:attrName>style.visibility</p:attrName>
                                        </p:attrNameLst>
                                      </p:cBhvr>
                                      <p:to>
                                        <p:strVal val="visible"/>
                                      </p:to>
                                    </p:set>
                                    <p:animEffect transition="in" filter="circle(in)">
                                      <p:cBhvr>
                                        <p:cTn id="87" dur="1000"/>
                                        <p:tgtEl>
                                          <p:spTgt spid="41"/>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1" fill="hold" grpId="0" nodeType="clickEffect">
                                  <p:stCondLst>
                                    <p:cond delay="0"/>
                                  </p:stCondLst>
                                  <p:childTnLst>
                                    <p:set>
                                      <p:cBhvr>
                                        <p:cTn id="91" dur="1" fill="hold">
                                          <p:stCondLst>
                                            <p:cond delay="0"/>
                                          </p:stCondLst>
                                        </p:cTn>
                                        <p:tgtEl>
                                          <p:spTgt spid="45"/>
                                        </p:tgtEl>
                                        <p:attrNameLst>
                                          <p:attrName>style.visibility</p:attrName>
                                        </p:attrNameLst>
                                      </p:cBhvr>
                                      <p:to>
                                        <p:strVal val="visible"/>
                                      </p:to>
                                    </p:set>
                                    <p:animEffect transition="in" filter="wipe(up)">
                                      <p:cBhvr>
                                        <p:cTn id="92" dur="500"/>
                                        <p:tgtEl>
                                          <p:spTgt spid="45"/>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1" fill="hold" grpId="0" nodeType="clickEffect">
                                  <p:stCondLst>
                                    <p:cond delay="0"/>
                                  </p:stCondLst>
                                  <p:childTnLst>
                                    <p:set>
                                      <p:cBhvr>
                                        <p:cTn id="96" dur="1" fill="hold">
                                          <p:stCondLst>
                                            <p:cond delay="0"/>
                                          </p:stCondLst>
                                        </p:cTn>
                                        <p:tgtEl>
                                          <p:spTgt spid="13"/>
                                        </p:tgtEl>
                                        <p:attrNameLst>
                                          <p:attrName>style.visibility</p:attrName>
                                        </p:attrNameLst>
                                      </p:cBhvr>
                                      <p:to>
                                        <p:strVal val="visible"/>
                                      </p:to>
                                    </p:set>
                                    <p:animEffect transition="in" filter="wipe(up)">
                                      <p:cBhvr>
                                        <p:cTn id="97" dur="500"/>
                                        <p:tgtEl>
                                          <p:spTgt spid="13"/>
                                        </p:tgtEl>
                                      </p:cBhvr>
                                    </p:animEffect>
                                  </p:childTnLst>
                                </p:cTn>
                              </p:par>
                              <p:par>
                                <p:cTn id="98" presetID="22" presetClass="entr" presetSubtype="1" fill="hold" grpId="0" nodeType="withEffect">
                                  <p:stCondLst>
                                    <p:cond delay="0"/>
                                  </p:stCondLst>
                                  <p:childTnLst>
                                    <p:set>
                                      <p:cBhvr>
                                        <p:cTn id="99" dur="1" fill="hold">
                                          <p:stCondLst>
                                            <p:cond delay="0"/>
                                          </p:stCondLst>
                                        </p:cTn>
                                        <p:tgtEl>
                                          <p:spTgt spid="11"/>
                                        </p:tgtEl>
                                        <p:attrNameLst>
                                          <p:attrName>style.visibility</p:attrName>
                                        </p:attrNameLst>
                                      </p:cBhvr>
                                      <p:to>
                                        <p:strVal val="visible"/>
                                      </p:to>
                                    </p:set>
                                    <p:animEffect transition="in" filter="wipe(up)">
                                      <p:cBhvr>
                                        <p:cTn id="100" dur="500"/>
                                        <p:tgtEl>
                                          <p:spTgt spid="11"/>
                                        </p:tgtEl>
                                      </p:cBhvr>
                                    </p:animEffect>
                                  </p:childTnLst>
                                </p:cTn>
                              </p:par>
                            </p:childTnLst>
                          </p:cTn>
                        </p:par>
                      </p:childTnLst>
                    </p:cTn>
                  </p:par>
                  <p:par>
                    <p:cTn id="101" fill="hold">
                      <p:stCondLst>
                        <p:cond delay="indefinite"/>
                      </p:stCondLst>
                      <p:childTnLst>
                        <p:par>
                          <p:cTn id="102" fill="hold">
                            <p:stCondLst>
                              <p:cond delay="0"/>
                            </p:stCondLst>
                            <p:childTnLst>
                              <p:par>
                                <p:cTn id="103" presetID="6" presetClass="entr" presetSubtype="16" fill="hold" grpId="0" nodeType="clickEffect">
                                  <p:stCondLst>
                                    <p:cond delay="0"/>
                                  </p:stCondLst>
                                  <p:childTnLst>
                                    <p:set>
                                      <p:cBhvr>
                                        <p:cTn id="104" dur="1" fill="hold">
                                          <p:stCondLst>
                                            <p:cond delay="0"/>
                                          </p:stCondLst>
                                        </p:cTn>
                                        <p:tgtEl>
                                          <p:spTgt spid="26"/>
                                        </p:tgtEl>
                                        <p:attrNameLst>
                                          <p:attrName>style.visibility</p:attrName>
                                        </p:attrNameLst>
                                      </p:cBhvr>
                                      <p:to>
                                        <p:strVal val="visible"/>
                                      </p:to>
                                    </p:set>
                                    <p:animEffect transition="in" filter="circle(in)">
                                      <p:cBhvr>
                                        <p:cTn id="105" dur="1000"/>
                                        <p:tgtEl>
                                          <p:spTgt spid="26"/>
                                        </p:tgtEl>
                                      </p:cBhvr>
                                    </p:animEffect>
                                  </p:childTnLst>
                                </p:cTn>
                              </p:par>
                            </p:childTnLst>
                          </p:cTn>
                        </p:par>
                      </p:childTnLst>
                    </p:cTn>
                  </p:par>
                  <p:par>
                    <p:cTn id="106" fill="hold">
                      <p:stCondLst>
                        <p:cond delay="indefinite"/>
                      </p:stCondLst>
                      <p:childTnLst>
                        <p:par>
                          <p:cTn id="107" fill="hold">
                            <p:stCondLst>
                              <p:cond delay="0"/>
                            </p:stCondLst>
                            <p:childTnLst>
                              <p:par>
                                <p:cTn id="108" presetID="22" presetClass="entr" presetSubtype="1" fill="hold" grpId="0" nodeType="clickEffect">
                                  <p:stCondLst>
                                    <p:cond delay="0"/>
                                  </p:stCondLst>
                                  <p:childTnLst>
                                    <p:set>
                                      <p:cBhvr>
                                        <p:cTn id="109" dur="1" fill="hold">
                                          <p:stCondLst>
                                            <p:cond delay="0"/>
                                          </p:stCondLst>
                                        </p:cTn>
                                        <p:tgtEl>
                                          <p:spTgt spid="7"/>
                                        </p:tgtEl>
                                        <p:attrNameLst>
                                          <p:attrName>style.visibility</p:attrName>
                                        </p:attrNameLst>
                                      </p:cBhvr>
                                      <p:to>
                                        <p:strVal val="visible"/>
                                      </p:to>
                                    </p:set>
                                    <p:animEffect transition="in" filter="wipe(up)">
                                      <p:cBhvr>
                                        <p:cTn id="110" dur="500"/>
                                        <p:tgtEl>
                                          <p:spTgt spid="7"/>
                                        </p:tgtEl>
                                      </p:cBhvr>
                                    </p:animEffect>
                                  </p:childTnLst>
                                </p:cTn>
                              </p:par>
                            </p:childTnLst>
                          </p:cTn>
                        </p:par>
                      </p:childTnLst>
                    </p:cTn>
                  </p:par>
                  <p:par>
                    <p:cTn id="111" fill="hold">
                      <p:stCondLst>
                        <p:cond delay="indefinite"/>
                      </p:stCondLst>
                      <p:childTnLst>
                        <p:par>
                          <p:cTn id="112" fill="hold">
                            <p:stCondLst>
                              <p:cond delay="0"/>
                            </p:stCondLst>
                            <p:childTnLst>
                              <p:par>
                                <p:cTn id="113" presetID="6" presetClass="entr" presetSubtype="16" fill="hold" grpId="0" nodeType="clickEffect">
                                  <p:stCondLst>
                                    <p:cond delay="0"/>
                                  </p:stCondLst>
                                  <p:childTnLst>
                                    <p:set>
                                      <p:cBhvr>
                                        <p:cTn id="114" dur="1" fill="hold">
                                          <p:stCondLst>
                                            <p:cond delay="0"/>
                                          </p:stCondLst>
                                        </p:cTn>
                                        <p:tgtEl>
                                          <p:spTgt spid="27"/>
                                        </p:tgtEl>
                                        <p:attrNameLst>
                                          <p:attrName>style.visibility</p:attrName>
                                        </p:attrNameLst>
                                      </p:cBhvr>
                                      <p:to>
                                        <p:strVal val="visible"/>
                                      </p:to>
                                    </p:set>
                                    <p:animEffect transition="in" filter="circle(in)">
                                      <p:cBhvr>
                                        <p:cTn id="115" dur="1000"/>
                                        <p:tgtEl>
                                          <p:spTgt spid="27"/>
                                        </p:tgtEl>
                                      </p:cBhvr>
                                    </p:animEffect>
                                  </p:childTnLst>
                                </p:cTn>
                              </p:par>
                            </p:childTnLst>
                          </p:cTn>
                        </p:par>
                      </p:childTnLst>
                    </p:cTn>
                  </p:par>
                  <p:par>
                    <p:cTn id="116" fill="hold">
                      <p:stCondLst>
                        <p:cond delay="indefinite"/>
                      </p:stCondLst>
                      <p:childTnLst>
                        <p:par>
                          <p:cTn id="117" fill="hold">
                            <p:stCondLst>
                              <p:cond delay="0"/>
                            </p:stCondLst>
                            <p:childTnLst>
                              <p:par>
                                <p:cTn id="118" presetID="22" presetClass="entr" presetSubtype="8" fill="hold" grpId="0" nodeType="clickEffect">
                                  <p:stCondLst>
                                    <p:cond delay="0"/>
                                  </p:stCondLst>
                                  <p:childTnLst>
                                    <p:set>
                                      <p:cBhvr>
                                        <p:cTn id="119" dur="1" fill="hold">
                                          <p:stCondLst>
                                            <p:cond delay="0"/>
                                          </p:stCondLst>
                                        </p:cTn>
                                        <p:tgtEl>
                                          <p:spTgt spid="12"/>
                                        </p:tgtEl>
                                        <p:attrNameLst>
                                          <p:attrName>style.visibility</p:attrName>
                                        </p:attrNameLst>
                                      </p:cBhvr>
                                      <p:to>
                                        <p:strVal val="visible"/>
                                      </p:to>
                                    </p:set>
                                    <p:animEffect transition="in" filter="wipe(left)">
                                      <p:cBhvr>
                                        <p:cTn id="120" dur="500"/>
                                        <p:tgtEl>
                                          <p:spTgt spid="12"/>
                                        </p:tgtEl>
                                      </p:cBhvr>
                                    </p:animEffect>
                                  </p:childTnLst>
                                </p:cTn>
                              </p:par>
                              <p:par>
                                <p:cTn id="121" presetID="22" presetClass="entr" presetSubtype="8" fill="hold" grpId="0" nodeType="withEffect">
                                  <p:stCondLst>
                                    <p:cond delay="0"/>
                                  </p:stCondLst>
                                  <p:childTnLst>
                                    <p:set>
                                      <p:cBhvr>
                                        <p:cTn id="122" dur="1" fill="hold">
                                          <p:stCondLst>
                                            <p:cond delay="0"/>
                                          </p:stCondLst>
                                        </p:cTn>
                                        <p:tgtEl>
                                          <p:spTgt spid="21"/>
                                        </p:tgtEl>
                                        <p:attrNameLst>
                                          <p:attrName>style.visibility</p:attrName>
                                        </p:attrNameLst>
                                      </p:cBhvr>
                                      <p:to>
                                        <p:strVal val="visible"/>
                                      </p:to>
                                    </p:set>
                                    <p:animEffect transition="in" filter="wipe(left)">
                                      <p:cBhvr>
                                        <p:cTn id="123" dur="500"/>
                                        <p:tgtEl>
                                          <p:spTgt spid="21"/>
                                        </p:tgtEl>
                                      </p:cBhvr>
                                    </p:animEffect>
                                  </p:childTnLst>
                                </p:cTn>
                              </p:par>
                            </p:childTnLst>
                          </p:cTn>
                        </p:par>
                      </p:childTnLst>
                    </p:cTn>
                  </p:par>
                  <p:par>
                    <p:cTn id="124" fill="hold">
                      <p:stCondLst>
                        <p:cond delay="indefinite"/>
                      </p:stCondLst>
                      <p:childTnLst>
                        <p:par>
                          <p:cTn id="125" fill="hold">
                            <p:stCondLst>
                              <p:cond delay="0"/>
                            </p:stCondLst>
                            <p:childTnLst>
                              <p:par>
                                <p:cTn id="126" presetID="22" presetClass="entr" presetSubtype="1" fill="hold" grpId="0" nodeType="clickEffect">
                                  <p:stCondLst>
                                    <p:cond delay="0"/>
                                  </p:stCondLst>
                                  <p:childTnLst>
                                    <p:set>
                                      <p:cBhvr>
                                        <p:cTn id="127" dur="1" fill="hold">
                                          <p:stCondLst>
                                            <p:cond delay="0"/>
                                          </p:stCondLst>
                                        </p:cTn>
                                        <p:tgtEl>
                                          <p:spTgt spid="38"/>
                                        </p:tgtEl>
                                        <p:attrNameLst>
                                          <p:attrName>style.visibility</p:attrName>
                                        </p:attrNameLst>
                                      </p:cBhvr>
                                      <p:to>
                                        <p:strVal val="visible"/>
                                      </p:to>
                                    </p:set>
                                    <p:animEffect transition="in" filter="wipe(up)">
                                      <p:cBhvr>
                                        <p:cTn id="128" dur="500"/>
                                        <p:tgtEl>
                                          <p:spTgt spid="38"/>
                                        </p:tgtEl>
                                      </p:cBhvr>
                                    </p:animEffect>
                                  </p:childTnLst>
                                </p:cTn>
                              </p:par>
                              <p:par>
                                <p:cTn id="129" presetID="22" presetClass="entr" presetSubtype="1" fill="hold" grpId="0" nodeType="withEffect">
                                  <p:stCondLst>
                                    <p:cond delay="0"/>
                                  </p:stCondLst>
                                  <p:childTnLst>
                                    <p:set>
                                      <p:cBhvr>
                                        <p:cTn id="130" dur="1" fill="hold">
                                          <p:stCondLst>
                                            <p:cond delay="0"/>
                                          </p:stCondLst>
                                        </p:cTn>
                                        <p:tgtEl>
                                          <p:spTgt spid="14"/>
                                        </p:tgtEl>
                                        <p:attrNameLst>
                                          <p:attrName>style.visibility</p:attrName>
                                        </p:attrNameLst>
                                      </p:cBhvr>
                                      <p:to>
                                        <p:strVal val="visible"/>
                                      </p:to>
                                    </p:set>
                                    <p:animEffect transition="in" filter="wipe(up)">
                                      <p:cBhvr>
                                        <p:cTn id="131" dur="500"/>
                                        <p:tgtEl>
                                          <p:spTgt spid="14"/>
                                        </p:tgtEl>
                                      </p:cBhvr>
                                    </p:animEffect>
                                  </p:childTnLst>
                                </p:cTn>
                              </p:par>
                            </p:childTnLst>
                          </p:cTn>
                        </p:par>
                      </p:childTnLst>
                    </p:cTn>
                  </p:par>
                  <p:par>
                    <p:cTn id="132" fill="hold">
                      <p:stCondLst>
                        <p:cond delay="indefinite"/>
                      </p:stCondLst>
                      <p:childTnLst>
                        <p:par>
                          <p:cTn id="133" fill="hold">
                            <p:stCondLst>
                              <p:cond delay="0"/>
                            </p:stCondLst>
                            <p:childTnLst>
                              <p:par>
                                <p:cTn id="134" presetID="6" presetClass="entr" presetSubtype="16" fill="hold" grpId="0" nodeType="clickEffect">
                                  <p:stCondLst>
                                    <p:cond delay="0"/>
                                  </p:stCondLst>
                                  <p:childTnLst>
                                    <p:set>
                                      <p:cBhvr>
                                        <p:cTn id="135" dur="1" fill="hold">
                                          <p:stCondLst>
                                            <p:cond delay="0"/>
                                          </p:stCondLst>
                                        </p:cTn>
                                        <p:tgtEl>
                                          <p:spTgt spid="29"/>
                                        </p:tgtEl>
                                        <p:attrNameLst>
                                          <p:attrName>style.visibility</p:attrName>
                                        </p:attrNameLst>
                                      </p:cBhvr>
                                      <p:to>
                                        <p:strVal val="visible"/>
                                      </p:to>
                                    </p:set>
                                    <p:animEffect transition="in" filter="circle(in)">
                                      <p:cBhvr>
                                        <p:cTn id="136" dur="1000"/>
                                        <p:tgtEl>
                                          <p:spTgt spid="29"/>
                                        </p:tgtEl>
                                      </p:cBhvr>
                                    </p:animEffect>
                                  </p:childTnLst>
                                </p:cTn>
                              </p:par>
                            </p:childTnLst>
                          </p:cTn>
                        </p:par>
                      </p:childTnLst>
                    </p:cTn>
                  </p:par>
                  <p:par>
                    <p:cTn id="137" fill="hold">
                      <p:stCondLst>
                        <p:cond delay="indefinite"/>
                      </p:stCondLst>
                      <p:childTnLst>
                        <p:par>
                          <p:cTn id="138" fill="hold">
                            <p:stCondLst>
                              <p:cond delay="0"/>
                            </p:stCondLst>
                            <p:childTnLst>
                              <p:par>
                                <p:cTn id="139" presetID="22" presetClass="entr" presetSubtype="2" fill="hold" grpId="0" nodeType="clickEffect">
                                  <p:stCondLst>
                                    <p:cond delay="0"/>
                                  </p:stCondLst>
                                  <p:childTnLst>
                                    <p:set>
                                      <p:cBhvr>
                                        <p:cTn id="140" dur="1" fill="hold">
                                          <p:stCondLst>
                                            <p:cond delay="0"/>
                                          </p:stCondLst>
                                        </p:cTn>
                                        <p:tgtEl>
                                          <p:spTgt spid="17"/>
                                        </p:tgtEl>
                                        <p:attrNameLst>
                                          <p:attrName>style.visibility</p:attrName>
                                        </p:attrNameLst>
                                      </p:cBhvr>
                                      <p:to>
                                        <p:strVal val="visible"/>
                                      </p:to>
                                    </p:set>
                                    <p:animEffect transition="in" filter="wipe(right)">
                                      <p:cBhvr>
                                        <p:cTn id="141" dur="500"/>
                                        <p:tgtEl>
                                          <p:spTgt spid="17"/>
                                        </p:tgtEl>
                                      </p:cBhvr>
                                    </p:animEffect>
                                  </p:childTnLst>
                                </p:cTn>
                              </p:par>
                              <p:par>
                                <p:cTn id="142" presetID="22" presetClass="entr" presetSubtype="2" fill="hold" grpId="0" nodeType="withEffect">
                                  <p:stCondLst>
                                    <p:cond delay="0"/>
                                  </p:stCondLst>
                                  <p:childTnLst>
                                    <p:set>
                                      <p:cBhvr>
                                        <p:cTn id="143" dur="1" fill="hold">
                                          <p:stCondLst>
                                            <p:cond delay="0"/>
                                          </p:stCondLst>
                                        </p:cTn>
                                        <p:tgtEl>
                                          <p:spTgt spid="16"/>
                                        </p:tgtEl>
                                        <p:attrNameLst>
                                          <p:attrName>style.visibility</p:attrName>
                                        </p:attrNameLst>
                                      </p:cBhvr>
                                      <p:to>
                                        <p:strVal val="visible"/>
                                      </p:to>
                                    </p:set>
                                    <p:animEffect transition="in" filter="wipe(right)">
                                      <p:cBhvr>
                                        <p:cTn id="144" dur="500"/>
                                        <p:tgtEl>
                                          <p:spTgt spid="16"/>
                                        </p:tgtEl>
                                      </p:cBhvr>
                                    </p:animEffect>
                                  </p:childTnLst>
                                </p:cTn>
                              </p:par>
                            </p:childTnLst>
                          </p:cTn>
                        </p:par>
                      </p:childTnLst>
                    </p:cTn>
                  </p:par>
                  <p:par>
                    <p:cTn id="145" fill="hold">
                      <p:stCondLst>
                        <p:cond delay="indefinite"/>
                      </p:stCondLst>
                      <p:childTnLst>
                        <p:par>
                          <p:cTn id="146" fill="hold">
                            <p:stCondLst>
                              <p:cond delay="0"/>
                            </p:stCondLst>
                            <p:childTnLst>
                              <p:par>
                                <p:cTn id="147" presetID="6" presetClass="entr" presetSubtype="16" fill="hold" grpId="0" nodeType="clickEffect">
                                  <p:stCondLst>
                                    <p:cond delay="0"/>
                                  </p:stCondLst>
                                  <p:childTnLst>
                                    <p:set>
                                      <p:cBhvr>
                                        <p:cTn id="148" dur="1" fill="hold">
                                          <p:stCondLst>
                                            <p:cond delay="0"/>
                                          </p:stCondLst>
                                        </p:cTn>
                                        <p:tgtEl>
                                          <p:spTgt spid="28"/>
                                        </p:tgtEl>
                                        <p:attrNameLst>
                                          <p:attrName>style.visibility</p:attrName>
                                        </p:attrNameLst>
                                      </p:cBhvr>
                                      <p:to>
                                        <p:strVal val="visible"/>
                                      </p:to>
                                    </p:set>
                                    <p:animEffect transition="in" filter="circle(in)">
                                      <p:cBhvr>
                                        <p:cTn id="149" dur="1000"/>
                                        <p:tgtEl>
                                          <p:spTgt spid="28"/>
                                        </p:tgtEl>
                                      </p:cBhvr>
                                    </p:animEffect>
                                  </p:childTnLst>
                                </p:cTn>
                              </p:par>
                            </p:childTnLst>
                          </p:cTn>
                        </p:par>
                      </p:childTnLst>
                    </p:cTn>
                  </p:par>
                  <p:par>
                    <p:cTn id="150" fill="hold">
                      <p:stCondLst>
                        <p:cond delay="indefinite"/>
                      </p:stCondLst>
                      <p:childTnLst>
                        <p:par>
                          <p:cTn id="151" fill="hold">
                            <p:stCondLst>
                              <p:cond delay="0"/>
                            </p:stCondLst>
                            <p:childTnLst>
                              <p:par>
                                <p:cTn id="152" presetID="22" presetClass="entr" presetSubtype="4" fill="hold" grpId="0" nodeType="clickEffect">
                                  <p:stCondLst>
                                    <p:cond delay="0"/>
                                  </p:stCondLst>
                                  <p:childTnLst>
                                    <p:set>
                                      <p:cBhvr>
                                        <p:cTn id="153" dur="1" fill="hold">
                                          <p:stCondLst>
                                            <p:cond delay="0"/>
                                          </p:stCondLst>
                                        </p:cTn>
                                        <p:tgtEl>
                                          <p:spTgt spid="19"/>
                                        </p:tgtEl>
                                        <p:attrNameLst>
                                          <p:attrName>style.visibility</p:attrName>
                                        </p:attrNameLst>
                                      </p:cBhvr>
                                      <p:to>
                                        <p:strVal val="visible"/>
                                      </p:to>
                                    </p:set>
                                    <p:animEffect transition="in" filter="wipe(down)">
                                      <p:cBhvr>
                                        <p:cTn id="154" dur="500"/>
                                        <p:tgtEl>
                                          <p:spTgt spid="19"/>
                                        </p:tgtEl>
                                      </p:cBhvr>
                                    </p:animEffect>
                                  </p:childTnLst>
                                </p:cTn>
                              </p:par>
                            </p:childTnLst>
                          </p:cTn>
                        </p:par>
                        <p:par>
                          <p:cTn id="155" fill="hold">
                            <p:stCondLst>
                              <p:cond delay="500"/>
                            </p:stCondLst>
                            <p:childTnLst>
                              <p:par>
                                <p:cTn id="156" presetID="22" presetClass="entr" presetSubtype="8" fill="hold" grpId="0" nodeType="afterEffect">
                                  <p:stCondLst>
                                    <p:cond delay="0"/>
                                  </p:stCondLst>
                                  <p:childTnLst>
                                    <p:set>
                                      <p:cBhvr>
                                        <p:cTn id="157" dur="1" fill="hold">
                                          <p:stCondLst>
                                            <p:cond delay="0"/>
                                          </p:stCondLst>
                                        </p:cTn>
                                        <p:tgtEl>
                                          <p:spTgt spid="32"/>
                                        </p:tgtEl>
                                        <p:attrNameLst>
                                          <p:attrName>style.visibility</p:attrName>
                                        </p:attrNameLst>
                                      </p:cBhvr>
                                      <p:to>
                                        <p:strVal val="visible"/>
                                      </p:to>
                                    </p:set>
                                    <p:animEffect transition="in" filter="wipe(left)">
                                      <p:cBhvr>
                                        <p:cTn id="158" dur="500"/>
                                        <p:tgtEl>
                                          <p:spTgt spid="32"/>
                                        </p:tgtEl>
                                      </p:cBhvr>
                                    </p:animEffect>
                                  </p:childTnLst>
                                </p:cTn>
                              </p:par>
                            </p:childTnLst>
                          </p:cTn>
                        </p:par>
                      </p:childTnLst>
                    </p:cTn>
                  </p:par>
                  <p:par>
                    <p:cTn id="159" fill="hold">
                      <p:stCondLst>
                        <p:cond delay="indefinite"/>
                      </p:stCondLst>
                      <p:childTnLst>
                        <p:par>
                          <p:cTn id="160" fill="hold">
                            <p:stCondLst>
                              <p:cond delay="0"/>
                            </p:stCondLst>
                            <p:childTnLst>
                              <p:par>
                                <p:cTn id="161" presetID="22" presetClass="entr" presetSubtype="1" fill="hold" grpId="0" nodeType="clickEffect">
                                  <p:stCondLst>
                                    <p:cond delay="0"/>
                                  </p:stCondLst>
                                  <p:childTnLst>
                                    <p:set>
                                      <p:cBhvr>
                                        <p:cTn id="162" dur="1" fill="hold">
                                          <p:stCondLst>
                                            <p:cond delay="0"/>
                                          </p:stCondLst>
                                        </p:cTn>
                                        <p:tgtEl>
                                          <p:spTgt spid="44"/>
                                        </p:tgtEl>
                                        <p:attrNameLst>
                                          <p:attrName>style.visibility</p:attrName>
                                        </p:attrNameLst>
                                      </p:cBhvr>
                                      <p:to>
                                        <p:strVal val="visible"/>
                                      </p:to>
                                    </p:set>
                                    <p:animEffect transition="in" filter="wipe(up)">
                                      <p:cBhvr>
                                        <p:cTn id="163" dur="500"/>
                                        <p:tgtEl>
                                          <p:spTgt spid="44"/>
                                        </p:tgtEl>
                                      </p:cBhvr>
                                    </p:animEffect>
                                  </p:childTnLst>
                                </p:cTn>
                              </p:par>
                              <p:par>
                                <p:cTn id="164" presetID="22" presetClass="entr" presetSubtype="1" fill="hold" grpId="0" nodeType="withEffect">
                                  <p:stCondLst>
                                    <p:cond delay="0"/>
                                  </p:stCondLst>
                                  <p:childTnLst>
                                    <p:set>
                                      <p:cBhvr>
                                        <p:cTn id="165" dur="1" fill="hold">
                                          <p:stCondLst>
                                            <p:cond delay="0"/>
                                          </p:stCondLst>
                                        </p:cTn>
                                        <p:tgtEl>
                                          <p:spTgt spid="15"/>
                                        </p:tgtEl>
                                        <p:attrNameLst>
                                          <p:attrName>style.visibility</p:attrName>
                                        </p:attrNameLst>
                                      </p:cBhvr>
                                      <p:to>
                                        <p:strVal val="visible"/>
                                      </p:to>
                                    </p:set>
                                    <p:animEffect transition="in" filter="wipe(up)">
                                      <p:cBhvr>
                                        <p:cTn id="166" dur="500"/>
                                        <p:tgtEl>
                                          <p:spTgt spid="15"/>
                                        </p:tgtEl>
                                      </p:cBhvr>
                                    </p:animEffect>
                                  </p:childTnLst>
                                </p:cTn>
                              </p:par>
                            </p:childTnLst>
                          </p:cTn>
                        </p:par>
                        <p:par>
                          <p:cTn id="167" fill="hold">
                            <p:stCondLst>
                              <p:cond delay="500"/>
                            </p:stCondLst>
                            <p:childTnLst>
                              <p:par>
                                <p:cTn id="168" presetID="22" presetClass="entr" presetSubtype="2" fill="hold" grpId="0" nodeType="afterEffect">
                                  <p:stCondLst>
                                    <p:cond delay="0"/>
                                  </p:stCondLst>
                                  <p:childTnLst>
                                    <p:set>
                                      <p:cBhvr>
                                        <p:cTn id="169" dur="1" fill="hold">
                                          <p:stCondLst>
                                            <p:cond delay="0"/>
                                          </p:stCondLst>
                                        </p:cTn>
                                        <p:tgtEl>
                                          <p:spTgt spid="20"/>
                                        </p:tgtEl>
                                        <p:attrNameLst>
                                          <p:attrName>style.visibility</p:attrName>
                                        </p:attrNameLst>
                                      </p:cBhvr>
                                      <p:to>
                                        <p:strVal val="visible"/>
                                      </p:to>
                                    </p:set>
                                    <p:animEffect transition="in" filter="wipe(right)">
                                      <p:cBhvr>
                                        <p:cTn id="170"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animBg="1"/>
      <p:bldP spid="17" grpId="0" animBg="1"/>
      <p:bldP spid="19" grpId="0" animBg="1"/>
      <p:bldP spid="20" grpId="0" animBg="1"/>
      <p:bldP spid="21" grpId="0" animBg="1"/>
      <p:bldP spid="22" grpId="0" animBg="1"/>
      <p:bldP spid="23" grpId="0" animBg="1"/>
      <p:bldP spid="24" grpId="0" animBg="1"/>
      <p:bldP spid="26" grpId="0" animBg="1"/>
      <p:bldP spid="27" grpId="0" animBg="1"/>
      <p:bldP spid="28" grpId="0" animBg="1"/>
      <p:bldP spid="29" grpId="0" animBg="1"/>
      <p:bldP spid="30" grpId="0" animBg="1"/>
      <p:bldP spid="31" grpId="0" animBg="1"/>
      <p:bldP spid="32" grpId="0" animBg="1"/>
      <p:bldP spid="33" grpId="0" animBg="1"/>
      <p:bldP spid="34" grpId="0" animBg="1"/>
      <p:bldP spid="36" grpId="0" animBg="1"/>
      <p:bldP spid="37" grpId="0" animBg="1"/>
      <p:bldP spid="38" grpId="0" animBg="1"/>
      <p:bldP spid="9" grpId="0"/>
      <p:bldP spid="10" grpId="0"/>
      <p:bldP spid="11" grpId="0"/>
      <p:bldP spid="12" grpId="0"/>
      <p:bldP spid="13" grpId="0" animBg="1"/>
      <p:bldP spid="14" grpId="0"/>
      <p:bldP spid="15" grpId="0"/>
      <p:bldP spid="16" grpId="0"/>
      <p:bldP spid="39" grpId="0" animBg="1"/>
      <p:bldP spid="40" grpId="0" animBg="1"/>
      <p:bldP spid="41" grpId="0" animBg="1"/>
      <p:bldP spid="42" grpId="0" animBg="1"/>
      <p:bldP spid="43" grpId="0" animBg="1"/>
      <p:bldP spid="44" grpId="0" animBg="1"/>
      <p:bldP spid="45" grpId="0" animBg="1"/>
      <p:bldP spid="46" grpId="0" animBg="1"/>
      <p:bldP spid="4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Ví dụ về thuật toán (tt)</a:t>
            </a:r>
            <a:endParaRPr lang="vi-VN"/>
          </a:p>
        </p:txBody>
      </p:sp>
      <p:sp>
        <p:nvSpPr>
          <p:cNvPr id="5" name="Content Placeholder 4"/>
          <p:cNvSpPr>
            <a:spLocks noGrp="1"/>
          </p:cNvSpPr>
          <p:nvPr>
            <p:ph idx="1"/>
          </p:nvPr>
        </p:nvSpPr>
        <p:spPr>
          <a:xfrm>
            <a:off x="779125" y="3789040"/>
            <a:ext cx="7924800" cy="2175520"/>
          </a:xfrm>
        </p:spPr>
        <p:txBody>
          <a:bodyPr/>
          <a:lstStyle/>
          <a:p>
            <a:r>
              <a:rPr lang="en-US"/>
              <a:t>Ý tưởng: </a:t>
            </a:r>
          </a:p>
          <a:p>
            <a:pPr lvl="1"/>
            <a:r>
              <a:rPr lang="en-US"/>
              <a:t>Lần lượt so sánh các giá trị của dãy với k:</a:t>
            </a:r>
          </a:p>
          <a:p>
            <a:pPr lvl="2"/>
            <a:r>
              <a:rPr lang="en-US"/>
              <a:t>Nếu có giá trị a</a:t>
            </a:r>
            <a:r>
              <a:rPr lang="en-US" baseline="-25000"/>
              <a:t>i</a:t>
            </a:r>
            <a:r>
              <a:rPr lang="en-US"/>
              <a:t>=k thì đưa ra i</a:t>
            </a:r>
          </a:p>
          <a:p>
            <a:pPr lvl="2"/>
            <a:r>
              <a:rPr lang="en-US"/>
              <a:t>Nếu khi duyệt hết dãy mà không có giá trị nào bằng k thì đưa thông báo không tìm thấy.</a:t>
            </a:r>
            <a:endParaRPr lang="vi-VN"/>
          </a:p>
        </p:txBody>
      </p:sp>
      <p:sp>
        <p:nvSpPr>
          <p:cNvPr id="6" name="Content Placeholder 1"/>
          <p:cNvSpPr txBox="1">
            <a:spLocks/>
          </p:cNvSpPr>
          <p:nvPr/>
        </p:nvSpPr>
        <p:spPr bwMode="auto">
          <a:xfrm>
            <a:off x="799372" y="1121464"/>
            <a:ext cx="7877084" cy="990000"/>
          </a:xfrm>
          <a:prstGeom prst="rect">
            <a:avLst/>
          </a:prstGeom>
        </p:spPr>
        <p:style>
          <a:lnRef idx="1">
            <a:schemeClr val="accent6"/>
          </a:lnRef>
          <a:fillRef idx="2">
            <a:schemeClr val="accent6"/>
          </a:fillRef>
          <a:effectRef idx="1">
            <a:schemeClr val="accent6"/>
          </a:effectRef>
          <a:fontRef idx="minor">
            <a:schemeClr val="dk1"/>
          </a:fontRef>
        </p:style>
        <p:txBody>
          <a:bodyPr vert="horz" wrap="square" lIns="91440" tIns="45720" rIns="91440" bIns="45720" numCol="1" anchor="t" anchorCtr="0" compatLnSpc="1">
            <a:prstTxWarp prst="textNoShape">
              <a:avLst/>
            </a:prstTxWarp>
          </a:bodyPr>
          <a:lstStyle>
            <a:lvl1pPr marL="469900" indent="-469900" algn="just" rtl="0" eaLnBrk="1" fontAlgn="base" hangingPunct="1">
              <a:spcBef>
                <a:spcPct val="20000"/>
              </a:spcBef>
              <a:spcAft>
                <a:spcPct val="0"/>
              </a:spcAft>
              <a:buClr>
                <a:schemeClr val="accent2"/>
              </a:buClr>
              <a:buFont typeface="Wingdings" pitchFamily="2" charset="2"/>
              <a:buChar char="o"/>
              <a:defRPr lang="en-GB" sz="2800">
                <a:solidFill>
                  <a:schemeClr val="dk1"/>
                </a:solidFill>
                <a:latin typeface="+mn-lt"/>
                <a:ea typeface="+mn-ea"/>
                <a:cs typeface="+mn-cs"/>
              </a:defRPr>
            </a:lvl1pPr>
            <a:lvl2pPr marL="908050" indent="-436563" algn="just" rtl="0" eaLnBrk="1" fontAlgn="base" hangingPunct="1">
              <a:spcBef>
                <a:spcPct val="15000"/>
              </a:spcBef>
              <a:spcAft>
                <a:spcPct val="0"/>
              </a:spcAft>
              <a:buClr>
                <a:schemeClr val="accent2"/>
              </a:buClr>
              <a:buSzPct val="80000"/>
              <a:buFont typeface="Wingdings" pitchFamily="2" charset="2"/>
              <a:buChar char="n"/>
              <a:defRPr lang="en-GB" sz="2400">
                <a:solidFill>
                  <a:srgbClr val="0000FF"/>
                </a:solidFill>
                <a:latin typeface="+mn-lt"/>
                <a:ea typeface="+mn-ea"/>
                <a:cs typeface="+mn-cs"/>
              </a:defRPr>
            </a:lvl2pPr>
            <a:lvl3pPr marL="1304925" indent="-395288" algn="just" rtl="0" eaLnBrk="1" fontAlgn="base" hangingPunct="1">
              <a:spcBef>
                <a:spcPct val="15000"/>
              </a:spcBef>
              <a:spcAft>
                <a:spcPct val="0"/>
              </a:spcAft>
              <a:buClr>
                <a:schemeClr val="accent2"/>
              </a:buClr>
              <a:buSzPct val="80000"/>
              <a:buFont typeface="Wingdings" pitchFamily="2" charset="2"/>
              <a:buChar char="o"/>
              <a:defRPr lang="en-GB" sz="2000">
                <a:solidFill>
                  <a:srgbClr val="002060"/>
                </a:solidFill>
                <a:latin typeface="+mn-lt"/>
                <a:ea typeface="+mn-ea"/>
                <a:cs typeface="+mn-cs"/>
              </a:defRPr>
            </a:lvl3pPr>
            <a:lvl4pPr marL="1693863" indent="-387350" algn="just" rtl="0" eaLnBrk="1" fontAlgn="base" hangingPunct="1">
              <a:spcBef>
                <a:spcPct val="15000"/>
              </a:spcBef>
              <a:spcAft>
                <a:spcPct val="0"/>
              </a:spcAft>
              <a:buClr>
                <a:schemeClr val="accent2"/>
              </a:buClr>
              <a:buSzPct val="80000"/>
              <a:buFont typeface="Wingdings" pitchFamily="2" charset="2"/>
              <a:buChar char="n"/>
              <a:defRPr lang="en-GB" sz="1800">
                <a:solidFill>
                  <a:srgbClr val="000066"/>
                </a:solidFill>
                <a:latin typeface="+mn-lt"/>
                <a:ea typeface="+mn-ea"/>
                <a:cs typeface="+mn-cs"/>
              </a:defRPr>
            </a:lvl4pPr>
            <a:lvl5pPr marL="2093913" indent="-398463" algn="just" rtl="0" eaLnBrk="1" fontAlgn="base" hangingPunct="1">
              <a:spcBef>
                <a:spcPct val="15000"/>
              </a:spcBef>
              <a:spcAft>
                <a:spcPct val="0"/>
              </a:spcAft>
              <a:buClr>
                <a:schemeClr val="accent2"/>
              </a:buClr>
              <a:buFont typeface="Wingdings" pitchFamily="2" charset="2"/>
              <a:buChar char="§"/>
              <a:defRPr sz="1800">
                <a:solidFill>
                  <a:schemeClr val="tx1">
                    <a:lumMod val="95000"/>
                    <a:lumOff val="5000"/>
                  </a:schemeClr>
                </a:solidFill>
                <a:latin typeface="+mj-lt"/>
                <a:ea typeface="+mn-ea"/>
                <a:cs typeface="+mn-cs"/>
              </a:defRPr>
            </a:lvl5pPr>
            <a:lvl6pPr marL="2551113" indent="-398463" algn="l" rtl="0" eaLnBrk="1" fontAlgn="base" hangingPunct="1">
              <a:spcBef>
                <a:spcPct val="15000"/>
              </a:spcBef>
              <a:spcAft>
                <a:spcPct val="0"/>
              </a:spcAft>
              <a:buClr>
                <a:schemeClr val="accent2"/>
              </a:buClr>
              <a:buFont typeface="Wingdings" pitchFamily="2" charset="2"/>
              <a:buChar char="§"/>
              <a:defRPr sz="1400">
                <a:solidFill>
                  <a:schemeClr val="dk1"/>
                </a:solidFill>
                <a:latin typeface="+mn-lt"/>
                <a:ea typeface="+mn-ea"/>
                <a:cs typeface="+mn-cs"/>
              </a:defRPr>
            </a:lvl6pPr>
            <a:lvl7pPr marL="3008313" indent="-398463" algn="l" rtl="0" eaLnBrk="1" fontAlgn="base" hangingPunct="1">
              <a:spcBef>
                <a:spcPct val="15000"/>
              </a:spcBef>
              <a:spcAft>
                <a:spcPct val="0"/>
              </a:spcAft>
              <a:buClr>
                <a:schemeClr val="accent2"/>
              </a:buClr>
              <a:buFont typeface="Wingdings" pitchFamily="2" charset="2"/>
              <a:buChar char="§"/>
              <a:defRPr sz="1400">
                <a:solidFill>
                  <a:schemeClr val="dk1"/>
                </a:solidFill>
                <a:latin typeface="+mn-lt"/>
                <a:ea typeface="+mn-ea"/>
                <a:cs typeface="+mn-cs"/>
              </a:defRPr>
            </a:lvl7pPr>
            <a:lvl8pPr marL="3465513" indent="-398463" algn="l" rtl="0" eaLnBrk="1" fontAlgn="base" hangingPunct="1">
              <a:spcBef>
                <a:spcPct val="15000"/>
              </a:spcBef>
              <a:spcAft>
                <a:spcPct val="0"/>
              </a:spcAft>
              <a:buClr>
                <a:schemeClr val="accent2"/>
              </a:buClr>
              <a:buFont typeface="Wingdings" pitchFamily="2" charset="2"/>
              <a:buChar char="§"/>
              <a:defRPr sz="1400">
                <a:solidFill>
                  <a:schemeClr val="dk1"/>
                </a:solidFill>
                <a:latin typeface="+mn-lt"/>
                <a:ea typeface="+mn-ea"/>
                <a:cs typeface="+mn-cs"/>
              </a:defRPr>
            </a:lvl8pPr>
            <a:lvl9pPr marL="3922713" indent="-398463" algn="l" rtl="0" eaLnBrk="1" fontAlgn="base" hangingPunct="1">
              <a:spcBef>
                <a:spcPct val="15000"/>
              </a:spcBef>
              <a:spcAft>
                <a:spcPct val="0"/>
              </a:spcAft>
              <a:buClr>
                <a:schemeClr val="accent2"/>
              </a:buClr>
              <a:buFont typeface="Wingdings" pitchFamily="2" charset="2"/>
              <a:buChar char="§"/>
              <a:defRPr sz="1400">
                <a:solidFill>
                  <a:schemeClr val="dk1"/>
                </a:solidFill>
                <a:latin typeface="+mn-lt"/>
                <a:ea typeface="+mn-ea"/>
                <a:cs typeface="+mn-cs"/>
              </a:defRPr>
            </a:lvl9pPr>
          </a:lstStyle>
          <a:p>
            <a:pPr marL="0" indent="0" algn="ctr">
              <a:buFont typeface="Wingdings" pitchFamily="2" charset="2"/>
              <a:buNone/>
            </a:pPr>
            <a:r>
              <a:rPr lang="en-US" b="1">
                <a:solidFill>
                  <a:srgbClr val="000066"/>
                </a:solidFill>
              </a:rPr>
              <a:t>Bài toán tìm kiếm</a:t>
            </a:r>
          </a:p>
          <a:p>
            <a:pPr marL="0" indent="0" algn="ctr">
              <a:buNone/>
            </a:pPr>
            <a:r>
              <a:rPr lang="en-US" sz="2600" b="1">
                <a:solidFill>
                  <a:srgbClr val="C00000"/>
                </a:solidFill>
              </a:rPr>
              <a:t>Thuật toán tìm kiếm tuần tự (Sequential Search)</a:t>
            </a:r>
            <a:endParaRPr lang="vi-VN" sz="2600" b="1">
              <a:solidFill>
                <a:srgbClr val="C00000"/>
              </a:solidFill>
            </a:endParaRPr>
          </a:p>
        </p:txBody>
      </p:sp>
      <p:sp>
        <p:nvSpPr>
          <p:cNvPr id="7" name="TextBox 6"/>
          <p:cNvSpPr txBox="1"/>
          <p:nvPr/>
        </p:nvSpPr>
        <p:spPr>
          <a:xfrm>
            <a:off x="799372" y="2321585"/>
            <a:ext cx="7877084" cy="1323439"/>
          </a:xfrm>
          <a:prstGeom prst="rect">
            <a:avLst/>
          </a:prstGeom>
          <a:ln>
            <a:prstDash val="sysDash"/>
          </a:ln>
        </p:spPr>
        <p:style>
          <a:lnRef idx="2">
            <a:schemeClr val="accent2"/>
          </a:lnRef>
          <a:fillRef idx="1">
            <a:schemeClr val="lt1"/>
          </a:fillRef>
          <a:effectRef idx="0">
            <a:schemeClr val="accent2"/>
          </a:effectRef>
          <a:fontRef idx="minor">
            <a:schemeClr val="dk1"/>
          </a:fontRef>
        </p:style>
        <p:txBody>
          <a:bodyPr wrap="square">
            <a:spAutoFit/>
          </a:bodyPr>
          <a:lstStyle/>
          <a:p>
            <a:pPr>
              <a:defRPr/>
            </a:pPr>
            <a:r>
              <a:rPr lang="en-US" sz="2000" b="1">
                <a:solidFill>
                  <a:schemeClr val="tx1">
                    <a:lumMod val="95000"/>
                    <a:lumOff val="5000"/>
                  </a:schemeClr>
                </a:solidFill>
                <a:latin typeface="Courier New" pitchFamily="49" charset="0"/>
                <a:cs typeface="Courier New" pitchFamily="49" charset="0"/>
              </a:rPr>
              <a:t>INPUT</a:t>
            </a:r>
            <a:r>
              <a:rPr lang="en-US" sz="2000" b="1">
                <a:solidFill>
                  <a:schemeClr val="tx1">
                    <a:lumMod val="60000"/>
                    <a:lumOff val="40000"/>
                  </a:schemeClr>
                </a:solidFill>
                <a:latin typeface="Courier New" pitchFamily="49" charset="0"/>
                <a:cs typeface="Courier New" pitchFamily="49" charset="0"/>
              </a:rPr>
              <a:t>:</a:t>
            </a:r>
            <a:r>
              <a:rPr lang="en-US" sz="2000" b="1">
                <a:latin typeface="Courier New" pitchFamily="49" charset="0"/>
                <a:cs typeface="Courier New" pitchFamily="49" charset="0"/>
              </a:rPr>
              <a:t> Dãy A gồm N số nguyên đôi một khác nhau a</a:t>
            </a:r>
            <a:r>
              <a:rPr lang="en-US" sz="2000" b="1" baseline="-25000">
                <a:latin typeface="Courier New" pitchFamily="49" charset="0"/>
                <a:cs typeface="Courier New" pitchFamily="49" charset="0"/>
              </a:rPr>
              <a:t>1</a:t>
            </a:r>
            <a:r>
              <a:rPr lang="en-US" sz="2000" b="1">
                <a:latin typeface="Courier New" pitchFamily="49" charset="0"/>
                <a:cs typeface="Courier New" pitchFamily="49" charset="0"/>
              </a:rPr>
              <a:t>, a</a:t>
            </a:r>
            <a:r>
              <a:rPr lang="en-US" sz="2000" b="1" baseline="-25000">
                <a:latin typeface="Courier New" pitchFamily="49" charset="0"/>
                <a:cs typeface="Courier New" pitchFamily="49" charset="0"/>
              </a:rPr>
              <a:t>2</a:t>
            </a:r>
            <a:r>
              <a:rPr lang="en-US" sz="2000" b="1">
                <a:latin typeface="Courier New" pitchFamily="49" charset="0"/>
                <a:cs typeface="Courier New" pitchFamily="49" charset="0"/>
              </a:rPr>
              <a:t>,…, a</a:t>
            </a:r>
            <a:r>
              <a:rPr lang="en-US" sz="2000" b="1" baseline="-25000">
                <a:latin typeface="Courier New" pitchFamily="49" charset="0"/>
                <a:cs typeface="Courier New" pitchFamily="49" charset="0"/>
              </a:rPr>
              <a:t>n</a:t>
            </a:r>
            <a:r>
              <a:rPr lang="en-US" sz="2000" b="1">
                <a:latin typeface="Courier New" pitchFamily="49" charset="0"/>
                <a:cs typeface="Courier New" pitchFamily="49" charset="0"/>
              </a:rPr>
              <a:t> và số nguyên k</a:t>
            </a:r>
          </a:p>
          <a:p>
            <a:pPr>
              <a:defRPr/>
            </a:pPr>
            <a:r>
              <a:rPr lang="en-US" sz="2000" b="1">
                <a:solidFill>
                  <a:schemeClr val="tx1">
                    <a:lumMod val="95000"/>
                    <a:lumOff val="5000"/>
                  </a:schemeClr>
                </a:solidFill>
                <a:latin typeface="Courier New" pitchFamily="49" charset="0"/>
                <a:cs typeface="Courier New" pitchFamily="49" charset="0"/>
              </a:rPr>
              <a:t>OUTPUT</a:t>
            </a:r>
            <a:r>
              <a:rPr lang="en-US" sz="2000" b="1">
                <a:solidFill>
                  <a:schemeClr val="tx1">
                    <a:lumMod val="60000"/>
                    <a:lumOff val="40000"/>
                  </a:schemeClr>
                </a:solidFill>
                <a:latin typeface="Courier New" pitchFamily="49" charset="0"/>
                <a:cs typeface="Courier New" pitchFamily="49" charset="0"/>
              </a:rPr>
              <a:t>:</a:t>
            </a:r>
            <a:r>
              <a:rPr lang="en-US" sz="2000" b="1">
                <a:latin typeface="Courier New" pitchFamily="49" charset="0"/>
                <a:cs typeface="Courier New" pitchFamily="49" charset="0"/>
              </a:rPr>
              <a:t> chỉ số i mà a</a:t>
            </a:r>
            <a:r>
              <a:rPr lang="en-US" sz="2000" b="1" baseline="-25000">
                <a:latin typeface="Courier New" pitchFamily="49" charset="0"/>
                <a:cs typeface="Courier New" pitchFamily="49" charset="0"/>
              </a:rPr>
              <a:t>i</a:t>
            </a:r>
            <a:r>
              <a:rPr lang="en-US" sz="2000" b="1">
                <a:latin typeface="Courier New" pitchFamily="49" charset="0"/>
                <a:cs typeface="Courier New" pitchFamily="49" charset="0"/>
              </a:rPr>
              <a:t> = k hoặc thông báo không có số hạng nào của dãy A có giá trị bằng k</a:t>
            </a:r>
          </a:p>
        </p:txBody>
      </p:sp>
      <p:sp>
        <p:nvSpPr>
          <p:cNvPr id="2" name="Date Placeholder 1"/>
          <p:cNvSpPr>
            <a:spLocks noGrp="1"/>
          </p:cNvSpPr>
          <p:nvPr>
            <p:ph type="dt" sz="half" idx="10"/>
          </p:nvPr>
        </p:nvSpPr>
        <p:spPr/>
        <p:txBody>
          <a:bodyPr/>
          <a:lstStyle/>
          <a:p>
            <a:fld id="{941BF38D-49F1-4D44-BC26-63EC9AEF2294}" type="datetime1">
              <a:rPr lang="vi-VN" smtClean="0"/>
              <a:t>14/01/2024</a:t>
            </a:fld>
            <a:endParaRPr lang="vi-VN"/>
          </a:p>
        </p:txBody>
      </p:sp>
      <p:sp>
        <p:nvSpPr>
          <p:cNvPr id="3" name="Footer Placeholder 2"/>
          <p:cNvSpPr>
            <a:spLocks noGrp="1"/>
          </p:cNvSpPr>
          <p:nvPr>
            <p:ph type="ftr" sz="quarter" idx="11"/>
          </p:nvPr>
        </p:nvSpPr>
        <p:spPr/>
        <p:txBody>
          <a:bodyPr/>
          <a:lstStyle/>
          <a:p>
            <a:r>
              <a:rPr lang="vi-VN"/>
              <a:t>Chương 1-Các khái niệm cơ bản về lập trình</a:t>
            </a:r>
          </a:p>
        </p:txBody>
      </p:sp>
      <p:sp>
        <p:nvSpPr>
          <p:cNvPr id="11" name="Slide Number Placeholder 10"/>
          <p:cNvSpPr>
            <a:spLocks noGrp="1"/>
          </p:cNvSpPr>
          <p:nvPr>
            <p:ph type="sldNum" sz="quarter" idx="12"/>
          </p:nvPr>
        </p:nvSpPr>
        <p:spPr/>
        <p:txBody>
          <a:bodyPr/>
          <a:lstStyle/>
          <a:p>
            <a:fld id="{5AB95402-1E0D-474E-8D8C-CBE7F053639E}" type="slidenum">
              <a:rPr lang="vi-VN" smtClean="0"/>
              <a:pPr/>
              <a:t>13</a:t>
            </a:fld>
            <a:r>
              <a:rPr lang="vi-VN"/>
              <a:t>/27</a:t>
            </a:r>
          </a:p>
        </p:txBody>
      </p:sp>
    </p:spTree>
    <p:extLst>
      <p:ext uri="{BB962C8B-B14F-4D97-AF65-F5344CB8AC3E}">
        <p14:creationId xmlns:p14="http://schemas.microsoft.com/office/powerpoint/2010/main" val="858330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7">
                                            <p:bg/>
                                          </p:spTgt>
                                        </p:tgtEl>
                                        <p:attrNameLst>
                                          <p:attrName>style.visibility</p:attrName>
                                        </p:attrNameLst>
                                      </p:cBhvr>
                                      <p:to>
                                        <p:strVal val="visible"/>
                                      </p:to>
                                    </p:set>
                                    <p:animEffect transition="in" filter="wipe(up)">
                                      <p:cBhvr>
                                        <p:cTn id="7" dur="500"/>
                                        <p:tgtEl>
                                          <p:spTgt spid="7">
                                            <p:bg/>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wipe(up)">
                                      <p:cBhvr>
                                        <p:cTn id="12" dur="500"/>
                                        <p:tgtEl>
                                          <p:spTgt spid="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7">
                                            <p:txEl>
                                              <p:pRg st="1" end="1"/>
                                            </p:txEl>
                                          </p:spTgt>
                                        </p:tgtEl>
                                        <p:attrNameLst>
                                          <p:attrName>style.visibility</p:attrName>
                                        </p:attrNameLst>
                                      </p:cBhvr>
                                      <p:to>
                                        <p:strVal val="visible"/>
                                      </p:to>
                                    </p:set>
                                    <p:animEffect transition="in" filter="wipe(up)">
                                      <p:cBhvr>
                                        <p:cTn id="17" dur="500"/>
                                        <p:tgtEl>
                                          <p:spTgt spid="7">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xEl>
                                              <p:pRg st="0" end="0"/>
                                            </p:txEl>
                                          </p:spTgt>
                                        </p:tgtEl>
                                        <p:attrNameLst>
                                          <p:attrName>style.visibility</p:attrName>
                                        </p:attrNameLst>
                                      </p:cBhvr>
                                      <p:to>
                                        <p:strVal val="visible"/>
                                      </p:to>
                                    </p:set>
                                    <p:animEffect transition="in" filter="wipe(left)">
                                      <p:cBhvr>
                                        <p:cTn id="22" dur="500"/>
                                        <p:tgtEl>
                                          <p:spTgt spid="5">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
                                            <p:txEl>
                                              <p:pRg st="1" end="1"/>
                                            </p:txEl>
                                          </p:spTgt>
                                        </p:tgtEl>
                                        <p:attrNameLst>
                                          <p:attrName>style.visibility</p:attrName>
                                        </p:attrNameLst>
                                      </p:cBhvr>
                                      <p:to>
                                        <p:strVal val="visible"/>
                                      </p:to>
                                    </p:set>
                                    <p:animEffect transition="in" filter="wipe(left)">
                                      <p:cBhvr>
                                        <p:cTn id="27" dur="500"/>
                                        <p:tgtEl>
                                          <p:spTgt spid="5">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5">
                                            <p:txEl>
                                              <p:pRg st="2" end="2"/>
                                            </p:txEl>
                                          </p:spTgt>
                                        </p:tgtEl>
                                        <p:attrNameLst>
                                          <p:attrName>style.visibility</p:attrName>
                                        </p:attrNameLst>
                                      </p:cBhvr>
                                      <p:to>
                                        <p:strVal val="visible"/>
                                      </p:to>
                                    </p:set>
                                    <p:animEffect transition="in" filter="wipe(left)">
                                      <p:cBhvr>
                                        <p:cTn id="32" dur="500"/>
                                        <p:tgtEl>
                                          <p:spTgt spid="5">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5">
                                            <p:txEl>
                                              <p:pRg st="3" end="3"/>
                                            </p:txEl>
                                          </p:spTgt>
                                        </p:tgtEl>
                                        <p:attrNameLst>
                                          <p:attrName>style.visibility</p:attrName>
                                        </p:attrNameLst>
                                      </p:cBhvr>
                                      <p:to>
                                        <p:strVal val="visible"/>
                                      </p:to>
                                    </p:set>
                                    <p:animEffect transition="in" filter="wipe(left)">
                                      <p:cBhvr>
                                        <p:cTn id="37"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Ví dụ về thuật toán (tt)</a:t>
            </a:r>
            <a:endParaRPr lang="vi-VN"/>
          </a:p>
        </p:txBody>
      </p:sp>
      <p:sp>
        <p:nvSpPr>
          <p:cNvPr id="3" name="Content Placeholder 2"/>
          <p:cNvSpPr>
            <a:spLocks noGrp="1"/>
          </p:cNvSpPr>
          <p:nvPr>
            <p:ph idx="1"/>
          </p:nvPr>
        </p:nvSpPr>
        <p:spPr/>
        <p:txBody>
          <a:bodyPr/>
          <a:lstStyle/>
          <a:p>
            <a:r>
              <a:rPr lang="en-US">
                <a:latin typeface="+mj-lt"/>
              </a:rPr>
              <a:t>Sơ đồ khối</a:t>
            </a:r>
            <a:endParaRPr lang="vi-VN">
              <a:latin typeface="+mj-lt"/>
            </a:endParaRPr>
          </a:p>
        </p:txBody>
      </p:sp>
      <p:cxnSp>
        <p:nvCxnSpPr>
          <p:cNvPr id="6" name="Line 4"/>
          <p:cNvCxnSpPr/>
          <p:nvPr/>
        </p:nvCxnSpPr>
        <p:spPr bwMode="auto">
          <a:xfrm flipH="1">
            <a:off x="1907704" y="5464734"/>
            <a:ext cx="1238180" cy="0"/>
          </a:xfrm>
          <a:prstGeom prst="line">
            <a:avLst/>
          </a:prstGeom>
          <a:ln>
            <a:headEnd/>
            <a:tailEnd/>
          </a:ln>
        </p:spPr>
        <p:style>
          <a:lnRef idx="2">
            <a:schemeClr val="dk1"/>
          </a:lnRef>
          <a:fillRef idx="1">
            <a:schemeClr val="lt1"/>
          </a:fillRef>
          <a:effectRef idx="0">
            <a:schemeClr val="dk1"/>
          </a:effectRef>
          <a:fontRef idx="minor">
            <a:schemeClr val="dk1"/>
          </a:fontRef>
        </p:style>
      </p:cxnSp>
      <p:sp>
        <p:nvSpPr>
          <p:cNvPr id="11" name="Text Box 9"/>
          <p:cNvSpPr txBox="1">
            <a:spLocks noChangeArrowheads="1"/>
          </p:cNvSpPr>
          <p:nvPr/>
        </p:nvSpPr>
        <p:spPr bwMode="auto">
          <a:xfrm>
            <a:off x="3594268" y="3088667"/>
            <a:ext cx="1096011" cy="387786"/>
          </a:xfrm>
          <a:prstGeom prst="rect">
            <a:avLst/>
          </a:prstGeom>
          <a:ln>
            <a:headEnd/>
            <a:tailEnd/>
          </a:ln>
        </p:spPr>
        <p:style>
          <a:lnRef idx="2">
            <a:schemeClr val="dk1"/>
          </a:lnRef>
          <a:fillRef idx="1">
            <a:schemeClr val="lt1"/>
          </a:fillRef>
          <a:effectRef idx="0">
            <a:schemeClr val="dk1"/>
          </a:effectRef>
          <a:fontRef idx="minor">
            <a:schemeClr val="dk1"/>
          </a:fontRef>
        </p:style>
        <p:txBody>
          <a:bodyPr rot="0" vert="horz" wrap="square" lIns="0" tIns="0" rIns="0" bIns="0" anchor="t" anchorCtr="0" upright="1">
            <a:noAutofit/>
          </a:bodyPr>
          <a:lstStyle/>
          <a:p>
            <a:pPr algn="ctr">
              <a:lnSpc>
                <a:spcPct val="115000"/>
              </a:lnSpc>
              <a:spcAft>
                <a:spcPts val="0"/>
              </a:spcAft>
            </a:pPr>
            <a:r>
              <a:rPr lang="vi-VN">
                <a:effectLst/>
                <a:latin typeface="+mj-lt"/>
                <a:ea typeface=".VnTime"/>
                <a:cs typeface="Times New Roman"/>
              </a:rPr>
              <a:t>Gán i</a:t>
            </a:r>
            <a:r>
              <a:rPr lang="vi-VN">
                <a:effectLst/>
                <a:latin typeface="+mj-lt"/>
                <a:ea typeface="Arial"/>
                <a:cs typeface="Times New Roman"/>
              </a:rPr>
              <a:t> = </a:t>
            </a:r>
            <a:r>
              <a:rPr lang="vi-VN">
                <a:effectLst/>
                <a:latin typeface="+mj-lt"/>
                <a:ea typeface=".VnTime"/>
                <a:cs typeface="Times New Roman"/>
              </a:rPr>
              <a:t>1</a:t>
            </a:r>
            <a:endParaRPr lang="vi-VN">
              <a:effectLst/>
              <a:latin typeface="+mj-lt"/>
              <a:ea typeface="Arial"/>
              <a:cs typeface="Times New Roman"/>
            </a:endParaRPr>
          </a:p>
        </p:txBody>
      </p:sp>
      <p:sp>
        <p:nvSpPr>
          <p:cNvPr id="13" name="Text Box 11"/>
          <p:cNvSpPr txBox="1">
            <a:spLocks noChangeArrowheads="1"/>
          </p:cNvSpPr>
          <p:nvPr/>
        </p:nvSpPr>
        <p:spPr bwMode="auto">
          <a:xfrm>
            <a:off x="3298780" y="4607210"/>
            <a:ext cx="1588837" cy="278101"/>
          </a:xfrm>
          <a:prstGeom prst="rect">
            <a:avLst/>
          </a:prstGeom>
          <a:ln>
            <a:headEnd/>
            <a:tailEnd/>
          </a:ln>
        </p:spPr>
        <p:style>
          <a:lnRef idx="2">
            <a:schemeClr val="dk1"/>
          </a:lnRef>
          <a:fillRef idx="1">
            <a:schemeClr val="lt1"/>
          </a:fillRef>
          <a:effectRef idx="0">
            <a:schemeClr val="dk1"/>
          </a:effectRef>
          <a:fontRef idx="minor">
            <a:schemeClr val="dk1"/>
          </a:fontRef>
        </p:style>
        <p:txBody>
          <a:bodyPr rot="0" vert="horz" wrap="square" lIns="0" tIns="0" rIns="0" bIns="0" anchor="t" anchorCtr="0" upright="1">
            <a:noAutofit/>
          </a:bodyPr>
          <a:lstStyle/>
          <a:p>
            <a:pPr algn="ctr">
              <a:lnSpc>
                <a:spcPct val="115000"/>
              </a:lnSpc>
              <a:spcAft>
                <a:spcPts val="0"/>
              </a:spcAft>
            </a:pPr>
            <a:r>
              <a:rPr lang="vi-VN">
                <a:effectLst/>
                <a:latin typeface="+mj-lt"/>
                <a:ea typeface=".VnTime"/>
                <a:cs typeface="Times New Roman"/>
              </a:rPr>
              <a:t>Gán i</a:t>
            </a:r>
            <a:r>
              <a:rPr lang="vi-VN">
                <a:effectLst/>
                <a:latin typeface="+mj-lt"/>
                <a:ea typeface="Arial"/>
                <a:cs typeface="Times New Roman"/>
              </a:rPr>
              <a:t> = </a:t>
            </a:r>
            <a:r>
              <a:rPr lang="vi-VN">
                <a:effectLst/>
                <a:latin typeface="+mj-lt"/>
                <a:ea typeface=".VnTime"/>
                <a:cs typeface="Times New Roman"/>
              </a:rPr>
              <a:t>i + 1</a:t>
            </a:r>
            <a:endParaRPr lang="vi-VN">
              <a:effectLst/>
              <a:latin typeface="+mj-lt"/>
              <a:ea typeface="Arial"/>
              <a:cs typeface="Times New Roman"/>
            </a:endParaRPr>
          </a:p>
        </p:txBody>
      </p:sp>
      <p:sp>
        <p:nvSpPr>
          <p:cNvPr id="14" name="AutoShape 12"/>
          <p:cNvSpPr>
            <a:spLocks noChangeArrowheads="1"/>
          </p:cNvSpPr>
          <p:nvPr/>
        </p:nvSpPr>
        <p:spPr bwMode="auto">
          <a:xfrm>
            <a:off x="3117092" y="3792771"/>
            <a:ext cx="2066869" cy="499447"/>
          </a:xfrm>
          <a:prstGeom prst="diamond">
            <a:avLst/>
          </a:prstGeom>
          <a:ln>
            <a:headEnd/>
            <a:tailEnd/>
          </a:ln>
        </p:spPr>
        <p:style>
          <a:lnRef idx="2">
            <a:schemeClr val="dk1"/>
          </a:lnRef>
          <a:fillRef idx="1">
            <a:schemeClr val="lt1"/>
          </a:fillRef>
          <a:effectRef idx="0">
            <a:schemeClr val="dk1"/>
          </a:effectRef>
          <a:fontRef idx="minor">
            <a:schemeClr val="dk1"/>
          </a:fontRef>
        </p:style>
        <p:txBody>
          <a:bodyPr rot="0" vert="horz" wrap="square" lIns="0" tIns="0" rIns="0" bIns="0" anchor="t" anchorCtr="0" upright="1">
            <a:noAutofit/>
          </a:bodyPr>
          <a:lstStyle/>
          <a:p>
            <a:pPr algn="ctr">
              <a:lnSpc>
                <a:spcPct val="115000"/>
              </a:lnSpc>
              <a:spcAft>
                <a:spcPts val="0"/>
              </a:spcAft>
            </a:pPr>
            <a:r>
              <a:rPr lang="pt-BR">
                <a:effectLst/>
                <a:latin typeface="+mj-lt"/>
                <a:ea typeface=".VnTime"/>
                <a:cs typeface="Times New Roman"/>
              </a:rPr>
              <a:t>a­</a:t>
            </a:r>
            <a:r>
              <a:rPr lang="pt-BR" baseline="-25000">
                <a:effectLst/>
                <a:latin typeface="+mj-lt"/>
                <a:ea typeface=".VnTime"/>
                <a:cs typeface="Times New Roman"/>
              </a:rPr>
              <a:t>i</a:t>
            </a:r>
            <a:r>
              <a:rPr lang="vi-VN">
                <a:effectLst/>
                <a:latin typeface="+mj-lt"/>
                <a:ea typeface=".VnTime"/>
                <a:cs typeface="Times New Roman"/>
              </a:rPr>
              <a:t> = k</a:t>
            </a:r>
            <a:endParaRPr lang="vi-VN">
              <a:effectLst/>
              <a:latin typeface="+mj-lt"/>
              <a:ea typeface="Arial"/>
              <a:cs typeface="Times New Roman"/>
            </a:endParaRPr>
          </a:p>
        </p:txBody>
      </p:sp>
      <p:sp>
        <p:nvSpPr>
          <p:cNvPr id="15" name="AutoShape 13"/>
          <p:cNvSpPr>
            <a:spLocks noChangeArrowheads="1"/>
          </p:cNvSpPr>
          <p:nvPr/>
        </p:nvSpPr>
        <p:spPr bwMode="auto">
          <a:xfrm>
            <a:off x="3145884" y="5229200"/>
            <a:ext cx="1894630" cy="471069"/>
          </a:xfrm>
          <a:prstGeom prst="diamond">
            <a:avLst/>
          </a:prstGeom>
          <a:ln>
            <a:headEnd/>
            <a:tailEnd/>
          </a:ln>
        </p:spPr>
        <p:style>
          <a:lnRef idx="2">
            <a:schemeClr val="dk1"/>
          </a:lnRef>
          <a:fillRef idx="1">
            <a:schemeClr val="lt1"/>
          </a:fillRef>
          <a:effectRef idx="0">
            <a:schemeClr val="dk1"/>
          </a:effectRef>
          <a:fontRef idx="minor">
            <a:schemeClr val="dk1"/>
          </a:fontRef>
        </p:style>
        <p:txBody>
          <a:bodyPr rot="0" vert="horz" wrap="square" lIns="0" tIns="0" rIns="0" bIns="0" anchor="t" anchorCtr="0" upright="1">
            <a:noAutofit/>
          </a:bodyPr>
          <a:lstStyle/>
          <a:p>
            <a:pPr algn="ctr">
              <a:lnSpc>
                <a:spcPct val="115000"/>
              </a:lnSpc>
              <a:spcAft>
                <a:spcPts val="0"/>
              </a:spcAft>
            </a:pPr>
            <a:r>
              <a:rPr lang="vi-VN">
                <a:effectLst/>
                <a:latin typeface="+mj-lt"/>
                <a:ea typeface=".VnTime"/>
                <a:cs typeface="Times New Roman"/>
              </a:rPr>
              <a:t>i &gt; N ?</a:t>
            </a:r>
            <a:endParaRPr lang="vi-VN">
              <a:effectLst/>
              <a:latin typeface="+mj-lt"/>
              <a:ea typeface="Arial"/>
              <a:cs typeface="Times New Roman"/>
            </a:endParaRPr>
          </a:p>
        </p:txBody>
      </p:sp>
      <p:cxnSp>
        <p:nvCxnSpPr>
          <p:cNvPr id="23" name="Line 21"/>
          <p:cNvCxnSpPr/>
          <p:nvPr/>
        </p:nvCxnSpPr>
        <p:spPr bwMode="auto">
          <a:xfrm>
            <a:off x="1907704" y="3666544"/>
            <a:ext cx="0" cy="1798190"/>
          </a:xfrm>
          <a:prstGeom prst="line">
            <a:avLst/>
          </a:prstGeom>
          <a:ln>
            <a:headEnd/>
            <a:tailEnd/>
          </a:ln>
        </p:spPr>
        <p:style>
          <a:lnRef idx="2">
            <a:schemeClr val="dk1"/>
          </a:lnRef>
          <a:fillRef idx="1">
            <a:schemeClr val="lt1"/>
          </a:fillRef>
          <a:effectRef idx="0">
            <a:schemeClr val="dk1"/>
          </a:effectRef>
          <a:fontRef idx="minor">
            <a:schemeClr val="dk1"/>
          </a:fontRef>
        </p:style>
      </p:cxnSp>
      <p:sp>
        <p:nvSpPr>
          <p:cNvPr id="46" name="Oval 13"/>
          <p:cNvSpPr>
            <a:spLocks noChangeArrowheads="1"/>
          </p:cNvSpPr>
          <p:nvPr/>
        </p:nvSpPr>
        <p:spPr bwMode="auto">
          <a:xfrm>
            <a:off x="3353217" y="1380210"/>
            <a:ext cx="1490689" cy="517875"/>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a:ln>
                  <a:noFill/>
                </a:ln>
                <a:solidFill>
                  <a:schemeClr val="tx1"/>
                </a:solidFill>
                <a:effectLst/>
                <a:latin typeface="+mj-lt"/>
                <a:cs typeface="Arial" pitchFamily="34" charset="0"/>
              </a:rPr>
              <a:t>Bắt</a:t>
            </a:r>
            <a:r>
              <a:rPr kumimoji="0" lang="en-US" b="0" i="0" u="none" strike="noStrike" cap="none" normalizeH="0">
                <a:ln>
                  <a:noFill/>
                </a:ln>
                <a:solidFill>
                  <a:schemeClr val="tx1"/>
                </a:solidFill>
                <a:effectLst/>
                <a:latin typeface="+mj-lt"/>
                <a:cs typeface="Arial" pitchFamily="34" charset="0"/>
              </a:rPr>
              <a:t> đầu</a:t>
            </a:r>
            <a:endParaRPr kumimoji="0" lang="en-US" b="0" i="0" u="none" strike="noStrike" cap="none" normalizeH="0" baseline="0">
              <a:ln>
                <a:noFill/>
              </a:ln>
              <a:solidFill>
                <a:schemeClr val="tx1"/>
              </a:solidFill>
              <a:effectLst/>
              <a:latin typeface="+mj-lt"/>
              <a:cs typeface="Arial" pitchFamily="34" charset="0"/>
            </a:endParaRPr>
          </a:p>
        </p:txBody>
      </p:sp>
      <p:sp>
        <p:nvSpPr>
          <p:cNvPr id="47" name="Parallelogram 46"/>
          <p:cNvSpPr/>
          <p:nvPr/>
        </p:nvSpPr>
        <p:spPr>
          <a:xfrm>
            <a:off x="2123728" y="2204864"/>
            <a:ext cx="3828699" cy="533590"/>
          </a:xfrm>
          <a:prstGeom prst="parallelogram">
            <a:avLst/>
          </a:prstGeom>
        </p:spPr>
        <p:style>
          <a:lnRef idx="2">
            <a:schemeClr val="accent4"/>
          </a:lnRef>
          <a:fillRef idx="1">
            <a:schemeClr val="lt1"/>
          </a:fillRef>
          <a:effectRef idx="0">
            <a:schemeClr val="accent4"/>
          </a:effectRef>
          <a:fontRef idx="minor">
            <a:schemeClr val="dk1"/>
          </a:fontRef>
        </p:style>
        <p:txBody>
          <a:bodyPr anchor="ctr"/>
          <a:lstStyle/>
          <a:p>
            <a:pPr algn="ctr">
              <a:defRPr/>
            </a:pPr>
            <a:r>
              <a:rPr lang="en-US">
                <a:latin typeface="+mj-lt"/>
              </a:rPr>
              <a:t>Nhập N và a</a:t>
            </a:r>
            <a:r>
              <a:rPr lang="en-US" baseline="-25000">
                <a:latin typeface="+mj-lt"/>
              </a:rPr>
              <a:t>1</a:t>
            </a:r>
            <a:r>
              <a:rPr lang="en-US">
                <a:latin typeface="+mj-lt"/>
              </a:rPr>
              <a:t>, a</a:t>
            </a:r>
            <a:r>
              <a:rPr lang="en-US" baseline="-25000">
                <a:latin typeface="+mj-lt"/>
              </a:rPr>
              <a:t>2</a:t>
            </a:r>
            <a:r>
              <a:rPr lang="en-US">
                <a:latin typeface="+mj-lt"/>
              </a:rPr>
              <a:t>,…, a</a:t>
            </a:r>
            <a:r>
              <a:rPr lang="en-US" baseline="-25000">
                <a:latin typeface="+mj-lt"/>
              </a:rPr>
              <a:t>N</a:t>
            </a:r>
            <a:r>
              <a:rPr lang="en-US">
                <a:latin typeface="+mj-lt"/>
              </a:rPr>
              <a:t> và k</a:t>
            </a:r>
          </a:p>
        </p:txBody>
      </p:sp>
      <p:sp>
        <p:nvSpPr>
          <p:cNvPr id="48" name="Parallelogram 47"/>
          <p:cNvSpPr/>
          <p:nvPr/>
        </p:nvSpPr>
        <p:spPr>
          <a:xfrm>
            <a:off x="2771800" y="5892543"/>
            <a:ext cx="2530855" cy="533590"/>
          </a:xfrm>
          <a:prstGeom prst="parallelogram">
            <a:avLst/>
          </a:prstGeom>
        </p:spPr>
        <p:style>
          <a:lnRef idx="2">
            <a:schemeClr val="accent4"/>
          </a:lnRef>
          <a:fillRef idx="1">
            <a:schemeClr val="lt1"/>
          </a:fillRef>
          <a:effectRef idx="0">
            <a:schemeClr val="accent4"/>
          </a:effectRef>
          <a:fontRef idx="minor">
            <a:schemeClr val="dk1"/>
          </a:fontRef>
        </p:style>
        <p:txBody>
          <a:bodyPr anchor="ctr"/>
          <a:lstStyle/>
          <a:p>
            <a:pPr algn="ctr">
              <a:defRPr/>
            </a:pPr>
            <a:r>
              <a:rPr lang="en-US">
                <a:latin typeface="+mj-lt"/>
              </a:rPr>
              <a:t>Thông báo không tìm thấy</a:t>
            </a:r>
          </a:p>
        </p:txBody>
      </p:sp>
      <p:sp>
        <p:nvSpPr>
          <p:cNvPr id="49" name="Parallelogram 48"/>
          <p:cNvSpPr/>
          <p:nvPr/>
        </p:nvSpPr>
        <p:spPr>
          <a:xfrm>
            <a:off x="6253448" y="3792883"/>
            <a:ext cx="2304256" cy="533590"/>
          </a:xfrm>
          <a:prstGeom prst="parallelogram">
            <a:avLst/>
          </a:prstGeom>
        </p:spPr>
        <p:style>
          <a:lnRef idx="2">
            <a:schemeClr val="accent4"/>
          </a:lnRef>
          <a:fillRef idx="1">
            <a:schemeClr val="lt1"/>
          </a:fillRef>
          <a:effectRef idx="0">
            <a:schemeClr val="accent4"/>
          </a:effectRef>
          <a:fontRef idx="minor">
            <a:schemeClr val="dk1"/>
          </a:fontRef>
        </p:style>
        <p:txBody>
          <a:bodyPr anchor="ctr"/>
          <a:lstStyle/>
          <a:p>
            <a:pPr algn="ctr">
              <a:defRPr/>
            </a:pPr>
            <a:r>
              <a:rPr lang="en-US">
                <a:latin typeface="+mj-lt"/>
              </a:rPr>
              <a:t>Thông báo tìm thấy, đưa ra i</a:t>
            </a:r>
          </a:p>
        </p:txBody>
      </p:sp>
      <p:cxnSp>
        <p:nvCxnSpPr>
          <p:cNvPr id="51" name="Straight Arrow Connector 50"/>
          <p:cNvCxnSpPr>
            <a:stCxn id="48" idx="2"/>
          </p:cNvCxnSpPr>
          <p:nvPr/>
        </p:nvCxnSpPr>
        <p:spPr>
          <a:xfrm>
            <a:off x="5235956" y="6159338"/>
            <a:ext cx="1432943"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53" name="Oval 13"/>
          <p:cNvSpPr>
            <a:spLocks noChangeArrowheads="1"/>
          </p:cNvSpPr>
          <p:nvPr/>
        </p:nvSpPr>
        <p:spPr bwMode="auto">
          <a:xfrm>
            <a:off x="6660232" y="5885129"/>
            <a:ext cx="1490689" cy="517875"/>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a:ln>
                  <a:noFill/>
                </a:ln>
                <a:solidFill>
                  <a:schemeClr val="tx1"/>
                </a:solidFill>
                <a:effectLst/>
                <a:latin typeface="+mj-lt"/>
                <a:cs typeface="Arial" pitchFamily="34" charset="0"/>
              </a:rPr>
              <a:t>Kết thúc</a:t>
            </a:r>
          </a:p>
        </p:txBody>
      </p:sp>
      <p:cxnSp>
        <p:nvCxnSpPr>
          <p:cNvPr id="59" name="Straight Arrow Connector 58"/>
          <p:cNvCxnSpPr>
            <a:stCxn id="49" idx="4"/>
            <a:endCxn id="53" idx="0"/>
          </p:cNvCxnSpPr>
          <p:nvPr/>
        </p:nvCxnSpPr>
        <p:spPr>
          <a:xfrm>
            <a:off x="7405576" y="4326473"/>
            <a:ext cx="1" cy="1558656"/>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71" name="Straight Arrow Connector 70"/>
          <p:cNvCxnSpPr>
            <a:endCxn id="11" idx="0"/>
          </p:cNvCxnSpPr>
          <p:nvPr/>
        </p:nvCxnSpPr>
        <p:spPr>
          <a:xfrm flipH="1">
            <a:off x="4142274" y="2738454"/>
            <a:ext cx="8253" cy="350213"/>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73" name="Straight Arrow Connector 72"/>
          <p:cNvCxnSpPr>
            <a:stCxn id="11" idx="2"/>
            <a:endCxn id="14" idx="0"/>
          </p:cNvCxnSpPr>
          <p:nvPr/>
        </p:nvCxnSpPr>
        <p:spPr>
          <a:xfrm>
            <a:off x="4142274" y="3476453"/>
            <a:ext cx="8253" cy="31631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75" name="Straight Arrow Connector 74"/>
          <p:cNvCxnSpPr>
            <a:stCxn id="13" idx="2"/>
            <a:endCxn id="15" idx="0"/>
          </p:cNvCxnSpPr>
          <p:nvPr/>
        </p:nvCxnSpPr>
        <p:spPr>
          <a:xfrm>
            <a:off x="4093199" y="4885311"/>
            <a:ext cx="0" cy="343889"/>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76" name="Straight Arrow Connector 75"/>
          <p:cNvCxnSpPr/>
          <p:nvPr/>
        </p:nvCxnSpPr>
        <p:spPr>
          <a:xfrm>
            <a:off x="4135007" y="4263321"/>
            <a:ext cx="0" cy="343889"/>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81" name="Straight Arrow Connector 80"/>
          <p:cNvCxnSpPr>
            <a:stCxn id="15" idx="2"/>
            <a:endCxn id="48" idx="1"/>
          </p:cNvCxnSpPr>
          <p:nvPr/>
        </p:nvCxnSpPr>
        <p:spPr>
          <a:xfrm>
            <a:off x="4093199" y="5700269"/>
            <a:ext cx="10727" cy="192274"/>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83" name="Straight Arrow Connector 82"/>
          <p:cNvCxnSpPr/>
          <p:nvPr/>
        </p:nvCxnSpPr>
        <p:spPr>
          <a:xfrm>
            <a:off x="1907704" y="3666544"/>
            <a:ext cx="2242823"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85" name="Straight Arrow Connector 84"/>
          <p:cNvCxnSpPr>
            <a:endCxn id="49" idx="5"/>
          </p:cNvCxnSpPr>
          <p:nvPr/>
        </p:nvCxnSpPr>
        <p:spPr>
          <a:xfrm>
            <a:off x="5161059" y="4042494"/>
            <a:ext cx="1159088" cy="17184"/>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01" name="Straight Arrow Connector 100"/>
          <p:cNvCxnSpPr>
            <a:stCxn id="46" idx="4"/>
            <a:endCxn id="47" idx="1"/>
          </p:cNvCxnSpPr>
          <p:nvPr/>
        </p:nvCxnSpPr>
        <p:spPr>
          <a:xfrm>
            <a:off x="4098562" y="1898085"/>
            <a:ext cx="6214" cy="306779"/>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104" name="Text Box 29"/>
          <p:cNvSpPr txBox="1">
            <a:spLocks noChangeArrowheads="1"/>
          </p:cNvSpPr>
          <p:nvPr/>
        </p:nvSpPr>
        <p:spPr bwMode="auto">
          <a:xfrm>
            <a:off x="5235956" y="3736412"/>
            <a:ext cx="677279" cy="34066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solidFill>
                  <a:schemeClr val="tx1"/>
                </a:solidFill>
                <a:effectLst/>
                <a:latin typeface="+mj-lt"/>
                <a:cs typeface="Arial" pitchFamily="34" charset="0"/>
              </a:rPr>
              <a:t>Đúng</a:t>
            </a:r>
          </a:p>
        </p:txBody>
      </p:sp>
      <p:sp>
        <p:nvSpPr>
          <p:cNvPr id="105" name="Text Box 29"/>
          <p:cNvSpPr txBox="1">
            <a:spLocks noChangeArrowheads="1"/>
          </p:cNvSpPr>
          <p:nvPr/>
        </p:nvSpPr>
        <p:spPr bwMode="auto">
          <a:xfrm>
            <a:off x="4174087" y="4292218"/>
            <a:ext cx="677279" cy="34066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solidFill>
                  <a:schemeClr val="tx1"/>
                </a:solidFill>
                <a:effectLst/>
                <a:latin typeface="+mj-lt"/>
                <a:cs typeface="Arial" pitchFamily="34" charset="0"/>
              </a:rPr>
              <a:t>Sai</a:t>
            </a:r>
          </a:p>
        </p:txBody>
      </p:sp>
      <p:sp>
        <p:nvSpPr>
          <p:cNvPr id="106" name="Text Box 29"/>
          <p:cNvSpPr txBox="1">
            <a:spLocks noChangeArrowheads="1"/>
          </p:cNvSpPr>
          <p:nvPr/>
        </p:nvSpPr>
        <p:spPr bwMode="auto">
          <a:xfrm>
            <a:off x="4135007" y="5626076"/>
            <a:ext cx="677279" cy="34066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solidFill>
                  <a:schemeClr val="tx1"/>
                </a:solidFill>
                <a:effectLst/>
                <a:latin typeface="+mj-lt"/>
                <a:cs typeface="Arial" pitchFamily="34" charset="0"/>
              </a:rPr>
              <a:t>Đúng</a:t>
            </a:r>
          </a:p>
        </p:txBody>
      </p:sp>
      <p:sp>
        <p:nvSpPr>
          <p:cNvPr id="107" name="Text Box 29"/>
          <p:cNvSpPr txBox="1">
            <a:spLocks noChangeArrowheads="1"/>
          </p:cNvSpPr>
          <p:nvPr/>
        </p:nvSpPr>
        <p:spPr bwMode="auto">
          <a:xfrm>
            <a:off x="2468605" y="5124074"/>
            <a:ext cx="677279" cy="34066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solidFill>
                  <a:schemeClr val="tx1"/>
                </a:solidFill>
                <a:effectLst/>
                <a:latin typeface="+mj-lt"/>
                <a:cs typeface="Arial" pitchFamily="34" charset="0"/>
              </a:rPr>
              <a:t>Sai</a:t>
            </a:r>
          </a:p>
        </p:txBody>
      </p:sp>
      <p:sp>
        <p:nvSpPr>
          <p:cNvPr id="4" name="Date Placeholder 3"/>
          <p:cNvSpPr>
            <a:spLocks noGrp="1"/>
          </p:cNvSpPr>
          <p:nvPr>
            <p:ph type="dt" sz="half" idx="10"/>
          </p:nvPr>
        </p:nvSpPr>
        <p:spPr/>
        <p:txBody>
          <a:bodyPr/>
          <a:lstStyle/>
          <a:p>
            <a:fld id="{2791E397-D2D0-486D-9D72-907CC1664A95}" type="datetime1">
              <a:rPr lang="vi-VN" smtClean="0"/>
              <a:t>14/01/2024</a:t>
            </a:fld>
            <a:endParaRPr lang="vi-VN"/>
          </a:p>
        </p:txBody>
      </p:sp>
      <p:sp>
        <p:nvSpPr>
          <p:cNvPr id="5" name="Footer Placeholder 4"/>
          <p:cNvSpPr>
            <a:spLocks noGrp="1"/>
          </p:cNvSpPr>
          <p:nvPr>
            <p:ph type="ftr" sz="quarter" idx="11"/>
          </p:nvPr>
        </p:nvSpPr>
        <p:spPr/>
        <p:txBody>
          <a:bodyPr/>
          <a:lstStyle/>
          <a:p>
            <a:r>
              <a:rPr lang="vi-VN"/>
              <a:t>Chương 1-Các khái niệm cơ bản về lập trình</a:t>
            </a:r>
          </a:p>
        </p:txBody>
      </p:sp>
      <p:sp>
        <p:nvSpPr>
          <p:cNvPr id="10" name="Slide Number Placeholder 9"/>
          <p:cNvSpPr>
            <a:spLocks noGrp="1"/>
          </p:cNvSpPr>
          <p:nvPr>
            <p:ph type="sldNum" sz="quarter" idx="12"/>
          </p:nvPr>
        </p:nvSpPr>
        <p:spPr/>
        <p:txBody>
          <a:bodyPr/>
          <a:lstStyle/>
          <a:p>
            <a:fld id="{5AB95402-1E0D-474E-8D8C-CBE7F053639E}" type="slidenum">
              <a:rPr lang="vi-VN" smtClean="0"/>
              <a:pPr/>
              <a:t>14</a:t>
            </a:fld>
            <a:r>
              <a:rPr lang="vi-VN"/>
              <a:t>/27</a:t>
            </a:r>
          </a:p>
        </p:txBody>
      </p:sp>
    </p:spTree>
    <p:extLst>
      <p:ext uri="{BB962C8B-B14F-4D97-AF65-F5344CB8AC3E}">
        <p14:creationId xmlns:p14="http://schemas.microsoft.com/office/powerpoint/2010/main" val="1393392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circle(in)">
                                      <p:cBhvr>
                                        <p:cTn id="7" dur="1000"/>
                                        <p:tgtEl>
                                          <p:spTgt spid="4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01"/>
                                        </p:tgtEl>
                                        <p:attrNameLst>
                                          <p:attrName>style.visibility</p:attrName>
                                        </p:attrNameLst>
                                      </p:cBhvr>
                                      <p:to>
                                        <p:strVal val="visible"/>
                                      </p:to>
                                    </p:set>
                                    <p:animEffect transition="in" filter="wipe(up)">
                                      <p:cBhvr>
                                        <p:cTn id="12" dur="500"/>
                                        <p:tgtEl>
                                          <p:spTgt spid="101"/>
                                        </p:tgtEl>
                                      </p:cBhvr>
                                    </p:animEffect>
                                  </p:childTnLst>
                                </p:cTn>
                              </p:par>
                            </p:childTnLst>
                          </p:cTn>
                        </p:par>
                        <p:par>
                          <p:cTn id="13" fill="hold">
                            <p:stCondLst>
                              <p:cond delay="500"/>
                            </p:stCondLst>
                            <p:childTnLst>
                              <p:par>
                                <p:cTn id="14" presetID="6" presetClass="entr" presetSubtype="16" fill="hold" grpId="0" nodeType="afterEffect">
                                  <p:stCondLst>
                                    <p:cond delay="0"/>
                                  </p:stCondLst>
                                  <p:childTnLst>
                                    <p:set>
                                      <p:cBhvr>
                                        <p:cTn id="15" dur="1" fill="hold">
                                          <p:stCondLst>
                                            <p:cond delay="0"/>
                                          </p:stCondLst>
                                        </p:cTn>
                                        <p:tgtEl>
                                          <p:spTgt spid="47"/>
                                        </p:tgtEl>
                                        <p:attrNameLst>
                                          <p:attrName>style.visibility</p:attrName>
                                        </p:attrNameLst>
                                      </p:cBhvr>
                                      <p:to>
                                        <p:strVal val="visible"/>
                                      </p:to>
                                    </p:set>
                                    <p:animEffect transition="in" filter="circle(in)">
                                      <p:cBhvr>
                                        <p:cTn id="16" dur="1000"/>
                                        <p:tgtEl>
                                          <p:spTgt spid="47"/>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71"/>
                                        </p:tgtEl>
                                        <p:attrNameLst>
                                          <p:attrName>style.visibility</p:attrName>
                                        </p:attrNameLst>
                                      </p:cBhvr>
                                      <p:to>
                                        <p:strVal val="visible"/>
                                      </p:to>
                                    </p:set>
                                    <p:animEffect transition="in" filter="wipe(up)">
                                      <p:cBhvr>
                                        <p:cTn id="21" dur="500"/>
                                        <p:tgtEl>
                                          <p:spTgt spid="71"/>
                                        </p:tgtEl>
                                      </p:cBhvr>
                                    </p:animEffect>
                                  </p:childTnLst>
                                </p:cTn>
                              </p:par>
                            </p:childTnLst>
                          </p:cTn>
                        </p:par>
                        <p:par>
                          <p:cTn id="22" fill="hold">
                            <p:stCondLst>
                              <p:cond delay="500"/>
                            </p:stCondLst>
                            <p:childTnLst>
                              <p:par>
                                <p:cTn id="23" presetID="6" presetClass="entr" presetSubtype="16" fill="hold" grpId="0" nodeType="after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circle(in)">
                                      <p:cBhvr>
                                        <p:cTn id="25" dur="1000"/>
                                        <p:tgtEl>
                                          <p:spTgt spid="11"/>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73"/>
                                        </p:tgtEl>
                                        <p:attrNameLst>
                                          <p:attrName>style.visibility</p:attrName>
                                        </p:attrNameLst>
                                      </p:cBhvr>
                                      <p:to>
                                        <p:strVal val="visible"/>
                                      </p:to>
                                    </p:set>
                                    <p:animEffect transition="in" filter="wipe(up)">
                                      <p:cBhvr>
                                        <p:cTn id="30" dur="500"/>
                                        <p:tgtEl>
                                          <p:spTgt spid="73"/>
                                        </p:tgtEl>
                                      </p:cBhvr>
                                    </p:animEffect>
                                  </p:childTnLst>
                                </p:cTn>
                              </p:par>
                            </p:childTnLst>
                          </p:cTn>
                        </p:par>
                        <p:par>
                          <p:cTn id="31" fill="hold">
                            <p:stCondLst>
                              <p:cond delay="500"/>
                            </p:stCondLst>
                            <p:childTnLst>
                              <p:par>
                                <p:cTn id="32" presetID="6" presetClass="entr" presetSubtype="16"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circle(in)">
                                      <p:cBhvr>
                                        <p:cTn id="34" dur="1000"/>
                                        <p:tgtEl>
                                          <p:spTgt spid="14"/>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04"/>
                                        </p:tgtEl>
                                        <p:attrNameLst>
                                          <p:attrName>style.visibility</p:attrName>
                                        </p:attrNameLst>
                                      </p:cBhvr>
                                      <p:to>
                                        <p:strVal val="visible"/>
                                      </p:to>
                                    </p:set>
                                    <p:animEffect transition="in" filter="wipe(left)">
                                      <p:cBhvr>
                                        <p:cTn id="39" dur="500"/>
                                        <p:tgtEl>
                                          <p:spTgt spid="104"/>
                                        </p:tgtEl>
                                      </p:cBhvr>
                                    </p:animEffect>
                                  </p:childTnLst>
                                </p:cTn>
                              </p:par>
                              <p:par>
                                <p:cTn id="40" presetID="22" presetClass="entr" presetSubtype="8" fill="hold" nodeType="withEffect">
                                  <p:stCondLst>
                                    <p:cond delay="0"/>
                                  </p:stCondLst>
                                  <p:childTnLst>
                                    <p:set>
                                      <p:cBhvr>
                                        <p:cTn id="41" dur="1" fill="hold">
                                          <p:stCondLst>
                                            <p:cond delay="0"/>
                                          </p:stCondLst>
                                        </p:cTn>
                                        <p:tgtEl>
                                          <p:spTgt spid="85"/>
                                        </p:tgtEl>
                                        <p:attrNameLst>
                                          <p:attrName>style.visibility</p:attrName>
                                        </p:attrNameLst>
                                      </p:cBhvr>
                                      <p:to>
                                        <p:strVal val="visible"/>
                                      </p:to>
                                    </p:set>
                                    <p:animEffect transition="in" filter="wipe(left)">
                                      <p:cBhvr>
                                        <p:cTn id="42" dur="500"/>
                                        <p:tgtEl>
                                          <p:spTgt spid="85"/>
                                        </p:tgtEl>
                                      </p:cBhvr>
                                    </p:animEffect>
                                  </p:childTnLst>
                                </p:cTn>
                              </p:par>
                            </p:childTnLst>
                          </p:cTn>
                        </p:par>
                      </p:childTnLst>
                    </p:cTn>
                  </p:par>
                  <p:par>
                    <p:cTn id="43" fill="hold">
                      <p:stCondLst>
                        <p:cond delay="indefinite"/>
                      </p:stCondLst>
                      <p:childTnLst>
                        <p:par>
                          <p:cTn id="44" fill="hold">
                            <p:stCondLst>
                              <p:cond delay="0"/>
                            </p:stCondLst>
                            <p:childTnLst>
                              <p:par>
                                <p:cTn id="45" presetID="6" presetClass="entr" presetSubtype="16" fill="hold" grpId="0" nodeType="clickEffect">
                                  <p:stCondLst>
                                    <p:cond delay="0"/>
                                  </p:stCondLst>
                                  <p:childTnLst>
                                    <p:set>
                                      <p:cBhvr>
                                        <p:cTn id="46" dur="1" fill="hold">
                                          <p:stCondLst>
                                            <p:cond delay="0"/>
                                          </p:stCondLst>
                                        </p:cTn>
                                        <p:tgtEl>
                                          <p:spTgt spid="49"/>
                                        </p:tgtEl>
                                        <p:attrNameLst>
                                          <p:attrName>style.visibility</p:attrName>
                                        </p:attrNameLst>
                                      </p:cBhvr>
                                      <p:to>
                                        <p:strVal val="visible"/>
                                      </p:to>
                                    </p:set>
                                    <p:animEffect transition="in" filter="circle(in)">
                                      <p:cBhvr>
                                        <p:cTn id="47" dur="1000"/>
                                        <p:tgtEl>
                                          <p:spTgt spid="49"/>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nodeType="clickEffect">
                                  <p:stCondLst>
                                    <p:cond delay="0"/>
                                  </p:stCondLst>
                                  <p:childTnLst>
                                    <p:set>
                                      <p:cBhvr>
                                        <p:cTn id="51" dur="1" fill="hold">
                                          <p:stCondLst>
                                            <p:cond delay="0"/>
                                          </p:stCondLst>
                                        </p:cTn>
                                        <p:tgtEl>
                                          <p:spTgt spid="59"/>
                                        </p:tgtEl>
                                        <p:attrNameLst>
                                          <p:attrName>style.visibility</p:attrName>
                                        </p:attrNameLst>
                                      </p:cBhvr>
                                      <p:to>
                                        <p:strVal val="visible"/>
                                      </p:to>
                                    </p:set>
                                    <p:animEffect transition="in" filter="wipe(up)">
                                      <p:cBhvr>
                                        <p:cTn id="52" dur="500"/>
                                        <p:tgtEl>
                                          <p:spTgt spid="59"/>
                                        </p:tgtEl>
                                      </p:cBhvr>
                                    </p:animEffect>
                                  </p:childTnLst>
                                </p:cTn>
                              </p:par>
                            </p:childTnLst>
                          </p:cTn>
                        </p:par>
                        <p:par>
                          <p:cTn id="53" fill="hold">
                            <p:stCondLst>
                              <p:cond delay="500"/>
                            </p:stCondLst>
                            <p:childTnLst>
                              <p:par>
                                <p:cTn id="54" presetID="6" presetClass="entr" presetSubtype="16" fill="hold" grpId="0" nodeType="afterEffect">
                                  <p:stCondLst>
                                    <p:cond delay="0"/>
                                  </p:stCondLst>
                                  <p:childTnLst>
                                    <p:set>
                                      <p:cBhvr>
                                        <p:cTn id="55" dur="1" fill="hold">
                                          <p:stCondLst>
                                            <p:cond delay="0"/>
                                          </p:stCondLst>
                                        </p:cTn>
                                        <p:tgtEl>
                                          <p:spTgt spid="53"/>
                                        </p:tgtEl>
                                        <p:attrNameLst>
                                          <p:attrName>style.visibility</p:attrName>
                                        </p:attrNameLst>
                                      </p:cBhvr>
                                      <p:to>
                                        <p:strVal val="visible"/>
                                      </p:to>
                                    </p:set>
                                    <p:animEffect transition="in" filter="circle(in)">
                                      <p:cBhvr>
                                        <p:cTn id="56" dur="1000"/>
                                        <p:tgtEl>
                                          <p:spTgt spid="53"/>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1" fill="hold" nodeType="clickEffect">
                                  <p:stCondLst>
                                    <p:cond delay="0"/>
                                  </p:stCondLst>
                                  <p:childTnLst>
                                    <p:set>
                                      <p:cBhvr>
                                        <p:cTn id="60" dur="1" fill="hold">
                                          <p:stCondLst>
                                            <p:cond delay="0"/>
                                          </p:stCondLst>
                                        </p:cTn>
                                        <p:tgtEl>
                                          <p:spTgt spid="76"/>
                                        </p:tgtEl>
                                        <p:attrNameLst>
                                          <p:attrName>style.visibility</p:attrName>
                                        </p:attrNameLst>
                                      </p:cBhvr>
                                      <p:to>
                                        <p:strVal val="visible"/>
                                      </p:to>
                                    </p:set>
                                    <p:animEffect transition="in" filter="wipe(up)">
                                      <p:cBhvr>
                                        <p:cTn id="61" dur="500"/>
                                        <p:tgtEl>
                                          <p:spTgt spid="76"/>
                                        </p:tgtEl>
                                      </p:cBhvr>
                                    </p:animEffect>
                                  </p:childTnLst>
                                </p:cTn>
                              </p:par>
                              <p:par>
                                <p:cTn id="62" presetID="22" presetClass="entr" presetSubtype="1" fill="hold" grpId="0" nodeType="withEffect">
                                  <p:stCondLst>
                                    <p:cond delay="0"/>
                                  </p:stCondLst>
                                  <p:childTnLst>
                                    <p:set>
                                      <p:cBhvr>
                                        <p:cTn id="63" dur="1" fill="hold">
                                          <p:stCondLst>
                                            <p:cond delay="0"/>
                                          </p:stCondLst>
                                        </p:cTn>
                                        <p:tgtEl>
                                          <p:spTgt spid="105"/>
                                        </p:tgtEl>
                                        <p:attrNameLst>
                                          <p:attrName>style.visibility</p:attrName>
                                        </p:attrNameLst>
                                      </p:cBhvr>
                                      <p:to>
                                        <p:strVal val="visible"/>
                                      </p:to>
                                    </p:set>
                                    <p:animEffect transition="in" filter="wipe(up)">
                                      <p:cBhvr>
                                        <p:cTn id="64" dur="500"/>
                                        <p:tgtEl>
                                          <p:spTgt spid="105"/>
                                        </p:tgtEl>
                                      </p:cBhvr>
                                    </p:animEffect>
                                  </p:childTnLst>
                                </p:cTn>
                              </p:par>
                            </p:childTnLst>
                          </p:cTn>
                        </p:par>
                        <p:par>
                          <p:cTn id="65" fill="hold">
                            <p:stCondLst>
                              <p:cond delay="500"/>
                            </p:stCondLst>
                            <p:childTnLst>
                              <p:par>
                                <p:cTn id="66" presetID="6" presetClass="entr" presetSubtype="16" fill="hold" grpId="0" nodeType="afterEffect">
                                  <p:stCondLst>
                                    <p:cond delay="0"/>
                                  </p:stCondLst>
                                  <p:childTnLst>
                                    <p:set>
                                      <p:cBhvr>
                                        <p:cTn id="67" dur="1" fill="hold">
                                          <p:stCondLst>
                                            <p:cond delay="0"/>
                                          </p:stCondLst>
                                        </p:cTn>
                                        <p:tgtEl>
                                          <p:spTgt spid="13"/>
                                        </p:tgtEl>
                                        <p:attrNameLst>
                                          <p:attrName>style.visibility</p:attrName>
                                        </p:attrNameLst>
                                      </p:cBhvr>
                                      <p:to>
                                        <p:strVal val="visible"/>
                                      </p:to>
                                    </p:set>
                                    <p:animEffect transition="in" filter="circle(in)">
                                      <p:cBhvr>
                                        <p:cTn id="68" dur="1000"/>
                                        <p:tgtEl>
                                          <p:spTgt spid="13"/>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1" fill="hold" nodeType="clickEffect">
                                  <p:stCondLst>
                                    <p:cond delay="0"/>
                                  </p:stCondLst>
                                  <p:childTnLst>
                                    <p:set>
                                      <p:cBhvr>
                                        <p:cTn id="72" dur="1" fill="hold">
                                          <p:stCondLst>
                                            <p:cond delay="0"/>
                                          </p:stCondLst>
                                        </p:cTn>
                                        <p:tgtEl>
                                          <p:spTgt spid="75"/>
                                        </p:tgtEl>
                                        <p:attrNameLst>
                                          <p:attrName>style.visibility</p:attrName>
                                        </p:attrNameLst>
                                      </p:cBhvr>
                                      <p:to>
                                        <p:strVal val="visible"/>
                                      </p:to>
                                    </p:set>
                                    <p:animEffect transition="in" filter="wipe(up)">
                                      <p:cBhvr>
                                        <p:cTn id="73" dur="500"/>
                                        <p:tgtEl>
                                          <p:spTgt spid="75"/>
                                        </p:tgtEl>
                                      </p:cBhvr>
                                    </p:animEffect>
                                  </p:childTnLst>
                                </p:cTn>
                              </p:par>
                            </p:childTnLst>
                          </p:cTn>
                        </p:par>
                        <p:par>
                          <p:cTn id="74" fill="hold">
                            <p:stCondLst>
                              <p:cond delay="500"/>
                            </p:stCondLst>
                            <p:childTnLst>
                              <p:par>
                                <p:cTn id="75" presetID="6" presetClass="entr" presetSubtype="16" fill="hold" grpId="0" nodeType="afterEffect">
                                  <p:stCondLst>
                                    <p:cond delay="0"/>
                                  </p:stCondLst>
                                  <p:childTnLst>
                                    <p:set>
                                      <p:cBhvr>
                                        <p:cTn id="76" dur="1" fill="hold">
                                          <p:stCondLst>
                                            <p:cond delay="0"/>
                                          </p:stCondLst>
                                        </p:cTn>
                                        <p:tgtEl>
                                          <p:spTgt spid="15"/>
                                        </p:tgtEl>
                                        <p:attrNameLst>
                                          <p:attrName>style.visibility</p:attrName>
                                        </p:attrNameLst>
                                      </p:cBhvr>
                                      <p:to>
                                        <p:strVal val="visible"/>
                                      </p:to>
                                    </p:set>
                                    <p:animEffect transition="in" filter="circle(in)">
                                      <p:cBhvr>
                                        <p:cTn id="77" dur="1000"/>
                                        <p:tgtEl>
                                          <p:spTgt spid="15"/>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1" fill="hold" nodeType="clickEffect">
                                  <p:stCondLst>
                                    <p:cond delay="0"/>
                                  </p:stCondLst>
                                  <p:childTnLst>
                                    <p:set>
                                      <p:cBhvr>
                                        <p:cTn id="81" dur="1" fill="hold">
                                          <p:stCondLst>
                                            <p:cond delay="0"/>
                                          </p:stCondLst>
                                        </p:cTn>
                                        <p:tgtEl>
                                          <p:spTgt spid="81"/>
                                        </p:tgtEl>
                                        <p:attrNameLst>
                                          <p:attrName>style.visibility</p:attrName>
                                        </p:attrNameLst>
                                      </p:cBhvr>
                                      <p:to>
                                        <p:strVal val="visible"/>
                                      </p:to>
                                    </p:set>
                                    <p:animEffect transition="in" filter="wipe(up)">
                                      <p:cBhvr>
                                        <p:cTn id="82" dur="500"/>
                                        <p:tgtEl>
                                          <p:spTgt spid="81"/>
                                        </p:tgtEl>
                                      </p:cBhvr>
                                    </p:animEffect>
                                  </p:childTnLst>
                                </p:cTn>
                              </p:par>
                              <p:par>
                                <p:cTn id="83" presetID="22" presetClass="entr" presetSubtype="1" fill="hold" grpId="0" nodeType="withEffect">
                                  <p:stCondLst>
                                    <p:cond delay="0"/>
                                  </p:stCondLst>
                                  <p:childTnLst>
                                    <p:set>
                                      <p:cBhvr>
                                        <p:cTn id="84" dur="1" fill="hold">
                                          <p:stCondLst>
                                            <p:cond delay="0"/>
                                          </p:stCondLst>
                                        </p:cTn>
                                        <p:tgtEl>
                                          <p:spTgt spid="106"/>
                                        </p:tgtEl>
                                        <p:attrNameLst>
                                          <p:attrName>style.visibility</p:attrName>
                                        </p:attrNameLst>
                                      </p:cBhvr>
                                      <p:to>
                                        <p:strVal val="visible"/>
                                      </p:to>
                                    </p:set>
                                    <p:animEffect transition="in" filter="wipe(up)">
                                      <p:cBhvr>
                                        <p:cTn id="85" dur="500"/>
                                        <p:tgtEl>
                                          <p:spTgt spid="106"/>
                                        </p:tgtEl>
                                      </p:cBhvr>
                                    </p:animEffect>
                                  </p:childTnLst>
                                </p:cTn>
                              </p:par>
                            </p:childTnLst>
                          </p:cTn>
                        </p:par>
                        <p:par>
                          <p:cTn id="86" fill="hold">
                            <p:stCondLst>
                              <p:cond delay="500"/>
                            </p:stCondLst>
                            <p:childTnLst>
                              <p:par>
                                <p:cTn id="87" presetID="6" presetClass="entr" presetSubtype="16" fill="hold" grpId="0" nodeType="afterEffect">
                                  <p:stCondLst>
                                    <p:cond delay="0"/>
                                  </p:stCondLst>
                                  <p:childTnLst>
                                    <p:set>
                                      <p:cBhvr>
                                        <p:cTn id="88" dur="1" fill="hold">
                                          <p:stCondLst>
                                            <p:cond delay="0"/>
                                          </p:stCondLst>
                                        </p:cTn>
                                        <p:tgtEl>
                                          <p:spTgt spid="48"/>
                                        </p:tgtEl>
                                        <p:attrNameLst>
                                          <p:attrName>style.visibility</p:attrName>
                                        </p:attrNameLst>
                                      </p:cBhvr>
                                      <p:to>
                                        <p:strVal val="visible"/>
                                      </p:to>
                                    </p:set>
                                    <p:animEffect transition="in" filter="circle(in)">
                                      <p:cBhvr>
                                        <p:cTn id="89" dur="1000"/>
                                        <p:tgtEl>
                                          <p:spTgt spid="48"/>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8" fill="hold" nodeType="clickEffect">
                                  <p:stCondLst>
                                    <p:cond delay="0"/>
                                  </p:stCondLst>
                                  <p:childTnLst>
                                    <p:set>
                                      <p:cBhvr>
                                        <p:cTn id="93" dur="1" fill="hold">
                                          <p:stCondLst>
                                            <p:cond delay="0"/>
                                          </p:stCondLst>
                                        </p:cTn>
                                        <p:tgtEl>
                                          <p:spTgt spid="51"/>
                                        </p:tgtEl>
                                        <p:attrNameLst>
                                          <p:attrName>style.visibility</p:attrName>
                                        </p:attrNameLst>
                                      </p:cBhvr>
                                      <p:to>
                                        <p:strVal val="visible"/>
                                      </p:to>
                                    </p:set>
                                    <p:animEffect transition="in" filter="wipe(left)">
                                      <p:cBhvr>
                                        <p:cTn id="94" dur="500"/>
                                        <p:tgtEl>
                                          <p:spTgt spid="51"/>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ntr" presetSubtype="2" fill="hold" grpId="0" nodeType="clickEffect">
                                  <p:stCondLst>
                                    <p:cond delay="0"/>
                                  </p:stCondLst>
                                  <p:childTnLst>
                                    <p:set>
                                      <p:cBhvr>
                                        <p:cTn id="98" dur="1" fill="hold">
                                          <p:stCondLst>
                                            <p:cond delay="0"/>
                                          </p:stCondLst>
                                        </p:cTn>
                                        <p:tgtEl>
                                          <p:spTgt spid="107"/>
                                        </p:tgtEl>
                                        <p:attrNameLst>
                                          <p:attrName>style.visibility</p:attrName>
                                        </p:attrNameLst>
                                      </p:cBhvr>
                                      <p:to>
                                        <p:strVal val="visible"/>
                                      </p:to>
                                    </p:set>
                                    <p:animEffect transition="in" filter="wipe(right)">
                                      <p:cBhvr>
                                        <p:cTn id="99" dur="500"/>
                                        <p:tgtEl>
                                          <p:spTgt spid="107"/>
                                        </p:tgtEl>
                                      </p:cBhvr>
                                    </p:animEffect>
                                  </p:childTnLst>
                                </p:cTn>
                              </p:par>
                              <p:par>
                                <p:cTn id="100" presetID="22" presetClass="entr" presetSubtype="2" fill="hold" nodeType="withEffect">
                                  <p:stCondLst>
                                    <p:cond delay="0"/>
                                  </p:stCondLst>
                                  <p:childTnLst>
                                    <p:set>
                                      <p:cBhvr>
                                        <p:cTn id="101" dur="1" fill="hold">
                                          <p:stCondLst>
                                            <p:cond delay="0"/>
                                          </p:stCondLst>
                                        </p:cTn>
                                        <p:tgtEl>
                                          <p:spTgt spid="6"/>
                                        </p:tgtEl>
                                        <p:attrNameLst>
                                          <p:attrName>style.visibility</p:attrName>
                                        </p:attrNameLst>
                                      </p:cBhvr>
                                      <p:to>
                                        <p:strVal val="visible"/>
                                      </p:to>
                                    </p:set>
                                    <p:animEffect transition="in" filter="wipe(right)">
                                      <p:cBhvr>
                                        <p:cTn id="102" dur="500"/>
                                        <p:tgtEl>
                                          <p:spTgt spid="6"/>
                                        </p:tgtEl>
                                      </p:cBhvr>
                                    </p:animEffect>
                                  </p:childTnLst>
                                </p:cTn>
                              </p:par>
                            </p:childTnLst>
                          </p:cTn>
                        </p:par>
                        <p:par>
                          <p:cTn id="103" fill="hold">
                            <p:stCondLst>
                              <p:cond delay="500"/>
                            </p:stCondLst>
                            <p:childTnLst>
                              <p:par>
                                <p:cTn id="104" presetID="22" presetClass="entr" presetSubtype="4" fill="hold" nodeType="afterEffect">
                                  <p:stCondLst>
                                    <p:cond delay="0"/>
                                  </p:stCondLst>
                                  <p:childTnLst>
                                    <p:set>
                                      <p:cBhvr>
                                        <p:cTn id="105" dur="1" fill="hold">
                                          <p:stCondLst>
                                            <p:cond delay="0"/>
                                          </p:stCondLst>
                                        </p:cTn>
                                        <p:tgtEl>
                                          <p:spTgt spid="23"/>
                                        </p:tgtEl>
                                        <p:attrNameLst>
                                          <p:attrName>style.visibility</p:attrName>
                                        </p:attrNameLst>
                                      </p:cBhvr>
                                      <p:to>
                                        <p:strVal val="visible"/>
                                      </p:to>
                                    </p:set>
                                    <p:animEffect transition="in" filter="wipe(down)">
                                      <p:cBhvr>
                                        <p:cTn id="106" dur="500"/>
                                        <p:tgtEl>
                                          <p:spTgt spid="23"/>
                                        </p:tgtEl>
                                      </p:cBhvr>
                                    </p:animEffect>
                                  </p:childTnLst>
                                </p:cTn>
                              </p:par>
                            </p:childTnLst>
                          </p:cTn>
                        </p:par>
                        <p:par>
                          <p:cTn id="107" fill="hold">
                            <p:stCondLst>
                              <p:cond delay="1000"/>
                            </p:stCondLst>
                            <p:childTnLst>
                              <p:par>
                                <p:cTn id="108" presetID="22" presetClass="entr" presetSubtype="8" fill="hold" nodeType="afterEffect">
                                  <p:stCondLst>
                                    <p:cond delay="0"/>
                                  </p:stCondLst>
                                  <p:childTnLst>
                                    <p:set>
                                      <p:cBhvr>
                                        <p:cTn id="109" dur="1" fill="hold">
                                          <p:stCondLst>
                                            <p:cond delay="0"/>
                                          </p:stCondLst>
                                        </p:cTn>
                                        <p:tgtEl>
                                          <p:spTgt spid="83"/>
                                        </p:tgtEl>
                                        <p:attrNameLst>
                                          <p:attrName>style.visibility</p:attrName>
                                        </p:attrNameLst>
                                      </p:cBhvr>
                                      <p:to>
                                        <p:strVal val="visible"/>
                                      </p:to>
                                    </p:set>
                                    <p:animEffect transition="in" filter="wipe(left)">
                                      <p:cBhvr>
                                        <p:cTn id="110" dur="500"/>
                                        <p:tgtEl>
                                          <p:spTgt spid="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14" grpId="0" animBg="1"/>
      <p:bldP spid="15" grpId="0" animBg="1"/>
      <p:bldP spid="46" grpId="0" animBg="1"/>
      <p:bldP spid="47" grpId="0" animBg="1"/>
      <p:bldP spid="48" grpId="0" animBg="1"/>
      <p:bldP spid="49" grpId="0" animBg="1"/>
      <p:bldP spid="53" grpId="0" animBg="1"/>
      <p:bldP spid="104" grpId="0"/>
      <p:bldP spid="105" grpId="0"/>
      <p:bldP spid="106" grpId="0"/>
      <p:bldP spid="10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Ví dụ về thuật toán (tt)</a:t>
            </a:r>
            <a:endParaRPr lang="vi-VN"/>
          </a:p>
        </p:txBody>
      </p:sp>
      <p:sp>
        <p:nvSpPr>
          <p:cNvPr id="3" name="Content Placeholder 2"/>
          <p:cNvSpPr>
            <a:spLocks noGrp="1"/>
          </p:cNvSpPr>
          <p:nvPr>
            <p:ph idx="1"/>
          </p:nvPr>
        </p:nvSpPr>
        <p:spPr>
          <a:xfrm>
            <a:off x="762000" y="3573016"/>
            <a:ext cx="7924800" cy="2736304"/>
          </a:xfrm>
        </p:spPr>
        <p:txBody>
          <a:bodyPr/>
          <a:lstStyle/>
          <a:p>
            <a:r>
              <a:rPr lang="en-US"/>
              <a:t>Ý tưởng:</a:t>
            </a:r>
          </a:p>
          <a:p>
            <a:pPr lvl="1"/>
            <a:r>
              <a:rPr lang="en-US" sz="2000"/>
              <a:t>Chọn số hàng a</a:t>
            </a:r>
            <a:r>
              <a:rPr lang="en-US" sz="2000" baseline="-25000"/>
              <a:t>Giua</a:t>
            </a:r>
            <a:r>
              <a:rPr lang="en-US" sz="2000"/>
              <a:t> để so sánh với k, trong đó Giua = [(N+1)/2]</a:t>
            </a:r>
          </a:p>
          <a:p>
            <a:pPr lvl="1"/>
            <a:r>
              <a:rPr lang="en-US" sz="2000"/>
              <a:t>Nếu a</a:t>
            </a:r>
            <a:r>
              <a:rPr lang="en-US" sz="2000" baseline="-25000"/>
              <a:t>Giua</a:t>
            </a:r>
            <a:r>
              <a:rPr lang="en-US" sz="2000"/>
              <a:t> = k thì Giua là chỉ số cần tìm</a:t>
            </a:r>
          </a:p>
          <a:p>
            <a:pPr lvl="1"/>
            <a:r>
              <a:rPr lang="en-US" sz="2000"/>
              <a:t>Nếu a</a:t>
            </a:r>
            <a:r>
              <a:rPr lang="en-US" sz="2000" baseline="-25000"/>
              <a:t>Giua</a:t>
            </a:r>
            <a:r>
              <a:rPr lang="en-US" sz="2000"/>
              <a:t>&gt;k thì tìm kiếm trên dãy a</a:t>
            </a:r>
            <a:r>
              <a:rPr lang="en-US" sz="2000" baseline="-25000"/>
              <a:t>1</a:t>
            </a:r>
            <a:r>
              <a:rPr lang="en-US" sz="2000"/>
              <a:t>,…, a</a:t>
            </a:r>
            <a:r>
              <a:rPr lang="en-US" sz="2000" baseline="-25000"/>
              <a:t>Giua-1</a:t>
            </a:r>
          </a:p>
          <a:p>
            <a:pPr lvl="1"/>
            <a:r>
              <a:rPr lang="en-US" sz="2000"/>
              <a:t>Nếu a</a:t>
            </a:r>
            <a:r>
              <a:rPr lang="en-US" sz="2000" baseline="-25000"/>
              <a:t>Giua</a:t>
            </a:r>
            <a:r>
              <a:rPr lang="en-US" sz="2000"/>
              <a:t>&lt;k thì tìm kiếm trên dãy a</a:t>
            </a:r>
            <a:r>
              <a:rPr lang="en-US" sz="2000" baseline="-25000"/>
              <a:t>Giua</a:t>
            </a:r>
            <a:r>
              <a:rPr lang="en-US" sz="2000"/>
              <a:t> </a:t>
            </a:r>
            <a:r>
              <a:rPr lang="en-US" sz="2000" baseline="-25000"/>
              <a:t>+ 1</a:t>
            </a:r>
            <a:r>
              <a:rPr lang="en-US" sz="2000"/>
              <a:t>,…, a</a:t>
            </a:r>
            <a:r>
              <a:rPr lang="en-US" sz="2000" baseline="-25000"/>
              <a:t>N</a:t>
            </a:r>
          </a:p>
          <a:p>
            <a:pPr lvl="1"/>
            <a:r>
              <a:rPr lang="en-US" sz="2000"/>
              <a:t>Lặp lại cho đến khi tìm thấy k trong dãy hoặc phạm vi tìm kiếm bằng rỗng</a:t>
            </a:r>
          </a:p>
          <a:p>
            <a:endParaRPr lang="vi-VN"/>
          </a:p>
        </p:txBody>
      </p:sp>
      <p:sp>
        <p:nvSpPr>
          <p:cNvPr id="4" name="Content Placeholder 1"/>
          <p:cNvSpPr txBox="1">
            <a:spLocks/>
          </p:cNvSpPr>
          <p:nvPr/>
        </p:nvSpPr>
        <p:spPr bwMode="auto">
          <a:xfrm>
            <a:off x="799372" y="1142856"/>
            <a:ext cx="7949092" cy="990000"/>
          </a:xfrm>
          <a:prstGeom prst="rect">
            <a:avLst/>
          </a:prstGeom>
        </p:spPr>
        <p:style>
          <a:lnRef idx="1">
            <a:schemeClr val="accent6"/>
          </a:lnRef>
          <a:fillRef idx="2">
            <a:schemeClr val="accent6"/>
          </a:fillRef>
          <a:effectRef idx="1">
            <a:schemeClr val="accent6"/>
          </a:effectRef>
          <a:fontRef idx="minor">
            <a:schemeClr val="dk1"/>
          </a:fontRef>
        </p:style>
        <p:txBody>
          <a:bodyPr vert="horz" wrap="square" lIns="91440" tIns="45720" rIns="91440" bIns="45720" numCol="1" anchor="t" anchorCtr="0" compatLnSpc="1">
            <a:prstTxWarp prst="textNoShape">
              <a:avLst/>
            </a:prstTxWarp>
          </a:bodyPr>
          <a:lstStyle>
            <a:lvl1pPr marL="469900" indent="-469900" algn="just" rtl="0" eaLnBrk="1" fontAlgn="base" hangingPunct="1">
              <a:spcBef>
                <a:spcPct val="20000"/>
              </a:spcBef>
              <a:spcAft>
                <a:spcPct val="0"/>
              </a:spcAft>
              <a:buClr>
                <a:schemeClr val="accent2"/>
              </a:buClr>
              <a:buFont typeface="Wingdings" pitchFamily="2" charset="2"/>
              <a:buChar char="o"/>
              <a:defRPr lang="en-GB" sz="2800">
                <a:solidFill>
                  <a:schemeClr val="dk1"/>
                </a:solidFill>
                <a:latin typeface="+mn-lt"/>
                <a:ea typeface="+mn-ea"/>
                <a:cs typeface="+mn-cs"/>
              </a:defRPr>
            </a:lvl1pPr>
            <a:lvl2pPr marL="908050" indent="-436563" algn="just" rtl="0" eaLnBrk="1" fontAlgn="base" hangingPunct="1">
              <a:spcBef>
                <a:spcPct val="15000"/>
              </a:spcBef>
              <a:spcAft>
                <a:spcPct val="0"/>
              </a:spcAft>
              <a:buClr>
                <a:schemeClr val="accent2"/>
              </a:buClr>
              <a:buSzPct val="80000"/>
              <a:buFont typeface="Wingdings" pitchFamily="2" charset="2"/>
              <a:buChar char="n"/>
              <a:defRPr lang="en-GB" sz="2400">
                <a:solidFill>
                  <a:srgbClr val="0000FF"/>
                </a:solidFill>
                <a:latin typeface="+mn-lt"/>
                <a:ea typeface="+mn-ea"/>
                <a:cs typeface="+mn-cs"/>
              </a:defRPr>
            </a:lvl2pPr>
            <a:lvl3pPr marL="1304925" indent="-395288" algn="just" rtl="0" eaLnBrk="1" fontAlgn="base" hangingPunct="1">
              <a:spcBef>
                <a:spcPct val="15000"/>
              </a:spcBef>
              <a:spcAft>
                <a:spcPct val="0"/>
              </a:spcAft>
              <a:buClr>
                <a:schemeClr val="accent2"/>
              </a:buClr>
              <a:buSzPct val="80000"/>
              <a:buFont typeface="Wingdings" pitchFamily="2" charset="2"/>
              <a:buChar char="o"/>
              <a:defRPr lang="en-GB" sz="2000">
                <a:solidFill>
                  <a:srgbClr val="002060"/>
                </a:solidFill>
                <a:latin typeface="+mn-lt"/>
                <a:ea typeface="+mn-ea"/>
                <a:cs typeface="+mn-cs"/>
              </a:defRPr>
            </a:lvl3pPr>
            <a:lvl4pPr marL="1693863" indent="-387350" algn="just" rtl="0" eaLnBrk="1" fontAlgn="base" hangingPunct="1">
              <a:spcBef>
                <a:spcPct val="15000"/>
              </a:spcBef>
              <a:spcAft>
                <a:spcPct val="0"/>
              </a:spcAft>
              <a:buClr>
                <a:schemeClr val="accent2"/>
              </a:buClr>
              <a:buSzPct val="80000"/>
              <a:buFont typeface="Wingdings" pitchFamily="2" charset="2"/>
              <a:buChar char="n"/>
              <a:defRPr lang="en-GB" sz="1800">
                <a:solidFill>
                  <a:srgbClr val="000066"/>
                </a:solidFill>
                <a:latin typeface="+mn-lt"/>
                <a:ea typeface="+mn-ea"/>
                <a:cs typeface="+mn-cs"/>
              </a:defRPr>
            </a:lvl4pPr>
            <a:lvl5pPr marL="2093913" indent="-398463" algn="just" rtl="0" eaLnBrk="1" fontAlgn="base" hangingPunct="1">
              <a:spcBef>
                <a:spcPct val="15000"/>
              </a:spcBef>
              <a:spcAft>
                <a:spcPct val="0"/>
              </a:spcAft>
              <a:buClr>
                <a:schemeClr val="accent2"/>
              </a:buClr>
              <a:buFont typeface="Wingdings" pitchFamily="2" charset="2"/>
              <a:buChar char="§"/>
              <a:defRPr sz="1800">
                <a:solidFill>
                  <a:schemeClr val="tx1">
                    <a:lumMod val="95000"/>
                    <a:lumOff val="5000"/>
                  </a:schemeClr>
                </a:solidFill>
                <a:latin typeface="+mj-lt"/>
                <a:ea typeface="+mn-ea"/>
                <a:cs typeface="+mn-cs"/>
              </a:defRPr>
            </a:lvl5pPr>
            <a:lvl6pPr marL="2551113" indent="-398463" algn="l" rtl="0" eaLnBrk="1" fontAlgn="base" hangingPunct="1">
              <a:spcBef>
                <a:spcPct val="15000"/>
              </a:spcBef>
              <a:spcAft>
                <a:spcPct val="0"/>
              </a:spcAft>
              <a:buClr>
                <a:schemeClr val="accent2"/>
              </a:buClr>
              <a:buFont typeface="Wingdings" pitchFamily="2" charset="2"/>
              <a:buChar char="§"/>
              <a:defRPr sz="1400">
                <a:solidFill>
                  <a:schemeClr val="dk1"/>
                </a:solidFill>
                <a:latin typeface="+mn-lt"/>
                <a:ea typeface="+mn-ea"/>
                <a:cs typeface="+mn-cs"/>
              </a:defRPr>
            </a:lvl6pPr>
            <a:lvl7pPr marL="3008313" indent="-398463" algn="l" rtl="0" eaLnBrk="1" fontAlgn="base" hangingPunct="1">
              <a:spcBef>
                <a:spcPct val="15000"/>
              </a:spcBef>
              <a:spcAft>
                <a:spcPct val="0"/>
              </a:spcAft>
              <a:buClr>
                <a:schemeClr val="accent2"/>
              </a:buClr>
              <a:buFont typeface="Wingdings" pitchFamily="2" charset="2"/>
              <a:buChar char="§"/>
              <a:defRPr sz="1400">
                <a:solidFill>
                  <a:schemeClr val="dk1"/>
                </a:solidFill>
                <a:latin typeface="+mn-lt"/>
                <a:ea typeface="+mn-ea"/>
                <a:cs typeface="+mn-cs"/>
              </a:defRPr>
            </a:lvl7pPr>
            <a:lvl8pPr marL="3465513" indent="-398463" algn="l" rtl="0" eaLnBrk="1" fontAlgn="base" hangingPunct="1">
              <a:spcBef>
                <a:spcPct val="15000"/>
              </a:spcBef>
              <a:spcAft>
                <a:spcPct val="0"/>
              </a:spcAft>
              <a:buClr>
                <a:schemeClr val="accent2"/>
              </a:buClr>
              <a:buFont typeface="Wingdings" pitchFamily="2" charset="2"/>
              <a:buChar char="§"/>
              <a:defRPr sz="1400">
                <a:solidFill>
                  <a:schemeClr val="dk1"/>
                </a:solidFill>
                <a:latin typeface="+mn-lt"/>
                <a:ea typeface="+mn-ea"/>
                <a:cs typeface="+mn-cs"/>
              </a:defRPr>
            </a:lvl8pPr>
            <a:lvl9pPr marL="3922713" indent="-398463" algn="l" rtl="0" eaLnBrk="1" fontAlgn="base" hangingPunct="1">
              <a:spcBef>
                <a:spcPct val="15000"/>
              </a:spcBef>
              <a:spcAft>
                <a:spcPct val="0"/>
              </a:spcAft>
              <a:buClr>
                <a:schemeClr val="accent2"/>
              </a:buClr>
              <a:buFont typeface="Wingdings" pitchFamily="2" charset="2"/>
              <a:buChar char="§"/>
              <a:defRPr sz="1400">
                <a:solidFill>
                  <a:schemeClr val="dk1"/>
                </a:solidFill>
                <a:latin typeface="+mn-lt"/>
                <a:ea typeface="+mn-ea"/>
                <a:cs typeface="+mn-cs"/>
              </a:defRPr>
            </a:lvl9pPr>
          </a:lstStyle>
          <a:p>
            <a:pPr marL="0" indent="0" algn="ctr">
              <a:spcBef>
                <a:spcPts val="400"/>
              </a:spcBef>
              <a:buFont typeface="Wingdings" pitchFamily="2" charset="2"/>
              <a:buNone/>
            </a:pPr>
            <a:r>
              <a:rPr lang="en-US" b="1">
                <a:solidFill>
                  <a:srgbClr val="000066"/>
                </a:solidFill>
              </a:rPr>
              <a:t>Bài toán tìm kiếm</a:t>
            </a:r>
          </a:p>
          <a:p>
            <a:pPr marL="0" indent="0" algn="ctr">
              <a:buNone/>
            </a:pPr>
            <a:r>
              <a:rPr lang="en-US" sz="2600" b="1">
                <a:solidFill>
                  <a:srgbClr val="C00000"/>
                </a:solidFill>
              </a:rPr>
              <a:t>Thuật toán tìm kiếm nhị phân (Binary Search)</a:t>
            </a:r>
            <a:endParaRPr lang="vi-VN" sz="2600" b="1">
              <a:solidFill>
                <a:srgbClr val="C00000"/>
              </a:solidFill>
            </a:endParaRPr>
          </a:p>
          <a:p>
            <a:pPr marL="0" indent="0" algn="ctr">
              <a:buFont typeface="Wingdings" pitchFamily="2" charset="2"/>
              <a:buNone/>
            </a:pPr>
            <a:endParaRPr lang="vi-VN" b="1">
              <a:solidFill>
                <a:srgbClr val="000066"/>
              </a:solidFill>
            </a:endParaRPr>
          </a:p>
        </p:txBody>
      </p:sp>
      <p:sp>
        <p:nvSpPr>
          <p:cNvPr id="5" name="TextBox 4"/>
          <p:cNvSpPr txBox="1"/>
          <p:nvPr/>
        </p:nvSpPr>
        <p:spPr>
          <a:xfrm>
            <a:off x="799372" y="2223914"/>
            <a:ext cx="7949092" cy="1323439"/>
          </a:xfrm>
          <a:prstGeom prst="rect">
            <a:avLst/>
          </a:prstGeom>
          <a:ln>
            <a:prstDash val="sysDash"/>
          </a:ln>
        </p:spPr>
        <p:style>
          <a:lnRef idx="2">
            <a:schemeClr val="accent2"/>
          </a:lnRef>
          <a:fillRef idx="1">
            <a:schemeClr val="lt1"/>
          </a:fillRef>
          <a:effectRef idx="0">
            <a:schemeClr val="accent2"/>
          </a:effectRef>
          <a:fontRef idx="minor">
            <a:schemeClr val="dk1"/>
          </a:fontRef>
        </p:style>
        <p:txBody>
          <a:bodyPr wrap="square">
            <a:spAutoFit/>
          </a:bodyPr>
          <a:lstStyle/>
          <a:p>
            <a:pPr>
              <a:defRPr/>
            </a:pPr>
            <a:r>
              <a:rPr lang="en-US" sz="2000" b="1">
                <a:solidFill>
                  <a:schemeClr val="tx1">
                    <a:lumMod val="95000"/>
                    <a:lumOff val="5000"/>
                  </a:schemeClr>
                </a:solidFill>
                <a:latin typeface="Courier New" pitchFamily="49" charset="0"/>
                <a:cs typeface="Courier New" pitchFamily="49" charset="0"/>
              </a:rPr>
              <a:t>INPUT</a:t>
            </a:r>
            <a:r>
              <a:rPr lang="en-US" sz="2000" b="1">
                <a:solidFill>
                  <a:schemeClr val="tx1">
                    <a:lumMod val="60000"/>
                    <a:lumOff val="40000"/>
                  </a:schemeClr>
                </a:solidFill>
                <a:latin typeface="Courier New" pitchFamily="49" charset="0"/>
                <a:cs typeface="Courier New" pitchFamily="49" charset="0"/>
              </a:rPr>
              <a:t>:</a:t>
            </a:r>
            <a:r>
              <a:rPr lang="en-US" sz="2000" b="1">
                <a:latin typeface="Courier New" pitchFamily="49" charset="0"/>
                <a:cs typeface="Courier New" pitchFamily="49" charset="0"/>
              </a:rPr>
              <a:t> Dãy A là dãy tăng gồm N số nguyên đôi một khác nhau a</a:t>
            </a:r>
            <a:r>
              <a:rPr lang="en-US" sz="2000" b="1" baseline="-25000">
                <a:latin typeface="Courier New" pitchFamily="49" charset="0"/>
                <a:cs typeface="Courier New" pitchFamily="49" charset="0"/>
              </a:rPr>
              <a:t>1</a:t>
            </a:r>
            <a:r>
              <a:rPr lang="en-US" sz="2000" b="1">
                <a:latin typeface="Courier New" pitchFamily="49" charset="0"/>
                <a:cs typeface="Courier New" pitchFamily="49" charset="0"/>
              </a:rPr>
              <a:t>, a</a:t>
            </a:r>
            <a:r>
              <a:rPr lang="en-US" sz="2000" b="1" baseline="-25000">
                <a:latin typeface="Courier New" pitchFamily="49" charset="0"/>
                <a:cs typeface="Courier New" pitchFamily="49" charset="0"/>
              </a:rPr>
              <a:t>2</a:t>
            </a:r>
            <a:r>
              <a:rPr lang="en-US" sz="2000" b="1">
                <a:latin typeface="Courier New" pitchFamily="49" charset="0"/>
                <a:cs typeface="Courier New" pitchFamily="49" charset="0"/>
              </a:rPr>
              <a:t>,…, a</a:t>
            </a:r>
            <a:r>
              <a:rPr lang="en-US" sz="2000" b="1" baseline="-25000">
                <a:latin typeface="Courier New" pitchFamily="49" charset="0"/>
                <a:cs typeface="Courier New" pitchFamily="49" charset="0"/>
              </a:rPr>
              <a:t>n</a:t>
            </a:r>
            <a:r>
              <a:rPr lang="en-US" sz="2000" b="1">
                <a:latin typeface="Courier New" pitchFamily="49" charset="0"/>
                <a:cs typeface="Courier New" pitchFamily="49" charset="0"/>
              </a:rPr>
              <a:t> và số nguyên k</a:t>
            </a:r>
          </a:p>
          <a:p>
            <a:pPr>
              <a:defRPr/>
            </a:pPr>
            <a:r>
              <a:rPr lang="en-US" sz="2000" b="1">
                <a:solidFill>
                  <a:schemeClr val="tx1">
                    <a:lumMod val="95000"/>
                    <a:lumOff val="5000"/>
                  </a:schemeClr>
                </a:solidFill>
                <a:latin typeface="Courier New" pitchFamily="49" charset="0"/>
                <a:cs typeface="Courier New" pitchFamily="49" charset="0"/>
              </a:rPr>
              <a:t>OUTPUT</a:t>
            </a:r>
            <a:r>
              <a:rPr lang="en-US" sz="2000" b="1">
                <a:solidFill>
                  <a:schemeClr val="tx1">
                    <a:lumMod val="60000"/>
                    <a:lumOff val="40000"/>
                  </a:schemeClr>
                </a:solidFill>
                <a:latin typeface="Courier New" pitchFamily="49" charset="0"/>
                <a:cs typeface="Courier New" pitchFamily="49" charset="0"/>
              </a:rPr>
              <a:t>:</a:t>
            </a:r>
            <a:r>
              <a:rPr lang="en-US" sz="2000" b="1">
                <a:latin typeface="Courier New" pitchFamily="49" charset="0"/>
                <a:cs typeface="Courier New" pitchFamily="49" charset="0"/>
              </a:rPr>
              <a:t> chỉ số i mà a</a:t>
            </a:r>
            <a:r>
              <a:rPr lang="en-US" sz="2000" b="1" baseline="-25000">
                <a:latin typeface="Courier New" pitchFamily="49" charset="0"/>
                <a:cs typeface="Courier New" pitchFamily="49" charset="0"/>
              </a:rPr>
              <a:t>i</a:t>
            </a:r>
            <a:r>
              <a:rPr lang="en-US" sz="2000" b="1">
                <a:latin typeface="Courier New" pitchFamily="49" charset="0"/>
                <a:cs typeface="Courier New" pitchFamily="49" charset="0"/>
              </a:rPr>
              <a:t> = k hoặc thông báo không có số hạng nào của dãy A có giá trị bằng k</a:t>
            </a:r>
          </a:p>
        </p:txBody>
      </p:sp>
      <p:sp>
        <p:nvSpPr>
          <p:cNvPr id="6" name="Date Placeholder 5"/>
          <p:cNvSpPr>
            <a:spLocks noGrp="1"/>
          </p:cNvSpPr>
          <p:nvPr>
            <p:ph type="dt" sz="half" idx="10"/>
          </p:nvPr>
        </p:nvSpPr>
        <p:spPr/>
        <p:txBody>
          <a:bodyPr/>
          <a:lstStyle/>
          <a:p>
            <a:fld id="{5EBF14C5-DD86-4B57-9D46-ED996DE5456F}" type="datetime1">
              <a:rPr lang="vi-VN" smtClean="0"/>
              <a:t>14/01/2024</a:t>
            </a:fld>
            <a:endParaRPr lang="vi-VN"/>
          </a:p>
        </p:txBody>
      </p:sp>
      <p:sp>
        <p:nvSpPr>
          <p:cNvPr id="7" name="Footer Placeholder 6"/>
          <p:cNvSpPr>
            <a:spLocks noGrp="1"/>
          </p:cNvSpPr>
          <p:nvPr>
            <p:ph type="ftr" sz="quarter" idx="11"/>
          </p:nvPr>
        </p:nvSpPr>
        <p:spPr/>
        <p:txBody>
          <a:bodyPr/>
          <a:lstStyle/>
          <a:p>
            <a:r>
              <a:rPr lang="vi-VN"/>
              <a:t>Chương 1-Các khái niệm cơ bản về lập trình</a:t>
            </a:r>
          </a:p>
        </p:txBody>
      </p:sp>
      <p:sp>
        <p:nvSpPr>
          <p:cNvPr id="11" name="Slide Number Placeholder 10"/>
          <p:cNvSpPr>
            <a:spLocks noGrp="1"/>
          </p:cNvSpPr>
          <p:nvPr>
            <p:ph type="sldNum" sz="quarter" idx="12"/>
          </p:nvPr>
        </p:nvSpPr>
        <p:spPr/>
        <p:txBody>
          <a:bodyPr/>
          <a:lstStyle/>
          <a:p>
            <a:fld id="{5AB95402-1E0D-474E-8D8C-CBE7F053639E}" type="slidenum">
              <a:rPr lang="vi-VN" smtClean="0"/>
              <a:pPr/>
              <a:t>15</a:t>
            </a:fld>
            <a:r>
              <a:rPr lang="vi-VN"/>
              <a:t>/27</a:t>
            </a:r>
          </a:p>
        </p:txBody>
      </p:sp>
    </p:spTree>
    <p:extLst>
      <p:ext uri="{BB962C8B-B14F-4D97-AF65-F5344CB8AC3E}">
        <p14:creationId xmlns:p14="http://schemas.microsoft.com/office/powerpoint/2010/main" val="1086607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bg/>
                                          </p:spTgt>
                                        </p:tgtEl>
                                        <p:attrNameLst>
                                          <p:attrName>style.visibility</p:attrName>
                                        </p:attrNameLst>
                                      </p:cBhvr>
                                      <p:to>
                                        <p:strVal val="visible"/>
                                      </p:to>
                                    </p:set>
                                    <p:animEffect transition="in" filter="wipe(down)">
                                      <p:cBhvr>
                                        <p:cTn id="7" dur="500"/>
                                        <p:tgtEl>
                                          <p:spTgt spid="5">
                                            <p:bg/>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wipe(down)">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wipe(down)">
                                      <p:cBhvr>
                                        <p:cTn id="17" dur="500"/>
                                        <p:tgtEl>
                                          <p:spTgt spid="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0" end="0"/>
                                            </p:txEl>
                                          </p:spTgt>
                                        </p:tgtEl>
                                        <p:attrNameLst>
                                          <p:attrName>style.visibility</p:attrName>
                                        </p:attrNameLst>
                                      </p:cBhvr>
                                      <p:to>
                                        <p:strVal val="visible"/>
                                      </p:to>
                                    </p:set>
                                    <p:animEffect transition="in" filter="wipe(left)">
                                      <p:cBhvr>
                                        <p:cTn id="22" dur="500"/>
                                        <p:tgtEl>
                                          <p:spTgt spid="3">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Effect transition="in" filter="wipe(left)">
                                      <p:cBhvr>
                                        <p:cTn id="27" dur="500"/>
                                        <p:tgtEl>
                                          <p:spTgt spid="3">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
                                            <p:txEl>
                                              <p:pRg st="2" end="2"/>
                                            </p:txEl>
                                          </p:spTgt>
                                        </p:tgtEl>
                                        <p:attrNameLst>
                                          <p:attrName>style.visibility</p:attrName>
                                        </p:attrNameLst>
                                      </p:cBhvr>
                                      <p:to>
                                        <p:strVal val="visible"/>
                                      </p:to>
                                    </p:set>
                                    <p:animEffect transition="in" filter="wipe(left)">
                                      <p:cBhvr>
                                        <p:cTn id="32" dur="500"/>
                                        <p:tgtEl>
                                          <p:spTgt spid="3">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
                                            <p:txEl>
                                              <p:pRg st="3" end="3"/>
                                            </p:txEl>
                                          </p:spTgt>
                                        </p:tgtEl>
                                        <p:attrNameLst>
                                          <p:attrName>style.visibility</p:attrName>
                                        </p:attrNameLst>
                                      </p:cBhvr>
                                      <p:to>
                                        <p:strVal val="visible"/>
                                      </p:to>
                                    </p:set>
                                    <p:animEffect transition="in" filter="wipe(left)">
                                      <p:cBhvr>
                                        <p:cTn id="37" dur="500"/>
                                        <p:tgtEl>
                                          <p:spTgt spid="3">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3">
                                            <p:txEl>
                                              <p:pRg st="4" end="4"/>
                                            </p:txEl>
                                          </p:spTgt>
                                        </p:tgtEl>
                                        <p:attrNameLst>
                                          <p:attrName>style.visibility</p:attrName>
                                        </p:attrNameLst>
                                      </p:cBhvr>
                                      <p:to>
                                        <p:strVal val="visible"/>
                                      </p:to>
                                    </p:set>
                                    <p:animEffect transition="in" filter="wipe(left)">
                                      <p:cBhvr>
                                        <p:cTn id="42" dur="500"/>
                                        <p:tgtEl>
                                          <p:spTgt spid="3">
                                            <p:txEl>
                                              <p:pRg st="4" end="4"/>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3">
                                            <p:txEl>
                                              <p:pRg st="5" end="5"/>
                                            </p:txEl>
                                          </p:spTgt>
                                        </p:tgtEl>
                                        <p:attrNameLst>
                                          <p:attrName>style.visibility</p:attrName>
                                        </p:attrNameLst>
                                      </p:cBhvr>
                                      <p:to>
                                        <p:strVal val="visible"/>
                                      </p:to>
                                    </p:set>
                                    <p:animEffect transition="in" filter="wipe(left)">
                                      <p:cBhvr>
                                        <p:cTn id="4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Ví dụ về thuật toán (tt)</a:t>
            </a:r>
            <a:endParaRPr lang="vi-VN"/>
          </a:p>
        </p:txBody>
      </p:sp>
      <p:sp>
        <p:nvSpPr>
          <p:cNvPr id="3" name="Content Placeholder 2"/>
          <p:cNvSpPr>
            <a:spLocks noGrp="1"/>
          </p:cNvSpPr>
          <p:nvPr>
            <p:ph idx="1"/>
          </p:nvPr>
        </p:nvSpPr>
        <p:spPr/>
        <p:txBody>
          <a:bodyPr/>
          <a:lstStyle/>
          <a:p>
            <a:r>
              <a:rPr lang="en-US">
                <a:latin typeface="+mj-lt"/>
              </a:rPr>
              <a:t>Sơ đồ khối</a:t>
            </a:r>
            <a:endParaRPr lang="vi-VN">
              <a:latin typeface="+mj-lt"/>
            </a:endParaRPr>
          </a:p>
        </p:txBody>
      </p:sp>
      <p:sp>
        <p:nvSpPr>
          <p:cNvPr id="10" name="Text Box 29"/>
          <p:cNvSpPr txBox="1">
            <a:spLocks noChangeArrowheads="1"/>
          </p:cNvSpPr>
          <p:nvPr/>
        </p:nvSpPr>
        <p:spPr bwMode="auto">
          <a:xfrm>
            <a:off x="2684602" y="2552896"/>
            <a:ext cx="2130726" cy="270000"/>
          </a:xfrm>
          <a:prstGeom prst="rect">
            <a:avLst/>
          </a:prstGeom>
          <a:ln>
            <a:headEnd/>
            <a:tailEnd/>
          </a:ln>
        </p:spPr>
        <p:style>
          <a:lnRef idx="2">
            <a:schemeClr val="dk1"/>
          </a:lnRef>
          <a:fillRef idx="1">
            <a:schemeClr val="lt1"/>
          </a:fillRef>
          <a:effectRef idx="0">
            <a:schemeClr val="dk1"/>
          </a:effectRef>
          <a:fontRef idx="minor">
            <a:schemeClr val="dk1"/>
          </a:fontRef>
        </p:style>
        <p:txBody>
          <a:bodyPr rot="0" vert="horz" wrap="square" lIns="0" tIns="0" rIns="0" bIns="0" anchor="t" anchorCtr="0" upright="1">
            <a:noAutofit/>
          </a:bodyPr>
          <a:lstStyle/>
          <a:p>
            <a:pPr algn="ctr">
              <a:lnSpc>
                <a:spcPct val="115000"/>
              </a:lnSpc>
              <a:spcAft>
                <a:spcPts val="0"/>
              </a:spcAft>
            </a:pPr>
            <a:r>
              <a:rPr lang="vi-VN" sz="1400">
                <a:effectLst/>
                <a:latin typeface="+mj-lt"/>
                <a:ea typeface=".VnTime"/>
                <a:cs typeface="Times New Roman"/>
              </a:rPr>
              <a:t>Gán Dau</a:t>
            </a:r>
            <a:r>
              <a:rPr lang="vi-VN" sz="1400">
                <a:effectLst/>
                <a:latin typeface="+mj-lt"/>
                <a:ea typeface="Arial"/>
                <a:cs typeface="Times New Roman"/>
              </a:rPr>
              <a:t> = </a:t>
            </a:r>
            <a:r>
              <a:rPr lang="vi-VN" sz="1400">
                <a:effectLst/>
                <a:latin typeface="+mj-lt"/>
                <a:ea typeface=".VnTime"/>
                <a:cs typeface="Times New Roman"/>
              </a:rPr>
              <a:t>1; Cuoi</a:t>
            </a:r>
            <a:r>
              <a:rPr lang="vi-VN" sz="1400">
                <a:effectLst/>
                <a:latin typeface="+mj-lt"/>
                <a:ea typeface="Arial"/>
                <a:cs typeface="Times New Roman"/>
              </a:rPr>
              <a:t> = </a:t>
            </a:r>
            <a:r>
              <a:rPr lang="vi-VN" sz="1400">
                <a:effectLst/>
                <a:latin typeface="+mj-lt"/>
                <a:ea typeface=".VnTime"/>
                <a:cs typeface="Times New Roman"/>
              </a:rPr>
              <a:t>N</a:t>
            </a:r>
            <a:endParaRPr lang="vi-VN" sz="1400">
              <a:effectLst/>
              <a:latin typeface="+mj-lt"/>
              <a:ea typeface="Arial"/>
              <a:cs typeface="Times New Roman"/>
            </a:endParaRPr>
          </a:p>
        </p:txBody>
      </p:sp>
      <p:sp>
        <p:nvSpPr>
          <p:cNvPr id="12" name="AutoShape 31"/>
          <p:cNvSpPr>
            <a:spLocks noChangeArrowheads="1"/>
          </p:cNvSpPr>
          <p:nvPr/>
        </p:nvSpPr>
        <p:spPr bwMode="auto">
          <a:xfrm>
            <a:off x="2897604" y="3789040"/>
            <a:ext cx="1704720" cy="508673"/>
          </a:xfrm>
          <a:prstGeom prst="diamond">
            <a:avLst/>
          </a:prstGeom>
          <a:ln>
            <a:headEnd/>
            <a:tailEnd/>
          </a:ln>
        </p:spPr>
        <p:style>
          <a:lnRef idx="2">
            <a:schemeClr val="dk1"/>
          </a:lnRef>
          <a:fillRef idx="1">
            <a:schemeClr val="lt1"/>
          </a:fillRef>
          <a:effectRef idx="0">
            <a:schemeClr val="dk1"/>
          </a:effectRef>
          <a:fontRef idx="minor">
            <a:schemeClr val="dk1"/>
          </a:fontRef>
        </p:style>
        <p:txBody>
          <a:bodyPr rot="0" vert="horz" wrap="square" lIns="0" tIns="0" rIns="0" bIns="0" anchor="t" anchorCtr="0" upright="1">
            <a:noAutofit/>
          </a:bodyPr>
          <a:lstStyle/>
          <a:p>
            <a:pPr algn="ctr">
              <a:lnSpc>
                <a:spcPct val="115000"/>
              </a:lnSpc>
              <a:spcAft>
                <a:spcPts val="0"/>
              </a:spcAft>
            </a:pPr>
            <a:r>
              <a:rPr lang="pt-BR" sz="1400">
                <a:effectLst/>
                <a:latin typeface="+mj-lt"/>
                <a:ea typeface=".VnTime"/>
                <a:cs typeface="Times New Roman"/>
              </a:rPr>
              <a:t>a­</a:t>
            </a:r>
            <a:r>
              <a:rPr lang="pt-BR" sz="1400" baseline="-25000">
                <a:effectLst/>
                <a:latin typeface="+mj-lt"/>
                <a:ea typeface=".VnTime"/>
                <a:cs typeface="Times New Roman"/>
              </a:rPr>
              <a:t>Giua</a:t>
            </a:r>
            <a:r>
              <a:rPr lang="vi-VN" sz="1400">
                <a:effectLst/>
                <a:latin typeface="+mj-lt"/>
                <a:ea typeface=".VnTime"/>
                <a:cs typeface="Times New Roman"/>
              </a:rPr>
              <a:t> = k ? </a:t>
            </a:r>
            <a:endParaRPr lang="vi-VN" sz="1400">
              <a:effectLst/>
              <a:latin typeface="+mj-lt"/>
              <a:ea typeface="Arial"/>
              <a:cs typeface="Times New Roman"/>
            </a:endParaRPr>
          </a:p>
        </p:txBody>
      </p:sp>
      <p:sp>
        <p:nvSpPr>
          <p:cNvPr id="13" name="AutoShape 32"/>
          <p:cNvSpPr>
            <a:spLocks noChangeArrowheads="1"/>
          </p:cNvSpPr>
          <p:nvPr/>
        </p:nvSpPr>
        <p:spPr bwMode="auto">
          <a:xfrm>
            <a:off x="6495923" y="4974890"/>
            <a:ext cx="1961100" cy="553288"/>
          </a:xfrm>
          <a:prstGeom prst="diamond">
            <a:avLst/>
          </a:prstGeom>
          <a:ln>
            <a:headEnd/>
            <a:tailEnd/>
          </a:ln>
        </p:spPr>
        <p:style>
          <a:lnRef idx="2">
            <a:schemeClr val="dk1"/>
          </a:lnRef>
          <a:fillRef idx="1">
            <a:schemeClr val="lt1"/>
          </a:fillRef>
          <a:effectRef idx="0">
            <a:schemeClr val="dk1"/>
          </a:effectRef>
          <a:fontRef idx="minor">
            <a:schemeClr val="dk1"/>
          </a:fontRef>
        </p:style>
        <p:txBody>
          <a:bodyPr rot="0" vert="horz" wrap="square" lIns="0" tIns="0" rIns="0" bIns="0" anchor="t" anchorCtr="0" upright="1">
            <a:noAutofit/>
          </a:bodyPr>
          <a:lstStyle/>
          <a:p>
            <a:pPr algn="ctr">
              <a:lnSpc>
                <a:spcPct val="115000"/>
              </a:lnSpc>
              <a:spcAft>
                <a:spcPts val="0"/>
              </a:spcAft>
            </a:pPr>
            <a:r>
              <a:rPr lang="pt-BR" sz="1400">
                <a:effectLst/>
                <a:latin typeface="+mj-lt"/>
                <a:ea typeface=".VnTime"/>
                <a:cs typeface="Times New Roman"/>
              </a:rPr>
              <a:t>Dau&gt;Cuoi</a:t>
            </a:r>
            <a:r>
              <a:rPr lang="vi-VN" sz="1400">
                <a:effectLst/>
                <a:latin typeface="+mj-lt"/>
                <a:ea typeface=".VnTime"/>
                <a:cs typeface="Times New Roman"/>
              </a:rPr>
              <a:t>?</a:t>
            </a:r>
            <a:endParaRPr lang="vi-VN" sz="1400">
              <a:effectLst/>
              <a:latin typeface="+mj-lt"/>
              <a:ea typeface="Arial"/>
              <a:cs typeface="Times New Roman"/>
            </a:endParaRPr>
          </a:p>
        </p:txBody>
      </p:sp>
      <p:sp>
        <p:nvSpPr>
          <p:cNvPr id="17" name="Text Box 36"/>
          <p:cNvSpPr txBox="1">
            <a:spLocks noChangeArrowheads="1"/>
          </p:cNvSpPr>
          <p:nvPr/>
        </p:nvSpPr>
        <p:spPr bwMode="auto">
          <a:xfrm>
            <a:off x="2504661" y="3148735"/>
            <a:ext cx="2490607" cy="271292"/>
          </a:xfrm>
          <a:prstGeom prst="rect">
            <a:avLst/>
          </a:prstGeom>
          <a:ln>
            <a:headEnd/>
            <a:tailEnd/>
          </a:ln>
        </p:spPr>
        <p:style>
          <a:lnRef idx="2">
            <a:schemeClr val="dk1"/>
          </a:lnRef>
          <a:fillRef idx="1">
            <a:schemeClr val="lt1"/>
          </a:fillRef>
          <a:effectRef idx="0">
            <a:schemeClr val="dk1"/>
          </a:effectRef>
          <a:fontRef idx="minor">
            <a:schemeClr val="dk1"/>
          </a:fontRef>
        </p:style>
        <p:txBody>
          <a:bodyPr rot="0" vert="horz" wrap="square" lIns="0" tIns="0" rIns="0" bIns="0" anchor="t" anchorCtr="0" upright="1">
            <a:noAutofit/>
          </a:bodyPr>
          <a:lstStyle/>
          <a:p>
            <a:pPr algn="ctr">
              <a:lnSpc>
                <a:spcPct val="115000"/>
              </a:lnSpc>
              <a:spcAft>
                <a:spcPts val="0"/>
              </a:spcAft>
            </a:pPr>
            <a:r>
              <a:rPr lang="vi-VN" sz="1400">
                <a:effectLst/>
                <a:latin typeface="+mj-lt"/>
                <a:ea typeface=".VnTime"/>
                <a:cs typeface="Times New Roman"/>
              </a:rPr>
              <a:t>Gán Giua</a:t>
            </a:r>
            <a:r>
              <a:rPr lang="vi-VN" sz="1400">
                <a:effectLst/>
                <a:latin typeface="+mj-lt"/>
                <a:ea typeface="Arial"/>
                <a:cs typeface="Times New Roman"/>
              </a:rPr>
              <a:t> =  </a:t>
            </a:r>
            <a:r>
              <a:rPr lang="vi-VN" sz="1400">
                <a:effectLst/>
                <a:latin typeface="+mj-lt"/>
                <a:ea typeface=".VnTime"/>
                <a:cs typeface="Times New Roman"/>
              </a:rPr>
              <a:t>[(Dau + Cuoi)/2]</a:t>
            </a:r>
            <a:endParaRPr lang="vi-VN" sz="1400">
              <a:effectLst/>
              <a:latin typeface="+mj-lt"/>
              <a:ea typeface="Arial"/>
              <a:cs typeface="Times New Roman"/>
            </a:endParaRPr>
          </a:p>
        </p:txBody>
      </p:sp>
      <p:sp>
        <p:nvSpPr>
          <p:cNvPr id="18" name="Text Box 37"/>
          <p:cNvSpPr txBox="1">
            <a:spLocks noChangeArrowheads="1"/>
          </p:cNvSpPr>
          <p:nvPr/>
        </p:nvSpPr>
        <p:spPr bwMode="auto">
          <a:xfrm>
            <a:off x="4504184" y="5109765"/>
            <a:ext cx="1718559" cy="283538"/>
          </a:xfrm>
          <a:prstGeom prst="rect">
            <a:avLst/>
          </a:prstGeom>
          <a:ln>
            <a:headEnd/>
            <a:tailEnd/>
          </a:ln>
        </p:spPr>
        <p:style>
          <a:lnRef idx="2">
            <a:schemeClr val="dk1"/>
          </a:lnRef>
          <a:fillRef idx="1">
            <a:schemeClr val="lt1"/>
          </a:fillRef>
          <a:effectRef idx="0">
            <a:schemeClr val="dk1"/>
          </a:effectRef>
          <a:fontRef idx="minor">
            <a:schemeClr val="dk1"/>
          </a:fontRef>
        </p:style>
        <p:txBody>
          <a:bodyPr rot="0" vert="horz" wrap="square" lIns="0" tIns="0" rIns="0" bIns="0" anchor="t" anchorCtr="0" upright="1">
            <a:noAutofit/>
          </a:bodyPr>
          <a:lstStyle/>
          <a:p>
            <a:pPr algn="ctr">
              <a:lnSpc>
                <a:spcPct val="115000"/>
              </a:lnSpc>
              <a:spcAft>
                <a:spcPts val="0"/>
              </a:spcAft>
            </a:pPr>
            <a:r>
              <a:rPr lang="vi-VN" sz="1400">
                <a:effectLst/>
                <a:latin typeface="+mj-lt"/>
                <a:ea typeface=".VnTime"/>
                <a:cs typeface="Times New Roman"/>
              </a:rPr>
              <a:t>Gán Dau</a:t>
            </a:r>
            <a:r>
              <a:rPr lang="vi-VN" sz="1400">
                <a:effectLst/>
                <a:latin typeface="+mj-lt"/>
                <a:ea typeface="Arial"/>
                <a:cs typeface="Times New Roman"/>
              </a:rPr>
              <a:t> = </a:t>
            </a:r>
            <a:r>
              <a:rPr lang="vi-VN" sz="1400">
                <a:effectLst/>
                <a:latin typeface="+mj-lt"/>
                <a:ea typeface=".VnTime"/>
                <a:cs typeface="Times New Roman"/>
              </a:rPr>
              <a:t>Giua + 1</a:t>
            </a:r>
            <a:endParaRPr lang="vi-VN" sz="1400">
              <a:effectLst/>
              <a:latin typeface="+mj-lt"/>
              <a:ea typeface="Arial"/>
              <a:cs typeface="Times New Roman"/>
            </a:endParaRPr>
          </a:p>
        </p:txBody>
      </p:sp>
      <p:sp>
        <p:nvSpPr>
          <p:cNvPr id="19" name="Text Box 38"/>
          <p:cNvSpPr txBox="1">
            <a:spLocks noChangeArrowheads="1"/>
          </p:cNvSpPr>
          <p:nvPr/>
        </p:nvSpPr>
        <p:spPr bwMode="auto">
          <a:xfrm>
            <a:off x="6545413" y="4436902"/>
            <a:ext cx="1771003" cy="288000"/>
          </a:xfrm>
          <a:prstGeom prst="rect">
            <a:avLst/>
          </a:prstGeom>
          <a:ln>
            <a:headEnd/>
            <a:tailEnd/>
          </a:ln>
        </p:spPr>
        <p:style>
          <a:lnRef idx="2">
            <a:schemeClr val="dk1"/>
          </a:lnRef>
          <a:fillRef idx="1">
            <a:schemeClr val="lt1"/>
          </a:fillRef>
          <a:effectRef idx="0">
            <a:schemeClr val="dk1"/>
          </a:effectRef>
          <a:fontRef idx="minor">
            <a:schemeClr val="dk1"/>
          </a:fontRef>
        </p:style>
        <p:txBody>
          <a:bodyPr rot="0" vert="horz" wrap="square" lIns="0" tIns="0" rIns="0" bIns="0" anchor="t" anchorCtr="0" upright="1">
            <a:noAutofit/>
          </a:bodyPr>
          <a:lstStyle/>
          <a:p>
            <a:pPr algn="ctr">
              <a:lnSpc>
                <a:spcPct val="115000"/>
              </a:lnSpc>
              <a:spcAft>
                <a:spcPts val="0"/>
              </a:spcAft>
            </a:pPr>
            <a:r>
              <a:rPr lang="vi-VN" sz="1400">
                <a:effectLst/>
                <a:latin typeface="+mj-lt"/>
                <a:ea typeface=".VnTime"/>
                <a:cs typeface="Times New Roman"/>
              </a:rPr>
              <a:t>Gán Cuoi</a:t>
            </a:r>
            <a:r>
              <a:rPr lang="vi-VN" sz="1400">
                <a:effectLst/>
                <a:latin typeface="+mj-lt"/>
                <a:ea typeface="Arial"/>
                <a:cs typeface="Times New Roman"/>
              </a:rPr>
              <a:t> = </a:t>
            </a:r>
            <a:r>
              <a:rPr lang="vi-VN" sz="1400">
                <a:effectLst/>
                <a:latin typeface="+mj-lt"/>
                <a:ea typeface=".VnTime"/>
                <a:cs typeface="Times New Roman"/>
              </a:rPr>
              <a:t>Giua – 1</a:t>
            </a:r>
            <a:endParaRPr lang="vi-VN" sz="1400">
              <a:effectLst/>
              <a:latin typeface="+mj-lt"/>
              <a:ea typeface="Arial"/>
              <a:cs typeface="Times New Roman"/>
            </a:endParaRPr>
          </a:p>
        </p:txBody>
      </p:sp>
      <p:sp>
        <p:nvSpPr>
          <p:cNvPr id="20" name="AutoShape 39"/>
          <p:cNvSpPr>
            <a:spLocks noChangeArrowheads="1"/>
          </p:cNvSpPr>
          <p:nvPr/>
        </p:nvSpPr>
        <p:spPr bwMode="auto">
          <a:xfrm>
            <a:off x="4523234" y="4302670"/>
            <a:ext cx="1645172" cy="545411"/>
          </a:xfrm>
          <a:prstGeom prst="diamond">
            <a:avLst/>
          </a:prstGeom>
          <a:ln>
            <a:headEnd/>
            <a:tailEnd/>
          </a:ln>
        </p:spPr>
        <p:style>
          <a:lnRef idx="2">
            <a:schemeClr val="dk1"/>
          </a:lnRef>
          <a:fillRef idx="1">
            <a:schemeClr val="lt1"/>
          </a:fillRef>
          <a:effectRef idx="0">
            <a:schemeClr val="dk1"/>
          </a:effectRef>
          <a:fontRef idx="minor">
            <a:schemeClr val="dk1"/>
          </a:fontRef>
        </p:style>
        <p:txBody>
          <a:bodyPr rot="0" vert="horz" wrap="square" lIns="0" tIns="0" rIns="0" bIns="0" anchor="t" anchorCtr="0" upright="1">
            <a:noAutofit/>
          </a:bodyPr>
          <a:lstStyle/>
          <a:p>
            <a:pPr algn="ctr">
              <a:lnSpc>
                <a:spcPct val="115000"/>
              </a:lnSpc>
              <a:spcAft>
                <a:spcPts val="0"/>
              </a:spcAft>
            </a:pPr>
            <a:r>
              <a:rPr lang="pt-BR" sz="1400">
                <a:effectLst/>
                <a:latin typeface="+mj-lt"/>
                <a:ea typeface=".VnTime"/>
                <a:cs typeface="Times New Roman"/>
              </a:rPr>
              <a:t>a</a:t>
            </a:r>
            <a:r>
              <a:rPr lang="pt-BR" sz="1400" baseline="-25000">
                <a:effectLst/>
                <a:latin typeface="+mj-lt"/>
                <a:ea typeface=".VnTime"/>
                <a:cs typeface="Times New Roman"/>
              </a:rPr>
              <a:t>Giua</a:t>
            </a:r>
            <a:r>
              <a:rPr lang="vi-VN" sz="1400">
                <a:effectLst/>
                <a:latin typeface="+mj-lt"/>
                <a:ea typeface=".VnTime"/>
                <a:cs typeface="Times New Roman"/>
              </a:rPr>
              <a:t> &gt; k ?</a:t>
            </a:r>
            <a:endParaRPr lang="vi-VN" sz="1400">
              <a:effectLst/>
              <a:latin typeface="+mj-lt"/>
              <a:ea typeface="Arial"/>
              <a:cs typeface="Times New Roman"/>
            </a:endParaRPr>
          </a:p>
        </p:txBody>
      </p:sp>
      <p:cxnSp>
        <p:nvCxnSpPr>
          <p:cNvPr id="22" name="Line 41"/>
          <p:cNvCxnSpPr/>
          <p:nvPr/>
        </p:nvCxnSpPr>
        <p:spPr bwMode="auto">
          <a:xfrm flipV="1">
            <a:off x="8457023" y="2985815"/>
            <a:ext cx="0" cy="2265719"/>
          </a:xfrm>
          <a:prstGeom prst="line">
            <a:avLst/>
          </a:prstGeom>
          <a:ln>
            <a:headEnd/>
            <a:tailEnd/>
          </a:ln>
        </p:spPr>
        <p:style>
          <a:lnRef idx="2">
            <a:schemeClr val="dk1"/>
          </a:lnRef>
          <a:fillRef idx="1">
            <a:schemeClr val="lt1"/>
          </a:fillRef>
          <a:effectRef idx="0">
            <a:schemeClr val="dk1"/>
          </a:effectRef>
          <a:fontRef idx="minor">
            <a:schemeClr val="dk1"/>
          </a:fontRef>
        </p:style>
      </p:cxnSp>
      <p:sp>
        <p:nvSpPr>
          <p:cNvPr id="33" name="Oval 13"/>
          <p:cNvSpPr>
            <a:spLocks noChangeArrowheads="1"/>
          </p:cNvSpPr>
          <p:nvPr/>
        </p:nvSpPr>
        <p:spPr bwMode="auto">
          <a:xfrm>
            <a:off x="3127746" y="1196753"/>
            <a:ext cx="1244438" cy="360040"/>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mj-lt"/>
                <a:cs typeface="Arial" pitchFamily="34" charset="0"/>
              </a:rPr>
              <a:t>Bắt</a:t>
            </a:r>
            <a:r>
              <a:rPr kumimoji="0" lang="en-US" sz="1400" b="0" i="0" u="none" strike="noStrike" cap="none" normalizeH="0">
                <a:ln>
                  <a:noFill/>
                </a:ln>
                <a:solidFill>
                  <a:schemeClr val="tx1"/>
                </a:solidFill>
                <a:effectLst/>
                <a:latin typeface="+mj-lt"/>
                <a:cs typeface="Arial" pitchFamily="34" charset="0"/>
              </a:rPr>
              <a:t> đầu</a:t>
            </a:r>
            <a:endParaRPr kumimoji="0" lang="en-US" sz="1400" b="0" i="0" u="none" strike="noStrike" cap="none" normalizeH="0" baseline="0">
              <a:ln>
                <a:noFill/>
              </a:ln>
              <a:solidFill>
                <a:schemeClr val="tx1"/>
              </a:solidFill>
              <a:effectLst/>
              <a:latin typeface="+mj-lt"/>
              <a:cs typeface="Arial" pitchFamily="34" charset="0"/>
            </a:endParaRPr>
          </a:p>
        </p:txBody>
      </p:sp>
      <p:sp>
        <p:nvSpPr>
          <p:cNvPr id="34" name="Parallelogram 33"/>
          <p:cNvSpPr/>
          <p:nvPr/>
        </p:nvSpPr>
        <p:spPr>
          <a:xfrm>
            <a:off x="2098386" y="1823263"/>
            <a:ext cx="3303157" cy="381601"/>
          </a:xfrm>
          <a:prstGeom prst="parallelogram">
            <a:avLst/>
          </a:prstGeom>
        </p:spPr>
        <p:style>
          <a:lnRef idx="2">
            <a:schemeClr val="accent4"/>
          </a:lnRef>
          <a:fillRef idx="1">
            <a:schemeClr val="lt1"/>
          </a:fillRef>
          <a:effectRef idx="0">
            <a:schemeClr val="accent4"/>
          </a:effectRef>
          <a:fontRef idx="minor">
            <a:schemeClr val="dk1"/>
          </a:fontRef>
        </p:style>
        <p:txBody>
          <a:bodyPr anchor="ctr"/>
          <a:lstStyle/>
          <a:p>
            <a:pPr algn="ctr">
              <a:defRPr/>
            </a:pPr>
            <a:r>
              <a:rPr lang="en-US" sz="1400">
                <a:latin typeface="+mj-lt"/>
              </a:rPr>
              <a:t>Nhập N và a</a:t>
            </a:r>
            <a:r>
              <a:rPr lang="en-US" sz="1400" baseline="-25000">
                <a:latin typeface="+mj-lt"/>
              </a:rPr>
              <a:t>1</a:t>
            </a:r>
            <a:r>
              <a:rPr lang="en-US" sz="1400">
                <a:latin typeface="+mj-lt"/>
              </a:rPr>
              <a:t>, a</a:t>
            </a:r>
            <a:r>
              <a:rPr lang="en-US" sz="1400" baseline="-25000">
                <a:latin typeface="+mj-lt"/>
              </a:rPr>
              <a:t>2</a:t>
            </a:r>
            <a:r>
              <a:rPr lang="en-US" sz="1400">
                <a:latin typeface="+mj-lt"/>
              </a:rPr>
              <a:t>,…, a</a:t>
            </a:r>
            <a:r>
              <a:rPr lang="en-US" sz="1400" baseline="-25000">
                <a:latin typeface="+mj-lt"/>
              </a:rPr>
              <a:t>N</a:t>
            </a:r>
            <a:r>
              <a:rPr lang="en-US" sz="1400">
                <a:latin typeface="+mj-lt"/>
              </a:rPr>
              <a:t> và k</a:t>
            </a:r>
          </a:p>
        </p:txBody>
      </p:sp>
      <p:sp>
        <p:nvSpPr>
          <p:cNvPr id="35" name="Oval 13"/>
          <p:cNvSpPr>
            <a:spLocks noChangeArrowheads="1"/>
          </p:cNvSpPr>
          <p:nvPr/>
        </p:nvSpPr>
        <p:spPr bwMode="auto">
          <a:xfrm>
            <a:off x="1403648" y="5858361"/>
            <a:ext cx="1244438" cy="360040"/>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mj-lt"/>
                <a:cs typeface="Arial" pitchFamily="34" charset="0"/>
              </a:rPr>
              <a:t>Kết thúc</a:t>
            </a:r>
          </a:p>
        </p:txBody>
      </p:sp>
      <p:sp>
        <p:nvSpPr>
          <p:cNvPr id="36" name="Parallelogram 35"/>
          <p:cNvSpPr/>
          <p:nvPr/>
        </p:nvSpPr>
        <p:spPr>
          <a:xfrm>
            <a:off x="842907" y="4657280"/>
            <a:ext cx="2313279" cy="381601"/>
          </a:xfrm>
          <a:prstGeom prst="parallelogram">
            <a:avLst/>
          </a:prstGeom>
        </p:spPr>
        <p:style>
          <a:lnRef idx="2">
            <a:schemeClr val="accent4"/>
          </a:lnRef>
          <a:fillRef idx="1">
            <a:schemeClr val="lt1"/>
          </a:fillRef>
          <a:effectRef idx="0">
            <a:schemeClr val="accent4"/>
          </a:effectRef>
          <a:fontRef idx="minor">
            <a:schemeClr val="dk1"/>
          </a:fontRef>
        </p:style>
        <p:txBody>
          <a:bodyPr anchor="ctr"/>
          <a:lstStyle/>
          <a:p>
            <a:pPr algn="ctr">
              <a:defRPr/>
            </a:pPr>
            <a:r>
              <a:rPr lang="en-US" sz="1400">
                <a:latin typeface="+mj-lt"/>
              </a:rPr>
              <a:t>Đưa ra </a:t>
            </a:r>
            <a:r>
              <a:rPr lang="en-US" sz="1400" i="1">
                <a:latin typeface="+mj-lt"/>
              </a:rPr>
              <a:t>Giua</a:t>
            </a:r>
          </a:p>
        </p:txBody>
      </p:sp>
      <p:sp>
        <p:nvSpPr>
          <p:cNvPr id="37" name="Parallelogram 36"/>
          <p:cNvSpPr/>
          <p:nvPr/>
        </p:nvSpPr>
        <p:spPr>
          <a:xfrm>
            <a:off x="6319833" y="5847581"/>
            <a:ext cx="2313279" cy="381601"/>
          </a:xfrm>
          <a:prstGeom prst="parallelogram">
            <a:avLst/>
          </a:prstGeom>
        </p:spPr>
        <p:style>
          <a:lnRef idx="2">
            <a:schemeClr val="accent4"/>
          </a:lnRef>
          <a:fillRef idx="1">
            <a:schemeClr val="lt1"/>
          </a:fillRef>
          <a:effectRef idx="0">
            <a:schemeClr val="accent4"/>
          </a:effectRef>
          <a:fontRef idx="minor">
            <a:schemeClr val="dk1"/>
          </a:fontRef>
        </p:style>
        <p:txBody>
          <a:bodyPr anchor="ctr"/>
          <a:lstStyle/>
          <a:p>
            <a:pPr algn="ctr">
              <a:defRPr/>
            </a:pPr>
            <a:r>
              <a:rPr lang="en-US" sz="1400">
                <a:latin typeface="+mj-lt"/>
              </a:rPr>
              <a:t>Thông báo không tìm thấy</a:t>
            </a:r>
          </a:p>
        </p:txBody>
      </p:sp>
      <p:cxnSp>
        <p:nvCxnSpPr>
          <p:cNvPr id="39" name="Straight Arrow Connector 38"/>
          <p:cNvCxnSpPr>
            <a:stCxn id="33" idx="4"/>
            <a:endCxn id="34" idx="0"/>
          </p:cNvCxnSpPr>
          <p:nvPr/>
        </p:nvCxnSpPr>
        <p:spPr>
          <a:xfrm>
            <a:off x="3749965" y="1556793"/>
            <a:ext cx="0" cy="26647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41" name="Straight Arrow Connector 40"/>
          <p:cNvCxnSpPr>
            <a:stCxn id="34" idx="4"/>
            <a:endCxn id="10" idx="0"/>
          </p:cNvCxnSpPr>
          <p:nvPr/>
        </p:nvCxnSpPr>
        <p:spPr>
          <a:xfrm>
            <a:off x="3749965" y="2204864"/>
            <a:ext cx="0" cy="348032"/>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43" name="Straight Arrow Connector 42"/>
          <p:cNvCxnSpPr>
            <a:stCxn id="10" idx="2"/>
            <a:endCxn id="17" idx="0"/>
          </p:cNvCxnSpPr>
          <p:nvPr/>
        </p:nvCxnSpPr>
        <p:spPr>
          <a:xfrm>
            <a:off x="3749965" y="2822896"/>
            <a:ext cx="0" cy="325839"/>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45" name="Straight Arrow Connector 44"/>
          <p:cNvCxnSpPr>
            <a:stCxn id="17" idx="2"/>
            <a:endCxn id="12" idx="0"/>
          </p:cNvCxnSpPr>
          <p:nvPr/>
        </p:nvCxnSpPr>
        <p:spPr>
          <a:xfrm flipH="1">
            <a:off x="3749964" y="3420027"/>
            <a:ext cx="1" cy="369013"/>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59" name="Straight Arrow Connector 58"/>
          <p:cNvCxnSpPr>
            <a:endCxn id="20" idx="0"/>
          </p:cNvCxnSpPr>
          <p:nvPr/>
        </p:nvCxnSpPr>
        <p:spPr>
          <a:xfrm>
            <a:off x="5345820" y="4302670"/>
            <a:ext cx="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a:stCxn id="12" idx="3"/>
          </p:cNvCxnSpPr>
          <p:nvPr/>
        </p:nvCxnSpPr>
        <p:spPr>
          <a:xfrm flipV="1">
            <a:off x="4602324" y="4043376"/>
            <a:ext cx="743496" cy="1"/>
          </a:xfrm>
          <a:prstGeom prst="line">
            <a:avLst/>
          </a:prstGeom>
        </p:spPr>
        <p:style>
          <a:lnRef idx="2">
            <a:schemeClr val="dk1"/>
          </a:lnRef>
          <a:fillRef idx="0">
            <a:schemeClr val="dk1"/>
          </a:fillRef>
          <a:effectRef idx="1">
            <a:schemeClr val="dk1"/>
          </a:effectRef>
          <a:fontRef idx="minor">
            <a:schemeClr val="tx1"/>
          </a:fontRef>
        </p:style>
      </p:cxnSp>
      <p:cxnSp>
        <p:nvCxnSpPr>
          <p:cNvPr id="65" name="Straight Arrow Connector 64"/>
          <p:cNvCxnSpPr>
            <a:endCxn id="20" idx="0"/>
          </p:cNvCxnSpPr>
          <p:nvPr/>
        </p:nvCxnSpPr>
        <p:spPr>
          <a:xfrm>
            <a:off x="5345820" y="4043377"/>
            <a:ext cx="0" cy="259293"/>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68" name="Straight Connector 67"/>
          <p:cNvCxnSpPr>
            <a:endCxn id="12" idx="1"/>
          </p:cNvCxnSpPr>
          <p:nvPr/>
        </p:nvCxnSpPr>
        <p:spPr>
          <a:xfrm>
            <a:off x="2012247" y="4043376"/>
            <a:ext cx="885357" cy="1"/>
          </a:xfrm>
          <a:prstGeom prst="line">
            <a:avLst/>
          </a:prstGeom>
        </p:spPr>
        <p:style>
          <a:lnRef idx="2">
            <a:schemeClr val="dk1"/>
          </a:lnRef>
          <a:fillRef idx="0">
            <a:schemeClr val="dk1"/>
          </a:fillRef>
          <a:effectRef idx="1">
            <a:schemeClr val="dk1"/>
          </a:effectRef>
          <a:fontRef idx="minor">
            <a:schemeClr val="tx1"/>
          </a:fontRef>
        </p:style>
      </p:cxnSp>
      <p:cxnSp>
        <p:nvCxnSpPr>
          <p:cNvPr id="71" name="Straight Arrow Connector 70"/>
          <p:cNvCxnSpPr>
            <a:endCxn id="36" idx="0"/>
          </p:cNvCxnSpPr>
          <p:nvPr/>
        </p:nvCxnSpPr>
        <p:spPr>
          <a:xfrm flipH="1">
            <a:off x="1999547" y="4043377"/>
            <a:ext cx="12700" cy="613903"/>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75" name="Straight Arrow Connector 74"/>
          <p:cNvCxnSpPr>
            <a:stCxn id="20" idx="3"/>
            <a:endCxn id="19" idx="1"/>
          </p:cNvCxnSpPr>
          <p:nvPr/>
        </p:nvCxnSpPr>
        <p:spPr>
          <a:xfrm>
            <a:off x="6168406" y="4575376"/>
            <a:ext cx="377007" cy="5526"/>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77" name="Straight Arrow Connector 76"/>
          <p:cNvCxnSpPr>
            <a:stCxn id="20" idx="2"/>
            <a:endCxn id="18" idx="0"/>
          </p:cNvCxnSpPr>
          <p:nvPr/>
        </p:nvCxnSpPr>
        <p:spPr>
          <a:xfrm>
            <a:off x="5345820" y="4848081"/>
            <a:ext cx="17644" cy="261684"/>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79" name="Straight Arrow Connector 78"/>
          <p:cNvCxnSpPr>
            <a:stCxn id="18" idx="3"/>
            <a:endCxn id="13" idx="1"/>
          </p:cNvCxnSpPr>
          <p:nvPr/>
        </p:nvCxnSpPr>
        <p:spPr>
          <a:xfrm>
            <a:off x="6222743" y="5251534"/>
            <a:ext cx="273180"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81" name="Straight Arrow Connector 80"/>
          <p:cNvCxnSpPr>
            <a:stCxn id="13" idx="2"/>
            <a:endCxn id="37" idx="0"/>
          </p:cNvCxnSpPr>
          <p:nvPr/>
        </p:nvCxnSpPr>
        <p:spPr>
          <a:xfrm>
            <a:off x="7476473" y="5528178"/>
            <a:ext cx="0" cy="319403"/>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83" name="Straight Arrow Connector 82"/>
          <p:cNvCxnSpPr>
            <a:stCxn id="37" idx="5"/>
            <a:endCxn id="35" idx="6"/>
          </p:cNvCxnSpPr>
          <p:nvPr/>
        </p:nvCxnSpPr>
        <p:spPr>
          <a:xfrm flipH="1" flipV="1">
            <a:off x="2648086" y="6038381"/>
            <a:ext cx="3719447" cy="1"/>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85" name="Straight Arrow Connector 84"/>
          <p:cNvCxnSpPr/>
          <p:nvPr/>
        </p:nvCxnSpPr>
        <p:spPr>
          <a:xfrm>
            <a:off x="2051720" y="5038881"/>
            <a:ext cx="0" cy="80870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91" name="Straight Arrow Connector 90"/>
          <p:cNvCxnSpPr/>
          <p:nvPr/>
        </p:nvCxnSpPr>
        <p:spPr>
          <a:xfrm flipH="1">
            <a:off x="3749965" y="2985815"/>
            <a:ext cx="4707058"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92" name="Text Box 29"/>
          <p:cNvSpPr txBox="1">
            <a:spLocks noChangeArrowheads="1"/>
          </p:cNvSpPr>
          <p:nvPr/>
        </p:nvSpPr>
        <p:spPr bwMode="auto">
          <a:xfrm>
            <a:off x="5981193" y="4234715"/>
            <a:ext cx="677279" cy="34066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mj-lt"/>
                <a:cs typeface="Arial" pitchFamily="34" charset="0"/>
              </a:rPr>
              <a:t>Đúng</a:t>
            </a:r>
          </a:p>
        </p:txBody>
      </p:sp>
      <p:sp>
        <p:nvSpPr>
          <p:cNvPr id="93" name="Text Box 29"/>
          <p:cNvSpPr txBox="1">
            <a:spLocks noChangeArrowheads="1"/>
          </p:cNvSpPr>
          <p:nvPr/>
        </p:nvSpPr>
        <p:spPr bwMode="auto">
          <a:xfrm>
            <a:off x="7476345" y="5528178"/>
            <a:ext cx="677279" cy="34066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mj-lt"/>
                <a:cs typeface="Arial" pitchFamily="34" charset="0"/>
              </a:rPr>
              <a:t>Đúng</a:t>
            </a:r>
          </a:p>
        </p:txBody>
      </p:sp>
      <p:sp>
        <p:nvSpPr>
          <p:cNvPr id="94" name="Text Box 29"/>
          <p:cNvSpPr txBox="1">
            <a:spLocks noChangeArrowheads="1"/>
          </p:cNvSpPr>
          <p:nvPr/>
        </p:nvSpPr>
        <p:spPr bwMode="auto">
          <a:xfrm>
            <a:off x="2228659" y="3702716"/>
            <a:ext cx="677279" cy="34066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mj-lt"/>
                <a:cs typeface="Arial" pitchFamily="34" charset="0"/>
              </a:rPr>
              <a:t>Đúng</a:t>
            </a:r>
          </a:p>
        </p:txBody>
      </p:sp>
      <p:sp>
        <p:nvSpPr>
          <p:cNvPr id="95" name="Text Box 29"/>
          <p:cNvSpPr txBox="1">
            <a:spLocks noChangeArrowheads="1"/>
          </p:cNvSpPr>
          <p:nvPr/>
        </p:nvSpPr>
        <p:spPr bwMode="auto">
          <a:xfrm>
            <a:off x="4543726" y="3702717"/>
            <a:ext cx="677279" cy="34066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mj-lt"/>
                <a:cs typeface="Arial" pitchFamily="34" charset="0"/>
              </a:rPr>
              <a:t>Sai</a:t>
            </a:r>
          </a:p>
        </p:txBody>
      </p:sp>
      <p:sp>
        <p:nvSpPr>
          <p:cNvPr id="98" name="Text Box 29"/>
          <p:cNvSpPr txBox="1">
            <a:spLocks noChangeArrowheads="1"/>
          </p:cNvSpPr>
          <p:nvPr/>
        </p:nvSpPr>
        <p:spPr bwMode="auto">
          <a:xfrm>
            <a:off x="5363463" y="4804560"/>
            <a:ext cx="677279" cy="34066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mj-lt"/>
                <a:cs typeface="Arial" pitchFamily="34" charset="0"/>
              </a:rPr>
              <a:t>Sai</a:t>
            </a:r>
          </a:p>
        </p:txBody>
      </p:sp>
      <p:sp>
        <p:nvSpPr>
          <p:cNvPr id="99" name="Text Box 29"/>
          <p:cNvSpPr txBox="1">
            <a:spLocks noChangeArrowheads="1"/>
          </p:cNvSpPr>
          <p:nvPr/>
        </p:nvSpPr>
        <p:spPr bwMode="auto">
          <a:xfrm>
            <a:off x="8407533" y="4773065"/>
            <a:ext cx="677279" cy="34066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mj-lt"/>
                <a:cs typeface="Arial" pitchFamily="34" charset="0"/>
              </a:rPr>
              <a:t>Sai</a:t>
            </a:r>
          </a:p>
        </p:txBody>
      </p:sp>
      <p:sp>
        <p:nvSpPr>
          <p:cNvPr id="4" name="Date Placeholder 3"/>
          <p:cNvSpPr>
            <a:spLocks noGrp="1"/>
          </p:cNvSpPr>
          <p:nvPr>
            <p:ph type="dt" sz="half" idx="10"/>
          </p:nvPr>
        </p:nvSpPr>
        <p:spPr/>
        <p:txBody>
          <a:bodyPr/>
          <a:lstStyle/>
          <a:p>
            <a:fld id="{97D44B2C-4F45-49E1-9F7D-22CA17C86333}" type="datetime1">
              <a:rPr lang="vi-VN" smtClean="0"/>
              <a:t>14/01/2024</a:t>
            </a:fld>
            <a:endParaRPr lang="vi-VN"/>
          </a:p>
        </p:txBody>
      </p:sp>
      <p:sp>
        <p:nvSpPr>
          <p:cNvPr id="5" name="Footer Placeholder 4"/>
          <p:cNvSpPr>
            <a:spLocks noGrp="1"/>
          </p:cNvSpPr>
          <p:nvPr>
            <p:ph type="ftr" sz="quarter" idx="11"/>
          </p:nvPr>
        </p:nvSpPr>
        <p:spPr/>
        <p:txBody>
          <a:bodyPr/>
          <a:lstStyle/>
          <a:p>
            <a:r>
              <a:rPr lang="vi-VN"/>
              <a:t>Chương 1-Các khái niệm cơ bản về lập trình</a:t>
            </a:r>
          </a:p>
        </p:txBody>
      </p:sp>
      <p:cxnSp>
        <p:nvCxnSpPr>
          <p:cNvPr id="42" name="Straight Arrow Connector 41"/>
          <p:cNvCxnSpPr/>
          <p:nvPr/>
        </p:nvCxnSpPr>
        <p:spPr>
          <a:xfrm>
            <a:off x="7481036" y="4740371"/>
            <a:ext cx="0" cy="259293"/>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9" name="Slide Number Placeholder 8"/>
          <p:cNvSpPr>
            <a:spLocks noGrp="1"/>
          </p:cNvSpPr>
          <p:nvPr>
            <p:ph type="sldNum" sz="quarter" idx="12"/>
          </p:nvPr>
        </p:nvSpPr>
        <p:spPr/>
        <p:txBody>
          <a:bodyPr/>
          <a:lstStyle/>
          <a:p>
            <a:fld id="{5AB95402-1E0D-474E-8D8C-CBE7F053639E}" type="slidenum">
              <a:rPr lang="vi-VN" smtClean="0"/>
              <a:pPr/>
              <a:t>16</a:t>
            </a:fld>
            <a:r>
              <a:rPr lang="vi-VN"/>
              <a:t>/27</a:t>
            </a:r>
          </a:p>
        </p:txBody>
      </p:sp>
    </p:spTree>
    <p:extLst>
      <p:ext uri="{BB962C8B-B14F-4D97-AF65-F5344CB8AC3E}">
        <p14:creationId xmlns:p14="http://schemas.microsoft.com/office/powerpoint/2010/main" val="3915915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circle(in)">
                                      <p:cBhvr>
                                        <p:cTn id="7" dur="10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9"/>
                                        </p:tgtEl>
                                        <p:attrNameLst>
                                          <p:attrName>style.visibility</p:attrName>
                                        </p:attrNameLst>
                                      </p:cBhvr>
                                      <p:to>
                                        <p:strVal val="visible"/>
                                      </p:to>
                                    </p:set>
                                    <p:animEffect transition="in" filter="wipe(up)">
                                      <p:cBhvr>
                                        <p:cTn id="12" dur="500"/>
                                        <p:tgtEl>
                                          <p:spTgt spid="39"/>
                                        </p:tgtEl>
                                      </p:cBhvr>
                                    </p:animEffect>
                                  </p:childTnLst>
                                </p:cTn>
                              </p:par>
                            </p:childTnLst>
                          </p:cTn>
                        </p:par>
                        <p:par>
                          <p:cTn id="13" fill="hold">
                            <p:stCondLst>
                              <p:cond delay="500"/>
                            </p:stCondLst>
                            <p:childTnLst>
                              <p:par>
                                <p:cTn id="14" presetID="6" presetClass="entr" presetSubtype="16" fill="hold" grpId="0" nodeType="after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circle(in)">
                                      <p:cBhvr>
                                        <p:cTn id="16" dur="1000"/>
                                        <p:tgtEl>
                                          <p:spTgt spid="3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41"/>
                                        </p:tgtEl>
                                        <p:attrNameLst>
                                          <p:attrName>style.visibility</p:attrName>
                                        </p:attrNameLst>
                                      </p:cBhvr>
                                      <p:to>
                                        <p:strVal val="visible"/>
                                      </p:to>
                                    </p:set>
                                    <p:animEffect transition="in" filter="wipe(up)">
                                      <p:cBhvr>
                                        <p:cTn id="21" dur="500"/>
                                        <p:tgtEl>
                                          <p:spTgt spid="41"/>
                                        </p:tgtEl>
                                      </p:cBhvr>
                                    </p:animEffect>
                                  </p:childTnLst>
                                </p:cTn>
                              </p:par>
                            </p:childTnLst>
                          </p:cTn>
                        </p:par>
                        <p:par>
                          <p:cTn id="22" fill="hold">
                            <p:stCondLst>
                              <p:cond delay="1500"/>
                            </p:stCondLst>
                            <p:childTnLst>
                              <p:par>
                                <p:cTn id="23" presetID="6" presetClass="entr" presetSubtype="16" fill="hold" grpId="0" nodeType="after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circle(in)">
                                      <p:cBhvr>
                                        <p:cTn id="25" dur="1000"/>
                                        <p:tgtEl>
                                          <p:spTgt spid="10"/>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43"/>
                                        </p:tgtEl>
                                        <p:attrNameLst>
                                          <p:attrName>style.visibility</p:attrName>
                                        </p:attrNameLst>
                                      </p:cBhvr>
                                      <p:to>
                                        <p:strVal val="visible"/>
                                      </p:to>
                                    </p:set>
                                    <p:animEffect transition="in" filter="wipe(up)">
                                      <p:cBhvr>
                                        <p:cTn id="30" dur="500"/>
                                        <p:tgtEl>
                                          <p:spTgt spid="43"/>
                                        </p:tgtEl>
                                      </p:cBhvr>
                                    </p:animEffect>
                                  </p:childTnLst>
                                </p:cTn>
                              </p:par>
                            </p:childTnLst>
                          </p:cTn>
                        </p:par>
                        <p:par>
                          <p:cTn id="31" fill="hold">
                            <p:stCondLst>
                              <p:cond delay="500"/>
                            </p:stCondLst>
                            <p:childTnLst>
                              <p:par>
                                <p:cTn id="32" presetID="6" presetClass="entr" presetSubtype="16" fill="hold" grpId="0" nodeType="after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circle(in)">
                                      <p:cBhvr>
                                        <p:cTn id="34" dur="1000"/>
                                        <p:tgtEl>
                                          <p:spTgt spid="17"/>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nodeType="clickEffect">
                                  <p:stCondLst>
                                    <p:cond delay="0"/>
                                  </p:stCondLst>
                                  <p:childTnLst>
                                    <p:set>
                                      <p:cBhvr>
                                        <p:cTn id="38" dur="1" fill="hold">
                                          <p:stCondLst>
                                            <p:cond delay="0"/>
                                          </p:stCondLst>
                                        </p:cTn>
                                        <p:tgtEl>
                                          <p:spTgt spid="45"/>
                                        </p:tgtEl>
                                        <p:attrNameLst>
                                          <p:attrName>style.visibility</p:attrName>
                                        </p:attrNameLst>
                                      </p:cBhvr>
                                      <p:to>
                                        <p:strVal val="visible"/>
                                      </p:to>
                                    </p:set>
                                    <p:animEffect transition="in" filter="wipe(up)">
                                      <p:cBhvr>
                                        <p:cTn id="39" dur="500"/>
                                        <p:tgtEl>
                                          <p:spTgt spid="45"/>
                                        </p:tgtEl>
                                      </p:cBhvr>
                                    </p:animEffect>
                                  </p:childTnLst>
                                </p:cTn>
                              </p:par>
                            </p:childTnLst>
                          </p:cTn>
                        </p:par>
                        <p:par>
                          <p:cTn id="40" fill="hold">
                            <p:stCondLst>
                              <p:cond delay="500"/>
                            </p:stCondLst>
                            <p:childTnLst>
                              <p:par>
                                <p:cTn id="41" presetID="6" presetClass="entr" presetSubtype="16" fill="hold" grpId="0" nodeType="after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circle(in)">
                                      <p:cBhvr>
                                        <p:cTn id="43" dur="1000"/>
                                        <p:tgtEl>
                                          <p:spTgt spid="12"/>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2" fill="hold" nodeType="clickEffect">
                                  <p:stCondLst>
                                    <p:cond delay="0"/>
                                  </p:stCondLst>
                                  <p:childTnLst>
                                    <p:set>
                                      <p:cBhvr>
                                        <p:cTn id="47" dur="1" fill="hold">
                                          <p:stCondLst>
                                            <p:cond delay="0"/>
                                          </p:stCondLst>
                                        </p:cTn>
                                        <p:tgtEl>
                                          <p:spTgt spid="68"/>
                                        </p:tgtEl>
                                        <p:attrNameLst>
                                          <p:attrName>style.visibility</p:attrName>
                                        </p:attrNameLst>
                                      </p:cBhvr>
                                      <p:to>
                                        <p:strVal val="visible"/>
                                      </p:to>
                                    </p:set>
                                    <p:animEffect transition="in" filter="wipe(right)">
                                      <p:cBhvr>
                                        <p:cTn id="48" dur="500"/>
                                        <p:tgtEl>
                                          <p:spTgt spid="68"/>
                                        </p:tgtEl>
                                      </p:cBhvr>
                                    </p:animEffect>
                                  </p:childTnLst>
                                </p:cTn>
                              </p:par>
                              <p:par>
                                <p:cTn id="49" presetID="22" presetClass="entr" presetSubtype="2" fill="hold" grpId="0" nodeType="withEffect">
                                  <p:stCondLst>
                                    <p:cond delay="0"/>
                                  </p:stCondLst>
                                  <p:childTnLst>
                                    <p:set>
                                      <p:cBhvr>
                                        <p:cTn id="50" dur="1" fill="hold">
                                          <p:stCondLst>
                                            <p:cond delay="0"/>
                                          </p:stCondLst>
                                        </p:cTn>
                                        <p:tgtEl>
                                          <p:spTgt spid="94"/>
                                        </p:tgtEl>
                                        <p:attrNameLst>
                                          <p:attrName>style.visibility</p:attrName>
                                        </p:attrNameLst>
                                      </p:cBhvr>
                                      <p:to>
                                        <p:strVal val="visible"/>
                                      </p:to>
                                    </p:set>
                                    <p:animEffect transition="in" filter="wipe(right)">
                                      <p:cBhvr>
                                        <p:cTn id="51" dur="500"/>
                                        <p:tgtEl>
                                          <p:spTgt spid="94"/>
                                        </p:tgtEl>
                                      </p:cBhvr>
                                    </p:animEffect>
                                  </p:childTnLst>
                                </p:cTn>
                              </p:par>
                            </p:childTnLst>
                          </p:cTn>
                        </p:par>
                        <p:par>
                          <p:cTn id="52" fill="hold">
                            <p:stCondLst>
                              <p:cond delay="500"/>
                            </p:stCondLst>
                            <p:childTnLst>
                              <p:par>
                                <p:cTn id="53" presetID="22" presetClass="entr" presetSubtype="1" fill="hold" nodeType="afterEffect">
                                  <p:stCondLst>
                                    <p:cond delay="0"/>
                                  </p:stCondLst>
                                  <p:childTnLst>
                                    <p:set>
                                      <p:cBhvr>
                                        <p:cTn id="54" dur="1" fill="hold">
                                          <p:stCondLst>
                                            <p:cond delay="0"/>
                                          </p:stCondLst>
                                        </p:cTn>
                                        <p:tgtEl>
                                          <p:spTgt spid="71"/>
                                        </p:tgtEl>
                                        <p:attrNameLst>
                                          <p:attrName>style.visibility</p:attrName>
                                        </p:attrNameLst>
                                      </p:cBhvr>
                                      <p:to>
                                        <p:strVal val="visible"/>
                                      </p:to>
                                    </p:set>
                                    <p:animEffect transition="in" filter="wipe(up)">
                                      <p:cBhvr>
                                        <p:cTn id="55" dur="500"/>
                                        <p:tgtEl>
                                          <p:spTgt spid="71"/>
                                        </p:tgtEl>
                                      </p:cBhvr>
                                    </p:animEffect>
                                  </p:childTnLst>
                                </p:cTn>
                              </p:par>
                            </p:childTnLst>
                          </p:cTn>
                        </p:par>
                        <p:par>
                          <p:cTn id="56" fill="hold">
                            <p:stCondLst>
                              <p:cond delay="1000"/>
                            </p:stCondLst>
                            <p:childTnLst>
                              <p:par>
                                <p:cTn id="57" presetID="6" presetClass="entr" presetSubtype="16" fill="hold" grpId="0" nodeType="afterEffect">
                                  <p:stCondLst>
                                    <p:cond delay="0"/>
                                  </p:stCondLst>
                                  <p:childTnLst>
                                    <p:set>
                                      <p:cBhvr>
                                        <p:cTn id="58" dur="1" fill="hold">
                                          <p:stCondLst>
                                            <p:cond delay="0"/>
                                          </p:stCondLst>
                                        </p:cTn>
                                        <p:tgtEl>
                                          <p:spTgt spid="36"/>
                                        </p:tgtEl>
                                        <p:attrNameLst>
                                          <p:attrName>style.visibility</p:attrName>
                                        </p:attrNameLst>
                                      </p:cBhvr>
                                      <p:to>
                                        <p:strVal val="visible"/>
                                      </p:to>
                                    </p:set>
                                    <p:animEffect transition="in" filter="circle(in)">
                                      <p:cBhvr>
                                        <p:cTn id="59" dur="1000"/>
                                        <p:tgtEl>
                                          <p:spTgt spid="36"/>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1" fill="hold" nodeType="clickEffect">
                                  <p:stCondLst>
                                    <p:cond delay="0"/>
                                  </p:stCondLst>
                                  <p:childTnLst>
                                    <p:set>
                                      <p:cBhvr>
                                        <p:cTn id="63" dur="1" fill="hold">
                                          <p:stCondLst>
                                            <p:cond delay="0"/>
                                          </p:stCondLst>
                                        </p:cTn>
                                        <p:tgtEl>
                                          <p:spTgt spid="85"/>
                                        </p:tgtEl>
                                        <p:attrNameLst>
                                          <p:attrName>style.visibility</p:attrName>
                                        </p:attrNameLst>
                                      </p:cBhvr>
                                      <p:to>
                                        <p:strVal val="visible"/>
                                      </p:to>
                                    </p:set>
                                    <p:animEffect transition="in" filter="wipe(up)">
                                      <p:cBhvr>
                                        <p:cTn id="64" dur="500"/>
                                        <p:tgtEl>
                                          <p:spTgt spid="85"/>
                                        </p:tgtEl>
                                      </p:cBhvr>
                                    </p:animEffect>
                                  </p:childTnLst>
                                </p:cTn>
                              </p:par>
                            </p:childTnLst>
                          </p:cTn>
                        </p:par>
                        <p:par>
                          <p:cTn id="65" fill="hold">
                            <p:stCondLst>
                              <p:cond delay="500"/>
                            </p:stCondLst>
                            <p:childTnLst>
                              <p:par>
                                <p:cTn id="66" presetID="6" presetClass="entr" presetSubtype="16" fill="hold" grpId="0" nodeType="afterEffect">
                                  <p:stCondLst>
                                    <p:cond delay="0"/>
                                  </p:stCondLst>
                                  <p:childTnLst>
                                    <p:set>
                                      <p:cBhvr>
                                        <p:cTn id="67" dur="1" fill="hold">
                                          <p:stCondLst>
                                            <p:cond delay="0"/>
                                          </p:stCondLst>
                                        </p:cTn>
                                        <p:tgtEl>
                                          <p:spTgt spid="35"/>
                                        </p:tgtEl>
                                        <p:attrNameLst>
                                          <p:attrName>style.visibility</p:attrName>
                                        </p:attrNameLst>
                                      </p:cBhvr>
                                      <p:to>
                                        <p:strVal val="visible"/>
                                      </p:to>
                                    </p:set>
                                    <p:animEffect transition="in" filter="circle(in)">
                                      <p:cBhvr>
                                        <p:cTn id="68" dur="1000"/>
                                        <p:tgtEl>
                                          <p:spTgt spid="35"/>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nodeType="clickEffect">
                                  <p:stCondLst>
                                    <p:cond delay="0"/>
                                  </p:stCondLst>
                                  <p:childTnLst>
                                    <p:set>
                                      <p:cBhvr>
                                        <p:cTn id="72" dur="1" fill="hold">
                                          <p:stCondLst>
                                            <p:cond delay="0"/>
                                          </p:stCondLst>
                                        </p:cTn>
                                        <p:tgtEl>
                                          <p:spTgt spid="63"/>
                                        </p:tgtEl>
                                        <p:attrNameLst>
                                          <p:attrName>style.visibility</p:attrName>
                                        </p:attrNameLst>
                                      </p:cBhvr>
                                      <p:to>
                                        <p:strVal val="visible"/>
                                      </p:to>
                                    </p:set>
                                    <p:animEffect transition="in" filter="wipe(left)">
                                      <p:cBhvr>
                                        <p:cTn id="73" dur="500"/>
                                        <p:tgtEl>
                                          <p:spTgt spid="63"/>
                                        </p:tgtEl>
                                      </p:cBhvr>
                                    </p:animEffect>
                                  </p:childTnLst>
                                </p:cTn>
                              </p:par>
                              <p:par>
                                <p:cTn id="74" presetID="22" presetClass="entr" presetSubtype="8" fill="hold" grpId="0" nodeType="withEffect">
                                  <p:stCondLst>
                                    <p:cond delay="0"/>
                                  </p:stCondLst>
                                  <p:childTnLst>
                                    <p:set>
                                      <p:cBhvr>
                                        <p:cTn id="75" dur="1" fill="hold">
                                          <p:stCondLst>
                                            <p:cond delay="0"/>
                                          </p:stCondLst>
                                        </p:cTn>
                                        <p:tgtEl>
                                          <p:spTgt spid="95"/>
                                        </p:tgtEl>
                                        <p:attrNameLst>
                                          <p:attrName>style.visibility</p:attrName>
                                        </p:attrNameLst>
                                      </p:cBhvr>
                                      <p:to>
                                        <p:strVal val="visible"/>
                                      </p:to>
                                    </p:set>
                                    <p:animEffect transition="in" filter="wipe(left)">
                                      <p:cBhvr>
                                        <p:cTn id="76" dur="500"/>
                                        <p:tgtEl>
                                          <p:spTgt spid="95"/>
                                        </p:tgtEl>
                                      </p:cBhvr>
                                    </p:animEffect>
                                  </p:childTnLst>
                                </p:cTn>
                              </p:par>
                            </p:childTnLst>
                          </p:cTn>
                        </p:par>
                        <p:par>
                          <p:cTn id="77" fill="hold">
                            <p:stCondLst>
                              <p:cond delay="500"/>
                            </p:stCondLst>
                            <p:childTnLst>
                              <p:par>
                                <p:cTn id="78" presetID="22" presetClass="entr" presetSubtype="1" fill="hold" nodeType="afterEffect">
                                  <p:stCondLst>
                                    <p:cond delay="0"/>
                                  </p:stCondLst>
                                  <p:childTnLst>
                                    <p:set>
                                      <p:cBhvr>
                                        <p:cTn id="79" dur="1" fill="hold">
                                          <p:stCondLst>
                                            <p:cond delay="0"/>
                                          </p:stCondLst>
                                        </p:cTn>
                                        <p:tgtEl>
                                          <p:spTgt spid="65"/>
                                        </p:tgtEl>
                                        <p:attrNameLst>
                                          <p:attrName>style.visibility</p:attrName>
                                        </p:attrNameLst>
                                      </p:cBhvr>
                                      <p:to>
                                        <p:strVal val="visible"/>
                                      </p:to>
                                    </p:set>
                                    <p:animEffect transition="in" filter="wipe(up)">
                                      <p:cBhvr>
                                        <p:cTn id="80" dur="500"/>
                                        <p:tgtEl>
                                          <p:spTgt spid="65"/>
                                        </p:tgtEl>
                                      </p:cBhvr>
                                    </p:animEffect>
                                  </p:childTnLst>
                                </p:cTn>
                              </p:par>
                            </p:childTnLst>
                          </p:cTn>
                        </p:par>
                        <p:par>
                          <p:cTn id="81" fill="hold">
                            <p:stCondLst>
                              <p:cond delay="1000"/>
                            </p:stCondLst>
                            <p:childTnLst>
                              <p:par>
                                <p:cTn id="82" presetID="6" presetClass="entr" presetSubtype="16" fill="hold" grpId="0" nodeType="afterEffect">
                                  <p:stCondLst>
                                    <p:cond delay="0"/>
                                  </p:stCondLst>
                                  <p:childTnLst>
                                    <p:set>
                                      <p:cBhvr>
                                        <p:cTn id="83" dur="1" fill="hold">
                                          <p:stCondLst>
                                            <p:cond delay="0"/>
                                          </p:stCondLst>
                                        </p:cTn>
                                        <p:tgtEl>
                                          <p:spTgt spid="20"/>
                                        </p:tgtEl>
                                        <p:attrNameLst>
                                          <p:attrName>style.visibility</p:attrName>
                                        </p:attrNameLst>
                                      </p:cBhvr>
                                      <p:to>
                                        <p:strVal val="visible"/>
                                      </p:to>
                                    </p:set>
                                    <p:animEffect transition="in" filter="circle(in)">
                                      <p:cBhvr>
                                        <p:cTn id="84" dur="1000"/>
                                        <p:tgtEl>
                                          <p:spTgt spid="20"/>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8" fill="hold" nodeType="clickEffect">
                                  <p:stCondLst>
                                    <p:cond delay="0"/>
                                  </p:stCondLst>
                                  <p:childTnLst>
                                    <p:set>
                                      <p:cBhvr>
                                        <p:cTn id="88" dur="1" fill="hold">
                                          <p:stCondLst>
                                            <p:cond delay="0"/>
                                          </p:stCondLst>
                                        </p:cTn>
                                        <p:tgtEl>
                                          <p:spTgt spid="75"/>
                                        </p:tgtEl>
                                        <p:attrNameLst>
                                          <p:attrName>style.visibility</p:attrName>
                                        </p:attrNameLst>
                                      </p:cBhvr>
                                      <p:to>
                                        <p:strVal val="visible"/>
                                      </p:to>
                                    </p:set>
                                    <p:animEffect transition="in" filter="wipe(left)">
                                      <p:cBhvr>
                                        <p:cTn id="89" dur="500"/>
                                        <p:tgtEl>
                                          <p:spTgt spid="75"/>
                                        </p:tgtEl>
                                      </p:cBhvr>
                                    </p:animEffect>
                                  </p:childTnLst>
                                </p:cTn>
                              </p:par>
                              <p:par>
                                <p:cTn id="90" presetID="22" presetClass="entr" presetSubtype="8" fill="hold" grpId="0" nodeType="withEffect">
                                  <p:stCondLst>
                                    <p:cond delay="0"/>
                                  </p:stCondLst>
                                  <p:childTnLst>
                                    <p:set>
                                      <p:cBhvr>
                                        <p:cTn id="91" dur="1" fill="hold">
                                          <p:stCondLst>
                                            <p:cond delay="0"/>
                                          </p:stCondLst>
                                        </p:cTn>
                                        <p:tgtEl>
                                          <p:spTgt spid="92"/>
                                        </p:tgtEl>
                                        <p:attrNameLst>
                                          <p:attrName>style.visibility</p:attrName>
                                        </p:attrNameLst>
                                      </p:cBhvr>
                                      <p:to>
                                        <p:strVal val="visible"/>
                                      </p:to>
                                    </p:set>
                                    <p:animEffect transition="in" filter="wipe(left)">
                                      <p:cBhvr>
                                        <p:cTn id="92" dur="500"/>
                                        <p:tgtEl>
                                          <p:spTgt spid="92"/>
                                        </p:tgtEl>
                                      </p:cBhvr>
                                    </p:animEffect>
                                  </p:childTnLst>
                                </p:cTn>
                              </p:par>
                            </p:childTnLst>
                          </p:cTn>
                        </p:par>
                        <p:par>
                          <p:cTn id="93" fill="hold">
                            <p:stCondLst>
                              <p:cond delay="500"/>
                            </p:stCondLst>
                            <p:childTnLst>
                              <p:par>
                                <p:cTn id="94" presetID="6" presetClass="entr" presetSubtype="16" fill="hold" grpId="0" nodeType="afterEffect">
                                  <p:stCondLst>
                                    <p:cond delay="0"/>
                                  </p:stCondLst>
                                  <p:childTnLst>
                                    <p:set>
                                      <p:cBhvr>
                                        <p:cTn id="95" dur="1" fill="hold">
                                          <p:stCondLst>
                                            <p:cond delay="0"/>
                                          </p:stCondLst>
                                        </p:cTn>
                                        <p:tgtEl>
                                          <p:spTgt spid="19"/>
                                        </p:tgtEl>
                                        <p:attrNameLst>
                                          <p:attrName>style.visibility</p:attrName>
                                        </p:attrNameLst>
                                      </p:cBhvr>
                                      <p:to>
                                        <p:strVal val="visible"/>
                                      </p:to>
                                    </p:set>
                                    <p:animEffect transition="in" filter="circle(in)">
                                      <p:cBhvr>
                                        <p:cTn id="96" dur="1000"/>
                                        <p:tgtEl>
                                          <p:spTgt spid="19"/>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1" fill="hold" nodeType="clickEffect">
                                  <p:stCondLst>
                                    <p:cond delay="0"/>
                                  </p:stCondLst>
                                  <p:childTnLst>
                                    <p:set>
                                      <p:cBhvr>
                                        <p:cTn id="100" dur="1" fill="hold">
                                          <p:stCondLst>
                                            <p:cond delay="0"/>
                                          </p:stCondLst>
                                        </p:cTn>
                                        <p:tgtEl>
                                          <p:spTgt spid="77"/>
                                        </p:tgtEl>
                                        <p:attrNameLst>
                                          <p:attrName>style.visibility</p:attrName>
                                        </p:attrNameLst>
                                      </p:cBhvr>
                                      <p:to>
                                        <p:strVal val="visible"/>
                                      </p:to>
                                    </p:set>
                                    <p:animEffect transition="in" filter="wipe(up)">
                                      <p:cBhvr>
                                        <p:cTn id="101" dur="500"/>
                                        <p:tgtEl>
                                          <p:spTgt spid="77"/>
                                        </p:tgtEl>
                                      </p:cBhvr>
                                    </p:animEffect>
                                  </p:childTnLst>
                                </p:cTn>
                              </p:par>
                              <p:par>
                                <p:cTn id="102" presetID="22" presetClass="entr" presetSubtype="1" fill="hold" grpId="0" nodeType="withEffect">
                                  <p:stCondLst>
                                    <p:cond delay="0"/>
                                  </p:stCondLst>
                                  <p:childTnLst>
                                    <p:set>
                                      <p:cBhvr>
                                        <p:cTn id="103" dur="1" fill="hold">
                                          <p:stCondLst>
                                            <p:cond delay="0"/>
                                          </p:stCondLst>
                                        </p:cTn>
                                        <p:tgtEl>
                                          <p:spTgt spid="98"/>
                                        </p:tgtEl>
                                        <p:attrNameLst>
                                          <p:attrName>style.visibility</p:attrName>
                                        </p:attrNameLst>
                                      </p:cBhvr>
                                      <p:to>
                                        <p:strVal val="visible"/>
                                      </p:to>
                                    </p:set>
                                    <p:animEffect transition="in" filter="wipe(up)">
                                      <p:cBhvr>
                                        <p:cTn id="104" dur="500"/>
                                        <p:tgtEl>
                                          <p:spTgt spid="98"/>
                                        </p:tgtEl>
                                      </p:cBhvr>
                                    </p:animEffect>
                                  </p:childTnLst>
                                </p:cTn>
                              </p:par>
                            </p:childTnLst>
                          </p:cTn>
                        </p:par>
                        <p:par>
                          <p:cTn id="105" fill="hold">
                            <p:stCondLst>
                              <p:cond delay="500"/>
                            </p:stCondLst>
                            <p:childTnLst>
                              <p:par>
                                <p:cTn id="106" presetID="6" presetClass="entr" presetSubtype="16" fill="hold" grpId="0" nodeType="afterEffect">
                                  <p:stCondLst>
                                    <p:cond delay="0"/>
                                  </p:stCondLst>
                                  <p:childTnLst>
                                    <p:set>
                                      <p:cBhvr>
                                        <p:cTn id="107" dur="1" fill="hold">
                                          <p:stCondLst>
                                            <p:cond delay="0"/>
                                          </p:stCondLst>
                                        </p:cTn>
                                        <p:tgtEl>
                                          <p:spTgt spid="18"/>
                                        </p:tgtEl>
                                        <p:attrNameLst>
                                          <p:attrName>style.visibility</p:attrName>
                                        </p:attrNameLst>
                                      </p:cBhvr>
                                      <p:to>
                                        <p:strVal val="visible"/>
                                      </p:to>
                                    </p:set>
                                    <p:animEffect transition="in" filter="circle(in)">
                                      <p:cBhvr>
                                        <p:cTn id="108" dur="1000"/>
                                        <p:tgtEl>
                                          <p:spTgt spid="18"/>
                                        </p:tgtEl>
                                      </p:cBhvr>
                                    </p:animEffect>
                                  </p:childTnLst>
                                </p:cTn>
                              </p:par>
                            </p:childTnLst>
                          </p:cTn>
                        </p:par>
                      </p:childTnLst>
                    </p:cTn>
                  </p:par>
                  <p:par>
                    <p:cTn id="109" fill="hold">
                      <p:stCondLst>
                        <p:cond delay="indefinite"/>
                      </p:stCondLst>
                      <p:childTnLst>
                        <p:par>
                          <p:cTn id="110" fill="hold">
                            <p:stCondLst>
                              <p:cond delay="0"/>
                            </p:stCondLst>
                            <p:childTnLst>
                              <p:par>
                                <p:cTn id="111" presetID="22" presetClass="entr" presetSubtype="8" fill="hold" nodeType="clickEffect">
                                  <p:stCondLst>
                                    <p:cond delay="0"/>
                                  </p:stCondLst>
                                  <p:childTnLst>
                                    <p:set>
                                      <p:cBhvr>
                                        <p:cTn id="112" dur="1" fill="hold">
                                          <p:stCondLst>
                                            <p:cond delay="0"/>
                                          </p:stCondLst>
                                        </p:cTn>
                                        <p:tgtEl>
                                          <p:spTgt spid="79"/>
                                        </p:tgtEl>
                                        <p:attrNameLst>
                                          <p:attrName>style.visibility</p:attrName>
                                        </p:attrNameLst>
                                      </p:cBhvr>
                                      <p:to>
                                        <p:strVal val="visible"/>
                                      </p:to>
                                    </p:set>
                                    <p:animEffect transition="in" filter="wipe(left)">
                                      <p:cBhvr>
                                        <p:cTn id="113" dur="500"/>
                                        <p:tgtEl>
                                          <p:spTgt spid="79"/>
                                        </p:tgtEl>
                                      </p:cBhvr>
                                    </p:animEffect>
                                  </p:childTnLst>
                                </p:cTn>
                              </p:par>
                              <p:par>
                                <p:cTn id="114" presetID="22" presetClass="entr" presetSubtype="1" fill="hold" nodeType="withEffect">
                                  <p:stCondLst>
                                    <p:cond delay="0"/>
                                  </p:stCondLst>
                                  <p:childTnLst>
                                    <p:set>
                                      <p:cBhvr>
                                        <p:cTn id="115" dur="1" fill="hold">
                                          <p:stCondLst>
                                            <p:cond delay="0"/>
                                          </p:stCondLst>
                                        </p:cTn>
                                        <p:tgtEl>
                                          <p:spTgt spid="42"/>
                                        </p:tgtEl>
                                        <p:attrNameLst>
                                          <p:attrName>style.visibility</p:attrName>
                                        </p:attrNameLst>
                                      </p:cBhvr>
                                      <p:to>
                                        <p:strVal val="visible"/>
                                      </p:to>
                                    </p:set>
                                    <p:animEffect transition="in" filter="wipe(up)">
                                      <p:cBhvr>
                                        <p:cTn id="116" dur="500"/>
                                        <p:tgtEl>
                                          <p:spTgt spid="42"/>
                                        </p:tgtEl>
                                      </p:cBhvr>
                                    </p:animEffect>
                                  </p:childTnLst>
                                </p:cTn>
                              </p:par>
                            </p:childTnLst>
                          </p:cTn>
                        </p:par>
                        <p:par>
                          <p:cTn id="117" fill="hold">
                            <p:stCondLst>
                              <p:cond delay="500"/>
                            </p:stCondLst>
                            <p:childTnLst>
                              <p:par>
                                <p:cTn id="118" presetID="6" presetClass="entr" presetSubtype="16" fill="hold" grpId="0" nodeType="afterEffect">
                                  <p:stCondLst>
                                    <p:cond delay="0"/>
                                  </p:stCondLst>
                                  <p:childTnLst>
                                    <p:set>
                                      <p:cBhvr>
                                        <p:cTn id="119" dur="1" fill="hold">
                                          <p:stCondLst>
                                            <p:cond delay="0"/>
                                          </p:stCondLst>
                                        </p:cTn>
                                        <p:tgtEl>
                                          <p:spTgt spid="13"/>
                                        </p:tgtEl>
                                        <p:attrNameLst>
                                          <p:attrName>style.visibility</p:attrName>
                                        </p:attrNameLst>
                                      </p:cBhvr>
                                      <p:to>
                                        <p:strVal val="visible"/>
                                      </p:to>
                                    </p:set>
                                    <p:animEffect transition="in" filter="circle(in)">
                                      <p:cBhvr>
                                        <p:cTn id="120" dur="1000"/>
                                        <p:tgtEl>
                                          <p:spTgt spid="13"/>
                                        </p:tgtEl>
                                      </p:cBhvr>
                                    </p:animEffect>
                                  </p:childTnLst>
                                </p:cTn>
                              </p:par>
                            </p:childTnLst>
                          </p:cTn>
                        </p:par>
                      </p:childTnLst>
                    </p:cTn>
                  </p:par>
                  <p:par>
                    <p:cTn id="121" fill="hold">
                      <p:stCondLst>
                        <p:cond delay="indefinite"/>
                      </p:stCondLst>
                      <p:childTnLst>
                        <p:par>
                          <p:cTn id="122" fill="hold">
                            <p:stCondLst>
                              <p:cond delay="0"/>
                            </p:stCondLst>
                            <p:childTnLst>
                              <p:par>
                                <p:cTn id="123" presetID="22" presetClass="entr" presetSubtype="1" fill="hold" nodeType="clickEffect">
                                  <p:stCondLst>
                                    <p:cond delay="0"/>
                                  </p:stCondLst>
                                  <p:childTnLst>
                                    <p:set>
                                      <p:cBhvr>
                                        <p:cTn id="124" dur="1" fill="hold">
                                          <p:stCondLst>
                                            <p:cond delay="0"/>
                                          </p:stCondLst>
                                        </p:cTn>
                                        <p:tgtEl>
                                          <p:spTgt spid="81"/>
                                        </p:tgtEl>
                                        <p:attrNameLst>
                                          <p:attrName>style.visibility</p:attrName>
                                        </p:attrNameLst>
                                      </p:cBhvr>
                                      <p:to>
                                        <p:strVal val="visible"/>
                                      </p:to>
                                    </p:set>
                                    <p:animEffect transition="in" filter="wipe(up)">
                                      <p:cBhvr>
                                        <p:cTn id="125" dur="500"/>
                                        <p:tgtEl>
                                          <p:spTgt spid="81"/>
                                        </p:tgtEl>
                                      </p:cBhvr>
                                    </p:animEffect>
                                  </p:childTnLst>
                                </p:cTn>
                              </p:par>
                              <p:par>
                                <p:cTn id="126" presetID="22" presetClass="entr" presetSubtype="1" fill="hold" grpId="0" nodeType="withEffect">
                                  <p:stCondLst>
                                    <p:cond delay="0"/>
                                  </p:stCondLst>
                                  <p:childTnLst>
                                    <p:set>
                                      <p:cBhvr>
                                        <p:cTn id="127" dur="1" fill="hold">
                                          <p:stCondLst>
                                            <p:cond delay="0"/>
                                          </p:stCondLst>
                                        </p:cTn>
                                        <p:tgtEl>
                                          <p:spTgt spid="93"/>
                                        </p:tgtEl>
                                        <p:attrNameLst>
                                          <p:attrName>style.visibility</p:attrName>
                                        </p:attrNameLst>
                                      </p:cBhvr>
                                      <p:to>
                                        <p:strVal val="visible"/>
                                      </p:to>
                                    </p:set>
                                    <p:animEffect transition="in" filter="wipe(up)">
                                      <p:cBhvr>
                                        <p:cTn id="128" dur="500"/>
                                        <p:tgtEl>
                                          <p:spTgt spid="93"/>
                                        </p:tgtEl>
                                      </p:cBhvr>
                                    </p:animEffect>
                                  </p:childTnLst>
                                </p:cTn>
                              </p:par>
                            </p:childTnLst>
                          </p:cTn>
                        </p:par>
                        <p:par>
                          <p:cTn id="129" fill="hold">
                            <p:stCondLst>
                              <p:cond delay="500"/>
                            </p:stCondLst>
                            <p:childTnLst>
                              <p:par>
                                <p:cTn id="130" presetID="6" presetClass="entr" presetSubtype="16" fill="hold" grpId="0" nodeType="afterEffect">
                                  <p:stCondLst>
                                    <p:cond delay="0"/>
                                  </p:stCondLst>
                                  <p:childTnLst>
                                    <p:set>
                                      <p:cBhvr>
                                        <p:cTn id="131" dur="1" fill="hold">
                                          <p:stCondLst>
                                            <p:cond delay="0"/>
                                          </p:stCondLst>
                                        </p:cTn>
                                        <p:tgtEl>
                                          <p:spTgt spid="37"/>
                                        </p:tgtEl>
                                        <p:attrNameLst>
                                          <p:attrName>style.visibility</p:attrName>
                                        </p:attrNameLst>
                                      </p:cBhvr>
                                      <p:to>
                                        <p:strVal val="visible"/>
                                      </p:to>
                                    </p:set>
                                    <p:animEffect transition="in" filter="circle(in)">
                                      <p:cBhvr>
                                        <p:cTn id="132" dur="1000"/>
                                        <p:tgtEl>
                                          <p:spTgt spid="37"/>
                                        </p:tgtEl>
                                      </p:cBhvr>
                                    </p:animEffect>
                                  </p:childTnLst>
                                </p:cTn>
                              </p:par>
                            </p:childTnLst>
                          </p:cTn>
                        </p:par>
                      </p:childTnLst>
                    </p:cTn>
                  </p:par>
                  <p:par>
                    <p:cTn id="133" fill="hold">
                      <p:stCondLst>
                        <p:cond delay="indefinite"/>
                      </p:stCondLst>
                      <p:childTnLst>
                        <p:par>
                          <p:cTn id="134" fill="hold">
                            <p:stCondLst>
                              <p:cond delay="0"/>
                            </p:stCondLst>
                            <p:childTnLst>
                              <p:par>
                                <p:cTn id="135" presetID="22" presetClass="entr" presetSubtype="2" fill="hold" nodeType="clickEffect">
                                  <p:stCondLst>
                                    <p:cond delay="0"/>
                                  </p:stCondLst>
                                  <p:childTnLst>
                                    <p:set>
                                      <p:cBhvr>
                                        <p:cTn id="136" dur="1" fill="hold">
                                          <p:stCondLst>
                                            <p:cond delay="0"/>
                                          </p:stCondLst>
                                        </p:cTn>
                                        <p:tgtEl>
                                          <p:spTgt spid="83"/>
                                        </p:tgtEl>
                                        <p:attrNameLst>
                                          <p:attrName>style.visibility</p:attrName>
                                        </p:attrNameLst>
                                      </p:cBhvr>
                                      <p:to>
                                        <p:strVal val="visible"/>
                                      </p:to>
                                    </p:set>
                                    <p:animEffect transition="in" filter="wipe(right)">
                                      <p:cBhvr>
                                        <p:cTn id="137" dur="500"/>
                                        <p:tgtEl>
                                          <p:spTgt spid="83"/>
                                        </p:tgtEl>
                                      </p:cBhvr>
                                    </p:animEffect>
                                  </p:childTnLst>
                                </p:cTn>
                              </p:par>
                            </p:childTnLst>
                          </p:cTn>
                        </p:par>
                      </p:childTnLst>
                    </p:cTn>
                  </p:par>
                  <p:par>
                    <p:cTn id="138" fill="hold">
                      <p:stCondLst>
                        <p:cond delay="indefinite"/>
                      </p:stCondLst>
                      <p:childTnLst>
                        <p:par>
                          <p:cTn id="139" fill="hold">
                            <p:stCondLst>
                              <p:cond delay="0"/>
                            </p:stCondLst>
                            <p:childTnLst>
                              <p:par>
                                <p:cTn id="140" presetID="22" presetClass="entr" presetSubtype="4" fill="hold" nodeType="clickEffect">
                                  <p:stCondLst>
                                    <p:cond delay="0"/>
                                  </p:stCondLst>
                                  <p:childTnLst>
                                    <p:set>
                                      <p:cBhvr>
                                        <p:cTn id="141" dur="1" fill="hold">
                                          <p:stCondLst>
                                            <p:cond delay="0"/>
                                          </p:stCondLst>
                                        </p:cTn>
                                        <p:tgtEl>
                                          <p:spTgt spid="22"/>
                                        </p:tgtEl>
                                        <p:attrNameLst>
                                          <p:attrName>style.visibility</p:attrName>
                                        </p:attrNameLst>
                                      </p:cBhvr>
                                      <p:to>
                                        <p:strVal val="visible"/>
                                      </p:to>
                                    </p:set>
                                    <p:animEffect transition="in" filter="wipe(down)">
                                      <p:cBhvr>
                                        <p:cTn id="142" dur="500"/>
                                        <p:tgtEl>
                                          <p:spTgt spid="22"/>
                                        </p:tgtEl>
                                      </p:cBhvr>
                                    </p:animEffect>
                                  </p:childTnLst>
                                </p:cTn>
                              </p:par>
                              <p:par>
                                <p:cTn id="143" presetID="22" presetClass="entr" presetSubtype="4" fill="hold" grpId="0" nodeType="withEffect">
                                  <p:stCondLst>
                                    <p:cond delay="0"/>
                                  </p:stCondLst>
                                  <p:childTnLst>
                                    <p:set>
                                      <p:cBhvr>
                                        <p:cTn id="144" dur="1" fill="hold">
                                          <p:stCondLst>
                                            <p:cond delay="0"/>
                                          </p:stCondLst>
                                        </p:cTn>
                                        <p:tgtEl>
                                          <p:spTgt spid="99"/>
                                        </p:tgtEl>
                                        <p:attrNameLst>
                                          <p:attrName>style.visibility</p:attrName>
                                        </p:attrNameLst>
                                      </p:cBhvr>
                                      <p:to>
                                        <p:strVal val="visible"/>
                                      </p:to>
                                    </p:set>
                                    <p:animEffect transition="in" filter="wipe(down)">
                                      <p:cBhvr>
                                        <p:cTn id="145" dur="500"/>
                                        <p:tgtEl>
                                          <p:spTgt spid="99"/>
                                        </p:tgtEl>
                                      </p:cBhvr>
                                    </p:animEffect>
                                  </p:childTnLst>
                                </p:cTn>
                              </p:par>
                            </p:childTnLst>
                          </p:cTn>
                        </p:par>
                        <p:par>
                          <p:cTn id="146" fill="hold">
                            <p:stCondLst>
                              <p:cond delay="500"/>
                            </p:stCondLst>
                            <p:childTnLst>
                              <p:par>
                                <p:cTn id="147" presetID="22" presetClass="entr" presetSubtype="2" fill="hold" nodeType="afterEffect">
                                  <p:stCondLst>
                                    <p:cond delay="0"/>
                                  </p:stCondLst>
                                  <p:childTnLst>
                                    <p:set>
                                      <p:cBhvr>
                                        <p:cTn id="148" dur="1" fill="hold">
                                          <p:stCondLst>
                                            <p:cond delay="0"/>
                                          </p:stCondLst>
                                        </p:cTn>
                                        <p:tgtEl>
                                          <p:spTgt spid="91"/>
                                        </p:tgtEl>
                                        <p:attrNameLst>
                                          <p:attrName>style.visibility</p:attrName>
                                        </p:attrNameLst>
                                      </p:cBhvr>
                                      <p:to>
                                        <p:strVal val="visible"/>
                                      </p:to>
                                    </p:set>
                                    <p:animEffect transition="in" filter="wipe(right)">
                                      <p:cBhvr>
                                        <p:cTn id="149" dur="500"/>
                                        <p:tgtEl>
                                          <p:spTgt spid="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3" grpId="0" animBg="1"/>
      <p:bldP spid="17" grpId="0" animBg="1"/>
      <p:bldP spid="18" grpId="0" animBg="1"/>
      <p:bldP spid="19" grpId="0" animBg="1"/>
      <p:bldP spid="20" grpId="0" animBg="1"/>
      <p:bldP spid="33" grpId="0" animBg="1"/>
      <p:bldP spid="34" grpId="0" animBg="1"/>
      <p:bldP spid="35" grpId="0" animBg="1"/>
      <p:bldP spid="36" grpId="0" animBg="1"/>
      <p:bldP spid="37" grpId="0" animBg="1"/>
      <p:bldP spid="92" grpId="0"/>
      <p:bldP spid="93" grpId="0"/>
      <p:bldP spid="94" grpId="0"/>
      <p:bldP spid="95" grpId="0"/>
      <p:bldP spid="98" grpId="0"/>
      <p:bldP spid="9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a:t>4. Giới thiệu ngôn ngữ lập trình C</a:t>
            </a:r>
          </a:p>
        </p:txBody>
      </p:sp>
      <p:sp>
        <p:nvSpPr>
          <p:cNvPr id="3" name="Content Placeholder 2"/>
          <p:cNvSpPr>
            <a:spLocks noGrp="1"/>
          </p:cNvSpPr>
          <p:nvPr>
            <p:ph idx="1"/>
          </p:nvPr>
        </p:nvSpPr>
        <p:spPr/>
        <p:txBody>
          <a:bodyPr/>
          <a:lstStyle/>
          <a:p>
            <a:pPr>
              <a:defRPr/>
            </a:pPr>
            <a:r>
              <a:rPr lang="en-US">
                <a:solidFill>
                  <a:schemeClr val="tx1">
                    <a:lumMod val="95000"/>
                    <a:lumOff val="5000"/>
                  </a:schemeClr>
                </a:solidFill>
              </a:rPr>
              <a:t>Giới thiệu </a:t>
            </a:r>
          </a:p>
          <a:p>
            <a:pPr lvl="1">
              <a:defRPr/>
            </a:pPr>
            <a:r>
              <a:rPr lang="fr-FR"/>
              <a:t>Ngôn ngữ C do Dennis Ritchie sáng chế tại Bell Telephone (AT&amp;T) năm 1972 nhằm mục đích viết hệ điều hành Unix</a:t>
            </a:r>
          </a:p>
          <a:p>
            <a:pPr lvl="1">
              <a:defRPr/>
            </a:pPr>
            <a:r>
              <a:rPr lang="fr-FR"/>
              <a:t>Tiền thân của ngôn ngữ </a:t>
            </a:r>
            <a:r>
              <a:rPr lang="fr-FR">
                <a:solidFill>
                  <a:srgbClr val="FF0000"/>
                </a:solidFill>
              </a:rPr>
              <a:t>B</a:t>
            </a:r>
            <a:r>
              <a:rPr lang="fr-FR"/>
              <a:t>, KenThompson, cũng tại </a:t>
            </a:r>
            <a:r>
              <a:rPr lang="fr-FR">
                <a:solidFill>
                  <a:srgbClr val="FF0000"/>
                </a:solidFill>
              </a:rPr>
              <a:t>B</a:t>
            </a:r>
            <a:r>
              <a:rPr lang="fr-FR"/>
              <a:t>ell Telephone.</a:t>
            </a:r>
          </a:p>
          <a:p>
            <a:pPr lvl="1">
              <a:defRPr/>
            </a:pPr>
            <a:r>
              <a:rPr lang="fr-FR"/>
              <a:t>C được viện chuẩn hoá Mỹ (ANSI: </a:t>
            </a:r>
            <a:r>
              <a:rPr lang="fr-FR">
                <a:solidFill>
                  <a:srgbClr val="FF0000"/>
                </a:solidFill>
              </a:rPr>
              <a:t>A</a:t>
            </a:r>
            <a:r>
              <a:rPr lang="fr-FR"/>
              <a:t>merican </a:t>
            </a:r>
            <a:r>
              <a:rPr lang="fr-FR">
                <a:solidFill>
                  <a:srgbClr val="FF0000"/>
                </a:solidFill>
              </a:rPr>
              <a:t>N</a:t>
            </a:r>
            <a:r>
              <a:rPr lang="fr-FR"/>
              <a:t>ational </a:t>
            </a:r>
            <a:r>
              <a:rPr lang="fr-FR">
                <a:solidFill>
                  <a:srgbClr val="FF0000"/>
                </a:solidFill>
              </a:rPr>
              <a:t>S</a:t>
            </a:r>
            <a:r>
              <a:rPr lang="fr-FR"/>
              <a:t>tandard </a:t>
            </a:r>
            <a:r>
              <a:rPr lang="fr-FR">
                <a:solidFill>
                  <a:srgbClr val="FF0000"/>
                </a:solidFill>
              </a:rPr>
              <a:t>I</a:t>
            </a:r>
            <a:r>
              <a:rPr lang="fr-FR"/>
              <a:t>nstitute) làm thành tiêu chuẩn với tên gọi </a:t>
            </a:r>
            <a:r>
              <a:rPr lang="fr-FR">
                <a:solidFill>
                  <a:srgbClr val="FF0000"/>
                </a:solidFill>
              </a:rPr>
              <a:t>ANSI C </a:t>
            </a:r>
            <a:r>
              <a:rPr lang="fr-FR"/>
              <a:t>năm 1983.</a:t>
            </a:r>
            <a:endParaRPr lang="en-US"/>
          </a:p>
          <a:p>
            <a:pPr lvl="1">
              <a:defRPr/>
            </a:pPr>
            <a:r>
              <a:rPr lang="fr-FR"/>
              <a:t>Là ngôn ngữ lập trình có cấu trúc và phân biệt chữ HOA - th</a:t>
            </a:r>
            <a:r>
              <a:rPr lang="vi-VN"/>
              <a:t>ườ</a:t>
            </a:r>
            <a:r>
              <a:rPr lang="en-US"/>
              <a:t>ng (</a:t>
            </a:r>
            <a:r>
              <a:rPr lang="en-US">
                <a:solidFill>
                  <a:srgbClr val="FF0000"/>
                </a:solidFill>
              </a:rPr>
              <a:t>case sensitive</a:t>
            </a:r>
            <a:r>
              <a:rPr lang="en-US"/>
              <a:t>)</a:t>
            </a:r>
            <a:endParaRPr lang="fr-FR"/>
          </a:p>
        </p:txBody>
      </p:sp>
      <p:sp>
        <p:nvSpPr>
          <p:cNvPr id="17412" name="Footer Placeholder 3"/>
          <p:cNvSpPr>
            <a:spLocks noGrp="1"/>
          </p:cNvSpPr>
          <p:nvPr>
            <p:ph type="ftr" sz="quarter" idx="11"/>
          </p:nvPr>
        </p:nvSpPr>
        <p:spPr>
          <a:noFill/>
        </p:spPr>
        <p:txBody>
          <a:bodyPr/>
          <a:lstStyle/>
          <a:p>
            <a:r>
              <a:rPr lang="vi-VN"/>
              <a:t>Chương 1-Các khái niệm cơ bản về lập trình</a:t>
            </a:r>
            <a:endParaRPr lang="en-US"/>
          </a:p>
        </p:txBody>
      </p:sp>
      <p:sp>
        <p:nvSpPr>
          <p:cNvPr id="2" name="Date Placeholder 1"/>
          <p:cNvSpPr>
            <a:spLocks noGrp="1"/>
          </p:cNvSpPr>
          <p:nvPr>
            <p:ph type="dt" sz="half" idx="10"/>
          </p:nvPr>
        </p:nvSpPr>
        <p:spPr/>
        <p:txBody>
          <a:bodyPr/>
          <a:lstStyle/>
          <a:p>
            <a:fld id="{8EA25B6F-850C-4610-8989-32F515A570C4}" type="datetime1">
              <a:rPr lang="vi-VN" smtClean="0"/>
              <a:t>14/01/2024</a:t>
            </a:fld>
            <a:endParaRPr lang="vi-VN"/>
          </a:p>
        </p:txBody>
      </p:sp>
      <p:sp>
        <p:nvSpPr>
          <p:cNvPr id="7" name="Slide Number Placeholder 6"/>
          <p:cNvSpPr>
            <a:spLocks noGrp="1"/>
          </p:cNvSpPr>
          <p:nvPr>
            <p:ph type="sldNum" sz="quarter" idx="12"/>
          </p:nvPr>
        </p:nvSpPr>
        <p:spPr/>
        <p:txBody>
          <a:bodyPr/>
          <a:lstStyle/>
          <a:p>
            <a:fld id="{5AB95402-1E0D-474E-8D8C-CBE7F053639E}" type="slidenum">
              <a:rPr lang="vi-VN" smtClean="0"/>
              <a:pPr/>
              <a:t>17</a:t>
            </a:fld>
            <a:r>
              <a:rPr lang="vi-VN"/>
              <a:t>/27</a:t>
            </a:r>
          </a:p>
        </p:txBody>
      </p:sp>
    </p:spTree>
    <p:extLst>
      <p:ext uri="{BB962C8B-B14F-4D97-AF65-F5344CB8AC3E}">
        <p14:creationId xmlns:p14="http://schemas.microsoft.com/office/powerpoint/2010/main" val="3375610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up)">
                                      <p:cBhvr>
                                        <p:cTn id="11" dur="500"/>
                                        <p:tgtEl>
                                          <p:spTgt spid="3">
                                            <p:txEl>
                                              <p:pRg st="1" end="1"/>
                                            </p:txEl>
                                          </p:spTgt>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up)">
                                      <p:cBhvr>
                                        <p:cTn id="15" dur="500"/>
                                        <p:tgtEl>
                                          <p:spTgt spid="3">
                                            <p:txEl>
                                              <p:pRg st="2" end="2"/>
                                            </p:txEl>
                                          </p:spTgt>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up)">
                                      <p:cBhvr>
                                        <p:cTn id="19" dur="500"/>
                                        <p:tgtEl>
                                          <p:spTgt spid="3">
                                            <p:txEl>
                                              <p:pRg st="3" end="3"/>
                                            </p:txEl>
                                          </p:spTgt>
                                        </p:tgtEl>
                                      </p:cBhvr>
                                    </p:animEffect>
                                  </p:childTnLst>
                                </p:cTn>
                              </p:par>
                            </p:childTnLst>
                          </p:cTn>
                        </p:par>
                        <p:par>
                          <p:cTn id="20" fill="hold">
                            <p:stCondLst>
                              <p:cond delay="2000"/>
                            </p:stCondLst>
                            <p:childTnLst>
                              <p:par>
                                <p:cTn id="21" presetID="22" presetClass="entr" presetSubtype="1"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up)">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a:t>Giới thiệu ngôn ngữ lập trình C (tt)</a:t>
            </a:r>
          </a:p>
        </p:txBody>
      </p:sp>
      <p:sp>
        <p:nvSpPr>
          <p:cNvPr id="3" name="Content Placeholder 2"/>
          <p:cNvSpPr>
            <a:spLocks noGrp="1"/>
          </p:cNvSpPr>
          <p:nvPr>
            <p:ph idx="1"/>
          </p:nvPr>
        </p:nvSpPr>
        <p:spPr>
          <a:xfrm>
            <a:off x="762000" y="1143000"/>
            <a:ext cx="8130480" cy="5181600"/>
          </a:xfrm>
        </p:spPr>
        <p:txBody>
          <a:bodyPr/>
          <a:lstStyle/>
          <a:p>
            <a:pPr>
              <a:defRPr/>
            </a:pPr>
            <a:r>
              <a:rPr lang="vi-VN">
                <a:solidFill>
                  <a:schemeClr val="tx1">
                    <a:lumMod val="95000"/>
                    <a:lumOff val="5000"/>
                  </a:schemeClr>
                </a:solidFill>
              </a:rPr>
              <a:t>Ư</a:t>
            </a:r>
            <a:r>
              <a:rPr lang="en-US">
                <a:solidFill>
                  <a:schemeClr val="tx1">
                    <a:lumMod val="95000"/>
                    <a:lumOff val="5000"/>
                  </a:schemeClr>
                </a:solidFill>
              </a:rPr>
              <a:t>u </a:t>
            </a:r>
            <a:r>
              <a:rPr lang="vi-VN">
                <a:solidFill>
                  <a:schemeClr val="tx1">
                    <a:lumMod val="95000"/>
                    <a:lumOff val="5000"/>
                  </a:schemeClr>
                </a:solidFill>
              </a:rPr>
              <a:t>đ</a:t>
            </a:r>
            <a:r>
              <a:rPr lang="en-US">
                <a:solidFill>
                  <a:schemeClr val="tx1">
                    <a:lumMod val="95000"/>
                    <a:lumOff val="5000"/>
                  </a:schemeClr>
                </a:solidFill>
              </a:rPr>
              <a:t>iểm của C</a:t>
            </a:r>
          </a:p>
          <a:p>
            <a:pPr lvl="1">
              <a:defRPr/>
            </a:pPr>
            <a:r>
              <a:rPr lang="en-US">
                <a:solidFill>
                  <a:srgbClr val="FF0000"/>
                </a:solidFill>
              </a:rPr>
              <a:t>Rất mạnh và mềm dẻo</a:t>
            </a:r>
            <a:r>
              <a:rPr lang="en-US"/>
              <a:t>, có khả n</a:t>
            </a:r>
            <a:r>
              <a:rPr lang="vi-VN"/>
              <a:t>ă</a:t>
            </a:r>
            <a:r>
              <a:rPr lang="en-US"/>
              <a:t>ng thể hiện bất cứ ý t</a:t>
            </a:r>
            <a:r>
              <a:rPr lang="vi-VN"/>
              <a:t>ưở</a:t>
            </a:r>
            <a:r>
              <a:rPr lang="en-US"/>
              <a:t>ng nào, dùng viết hệ điều hành, các trình điều khiển, soạn thảo văn bản,…, chương trình dịch</a:t>
            </a:r>
          </a:p>
          <a:p>
            <a:pPr lvl="1">
              <a:defRPr/>
            </a:pPr>
            <a:r>
              <a:rPr lang="vi-VN">
                <a:solidFill>
                  <a:srgbClr val="FF0000"/>
                </a:solidFill>
              </a:rPr>
              <a:t>Đượ</a:t>
            </a:r>
            <a:r>
              <a:rPr lang="en-US">
                <a:solidFill>
                  <a:srgbClr val="FF0000"/>
                </a:solidFill>
              </a:rPr>
              <a:t>c sử dụng rộng rãi</a:t>
            </a:r>
            <a:r>
              <a:rPr lang="en-US"/>
              <a:t> bởi các nhà lập trình chuyên nghiệp. Chương trình viết bởi C rất hiệu quả (có thể đạt 80% tính năng của chương trình đó viết bằng mã máy)</a:t>
            </a:r>
          </a:p>
          <a:p>
            <a:pPr lvl="1">
              <a:defRPr/>
            </a:pPr>
            <a:r>
              <a:rPr lang="en-US">
                <a:solidFill>
                  <a:srgbClr val="FF0000"/>
                </a:solidFill>
              </a:rPr>
              <a:t>Có tính khả chuyển</a:t>
            </a:r>
            <a:r>
              <a:rPr lang="en-US"/>
              <a:t>, dễ thích nghi, ít thay </a:t>
            </a:r>
            <a:r>
              <a:rPr lang="vi-VN"/>
              <a:t>đổ</a:t>
            </a:r>
            <a:r>
              <a:rPr lang="en-US"/>
              <a:t>i trên các hệ thống máy tính khác nhau.</a:t>
            </a:r>
          </a:p>
          <a:p>
            <a:pPr lvl="1">
              <a:defRPr/>
            </a:pPr>
            <a:r>
              <a:rPr lang="en-US">
                <a:solidFill>
                  <a:srgbClr val="FF0000"/>
                </a:solidFill>
              </a:rPr>
              <a:t>C có ít từ khoá</a:t>
            </a:r>
            <a:r>
              <a:rPr lang="en-US"/>
              <a:t>.</a:t>
            </a:r>
          </a:p>
          <a:p>
            <a:pPr lvl="1">
              <a:defRPr/>
            </a:pPr>
            <a:r>
              <a:rPr lang="en-US">
                <a:solidFill>
                  <a:srgbClr val="FF0000"/>
                </a:solidFill>
              </a:rPr>
              <a:t>C có cấu trúc modul</a:t>
            </a:r>
            <a:r>
              <a:rPr lang="en-US"/>
              <a:t>, sử dụng chương trình con loại hàm, có thể sử dụng nhiều lần</a:t>
            </a:r>
          </a:p>
        </p:txBody>
      </p:sp>
      <p:sp>
        <p:nvSpPr>
          <p:cNvPr id="18436" name="Footer Placeholder 3"/>
          <p:cNvSpPr>
            <a:spLocks noGrp="1"/>
          </p:cNvSpPr>
          <p:nvPr>
            <p:ph type="ftr" sz="quarter" idx="11"/>
          </p:nvPr>
        </p:nvSpPr>
        <p:spPr>
          <a:noFill/>
        </p:spPr>
        <p:txBody>
          <a:bodyPr/>
          <a:lstStyle/>
          <a:p>
            <a:r>
              <a:rPr lang="vi-VN"/>
              <a:t>Chương 1-Các khái niệm cơ bản về lập trình</a:t>
            </a:r>
            <a:endParaRPr lang="en-US"/>
          </a:p>
        </p:txBody>
      </p:sp>
      <p:sp>
        <p:nvSpPr>
          <p:cNvPr id="2" name="Date Placeholder 1"/>
          <p:cNvSpPr>
            <a:spLocks noGrp="1"/>
          </p:cNvSpPr>
          <p:nvPr>
            <p:ph type="dt" sz="half" idx="10"/>
          </p:nvPr>
        </p:nvSpPr>
        <p:spPr/>
        <p:txBody>
          <a:bodyPr/>
          <a:lstStyle/>
          <a:p>
            <a:fld id="{600EC8CF-8841-4B26-9B92-D57C4D9EAF6F}" type="datetime1">
              <a:rPr lang="vi-VN" smtClean="0"/>
              <a:t>14/01/2024</a:t>
            </a:fld>
            <a:endParaRPr lang="vi-VN"/>
          </a:p>
        </p:txBody>
      </p:sp>
      <p:sp>
        <p:nvSpPr>
          <p:cNvPr id="7" name="Slide Number Placeholder 6"/>
          <p:cNvSpPr>
            <a:spLocks noGrp="1"/>
          </p:cNvSpPr>
          <p:nvPr>
            <p:ph type="sldNum" sz="quarter" idx="12"/>
          </p:nvPr>
        </p:nvSpPr>
        <p:spPr/>
        <p:txBody>
          <a:bodyPr/>
          <a:lstStyle/>
          <a:p>
            <a:fld id="{5AB95402-1E0D-474E-8D8C-CBE7F053639E}" type="slidenum">
              <a:rPr lang="vi-VN" smtClean="0"/>
              <a:pPr/>
              <a:t>18</a:t>
            </a:fld>
            <a:r>
              <a:rPr lang="vi-VN"/>
              <a:t>/27</a:t>
            </a:r>
          </a:p>
        </p:txBody>
      </p:sp>
    </p:spTree>
    <p:extLst>
      <p:ext uri="{BB962C8B-B14F-4D97-AF65-F5344CB8AC3E}">
        <p14:creationId xmlns:p14="http://schemas.microsoft.com/office/powerpoint/2010/main" val="2973741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left)">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Giới thiệu ngôn ngữ lập trình C (tt)</a:t>
            </a:r>
            <a:endParaRPr lang="vi-VN"/>
          </a:p>
        </p:txBody>
      </p:sp>
      <p:sp>
        <p:nvSpPr>
          <p:cNvPr id="3" name="Content Placeholder 2"/>
          <p:cNvSpPr>
            <a:spLocks noGrp="1"/>
          </p:cNvSpPr>
          <p:nvPr>
            <p:ph idx="1"/>
          </p:nvPr>
        </p:nvSpPr>
        <p:spPr/>
        <p:txBody>
          <a:bodyPr/>
          <a:lstStyle/>
          <a:p>
            <a:r>
              <a:rPr lang="vi-VN">
                <a:solidFill>
                  <a:schemeClr val="tx1">
                    <a:lumMod val="95000"/>
                    <a:lumOff val="5000"/>
                  </a:schemeClr>
                </a:solidFill>
              </a:rPr>
              <a:t>Như</a:t>
            </a:r>
            <a:r>
              <a:rPr lang="en-US">
                <a:solidFill>
                  <a:schemeClr val="tx1">
                    <a:lumMod val="95000"/>
                    <a:lumOff val="5000"/>
                  </a:schemeClr>
                </a:solidFill>
              </a:rPr>
              <a:t>ợc </a:t>
            </a:r>
            <a:r>
              <a:rPr lang="vi-VN">
                <a:solidFill>
                  <a:schemeClr val="tx1">
                    <a:lumMod val="95000"/>
                    <a:lumOff val="5000"/>
                  </a:schemeClr>
                </a:solidFill>
              </a:rPr>
              <a:t>đ</a:t>
            </a:r>
            <a:r>
              <a:rPr lang="en-US">
                <a:solidFill>
                  <a:schemeClr val="tx1">
                    <a:lumMod val="95000"/>
                    <a:lumOff val="5000"/>
                  </a:schemeClr>
                </a:solidFill>
              </a:rPr>
              <a:t>iểm của C</a:t>
            </a:r>
          </a:p>
          <a:p>
            <a:pPr lvl="1"/>
            <a:r>
              <a:rPr lang="en-US"/>
              <a:t>Cú pháp lạ và khó học</a:t>
            </a:r>
          </a:p>
          <a:p>
            <a:pPr lvl="1"/>
            <a:r>
              <a:rPr lang="en-US"/>
              <a:t>Một số kí hiệu của C có nhiều nghĩa khác nhau (ví dụ kí hiệu * là toán tử nhân, toán tử không định hướng, thay thế…)</a:t>
            </a:r>
          </a:p>
          <a:p>
            <a:pPr lvl="1"/>
            <a:r>
              <a:rPr lang="en-US"/>
              <a:t>C quá mềm dẻo (truy nhập tự do vào dữ liệu, trộn lẫn toán tử…)</a:t>
            </a:r>
          </a:p>
          <a:p>
            <a:r>
              <a:rPr lang="en-US"/>
              <a:t>C là ngôn ngữ bậc trung (medium-level language)</a:t>
            </a:r>
          </a:p>
          <a:p>
            <a:pPr lvl="1"/>
            <a:r>
              <a:rPr lang="en-US"/>
              <a:t>C kết hợp được các tính năng ngôn ngữ bậc cao với ngôn ngữ bậc thấp</a:t>
            </a:r>
          </a:p>
          <a:p>
            <a:pPr lvl="1"/>
            <a:r>
              <a:rPr lang="en-US"/>
              <a:t>C mạnh về xử lí bit, địa chỉ ô nhớ</a:t>
            </a:r>
          </a:p>
        </p:txBody>
      </p:sp>
      <p:sp>
        <p:nvSpPr>
          <p:cNvPr id="4" name="Date Placeholder 3"/>
          <p:cNvSpPr>
            <a:spLocks noGrp="1"/>
          </p:cNvSpPr>
          <p:nvPr>
            <p:ph type="dt" sz="half" idx="10"/>
          </p:nvPr>
        </p:nvSpPr>
        <p:spPr/>
        <p:txBody>
          <a:bodyPr/>
          <a:lstStyle/>
          <a:p>
            <a:fld id="{0B41F7CA-905A-4C7A-A5E2-99C06F758009}" type="datetime1">
              <a:rPr lang="vi-VN" smtClean="0"/>
              <a:t>14/01/2024</a:t>
            </a:fld>
            <a:endParaRPr lang="vi-VN"/>
          </a:p>
        </p:txBody>
      </p:sp>
      <p:sp>
        <p:nvSpPr>
          <p:cNvPr id="5" name="Footer Placeholder 4"/>
          <p:cNvSpPr>
            <a:spLocks noGrp="1"/>
          </p:cNvSpPr>
          <p:nvPr>
            <p:ph type="ftr" sz="quarter" idx="11"/>
          </p:nvPr>
        </p:nvSpPr>
        <p:spPr/>
        <p:txBody>
          <a:bodyPr/>
          <a:lstStyle/>
          <a:p>
            <a:r>
              <a:rPr lang="vi-VN"/>
              <a:t>Chương 1-Các khái niệm cơ bản về lập trình</a:t>
            </a:r>
          </a:p>
        </p:txBody>
      </p:sp>
      <p:sp>
        <p:nvSpPr>
          <p:cNvPr id="9" name="Slide Number Placeholder 8"/>
          <p:cNvSpPr>
            <a:spLocks noGrp="1"/>
          </p:cNvSpPr>
          <p:nvPr>
            <p:ph type="sldNum" sz="quarter" idx="12"/>
          </p:nvPr>
        </p:nvSpPr>
        <p:spPr/>
        <p:txBody>
          <a:bodyPr/>
          <a:lstStyle/>
          <a:p>
            <a:fld id="{5AB95402-1E0D-474E-8D8C-CBE7F053639E}" type="slidenum">
              <a:rPr lang="vi-VN" smtClean="0"/>
              <a:pPr/>
              <a:t>19</a:t>
            </a:fld>
            <a:r>
              <a:rPr lang="vi-VN"/>
              <a:t>/27</a:t>
            </a:r>
          </a:p>
        </p:txBody>
      </p:sp>
    </p:spTree>
    <p:extLst>
      <p:ext uri="{BB962C8B-B14F-4D97-AF65-F5344CB8AC3E}">
        <p14:creationId xmlns:p14="http://schemas.microsoft.com/office/powerpoint/2010/main" val="2883009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left)">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left)">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a:t>Môi trường lập trình</a:t>
            </a:r>
          </a:p>
        </p:txBody>
      </p:sp>
      <p:sp>
        <p:nvSpPr>
          <p:cNvPr id="3" name="Content Placeholder 2"/>
          <p:cNvSpPr>
            <a:spLocks noGrp="1"/>
          </p:cNvSpPr>
          <p:nvPr>
            <p:ph idx="1"/>
          </p:nvPr>
        </p:nvSpPr>
        <p:spPr>
          <a:xfrm>
            <a:off x="823664" y="1143000"/>
            <a:ext cx="7924800" cy="5181600"/>
          </a:xfrm>
        </p:spPr>
        <p:txBody>
          <a:bodyPr/>
          <a:lstStyle/>
          <a:p>
            <a:pPr>
              <a:defRPr/>
            </a:pPr>
            <a:r>
              <a:rPr lang="en-US"/>
              <a:t>Turbo C++ 3 for DOS.</a:t>
            </a:r>
          </a:p>
          <a:p>
            <a:pPr lvl="1">
              <a:defRPr/>
            </a:pPr>
            <a:r>
              <a:rPr lang="en-US"/>
              <a:t>Thực thi file TC\BIN\TC.EXE</a:t>
            </a:r>
          </a:p>
          <a:p>
            <a:pPr lvl="1">
              <a:defRPr/>
            </a:pPr>
            <a:endParaRPr lang="en-US"/>
          </a:p>
        </p:txBody>
      </p:sp>
      <p:sp>
        <p:nvSpPr>
          <p:cNvPr id="20484" name="Footer Placeholder 3"/>
          <p:cNvSpPr>
            <a:spLocks noGrp="1"/>
          </p:cNvSpPr>
          <p:nvPr>
            <p:ph type="ftr" sz="quarter" idx="11"/>
          </p:nvPr>
        </p:nvSpPr>
        <p:spPr>
          <a:noFill/>
        </p:spPr>
        <p:txBody>
          <a:bodyPr/>
          <a:lstStyle/>
          <a:p>
            <a:r>
              <a:rPr lang="vi-VN"/>
              <a:t>Chương 1-Các khái niệm cơ bản về lập trình</a:t>
            </a:r>
            <a:endParaRPr lang="en-US"/>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648" y="2780928"/>
            <a:ext cx="6286500" cy="3257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Date Placeholder 1"/>
          <p:cNvSpPr>
            <a:spLocks noGrp="1"/>
          </p:cNvSpPr>
          <p:nvPr>
            <p:ph type="dt" sz="half" idx="10"/>
          </p:nvPr>
        </p:nvSpPr>
        <p:spPr/>
        <p:txBody>
          <a:bodyPr/>
          <a:lstStyle/>
          <a:p>
            <a:fld id="{B12FFE86-C944-4687-A955-CA558698710D}" type="datetime1">
              <a:rPr lang="vi-VN" smtClean="0"/>
              <a:t>14/01/2024</a:t>
            </a:fld>
            <a:endParaRPr lang="vi-VN"/>
          </a:p>
        </p:txBody>
      </p:sp>
      <p:sp>
        <p:nvSpPr>
          <p:cNvPr id="7" name="Slide Number Placeholder 6"/>
          <p:cNvSpPr>
            <a:spLocks noGrp="1"/>
          </p:cNvSpPr>
          <p:nvPr>
            <p:ph type="sldNum" sz="quarter" idx="12"/>
          </p:nvPr>
        </p:nvSpPr>
        <p:spPr/>
        <p:txBody>
          <a:bodyPr/>
          <a:lstStyle/>
          <a:p>
            <a:fld id="{5AB95402-1E0D-474E-8D8C-CBE7F053639E}" type="slidenum">
              <a:rPr lang="vi-VN" smtClean="0"/>
              <a:pPr/>
              <a:t>20</a:t>
            </a:fld>
            <a:r>
              <a:rPr lang="vi-VN"/>
              <a:t>/27</a:t>
            </a:r>
          </a:p>
        </p:txBody>
      </p:sp>
    </p:spTree>
    <p:extLst>
      <p:ext uri="{BB962C8B-B14F-4D97-AF65-F5344CB8AC3E}">
        <p14:creationId xmlns:p14="http://schemas.microsoft.com/office/powerpoint/2010/main" val="3723642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circle(in)">
                                      <p:cBhvr>
                                        <p:cTn id="7" dur="5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Môi trường lập trình</a:t>
            </a:r>
            <a:endParaRPr lang="vi-VN"/>
          </a:p>
        </p:txBody>
      </p:sp>
      <p:sp>
        <p:nvSpPr>
          <p:cNvPr id="3" name="Content Placeholder 2"/>
          <p:cNvSpPr>
            <a:spLocks noGrp="1"/>
          </p:cNvSpPr>
          <p:nvPr>
            <p:ph idx="1"/>
          </p:nvPr>
        </p:nvSpPr>
        <p:spPr/>
        <p:txBody>
          <a:bodyPr/>
          <a:lstStyle/>
          <a:p>
            <a:r>
              <a:rPr lang="en-US"/>
              <a:t>Dev-C</a:t>
            </a:r>
          </a:p>
          <a:p>
            <a:pPr lvl="1"/>
            <a:r>
              <a:rPr lang="vi-VN" b="1" i="1"/>
              <a:t>Dev-C++ 5.0</a:t>
            </a:r>
            <a:r>
              <a:rPr lang="vi-VN"/>
              <a:t> </a:t>
            </a:r>
            <a:r>
              <a:rPr lang="vi-VN" sz="2000"/>
              <a:t>(http://www.bloodshed.net/dev/devcpp.html)</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1680" y="2276872"/>
            <a:ext cx="5832648" cy="4014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Date Placeholder 3"/>
          <p:cNvSpPr>
            <a:spLocks noGrp="1"/>
          </p:cNvSpPr>
          <p:nvPr>
            <p:ph type="dt" sz="half" idx="10"/>
          </p:nvPr>
        </p:nvSpPr>
        <p:spPr/>
        <p:txBody>
          <a:bodyPr/>
          <a:lstStyle/>
          <a:p>
            <a:fld id="{2336005B-B0AC-4B53-8C78-D03A7EFE1008}" type="datetime1">
              <a:rPr lang="vi-VN" smtClean="0"/>
              <a:t>14/01/2024</a:t>
            </a:fld>
            <a:endParaRPr lang="vi-VN"/>
          </a:p>
        </p:txBody>
      </p:sp>
      <p:sp>
        <p:nvSpPr>
          <p:cNvPr id="5" name="Footer Placeholder 4"/>
          <p:cNvSpPr>
            <a:spLocks noGrp="1"/>
          </p:cNvSpPr>
          <p:nvPr>
            <p:ph type="ftr" sz="quarter" idx="11"/>
          </p:nvPr>
        </p:nvSpPr>
        <p:spPr/>
        <p:txBody>
          <a:bodyPr/>
          <a:lstStyle/>
          <a:p>
            <a:r>
              <a:rPr lang="vi-VN"/>
              <a:t>Chương 1-Các khái niệm cơ bản về lập trình</a:t>
            </a:r>
          </a:p>
        </p:txBody>
      </p:sp>
      <p:sp>
        <p:nvSpPr>
          <p:cNvPr id="9" name="Slide Number Placeholder 8"/>
          <p:cNvSpPr>
            <a:spLocks noGrp="1"/>
          </p:cNvSpPr>
          <p:nvPr>
            <p:ph type="sldNum" sz="quarter" idx="12"/>
          </p:nvPr>
        </p:nvSpPr>
        <p:spPr/>
        <p:txBody>
          <a:bodyPr/>
          <a:lstStyle/>
          <a:p>
            <a:fld id="{5AB95402-1E0D-474E-8D8C-CBE7F053639E}" type="slidenum">
              <a:rPr lang="vi-VN" smtClean="0"/>
              <a:pPr/>
              <a:t>21</a:t>
            </a:fld>
            <a:r>
              <a:rPr lang="vi-VN"/>
              <a:t>/27</a:t>
            </a:r>
          </a:p>
        </p:txBody>
      </p:sp>
    </p:spTree>
    <p:extLst>
      <p:ext uri="{BB962C8B-B14F-4D97-AF65-F5344CB8AC3E}">
        <p14:creationId xmlns:p14="http://schemas.microsoft.com/office/powerpoint/2010/main" val="2577273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Effect transition="in" filter="circle(in)">
                                      <p:cBhvr>
                                        <p:cTn id="7" dur="500"/>
                                        <p:tgtEl>
                                          <p:spTgt spid="30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Môi trường lập trình</a:t>
            </a:r>
            <a:endParaRPr lang="vi-VN"/>
          </a:p>
        </p:txBody>
      </p:sp>
      <p:sp>
        <p:nvSpPr>
          <p:cNvPr id="3" name="Content Placeholder 2"/>
          <p:cNvSpPr>
            <a:spLocks noGrp="1"/>
          </p:cNvSpPr>
          <p:nvPr>
            <p:ph idx="1"/>
          </p:nvPr>
        </p:nvSpPr>
        <p:spPr/>
        <p:txBody>
          <a:bodyPr/>
          <a:lstStyle/>
          <a:p>
            <a:r>
              <a:rPr lang="en-US"/>
              <a:t>Visual Studio</a:t>
            </a:r>
          </a:p>
          <a:p>
            <a:pPr lvl="1"/>
            <a:r>
              <a:rPr lang="en-US"/>
              <a:t>VS 6.0, VS2003, VS2005, VS2008, VS2010…</a:t>
            </a:r>
            <a:endParaRPr lang="vi-VN"/>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9632" y="2204864"/>
            <a:ext cx="6588224" cy="40828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Date Placeholder 3"/>
          <p:cNvSpPr>
            <a:spLocks noGrp="1"/>
          </p:cNvSpPr>
          <p:nvPr>
            <p:ph type="dt" sz="half" idx="10"/>
          </p:nvPr>
        </p:nvSpPr>
        <p:spPr/>
        <p:txBody>
          <a:bodyPr/>
          <a:lstStyle/>
          <a:p>
            <a:fld id="{0D57B24B-0EDC-4231-9629-ACCBA7671833}" type="datetime1">
              <a:rPr lang="vi-VN" smtClean="0"/>
              <a:t>14/01/2024</a:t>
            </a:fld>
            <a:endParaRPr lang="vi-VN"/>
          </a:p>
        </p:txBody>
      </p:sp>
      <p:sp>
        <p:nvSpPr>
          <p:cNvPr id="5" name="Footer Placeholder 4"/>
          <p:cNvSpPr>
            <a:spLocks noGrp="1"/>
          </p:cNvSpPr>
          <p:nvPr>
            <p:ph type="ftr" sz="quarter" idx="11"/>
          </p:nvPr>
        </p:nvSpPr>
        <p:spPr/>
        <p:txBody>
          <a:bodyPr/>
          <a:lstStyle/>
          <a:p>
            <a:r>
              <a:rPr lang="vi-VN"/>
              <a:t>Chương 1-Các khái niệm cơ bản về lập trình</a:t>
            </a:r>
          </a:p>
        </p:txBody>
      </p:sp>
      <p:sp>
        <p:nvSpPr>
          <p:cNvPr id="9" name="Slide Number Placeholder 8"/>
          <p:cNvSpPr>
            <a:spLocks noGrp="1"/>
          </p:cNvSpPr>
          <p:nvPr>
            <p:ph type="sldNum" sz="quarter" idx="12"/>
          </p:nvPr>
        </p:nvSpPr>
        <p:spPr/>
        <p:txBody>
          <a:bodyPr/>
          <a:lstStyle/>
          <a:p>
            <a:fld id="{5AB95402-1E0D-474E-8D8C-CBE7F053639E}" type="slidenum">
              <a:rPr lang="vi-VN" smtClean="0"/>
              <a:pPr/>
              <a:t>22</a:t>
            </a:fld>
            <a:r>
              <a:rPr lang="vi-VN"/>
              <a:t>/27</a:t>
            </a:r>
          </a:p>
        </p:txBody>
      </p:sp>
    </p:spTree>
    <p:extLst>
      <p:ext uri="{BB962C8B-B14F-4D97-AF65-F5344CB8AC3E}">
        <p14:creationId xmlns:p14="http://schemas.microsoft.com/office/powerpoint/2010/main" val="3071706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circle(in)">
                                      <p:cBhvr>
                                        <p:cTn id="7" dur="500"/>
                                        <p:tgtEl>
                                          <p:spTgt spid="40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r>
              <a:rPr lang="en-US"/>
              <a:t>Bài tập lý thuyết</a:t>
            </a:r>
          </a:p>
        </p:txBody>
      </p:sp>
      <p:sp>
        <p:nvSpPr>
          <p:cNvPr id="26627" name="Content Placeholder 4"/>
          <p:cNvSpPr>
            <a:spLocks noGrp="1"/>
          </p:cNvSpPr>
          <p:nvPr>
            <p:ph idx="1"/>
          </p:nvPr>
        </p:nvSpPr>
        <p:spPr/>
        <p:txBody>
          <a:bodyPr/>
          <a:lstStyle/>
          <a:p>
            <a:pPr marL="514350" indent="-514350">
              <a:buFont typeface="Verdana" pitchFamily="34" charset="0"/>
              <a:buAutoNum type="arabicPeriod"/>
            </a:pPr>
            <a:r>
              <a:rPr lang="en-US">
                <a:latin typeface="Arial" charset="0"/>
                <a:cs typeface="Arial" charset="0"/>
              </a:rPr>
              <a:t>Thuật toán là gì? Trình bày các tính chất quan trọng của một thuật toán?</a:t>
            </a:r>
          </a:p>
          <a:p>
            <a:pPr marL="514350" indent="-514350">
              <a:buFont typeface="Verdana" pitchFamily="34" charset="0"/>
              <a:buAutoNum type="arabicPeriod"/>
            </a:pPr>
            <a:r>
              <a:rPr lang="en-US">
                <a:latin typeface="Arial" charset="0"/>
                <a:cs typeface="Arial" charset="0"/>
              </a:rPr>
              <a:t>Các b</a:t>
            </a:r>
            <a:r>
              <a:rPr lang="vi-VN">
                <a:latin typeface="Arial" charset="0"/>
                <a:cs typeface="Arial" charset="0"/>
              </a:rPr>
              <a:t>ướ</a:t>
            </a:r>
            <a:r>
              <a:rPr lang="en-US">
                <a:latin typeface="Arial" charset="0"/>
                <a:cs typeface="Arial" charset="0"/>
              </a:rPr>
              <a:t>c xây dựng ch</a:t>
            </a:r>
            <a:r>
              <a:rPr lang="vi-VN">
                <a:latin typeface="Arial" charset="0"/>
                <a:cs typeface="Arial" charset="0"/>
              </a:rPr>
              <a:t>ươ</a:t>
            </a:r>
            <a:r>
              <a:rPr lang="en-US">
                <a:latin typeface="Arial" charset="0"/>
                <a:cs typeface="Arial" charset="0"/>
              </a:rPr>
              <a:t>ng trình?</a:t>
            </a:r>
          </a:p>
          <a:p>
            <a:pPr marL="514350" indent="-514350">
              <a:buFont typeface="Verdana" pitchFamily="34" charset="0"/>
              <a:buAutoNum type="arabicPeriod"/>
            </a:pPr>
            <a:r>
              <a:rPr lang="en-US">
                <a:latin typeface="Arial" charset="0"/>
                <a:cs typeface="Arial" charset="0"/>
              </a:rPr>
              <a:t>Các cách biểu diễn thuật toán? </a:t>
            </a:r>
            <a:r>
              <a:rPr lang="vi-VN">
                <a:latin typeface="Arial" charset="0"/>
                <a:cs typeface="Arial" charset="0"/>
              </a:rPr>
              <a:t>Ư</a:t>
            </a:r>
            <a:r>
              <a:rPr lang="en-US">
                <a:latin typeface="Arial" charset="0"/>
                <a:cs typeface="Arial" charset="0"/>
              </a:rPr>
              <a:t>u và khuyết </a:t>
            </a:r>
            <a:r>
              <a:rPr lang="vi-VN">
                <a:latin typeface="Arial" charset="0"/>
                <a:cs typeface="Arial" charset="0"/>
              </a:rPr>
              <a:t>đ</a:t>
            </a:r>
            <a:r>
              <a:rPr lang="en-US">
                <a:latin typeface="Arial" charset="0"/>
                <a:cs typeface="Arial" charset="0"/>
              </a:rPr>
              <a:t>iểm của từng ph</a:t>
            </a:r>
            <a:r>
              <a:rPr lang="vi-VN">
                <a:latin typeface="Arial" charset="0"/>
                <a:cs typeface="Arial" charset="0"/>
              </a:rPr>
              <a:t>ươ</a:t>
            </a:r>
            <a:r>
              <a:rPr lang="en-US">
                <a:latin typeface="Arial" charset="0"/>
                <a:cs typeface="Arial" charset="0"/>
              </a:rPr>
              <a:t>ng pháp?</a:t>
            </a:r>
          </a:p>
          <a:p>
            <a:pPr marL="514350" indent="-514350">
              <a:buFont typeface="Wingdings" pitchFamily="2" charset="2"/>
              <a:buNone/>
            </a:pPr>
            <a:r>
              <a:rPr lang="en-US">
                <a:latin typeface="Arial" charset="0"/>
                <a:cs typeface="Arial" charset="0"/>
              </a:rPr>
              <a:t>	Cho ví dụ minh họa.</a:t>
            </a:r>
          </a:p>
        </p:txBody>
      </p:sp>
      <p:sp>
        <p:nvSpPr>
          <p:cNvPr id="26628" name="Footer Placeholder 2"/>
          <p:cNvSpPr>
            <a:spLocks noGrp="1"/>
          </p:cNvSpPr>
          <p:nvPr>
            <p:ph type="ftr" sz="quarter" idx="11"/>
          </p:nvPr>
        </p:nvSpPr>
        <p:spPr>
          <a:noFill/>
        </p:spPr>
        <p:txBody>
          <a:bodyPr/>
          <a:lstStyle/>
          <a:p>
            <a:r>
              <a:rPr lang="vi-VN"/>
              <a:t>Chương 1-Các khái niệm cơ bản về lập trình</a:t>
            </a:r>
            <a:endParaRPr lang="en-US"/>
          </a:p>
        </p:txBody>
      </p:sp>
      <p:pic>
        <p:nvPicPr>
          <p:cNvPr id="26629" name="Picture 4" descr="question_pop_up_from_box_hg_clr"/>
          <p:cNvPicPr>
            <a:picLocks noChangeAspect="1" noChangeArrowheads="1" noCrop="1"/>
          </p:cNvPicPr>
          <p:nvPr/>
        </p:nvPicPr>
        <p:blipFill>
          <a:blip r:embed="rId3"/>
          <a:srcRect/>
          <a:stretch>
            <a:fillRect/>
          </a:stretch>
        </p:blipFill>
        <p:spPr bwMode="auto">
          <a:xfrm>
            <a:off x="7478713" y="3962400"/>
            <a:ext cx="1665287" cy="2286000"/>
          </a:xfrm>
          <a:prstGeom prst="rect">
            <a:avLst/>
          </a:prstGeom>
          <a:noFill/>
          <a:ln w="9525">
            <a:noFill/>
            <a:miter lim="800000"/>
            <a:headEnd/>
            <a:tailEnd/>
          </a:ln>
        </p:spPr>
      </p:pic>
      <p:sp>
        <p:nvSpPr>
          <p:cNvPr id="2" name="Date Placeholder 1"/>
          <p:cNvSpPr>
            <a:spLocks noGrp="1"/>
          </p:cNvSpPr>
          <p:nvPr>
            <p:ph type="dt" sz="half" idx="10"/>
          </p:nvPr>
        </p:nvSpPr>
        <p:spPr/>
        <p:txBody>
          <a:bodyPr/>
          <a:lstStyle/>
          <a:p>
            <a:fld id="{D161D762-A530-4F11-84F0-A94EF300D735}" type="datetime1">
              <a:rPr lang="vi-VN" smtClean="0"/>
              <a:t>14/01/2024</a:t>
            </a:fld>
            <a:endParaRPr lang="vi-VN"/>
          </a:p>
        </p:txBody>
      </p:sp>
      <p:sp>
        <p:nvSpPr>
          <p:cNvPr id="6" name="Slide Number Placeholder 5"/>
          <p:cNvSpPr>
            <a:spLocks noGrp="1"/>
          </p:cNvSpPr>
          <p:nvPr>
            <p:ph type="sldNum" sz="quarter" idx="12"/>
          </p:nvPr>
        </p:nvSpPr>
        <p:spPr/>
        <p:txBody>
          <a:bodyPr/>
          <a:lstStyle/>
          <a:p>
            <a:fld id="{5AB95402-1E0D-474E-8D8C-CBE7F053639E}" type="slidenum">
              <a:rPr lang="vi-VN" smtClean="0"/>
              <a:pPr/>
              <a:t>23</a:t>
            </a:fld>
            <a:r>
              <a:rPr lang="vi-VN"/>
              <a:t>/27</a:t>
            </a:r>
          </a:p>
        </p:txBody>
      </p:sp>
    </p:spTree>
    <p:extLst>
      <p:ext uri="{BB962C8B-B14F-4D97-AF65-F5344CB8AC3E}">
        <p14:creationId xmlns:p14="http://schemas.microsoft.com/office/powerpoint/2010/main" val="31437477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r>
              <a:rPr lang="en-US"/>
              <a:t>Bài tập thực hành</a:t>
            </a:r>
          </a:p>
        </p:txBody>
      </p:sp>
      <p:sp>
        <p:nvSpPr>
          <p:cNvPr id="27651" name="Content Placeholder 4"/>
          <p:cNvSpPr>
            <a:spLocks noGrp="1"/>
          </p:cNvSpPr>
          <p:nvPr>
            <p:ph idx="1"/>
          </p:nvPr>
        </p:nvSpPr>
        <p:spPr/>
        <p:txBody>
          <a:bodyPr/>
          <a:lstStyle/>
          <a:p>
            <a:pPr marL="514350" indent="-514350">
              <a:buFont typeface="Verdana" pitchFamily="34" charset="0"/>
              <a:buAutoNum type="arabicPeriod" startAt="4"/>
            </a:pPr>
            <a:r>
              <a:rPr lang="en-US">
                <a:latin typeface="Arial" charset="0"/>
                <a:cs typeface="Arial" charset="0"/>
              </a:rPr>
              <a:t>Nhập n</a:t>
            </a:r>
            <a:r>
              <a:rPr lang="vi-VN">
                <a:latin typeface="Arial" charset="0"/>
                <a:cs typeface="Arial" charset="0"/>
              </a:rPr>
              <a:t>ă</a:t>
            </a:r>
            <a:r>
              <a:rPr lang="en-US">
                <a:latin typeface="Arial" charset="0"/>
                <a:cs typeface="Arial" charset="0"/>
              </a:rPr>
              <a:t>m sinh của một ng</a:t>
            </a:r>
            <a:r>
              <a:rPr lang="vi-VN">
                <a:latin typeface="Arial" charset="0"/>
                <a:cs typeface="Arial" charset="0"/>
              </a:rPr>
              <a:t>ườ</a:t>
            </a:r>
            <a:r>
              <a:rPr lang="en-US">
                <a:latin typeface="Arial" charset="0"/>
                <a:cs typeface="Arial" charset="0"/>
              </a:rPr>
              <a:t>i. Tính tuổi ng</a:t>
            </a:r>
            <a:r>
              <a:rPr lang="vi-VN">
                <a:latin typeface="Arial" charset="0"/>
                <a:cs typeface="Arial" charset="0"/>
              </a:rPr>
              <a:t>ườ</a:t>
            </a:r>
            <a:r>
              <a:rPr lang="en-US">
                <a:latin typeface="Arial" charset="0"/>
                <a:cs typeface="Arial" charset="0"/>
              </a:rPr>
              <a:t>i </a:t>
            </a:r>
            <a:r>
              <a:rPr lang="vi-VN">
                <a:latin typeface="Arial" charset="0"/>
                <a:cs typeface="Arial" charset="0"/>
              </a:rPr>
              <a:t>đó</a:t>
            </a:r>
            <a:r>
              <a:rPr lang="en-US">
                <a:latin typeface="Arial" charset="0"/>
                <a:cs typeface="Arial" charset="0"/>
              </a:rPr>
              <a:t>.</a:t>
            </a:r>
          </a:p>
          <a:p>
            <a:pPr marL="514350" indent="-514350">
              <a:buFont typeface="Verdana" pitchFamily="34" charset="0"/>
              <a:buAutoNum type="arabicPeriod" startAt="4"/>
            </a:pPr>
            <a:r>
              <a:rPr lang="en-US">
                <a:latin typeface="Arial" charset="0"/>
                <a:cs typeface="Arial" charset="0"/>
              </a:rPr>
              <a:t>Nhập 2 số a và b. Tính tổng, hiệu, tính và th</a:t>
            </a:r>
            <a:r>
              <a:rPr lang="vi-VN">
                <a:latin typeface="Arial" charset="0"/>
                <a:cs typeface="Arial" charset="0"/>
              </a:rPr>
              <a:t>ươ</a:t>
            </a:r>
            <a:r>
              <a:rPr lang="en-US">
                <a:latin typeface="Arial" charset="0"/>
                <a:cs typeface="Arial" charset="0"/>
              </a:rPr>
              <a:t>ng của hai số </a:t>
            </a:r>
            <a:r>
              <a:rPr lang="vi-VN">
                <a:latin typeface="Arial" charset="0"/>
                <a:cs typeface="Arial" charset="0"/>
              </a:rPr>
              <a:t>đó</a:t>
            </a:r>
            <a:r>
              <a:rPr lang="en-US">
                <a:latin typeface="Arial" charset="0"/>
                <a:cs typeface="Arial" charset="0"/>
              </a:rPr>
              <a:t>.</a:t>
            </a:r>
          </a:p>
          <a:p>
            <a:pPr marL="514350" indent="-514350">
              <a:buFont typeface="Verdana" pitchFamily="34" charset="0"/>
              <a:buAutoNum type="arabicPeriod" startAt="4"/>
            </a:pPr>
            <a:r>
              <a:rPr lang="en-US">
                <a:latin typeface="Arial" charset="0"/>
                <a:cs typeface="Arial" charset="0"/>
              </a:rPr>
              <a:t>Nhập số l</a:t>
            </a:r>
            <a:r>
              <a:rPr lang="vi-VN">
                <a:latin typeface="Arial" charset="0"/>
                <a:cs typeface="Arial" charset="0"/>
              </a:rPr>
              <a:t>ượ</a:t>
            </a:r>
            <a:r>
              <a:rPr lang="en-US">
                <a:latin typeface="Arial" charset="0"/>
                <a:cs typeface="Arial" charset="0"/>
              </a:rPr>
              <a:t>ng và </a:t>
            </a:r>
            <a:r>
              <a:rPr lang="vi-VN">
                <a:latin typeface="Arial" charset="0"/>
                <a:cs typeface="Arial" charset="0"/>
              </a:rPr>
              <a:t>đơ</a:t>
            </a:r>
            <a:r>
              <a:rPr lang="en-US">
                <a:latin typeface="Arial" charset="0"/>
                <a:cs typeface="Arial" charset="0"/>
              </a:rPr>
              <a:t>n giá. Tính tiền và thuế giá trị gia t</a:t>
            </a:r>
            <a:r>
              <a:rPr lang="vi-VN">
                <a:latin typeface="Arial" charset="0"/>
                <a:cs typeface="Arial" charset="0"/>
              </a:rPr>
              <a:t>ă</a:t>
            </a:r>
            <a:r>
              <a:rPr lang="en-US">
                <a:latin typeface="Arial" charset="0"/>
                <a:cs typeface="Arial" charset="0"/>
              </a:rPr>
              <a:t>ng phải trả, biết:</a:t>
            </a:r>
          </a:p>
          <a:p>
            <a:pPr marL="914400" lvl="1" indent="-514350">
              <a:buFont typeface="Verdana" pitchFamily="34" charset="0"/>
              <a:buAutoNum type="alphaLcPeriod"/>
            </a:pPr>
            <a:r>
              <a:rPr lang="en-US">
                <a:latin typeface="Arial" charset="0"/>
                <a:cs typeface="Arial" charset="0"/>
              </a:rPr>
              <a:t>tiền = số l</a:t>
            </a:r>
            <a:r>
              <a:rPr lang="vi-VN">
                <a:latin typeface="Arial" charset="0"/>
                <a:cs typeface="Arial" charset="0"/>
              </a:rPr>
              <a:t>ượ</a:t>
            </a:r>
            <a:r>
              <a:rPr lang="en-US">
                <a:latin typeface="Arial" charset="0"/>
                <a:cs typeface="Arial" charset="0"/>
              </a:rPr>
              <a:t>ng * </a:t>
            </a:r>
            <a:r>
              <a:rPr lang="vi-VN">
                <a:latin typeface="Arial" charset="0"/>
                <a:cs typeface="Arial" charset="0"/>
              </a:rPr>
              <a:t>đơ</a:t>
            </a:r>
            <a:r>
              <a:rPr lang="en-US">
                <a:latin typeface="Arial" charset="0"/>
                <a:cs typeface="Arial" charset="0"/>
              </a:rPr>
              <a:t>n giá</a:t>
            </a:r>
          </a:p>
          <a:p>
            <a:pPr marL="914400" lvl="1" indent="-514350">
              <a:buFont typeface="Verdana" pitchFamily="34" charset="0"/>
              <a:buAutoNum type="alphaLcPeriod"/>
            </a:pPr>
            <a:r>
              <a:rPr lang="en-US">
                <a:latin typeface="Arial" charset="0"/>
                <a:cs typeface="Arial" charset="0"/>
              </a:rPr>
              <a:t>thuế giá trị gia t</a:t>
            </a:r>
            <a:r>
              <a:rPr lang="vi-VN">
                <a:latin typeface="Arial" charset="0"/>
                <a:cs typeface="Arial" charset="0"/>
              </a:rPr>
              <a:t>ă</a:t>
            </a:r>
            <a:r>
              <a:rPr lang="en-US">
                <a:latin typeface="Arial" charset="0"/>
                <a:cs typeface="Arial" charset="0"/>
              </a:rPr>
              <a:t>ng = 10% tiền</a:t>
            </a:r>
          </a:p>
        </p:txBody>
      </p:sp>
      <p:sp>
        <p:nvSpPr>
          <p:cNvPr id="27652" name="Footer Placeholder 2"/>
          <p:cNvSpPr>
            <a:spLocks noGrp="1"/>
          </p:cNvSpPr>
          <p:nvPr>
            <p:ph type="ftr" sz="quarter" idx="11"/>
          </p:nvPr>
        </p:nvSpPr>
        <p:spPr>
          <a:noFill/>
        </p:spPr>
        <p:txBody>
          <a:bodyPr/>
          <a:lstStyle/>
          <a:p>
            <a:r>
              <a:rPr lang="vi-VN"/>
              <a:t>Chương 1-Các khái niệm cơ bản về lập trình</a:t>
            </a:r>
            <a:endParaRPr lang="en-US"/>
          </a:p>
        </p:txBody>
      </p:sp>
      <p:pic>
        <p:nvPicPr>
          <p:cNvPr id="27653" name="Picture 4" descr="question_pop_up_from_box_hg_clr"/>
          <p:cNvPicPr>
            <a:picLocks noChangeAspect="1" noChangeArrowheads="1" noCrop="1"/>
          </p:cNvPicPr>
          <p:nvPr/>
        </p:nvPicPr>
        <p:blipFill>
          <a:blip r:embed="rId3"/>
          <a:srcRect/>
          <a:stretch>
            <a:fillRect/>
          </a:stretch>
        </p:blipFill>
        <p:spPr bwMode="auto">
          <a:xfrm>
            <a:off x="7478713" y="3962400"/>
            <a:ext cx="1665287" cy="2286000"/>
          </a:xfrm>
          <a:prstGeom prst="rect">
            <a:avLst/>
          </a:prstGeom>
          <a:noFill/>
          <a:ln w="9525">
            <a:noFill/>
            <a:miter lim="800000"/>
            <a:headEnd/>
            <a:tailEnd/>
          </a:ln>
        </p:spPr>
      </p:pic>
      <p:pic>
        <p:nvPicPr>
          <p:cNvPr id="27654" name="Picture 6" descr="question_pop_up_from_box_rotate_hg_clr">
            <a:hlinkClick r:id="rId4" action="ppaction://hlinksldjump"/>
          </p:cNvPr>
          <p:cNvPicPr>
            <a:picLocks noChangeAspect="1" noChangeArrowheads="1" noCrop="1"/>
          </p:cNvPicPr>
          <p:nvPr/>
        </p:nvPicPr>
        <p:blipFill>
          <a:blip r:embed="rId5"/>
          <a:srcRect/>
          <a:stretch>
            <a:fillRect/>
          </a:stretch>
        </p:blipFill>
        <p:spPr bwMode="auto">
          <a:xfrm>
            <a:off x="152400" y="2438400"/>
            <a:ext cx="407988" cy="500063"/>
          </a:xfrm>
          <a:prstGeom prst="rect">
            <a:avLst/>
          </a:prstGeom>
          <a:noFill/>
          <a:ln w="9525">
            <a:noFill/>
            <a:miter lim="800000"/>
            <a:headEnd/>
            <a:tailEnd/>
          </a:ln>
        </p:spPr>
      </p:pic>
      <p:pic>
        <p:nvPicPr>
          <p:cNvPr id="27655" name="Picture 7" descr="question_pop_up_from_box_rotate_hg_clr">
            <a:hlinkClick r:id="rId6" action="ppaction://hlinksldjump"/>
          </p:cNvPr>
          <p:cNvPicPr>
            <a:picLocks noChangeAspect="1" noChangeArrowheads="1" noCrop="1"/>
          </p:cNvPicPr>
          <p:nvPr/>
        </p:nvPicPr>
        <p:blipFill>
          <a:blip r:embed="rId5"/>
          <a:srcRect/>
          <a:stretch>
            <a:fillRect/>
          </a:stretch>
        </p:blipFill>
        <p:spPr bwMode="auto">
          <a:xfrm>
            <a:off x="152400" y="1524000"/>
            <a:ext cx="407988" cy="500063"/>
          </a:xfrm>
          <a:prstGeom prst="rect">
            <a:avLst/>
          </a:prstGeom>
          <a:noFill/>
          <a:ln w="9525">
            <a:noFill/>
            <a:miter lim="800000"/>
            <a:headEnd/>
            <a:tailEnd/>
          </a:ln>
        </p:spPr>
      </p:pic>
      <p:pic>
        <p:nvPicPr>
          <p:cNvPr id="27656" name="Picture 8" descr="question_pop_up_from_box_rotate_hg_clr">
            <a:hlinkClick r:id="rId7" action="ppaction://hlinksldjump"/>
          </p:cNvPr>
          <p:cNvPicPr>
            <a:picLocks noChangeAspect="1" noChangeArrowheads="1" noCrop="1"/>
          </p:cNvPicPr>
          <p:nvPr/>
        </p:nvPicPr>
        <p:blipFill>
          <a:blip r:embed="rId5"/>
          <a:srcRect/>
          <a:stretch>
            <a:fillRect/>
          </a:stretch>
        </p:blipFill>
        <p:spPr bwMode="auto">
          <a:xfrm>
            <a:off x="152400" y="3352800"/>
            <a:ext cx="407988" cy="500063"/>
          </a:xfrm>
          <a:prstGeom prst="rect">
            <a:avLst/>
          </a:prstGeom>
          <a:noFill/>
          <a:ln w="9525">
            <a:noFill/>
            <a:miter lim="800000"/>
            <a:headEnd/>
            <a:tailEnd/>
          </a:ln>
        </p:spPr>
      </p:pic>
      <p:sp>
        <p:nvSpPr>
          <p:cNvPr id="2" name="Date Placeholder 1"/>
          <p:cNvSpPr>
            <a:spLocks noGrp="1"/>
          </p:cNvSpPr>
          <p:nvPr>
            <p:ph type="dt" sz="half" idx="10"/>
          </p:nvPr>
        </p:nvSpPr>
        <p:spPr/>
        <p:txBody>
          <a:bodyPr/>
          <a:lstStyle/>
          <a:p>
            <a:fld id="{5D7BBCE8-A061-400F-848C-8EC5353A872A}" type="datetime1">
              <a:rPr lang="vi-VN" smtClean="0"/>
              <a:t>14/01/2024</a:t>
            </a:fld>
            <a:endParaRPr lang="vi-VN"/>
          </a:p>
        </p:txBody>
      </p:sp>
      <p:sp>
        <p:nvSpPr>
          <p:cNvPr id="6" name="Slide Number Placeholder 5"/>
          <p:cNvSpPr>
            <a:spLocks noGrp="1"/>
          </p:cNvSpPr>
          <p:nvPr>
            <p:ph type="sldNum" sz="quarter" idx="12"/>
          </p:nvPr>
        </p:nvSpPr>
        <p:spPr/>
        <p:txBody>
          <a:bodyPr/>
          <a:lstStyle/>
          <a:p>
            <a:fld id="{5AB95402-1E0D-474E-8D8C-CBE7F053639E}" type="slidenum">
              <a:rPr lang="vi-VN" smtClean="0"/>
              <a:pPr/>
              <a:t>24</a:t>
            </a:fld>
            <a:r>
              <a:rPr lang="vi-VN"/>
              <a:t>/27</a:t>
            </a:r>
          </a:p>
        </p:txBody>
      </p:sp>
    </p:spTree>
    <p:extLst>
      <p:ext uri="{BB962C8B-B14F-4D97-AF65-F5344CB8AC3E}">
        <p14:creationId xmlns:p14="http://schemas.microsoft.com/office/powerpoint/2010/main" val="22263612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r>
              <a:rPr lang="en-US"/>
              <a:t>Bài tập thực hành</a:t>
            </a:r>
          </a:p>
        </p:txBody>
      </p:sp>
      <p:sp>
        <p:nvSpPr>
          <p:cNvPr id="28675" name="Content Placeholder 4"/>
          <p:cNvSpPr>
            <a:spLocks noGrp="1"/>
          </p:cNvSpPr>
          <p:nvPr>
            <p:ph idx="1"/>
          </p:nvPr>
        </p:nvSpPr>
        <p:spPr/>
        <p:txBody>
          <a:bodyPr/>
          <a:lstStyle/>
          <a:p>
            <a:pPr marL="514350" indent="-514350">
              <a:buFont typeface="Verdana" pitchFamily="34" charset="0"/>
              <a:buAutoNum type="arabicPeriod" startAt="7"/>
            </a:pPr>
            <a:r>
              <a:rPr lang="en-US">
                <a:latin typeface="Arial" charset="0"/>
                <a:cs typeface="Arial" charset="0"/>
              </a:rPr>
              <a:t>Nhập </a:t>
            </a:r>
            <a:r>
              <a:rPr lang="vi-VN">
                <a:latin typeface="Arial" charset="0"/>
                <a:cs typeface="Arial" charset="0"/>
              </a:rPr>
              <a:t>đ</a:t>
            </a:r>
            <a:r>
              <a:rPr lang="en-US">
                <a:latin typeface="Arial" charset="0"/>
                <a:cs typeface="Arial" charset="0"/>
              </a:rPr>
              <a:t>iểm thi và hệ số 3 môn Toán, Lý, Hóa của một sinh viên. Tính </a:t>
            </a:r>
            <a:r>
              <a:rPr lang="vi-VN">
                <a:latin typeface="Arial" charset="0"/>
                <a:cs typeface="Arial" charset="0"/>
              </a:rPr>
              <a:t>đ</a:t>
            </a:r>
            <a:r>
              <a:rPr lang="en-US">
                <a:latin typeface="Arial" charset="0"/>
                <a:cs typeface="Arial" charset="0"/>
              </a:rPr>
              <a:t>iểm trung bình của sinh viên </a:t>
            </a:r>
            <a:r>
              <a:rPr lang="vi-VN">
                <a:latin typeface="Arial" charset="0"/>
                <a:cs typeface="Arial" charset="0"/>
              </a:rPr>
              <a:t>đó</a:t>
            </a:r>
            <a:r>
              <a:rPr lang="en-US">
                <a:latin typeface="Arial" charset="0"/>
                <a:cs typeface="Arial" charset="0"/>
              </a:rPr>
              <a:t>.</a:t>
            </a:r>
          </a:p>
          <a:p>
            <a:pPr marL="514350" indent="-514350">
              <a:buFont typeface="Verdana" pitchFamily="34" charset="0"/>
              <a:buAutoNum type="arabicPeriod" startAt="7"/>
            </a:pPr>
            <a:r>
              <a:rPr lang="en-US">
                <a:latin typeface="Arial" charset="0"/>
                <a:cs typeface="Arial" charset="0"/>
              </a:rPr>
              <a:t>Nhập bán kính của </a:t>
            </a:r>
            <a:r>
              <a:rPr lang="vi-VN">
                <a:latin typeface="Arial" charset="0"/>
                <a:cs typeface="Arial" charset="0"/>
              </a:rPr>
              <a:t>đườ</a:t>
            </a:r>
            <a:r>
              <a:rPr lang="en-US">
                <a:latin typeface="Arial" charset="0"/>
                <a:cs typeface="Arial" charset="0"/>
              </a:rPr>
              <a:t>ng tròn. Tính chu vi và diện tích của hình tròn </a:t>
            </a:r>
            <a:r>
              <a:rPr lang="vi-VN">
                <a:latin typeface="Arial" charset="0"/>
                <a:cs typeface="Arial" charset="0"/>
              </a:rPr>
              <a:t>đó</a:t>
            </a:r>
            <a:r>
              <a:rPr lang="en-US">
                <a:latin typeface="Arial" charset="0"/>
                <a:cs typeface="Arial" charset="0"/>
              </a:rPr>
              <a:t>.</a:t>
            </a:r>
          </a:p>
          <a:p>
            <a:pPr marL="514350" indent="-514350">
              <a:buFont typeface="Verdana" pitchFamily="34" charset="0"/>
              <a:buAutoNum type="arabicPeriod" startAt="7"/>
            </a:pPr>
            <a:r>
              <a:rPr lang="en-US">
                <a:latin typeface="Arial" charset="0"/>
                <a:cs typeface="Arial" charset="0"/>
              </a:rPr>
              <a:t>Nhập vào số xe (gồm 4 chữ số) của bạn. Cho biết số xe của bạn </a:t>
            </a:r>
            <a:r>
              <a:rPr lang="vi-VN">
                <a:latin typeface="Arial" charset="0"/>
                <a:cs typeface="Arial" charset="0"/>
              </a:rPr>
              <a:t>đượ</a:t>
            </a:r>
            <a:r>
              <a:rPr lang="en-US">
                <a:latin typeface="Arial" charset="0"/>
                <a:cs typeface="Arial" charset="0"/>
              </a:rPr>
              <a:t>c mấy nước?</a:t>
            </a:r>
          </a:p>
          <a:p>
            <a:pPr marL="514350" indent="-514350">
              <a:buFont typeface="Verdana" pitchFamily="34" charset="0"/>
              <a:buAutoNum type="arabicPeriod" startAt="7"/>
            </a:pPr>
            <a:r>
              <a:rPr lang="en-US">
                <a:latin typeface="Arial" charset="0"/>
                <a:cs typeface="Arial" charset="0"/>
              </a:rPr>
              <a:t>Nhập vào 2 số nguyên.</a:t>
            </a:r>
          </a:p>
          <a:p>
            <a:pPr marL="514350" indent="-514350">
              <a:buFont typeface="Wingdings" pitchFamily="2" charset="2"/>
              <a:buNone/>
            </a:pPr>
            <a:r>
              <a:rPr lang="en-US">
                <a:latin typeface="Arial" charset="0"/>
                <a:cs typeface="Arial" charset="0"/>
              </a:rPr>
              <a:t>	Tính min và max của hai số </a:t>
            </a:r>
            <a:r>
              <a:rPr lang="vi-VN">
                <a:latin typeface="Arial" charset="0"/>
                <a:cs typeface="Arial" charset="0"/>
              </a:rPr>
              <a:t>đó</a:t>
            </a:r>
            <a:r>
              <a:rPr lang="en-US">
                <a:latin typeface="Arial" charset="0"/>
                <a:cs typeface="Arial" charset="0"/>
              </a:rPr>
              <a:t>.</a:t>
            </a:r>
          </a:p>
        </p:txBody>
      </p:sp>
      <p:sp>
        <p:nvSpPr>
          <p:cNvPr id="28676" name="Footer Placeholder 2"/>
          <p:cNvSpPr>
            <a:spLocks noGrp="1"/>
          </p:cNvSpPr>
          <p:nvPr>
            <p:ph type="ftr" sz="quarter" idx="11"/>
          </p:nvPr>
        </p:nvSpPr>
        <p:spPr>
          <a:noFill/>
        </p:spPr>
        <p:txBody>
          <a:bodyPr/>
          <a:lstStyle/>
          <a:p>
            <a:r>
              <a:rPr lang="vi-VN"/>
              <a:t>Chương 1-Các khái niệm cơ bản về lập trình</a:t>
            </a:r>
            <a:endParaRPr lang="en-US"/>
          </a:p>
        </p:txBody>
      </p:sp>
      <p:pic>
        <p:nvPicPr>
          <p:cNvPr id="28677" name="Picture 4" descr="question_pop_up_from_box_hg_clr"/>
          <p:cNvPicPr>
            <a:picLocks noChangeAspect="1" noChangeArrowheads="1" noCrop="1"/>
          </p:cNvPicPr>
          <p:nvPr/>
        </p:nvPicPr>
        <p:blipFill>
          <a:blip r:embed="rId3"/>
          <a:srcRect/>
          <a:stretch>
            <a:fillRect/>
          </a:stretch>
        </p:blipFill>
        <p:spPr bwMode="auto">
          <a:xfrm>
            <a:off x="7478713" y="3962400"/>
            <a:ext cx="1665287" cy="2286000"/>
          </a:xfrm>
          <a:prstGeom prst="rect">
            <a:avLst/>
          </a:prstGeom>
          <a:noFill/>
          <a:ln w="9525">
            <a:noFill/>
            <a:miter lim="800000"/>
            <a:headEnd/>
            <a:tailEnd/>
          </a:ln>
        </p:spPr>
      </p:pic>
      <p:pic>
        <p:nvPicPr>
          <p:cNvPr id="28678" name="Picture 6" descr="question_pop_up_from_box_rotate_hg_clr">
            <a:hlinkClick r:id="rId4" action="ppaction://hlinksldjump"/>
          </p:cNvPr>
          <p:cNvPicPr>
            <a:picLocks noChangeAspect="1" noChangeArrowheads="1" noCrop="1"/>
          </p:cNvPicPr>
          <p:nvPr/>
        </p:nvPicPr>
        <p:blipFill>
          <a:blip r:embed="rId5"/>
          <a:srcRect/>
          <a:stretch>
            <a:fillRect/>
          </a:stretch>
        </p:blipFill>
        <p:spPr bwMode="auto">
          <a:xfrm>
            <a:off x="152400" y="2819400"/>
            <a:ext cx="407988" cy="500063"/>
          </a:xfrm>
          <a:prstGeom prst="rect">
            <a:avLst/>
          </a:prstGeom>
          <a:noFill/>
          <a:ln w="9525">
            <a:noFill/>
            <a:miter lim="800000"/>
            <a:headEnd/>
            <a:tailEnd/>
          </a:ln>
        </p:spPr>
      </p:pic>
      <p:pic>
        <p:nvPicPr>
          <p:cNvPr id="28679" name="Picture 7" descr="question_pop_up_from_box_rotate_hg_clr">
            <a:hlinkClick r:id="rId6" action="ppaction://hlinksldjump"/>
          </p:cNvPr>
          <p:cNvPicPr>
            <a:picLocks noChangeAspect="1" noChangeArrowheads="1" noCrop="1"/>
          </p:cNvPicPr>
          <p:nvPr/>
        </p:nvPicPr>
        <p:blipFill>
          <a:blip r:embed="rId5"/>
          <a:srcRect/>
          <a:stretch>
            <a:fillRect/>
          </a:stretch>
        </p:blipFill>
        <p:spPr bwMode="auto">
          <a:xfrm>
            <a:off x="152400" y="1524000"/>
            <a:ext cx="407988" cy="500063"/>
          </a:xfrm>
          <a:prstGeom prst="rect">
            <a:avLst/>
          </a:prstGeom>
          <a:noFill/>
          <a:ln w="9525">
            <a:noFill/>
            <a:miter lim="800000"/>
            <a:headEnd/>
            <a:tailEnd/>
          </a:ln>
        </p:spPr>
      </p:pic>
      <p:pic>
        <p:nvPicPr>
          <p:cNvPr id="28680" name="Picture 8" descr="question_pop_up_from_box_rotate_hg_clr">
            <a:hlinkClick r:id="rId7" action="ppaction://hlinksldjump"/>
          </p:cNvPr>
          <p:cNvPicPr>
            <a:picLocks noChangeAspect="1" noChangeArrowheads="1" noCrop="1"/>
          </p:cNvPicPr>
          <p:nvPr/>
        </p:nvPicPr>
        <p:blipFill>
          <a:blip r:embed="rId5"/>
          <a:srcRect/>
          <a:stretch>
            <a:fillRect/>
          </a:stretch>
        </p:blipFill>
        <p:spPr bwMode="auto">
          <a:xfrm>
            <a:off x="152400" y="3810000"/>
            <a:ext cx="407988" cy="500063"/>
          </a:xfrm>
          <a:prstGeom prst="rect">
            <a:avLst/>
          </a:prstGeom>
          <a:noFill/>
          <a:ln w="9525">
            <a:noFill/>
            <a:miter lim="800000"/>
            <a:headEnd/>
            <a:tailEnd/>
          </a:ln>
        </p:spPr>
      </p:pic>
      <p:pic>
        <p:nvPicPr>
          <p:cNvPr id="28681" name="Picture 9" descr="question_pop_up_from_box_rotate_hg_clr">
            <a:hlinkClick r:id="rId8" action="ppaction://hlinksldjump"/>
          </p:cNvPr>
          <p:cNvPicPr>
            <a:picLocks noChangeAspect="1" noChangeArrowheads="1" noCrop="1"/>
          </p:cNvPicPr>
          <p:nvPr/>
        </p:nvPicPr>
        <p:blipFill>
          <a:blip r:embed="rId5"/>
          <a:srcRect/>
          <a:stretch>
            <a:fillRect/>
          </a:stretch>
        </p:blipFill>
        <p:spPr bwMode="auto">
          <a:xfrm>
            <a:off x="152400" y="4724400"/>
            <a:ext cx="407988" cy="500063"/>
          </a:xfrm>
          <a:prstGeom prst="rect">
            <a:avLst/>
          </a:prstGeom>
          <a:noFill/>
          <a:ln w="9525">
            <a:noFill/>
            <a:miter lim="800000"/>
            <a:headEnd/>
            <a:tailEnd/>
          </a:ln>
        </p:spPr>
      </p:pic>
      <p:sp>
        <p:nvSpPr>
          <p:cNvPr id="2" name="Date Placeholder 1"/>
          <p:cNvSpPr>
            <a:spLocks noGrp="1"/>
          </p:cNvSpPr>
          <p:nvPr>
            <p:ph type="dt" sz="half" idx="10"/>
          </p:nvPr>
        </p:nvSpPr>
        <p:spPr/>
        <p:txBody>
          <a:bodyPr/>
          <a:lstStyle/>
          <a:p>
            <a:fld id="{5544B694-017A-4490-9F0C-365A3E1554ED}" type="datetime1">
              <a:rPr lang="vi-VN" smtClean="0"/>
              <a:t>14/01/2024</a:t>
            </a:fld>
            <a:endParaRPr lang="vi-VN"/>
          </a:p>
        </p:txBody>
      </p:sp>
      <p:sp>
        <p:nvSpPr>
          <p:cNvPr id="6" name="Slide Number Placeholder 5"/>
          <p:cNvSpPr>
            <a:spLocks noGrp="1"/>
          </p:cNvSpPr>
          <p:nvPr>
            <p:ph type="sldNum" sz="quarter" idx="12"/>
          </p:nvPr>
        </p:nvSpPr>
        <p:spPr/>
        <p:txBody>
          <a:bodyPr/>
          <a:lstStyle/>
          <a:p>
            <a:fld id="{5AB95402-1E0D-474E-8D8C-CBE7F053639E}" type="slidenum">
              <a:rPr lang="vi-VN" smtClean="0"/>
              <a:pPr/>
              <a:t>25</a:t>
            </a:fld>
            <a:r>
              <a:rPr lang="vi-VN"/>
              <a:t>/27</a:t>
            </a:r>
          </a:p>
        </p:txBody>
      </p:sp>
    </p:spTree>
    <p:extLst>
      <p:ext uri="{BB962C8B-B14F-4D97-AF65-F5344CB8AC3E}">
        <p14:creationId xmlns:p14="http://schemas.microsoft.com/office/powerpoint/2010/main" val="90327794"/>
      </p:ext>
    </p:extLst>
  </p:cSld>
  <p:clrMapOvr>
    <a:masterClrMapping/>
  </p:clrMapOvr>
</p:sld>
</file>

<file path=ppt/theme/theme1.xml><?xml version="1.0" encoding="utf-8"?>
<a:theme xmlns:a="http://schemas.openxmlformats.org/drawingml/2006/main" name="MM_Lec1">
  <a:themeElements>
    <a:clrScheme name="Custom 1">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92D050"/>
      </a:accent6>
      <a:hlink>
        <a:srgbClr val="336699"/>
      </a:hlink>
      <a:folHlink>
        <a:srgbClr val="003366"/>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14054</TotalTime>
  <Words>2549</Words>
  <Application>Microsoft Office PowerPoint</Application>
  <PresentationFormat>On-screen Show (4:3)</PresentationFormat>
  <Paragraphs>337</Paragraphs>
  <Slides>25</Slides>
  <Notes>12</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25</vt:i4>
      </vt:variant>
    </vt:vector>
  </HeadingPairs>
  <TitlesOfParts>
    <vt:vector size="36" baseType="lpstr">
      <vt:lpstr>Arial</vt:lpstr>
      <vt:lpstr>Arial</vt:lpstr>
      <vt:lpstr>Calibri</vt:lpstr>
      <vt:lpstr>Courier New</vt:lpstr>
      <vt:lpstr>Heebo</vt:lpstr>
      <vt:lpstr>Tahoma</vt:lpstr>
      <vt:lpstr>Times New Roman</vt:lpstr>
      <vt:lpstr>Verdana</vt:lpstr>
      <vt:lpstr>Wingdings</vt:lpstr>
      <vt:lpstr>MM_Lec1</vt:lpstr>
      <vt:lpstr>Equation</vt:lpstr>
      <vt:lpstr>Chương 1 CÁC KHÁI NIỆM CƠ BẢN VỀ LẬP TRÌNH</vt:lpstr>
      <vt:lpstr>Nội dung</vt:lpstr>
      <vt:lpstr>1. Các khái niệm cơ bản</vt:lpstr>
      <vt:lpstr>1. Các khái niệm cơ bản</vt:lpstr>
      <vt:lpstr>2. Các bước xây dựng chương trình</vt:lpstr>
      <vt:lpstr>3. Thuật toán và chương trình</vt:lpstr>
      <vt:lpstr>Sử dụng ngôn ngữ tự nhiên</vt:lpstr>
      <vt:lpstr>Sử dụng sơ đồ khối</vt:lpstr>
      <vt:lpstr>Sử dụng sơ đồ khối</vt:lpstr>
      <vt:lpstr>Cài đặt thuật toán ngôn ngữ lập trình</vt:lpstr>
      <vt:lpstr>Ví dụ về thuật toán</vt:lpstr>
      <vt:lpstr>Ví dụ về thuật toán (tt)</vt:lpstr>
      <vt:lpstr>Ví dụ về thuật toán (tt)</vt:lpstr>
      <vt:lpstr>Ví dụ về thuật toán (tt)</vt:lpstr>
      <vt:lpstr>Ví dụ về thuật toán (tt)</vt:lpstr>
      <vt:lpstr>Ví dụ về thuật toán (tt)</vt:lpstr>
      <vt:lpstr>4. Giới thiệu ngôn ngữ lập trình C</vt:lpstr>
      <vt:lpstr>Giới thiệu ngôn ngữ lập trình C (tt)</vt:lpstr>
      <vt:lpstr>Giới thiệu ngôn ngữ lập trình C (tt)</vt:lpstr>
      <vt:lpstr>Môi trường lập trình</vt:lpstr>
      <vt:lpstr>Môi trường lập trình</vt:lpstr>
      <vt:lpstr>Môi trường lập trình</vt:lpstr>
      <vt:lpstr>Bài tập lý thuyết</vt:lpstr>
      <vt:lpstr>Bài tập thực hành</vt:lpstr>
      <vt:lpstr>Bài tập thực hành</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CƠ SỞ LẬP TRÌNH 1</dc:title>
  <dc:creator>Quy Tai</dc:creator>
  <cp:lastModifiedBy>Le Cam Tu</cp:lastModifiedBy>
  <cp:revision>88</cp:revision>
  <dcterms:created xsi:type="dcterms:W3CDTF">2011-07-17T01:46:34Z</dcterms:created>
  <dcterms:modified xsi:type="dcterms:W3CDTF">2024-01-14T12:54:41Z</dcterms:modified>
</cp:coreProperties>
</file>