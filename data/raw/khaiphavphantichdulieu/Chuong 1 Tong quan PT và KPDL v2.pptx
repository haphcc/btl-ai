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52"/>
  </p:notesMasterIdLst>
  <p:sldIdLst>
    <p:sldId id="305" r:id="rId2"/>
    <p:sldId id="299" r:id="rId3"/>
    <p:sldId id="306" r:id="rId4"/>
    <p:sldId id="311" r:id="rId5"/>
    <p:sldId id="312" r:id="rId6"/>
    <p:sldId id="313" r:id="rId7"/>
    <p:sldId id="353" r:id="rId8"/>
    <p:sldId id="354" r:id="rId9"/>
    <p:sldId id="314" r:id="rId10"/>
    <p:sldId id="315" r:id="rId11"/>
    <p:sldId id="316" r:id="rId12"/>
    <p:sldId id="308" r:id="rId13"/>
    <p:sldId id="317" r:id="rId14"/>
    <p:sldId id="318" r:id="rId15"/>
    <p:sldId id="319" r:id="rId16"/>
    <p:sldId id="320" r:id="rId17"/>
    <p:sldId id="307" r:id="rId18"/>
    <p:sldId id="321" r:id="rId19"/>
    <p:sldId id="322" r:id="rId20"/>
    <p:sldId id="323" r:id="rId21"/>
    <p:sldId id="324" r:id="rId22"/>
    <p:sldId id="325" r:id="rId23"/>
    <p:sldId id="326" r:id="rId24"/>
    <p:sldId id="328" r:id="rId25"/>
    <p:sldId id="329" r:id="rId26"/>
    <p:sldId id="330" r:id="rId27"/>
    <p:sldId id="331" r:id="rId28"/>
    <p:sldId id="332" r:id="rId29"/>
    <p:sldId id="333" r:id="rId30"/>
    <p:sldId id="334" r:id="rId31"/>
    <p:sldId id="335" r:id="rId32"/>
    <p:sldId id="337" r:id="rId33"/>
    <p:sldId id="309" r:id="rId34"/>
    <p:sldId id="338" r:id="rId35"/>
    <p:sldId id="339" r:id="rId36"/>
    <p:sldId id="340" r:id="rId37"/>
    <p:sldId id="341" r:id="rId38"/>
    <p:sldId id="342" r:id="rId39"/>
    <p:sldId id="343" r:id="rId40"/>
    <p:sldId id="344" r:id="rId41"/>
    <p:sldId id="310" r:id="rId42"/>
    <p:sldId id="345" r:id="rId43"/>
    <p:sldId id="346" r:id="rId44"/>
    <p:sldId id="347" r:id="rId45"/>
    <p:sldId id="348" r:id="rId46"/>
    <p:sldId id="349" r:id="rId47"/>
    <p:sldId id="350" r:id="rId48"/>
    <p:sldId id="351" r:id="rId49"/>
    <p:sldId id="352" r:id="rId50"/>
    <p:sldId id="265" r:id="rId51"/>
  </p:sldIdLst>
  <p:sldSz cx="10287000" cy="6858000" type="35mm"/>
  <p:notesSz cx="6858000" cy="9144000"/>
  <p:defaultText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2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00FF"/>
    <a:srgbClr val="0D8E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18" autoAdjust="0"/>
    <p:restoredTop sz="96092" autoAdjust="0"/>
  </p:normalViewPr>
  <p:slideViewPr>
    <p:cSldViewPr>
      <p:cViewPr>
        <p:scale>
          <a:sx n="67" d="100"/>
          <a:sy n="67" d="100"/>
        </p:scale>
        <p:origin x="912" y="48"/>
      </p:cViewPr>
      <p:guideLst>
        <p:guide orient="horz" pos="2161"/>
        <p:guide pos="3240"/>
      </p:guideLst>
    </p:cSldViewPr>
  </p:slideViewPr>
  <p:outlineViewPr>
    <p:cViewPr>
      <p:scale>
        <a:sx n="33" d="100"/>
        <a:sy n="33" d="100"/>
      </p:scale>
      <p:origin x="42" y="15264"/>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939324-F718-4C20-A72B-4F63BCD23FDC}" type="doc">
      <dgm:prSet loTypeId="urn:microsoft.com/office/officeart/2005/8/layout/radial4" loCatId="relationship" qsTypeId="urn:microsoft.com/office/officeart/2005/8/quickstyle/simple1" qsCatId="simple" csTypeId="urn:microsoft.com/office/officeart/2005/8/colors/colorful5" csCatId="colorful" phldr="1"/>
      <dgm:spPr/>
      <dgm:t>
        <a:bodyPr/>
        <a:lstStyle/>
        <a:p>
          <a:endParaRPr lang="en-US"/>
        </a:p>
      </dgm:t>
    </dgm:pt>
    <dgm:pt modelId="{A40BD37E-82EF-483C-AFEE-98BD1735A290}">
      <dgm:prSet phldrT="[Text]" custT="1"/>
      <dgm:spPr/>
      <dgm:t>
        <a:bodyPr/>
        <a:lstStyle/>
        <a:p>
          <a:r>
            <a:rPr lang="en-US" sz="2800" b="1"/>
            <a:t>Khai phá dữ liệu</a:t>
          </a:r>
        </a:p>
      </dgm:t>
    </dgm:pt>
    <dgm:pt modelId="{60170C68-1E4D-443A-99E7-5D0382E15069}" type="parTrans" cxnId="{661D8C5D-C017-426A-A362-CC0BBAE9AE28}">
      <dgm:prSet/>
      <dgm:spPr/>
      <dgm:t>
        <a:bodyPr/>
        <a:lstStyle/>
        <a:p>
          <a:endParaRPr lang="en-US"/>
        </a:p>
      </dgm:t>
    </dgm:pt>
    <dgm:pt modelId="{EF7EB7E3-C43C-474E-9320-9D2751552029}" type="sibTrans" cxnId="{661D8C5D-C017-426A-A362-CC0BBAE9AE28}">
      <dgm:prSet/>
      <dgm:spPr/>
      <dgm:t>
        <a:bodyPr/>
        <a:lstStyle/>
        <a:p>
          <a:endParaRPr lang="en-US"/>
        </a:p>
      </dgm:t>
    </dgm:pt>
    <dgm:pt modelId="{B3F87C14-316C-456A-AF2A-C1BD826A64CD}">
      <dgm:prSet phldrT="[Text]" custT="1"/>
      <dgm:spPr/>
      <dgm:t>
        <a:bodyPr/>
        <a:lstStyle/>
        <a:p>
          <a:r>
            <a:rPr lang="en-US" sz="2400"/>
            <a:t>Hệ thống CSDL</a:t>
          </a:r>
        </a:p>
      </dgm:t>
    </dgm:pt>
    <dgm:pt modelId="{599FC02A-623A-4CDA-9EBE-DDD955D6A4B6}" type="parTrans" cxnId="{2D8686B9-6071-4BDD-9F20-D179D4335798}">
      <dgm:prSet/>
      <dgm:spPr/>
      <dgm:t>
        <a:bodyPr/>
        <a:lstStyle/>
        <a:p>
          <a:endParaRPr lang="en-US"/>
        </a:p>
      </dgm:t>
    </dgm:pt>
    <dgm:pt modelId="{78F19530-C206-474E-985B-A958A25CD4B3}" type="sibTrans" cxnId="{2D8686B9-6071-4BDD-9F20-D179D4335798}">
      <dgm:prSet/>
      <dgm:spPr/>
      <dgm:t>
        <a:bodyPr/>
        <a:lstStyle/>
        <a:p>
          <a:endParaRPr lang="en-US"/>
        </a:p>
      </dgm:t>
    </dgm:pt>
    <dgm:pt modelId="{209D584E-8C79-4C77-B34E-C54941EF45C9}">
      <dgm:prSet phldrT="[Text]" custT="1"/>
      <dgm:spPr/>
      <dgm:t>
        <a:bodyPr/>
        <a:lstStyle/>
        <a:p>
          <a:r>
            <a:rPr lang="en-US" sz="2400"/>
            <a:t>Trực quan hóa</a:t>
          </a:r>
        </a:p>
      </dgm:t>
    </dgm:pt>
    <dgm:pt modelId="{227C5C46-1D6E-409E-B9EC-14C58A22656E}" type="parTrans" cxnId="{37F8B275-B851-488F-B687-FD4D87D691DA}">
      <dgm:prSet/>
      <dgm:spPr/>
      <dgm:t>
        <a:bodyPr/>
        <a:lstStyle/>
        <a:p>
          <a:endParaRPr lang="en-US"/>
        </a:p>
      </dgm:t>
    </dgm:pt>
    <dgm:pt modelId="{19E5FB5C-8980-47A8-89A0-ADC2146227F6}" type="sibTrans" cxnId="{37F8B275-B851-488F-B687-FD4D87D691DA}">
      <dgm:prSet/>
      <dgm:spPr/>
      <dgm:t>
        <a:bodyPr/>
        <a:lstStyle/>
        <a:p>
          <a:endParaRPr lang="en-US"/>
        </a:p>
      </dgm:t>
    </dgm:pt>
    <dgm:pt modelId="{56484D1E-4AC1-4DA9-A1C6-A48A15EE47E3}">
      <dgm:prSet phldrT="[Text]" custT="1"/>
      <dgm:spPr/>
      <dgm:t>
        <a:bodyPr/>
        <a:lstStyle/>
        <a:p>
          <a:r>
            <a:rPr lang="en-US" sz="2400"/>
            <a:t>Các bộ môn khác</a:t>
          </a:r>
        </a:p>
      </dgm:t>
    </dgm:pt>
    <dgm:pt modelId="{D44F1C18-E458-4DB6-8F3A-19BC94AAB862}" type="parTrans" cxnId="{E47233A1-6E95-4CB6-BB24-07AFC6BAE8C3}">
      <dgm:prSet/>
      <dgm:spPr/>
      <dgm:t>
        <a:bodyPr/>
        <a:lstStyle/>
        <a:p>
          <a:endParaRPr lang="en-US"/>
        </a:p>
      </dgm:t>
    </dgm:pt>
    <dgm:pt modelId="{4F6409AB-D8DF-48D9-901A-8F3ED8747142}" type="sibTrans" cxnId="{E47233A1-6E95-4CB6-BB24-07AFC6BAE8C3}">
      <dgm:prSet/>
      <dgm:spPr/>
      <dgm:t>
        <a:bodyPr/>
        <a:lstStyle/>
        <a:p>
          <a:endParaRPr lang="en-US"/>
        </a:p>
      </dgm:t>
    </dgm:pt>
    <dgm:pt modelId="{053D983F-3F89-433D-A94B-366C4B2A8321}">
      <dgm:prSet phldrT="[Text]" custT="1"/>
      <dgm:spPr/>
      <dgm:t>
        <a:bodyPr/>
        <a:lstStyle/>
        <a:p>
          <a:r>
            <a:rPr lang="en-US" sz="2400"/>
            <a:t>Thống kê</a:t>
          </a:r>
        </a:p>
      </dgm:t>
    </dgm:pt>
    <dgm:pt modelId="{A644AC0A-3B5E-4CED-A41A-ABAB650CB352}" type="parTrans" cxnId="{B4A99EB9-3CA2-400B-AF56-585DAF608882}">
      <dgm:prSet/>
      <dgm:spPr/>
      <dgm:t>
        <a:bodyPr/>
        <a:lstStyle/>
        <a:p>
          <a:endParaRPr lang="en-US"/>
        </a:p>
      </dgm:t>
    </dgm:pt>
    <dgm:pt modelId="{94D5AB02-F528-4A9A-A124-2E58D50E9C37}" type="sibTrans" cxnId="{B4A99EB9-3CA2-400B-AF56-585DAF608882}">
      <dgm:prSet/>
      <dgm:spPr/>
      <dgm:t>
        <a:bodyPr/>
        <a:lstStyle/>
        <a:p>
          <a:endParaRPr lang="en-US"/>
        </a:p>
      </dgm:t>
    </dgm:pt>
    <dgm:pt modelId="{731CB5DC-E100-4E18-AE88-EE7DDF6C10D5}">
      <dgm:prSet phldrT="[Text]" custT="1"/>
      <dgm:spPr/>
      <dgm:t>
        <a:bodyPr/>
        <a:lstStyle/>
        <a:p>
          <a:r>
            <a:rPr lang="en-US" sz="2400"/>
            <a:t>Thuật toán</a:t>
          </a:r>
        </a:p>
      </dgm:t>
    </dgm:pt>
    <dgm:pt modelId="{0F89EBBB-3AE4-4066-AB1C-28AEE1597480}" type="parTrans" cxnId="{49547CC6-3DA2-483C-9041-55BF40495B91}">
      <dgm:prSet/>
      <dgm:spPr/>
      <dgm:t>
        <a:bodyPr/>
        <a:lstStyle/>
        <a:p>
          <a:endParaRPr lang="en-US"/>
        </a:p>
      </dgm:t>
    </dgm:pt>
    <dgm:pt modelId="{CC5EA9E0-C30C-4A65-8D95-FDBB12D4E6A9}" type="sibTrans" cxnId="{49547CC6-3DA2-483C-9041-55BF40495B91}">
      <dgm:prSet/>
      <dgm:spPr/>
      <dgm:t>
        <a:bodyPr/>
        <a:lstStyle/>
        <a:p>
          <a:endParaRPr lang="en-US"/>
        </a:p>
      </dgm:t>
    </dgm:pt>
    <dgm:pt modelId="{D9925F8C-7824-4D0B-90C8-439301911135}">
      <dgm:prSet phldrT="[Text]" custT="1"/>
      <dgm:spPr/>
      <dgm:t>
        <a:bodyPr/>
        <a:lstStyle/>
        <a:p>
          <a:r>
            <a:rPr lang="en-US" sz="2400"/>
            <a:t>Học máy</a:t>
          </a:r>
        </a:p>
      </dgm:t>
    </dgm:pt>
    <dgm:pt modelId="{D67E139C-C160-4DA3-904F-B65EF94E0078}" type="parTrans" cxnId="{F1F0FE3F-75F6-47E0-B27B-62C184013B4B}">
      <dgm:prSet/>
      <dgm:spPr/>
      <dgm:t>
        <a:bodyPr/>
        <a:lstStyle/>
        <a:p>
          <a:endParaRPr lang="en-US"/>
        </a:p>
      </dgm:t>
    </dgm:pt>
    <dgm:pt modelId="{61DC87B5-4C7D-49C9-BF92-34811CCCE6FE}" type="sibTrans" cxnId="{F1F0FE3F-75F6-47E0-B27B-62C184013B4B}">
      <dgm:prSet/>
      <dgm:spPr/>
      <dgm:t>
        <a:bodyPr/>
        <a:lstStyle/>
        <a:p>
          <a:endParaRPr lang="en-US"/>
        </a:p>
      </dgm:t>
    </dgm:pt>
    <dgm:pt modelId="{FADA15E4-4147-47B6-A6FB-C982F86B9423}" type="pres">
      <dgm:prSet presAssocID="{90939324-F718-4C20-A72B-4F63BCD23FDC}" presName="cycle" presStyleCnt="0">
        <dgm:presLayoutVars>
          <dgm:chMax val="1"/>
          <dgm:dir/>
          <dgm:animLvl val="ctr"/>
          <dgm:resizeHandles val="exact"/>
        </dgm:presLayoutVars>
      </dgm:prSet>
      <dgm:spPr/>
      <dgm:t>
        <a:bodyPr/>
        <a:lstStyle/>
        <a:p>
          <a:endParaRPr lang="en-US"/>
        </a:p>
      </dgm:t>
    </dgm:pt>
    <dgm:pt modelId="{F9AC241A-F1B6-449E-AC03-14378649A0AB}" type="pres">
      <dgm:prSet presAssocID="{A40BD37E-82EF-483C-AFEE-98BD1735A290}" presName="centerShape" presStyleLbl="node0" presStyleIdx="0" presStyleCnt="1" custLinFactNeighborX="641" custLinFactNeighborY="-17099"/>
      <dgm:spPr/>
      <dgm:t>
        <a:bodyPr/>
        <a:lstStyle/>
        <a:p>
          <a:endParaRPr lang="en-US"/>
        </a:p>
      </dgm:t>
    </dgm:pt>
    <dgm:pt modelId="{4F1BFFD1-76B9-4CF0-8AD3-0283FC912579}" type="pres">
      <dgm:prSet presAssocID="{599FC02A-623A-4CDA-9EBE-DDD955D6A4B6}" presName="parTrans" presStyleLbl="bgSibTrans2D1" presStyleIdx="0" presStyleCnt="6" custScaleY="29721"/>
      <dgm:spPr/>
      <dgm:t>
        <a:bodyPr/>
        <a:lstStyle/>
        <a:p>
          <a:endParaRPr lang="en-US"/>
        </a:p>
      </dgm:t>
    </dgm:pt>
    <dgm:pt modelId="{7D2A4135-66F0-4C66-8331-FFB9858AA9CC}" type="pres">
      <dgm:prSet presAssocID="{B3F87C14-316C-456A-AF2A-C1BD826A64CD}" presName="node" presStyleLbl="node1" presStyleIdx="0" presStyleCnt="6" custScaleX="161037" custScaleY="64275" custRadScaleRad="121291" custRadScaleInc="191283">
        <dgm:presLayoutVars>
          <dgm:bulletEnabled val="1"/>
        </dgm:presLayoutVars>
      </dgm:prSet>
      <dgm:spPr/>
      <dgm:t>
        <a:bodyPr/>
        <a:lstStyle/>
        <a:p>
          <a:endParaRPr lang="en-US"/>
        </a:p>
      </dgm:t>
    </dgm:pt>
    <dgm:pt modelId="{EDA9E90D-124D-4B50-A437-CA2DB2D12436}" type="pres">
      <dgm:prSet presAssocID="{A644AC0A-3B5E-4CED-A41A-ABAB650CB352}" presName="parTrans" presStyleLbl="bgSibTrans2D1" presStyleIdx="1" presStyleCnt="6" custScaleY="23588"/>
      <dgm:spPr/>
      <dgm:t>
        <a:bodyPr/>
        <a:lstStyle/>
        <a:p>
          <a:endParaRPr lang="en-US"/>
        </a:p>
      </dgm:t>
    </dgm:pt>
    <dgm:pt modelId="{6E7D4D97-DDBA-41BE-AD69-9ECB4FE97224}" type="pres">
      <dgm:prSet presAssocID="{053D983F-3F89-433D-A94B-366C4B2A8321}" presName="node" presStyleLbl="node1" presStyleIdx="1" presStyleCnt="6" custScaleX="161337" custScaleY="62039" custRadScaleRad="117132" custRadScaleInc="283835">
        <dgm:presLayoutVars>
          <dgm:bulletEnabled val="1"/>
        </dgm:presLayoutVars>
      </dgm:prSet>
      <dgm:spPr/>
      <dgm:t>
        <a:bodyPr/>
        <a:lstStyle/>
        <a:p>
          <a:endParaRPr lang="en-US"/>
        </a:p>
      </dgm:t>
    </dgm:pt>
    <dgm:pt modelId="{A00C4F7C-6C5C-48E2-8414-FD2A5D46EA24}" type="pres">
      <dgm:prSet presAssocID="{227C5C46-1D6E-409E-B9EC-14C58A22656E}" presName="parTrans" presStyleLbl="bgSibTrans2D1" presStyleIdx="2" presStyleCnt="6" custScaleY="23054"/>
      <dgm:spPr/>
      <dgm:t>
        <a:bodyPr/>
        <a:lstStyle/>
        <a:p>
          <a:endParaRPr lang="en-US"/>
        </a:p>
      </dgm:t>
    </dgm:pt>
    <dgm:pt modelId="{34723236-96EC-4DEB-BCAC-AF33783F8D57}" type="pres">
      <dgm:prSet presAssocID="{209D584E-8C79-4C77-B34E-C54941EF45C9}" presName="node" presStyleLbl="node1" presStyleIdx="2" presStyleCnt="6" custScaleX="159545" custScaleY="60837" custRadScaleRad="92439" custRadScaleInc="287164">
        <dgm:presLayoutVars>
          <dgm:bulletEnabled val="1"/>
        </dgm:presLayoutVars>
      </dgm:prSet>
      <dgm:spPr/>
      <dgm:t>
        <a:bodyPr/>
        <a:lstStyle/>
        <a:p>
          <a:endParaRPr lang="en-US"/>
        </a:p>
      </dgm:t>
    </dgm:pt>
    <dgm:pt modelId="{C14C9957-B3C1-4F6A-A182-096162B58295}" type="pres">
      <dgm:prSet presAssocID="{D44F1C18-E458-4DB6-8F3A-19BC94AAB862}" presName="parTrans" presStyleLbl="bgSibTrans2D1" presStyleIdx="3" presStyleCnt="6" custScaleY="23010"/>
      <dgm:spPr/>
      <dgm:t>
        <a:bodyPr/>
        <a:lstStyle/>
        <a:p>
          <a:endParaRPr lang="en-US"/>
        </a:p>
      </dgm:t>
    </dgm:pt>
    <dgm:pt modelId="{5BAB5888-DF93-407B-9A54-B3A11694A943}" type="pres">
      <dgm:prSet presAssocID="{56484D1E-4AC1-4DA9-A1C6-A48A15EE47E3}" presName="node" presStyleLbl="node1" presStyleIdx="3" presStyleCnt="6" custScaleX="158477" custScaleY="58519" custRadScaleRad="72796" custRadScaleInc="305797">
        <dgm:presLayoutVars>
          <dgm:bulletEnabled val="1"/>
        </dgm:presLayoutVars>
      </dgm:prSet>
      <dgm:spPr/>
      <dgm:t>
        <a:bodyPr/>
        <a:lstStyle/>
        <a:p>
          <a:endParaRPr lang="en-US"/>
        </a:p>
      </dgm:t>
    </dgm:pt>
    <dgm:pt modelId="{D2DF092B-EEE9-4D73-92F7-780C549C1A90}" type="pres">
      <dgm:prSet presAssocID="{0F89EBBB-3AE4-4066-AB1C-28AEE1597480}" presName="parTrans" presStyleLbl="bgSibTrans2D1" presStyleIdx="4" presStyleCnt="6" custScaleY="21982"/>
      <dgm:spPr/>
      <dgm:t>
        <a:bodyPr/>
        <a:lstStyle/>
        <a:p>
          <a:endParaRPr lang="en-US"/>
        </a:p>
      </dgm:t>
    </dgm:pt>
    <dgm:pt modelId="{FFEFB765-A867-42CC-AF6A-E2227313474A}" type="pres">
      <dgm:prSet presAssocID="{731CB5DC-E100-4E18-AE88-EE7DDF6C10D5}" presName="node" presStyleLbl="node1" presStyleIdx="4" presStyleCnt="6" custScaleX="153210" custScaleY="60652" custRadScaleRad="65328" custRadScaleInc="-554382">
        <dgm:presLayoutVars>
          <dgm:bulletEnabled val="1"/>
        </dgm:presLayoutVars>
      </dgm:prSet>
      <dgm:spPr/>
      <dgm:t>
        <a:bodyPr/>
        <a:lstStyle/>
        <a:p>
          <a:endParaRPr lang="en-US"/>
        </a:p>
      </dgm:t>
    </dgm:pt>
    <dgm:pt modelId="{DDA2CEC1-F17C-4E79-9699-2A8D4CC30320}" type="pres">
      <dgm:prSet presAssocID="{D67E139C-C160-4DA3-904F-B65EF94E0078}" presName="parTrans" presStyleLbl="bgSibTrans2D1" presStyleIdx="5" presStyleCnt="6" custScaleX="95355" custScaleY="32240"/>
      <dgm:spPr/>
      <dgm:t>
        <a:bodyPr/>
        <a:lstStyle/>
        <a:p>
          <a:endParaRPr lang="en-US"/>
        </a:p>
      </dgm:t>
    </dgm:pt>
    <dgm:pt modelId="{33C4F2DA-8CE3-4FF8-8146-47A5B9894049}" type="pres">
      <dgm:prSet presAssocID="{D9925F8C-7824-4D0B-90C8-439301911135}" presName="node" presStyleLbl="node1" presStyleIdx="5" presStyleCnt="6" custScaleX="156876" custScaleY="64030" custRadScaleRad="93981" custRadScaleInc="-527963">
        <dgm:presLayoutVars>
          <dgm:bulletEnabled val="1"/>
        </dgm:presLayoutVars>
      </dgm:prSet>
      <dgm:spPr/>
      <dgm:t>
        <a:bodyPr/>
        <a:lstStyle/>
        <a:p>
          <a:endParaRPr lang="en-US"/>
        </a:p>
      </dgm:t>
    </dgm:pt>
  </dgm:ptLst>
  <dgm:cxnLst>
    <dgm:cxn modelId="{654A13CE-4988-45BE-B251-95931CF219FB}" type="presOf" srcId="{209D584E-8C79-4C77-B34E-C54941EF45C9}" destId="{34723236-96EC-4DEB-BCAC-AF33783F8D57}" srcOrd="0" destOrd="0" presId="urn:microsoft.com/office/officeart/2005/8/layout/radial4"/>
    <dgm:cxn modelId="{16B8080F-FF55-49DC-8926-7C4521FB51FE}" type="presOf" srcId="{90939324-F718-4C20-A72B-4F63BCD23FDC}" destId="{FADA15E4-4147-47B6-A6FB-C982F86B9423}" srcOrd="0" destOrd="0" presId="urn:microsoft.com/office/officeart/2005/8/layout/radial4"/>
    <dgm:cxn modelId="{49547CC6-3DA2-483C-9041-55BF40495B91}" srcId="{A40BD37E-82EF-483C-AFEE-98BD1735A290}" destId="{731CB5DC-E100-4E18-AE88-EE7DDF6C10D5}" srcOrd="4" destOrd="0" parTransId="{0F89EBBB-3AE4-4066-AB1C-28AEE1597480}" sibTransId="{CC5EA9E0-C30C-4A65-8D95-FDBB12D4E6A9}"/>
    <dgm:cxn modelId="{F1F0FE3F-75F6-47E0-B27B-62C184013B4B}" srcId="{A40BD37E-82EF-483C-AFEE-98BD1735A290}" destId="{D9925F8C-7824-4D0B-90C8-439301911135}" srcOrd="5" destOrd="0" parTransId="{D67E139C-C160-4DA3-904F-B65EF94E0078}" sibTransId="{61DC87B5-4C7D-49C9-BF92-34811CCCE6FE}"/>
    <dgm:cxn modelId="{2D8686B9-6071-4BDD-9F20-D179D4335798}" srcId="{A40BD37E-82EF-483C-AFEE-98BD1735A290}" destId="{B3F87C14-316C-456A-AF2A-C1BD826A64CD}" srcOrd="0" destOrd="0" parTransId="{599FC02A-623A-4CDA-9EBE-DDD955D6A4B6}" sibTransId="{78F19530-C206-474E-985B-A958A25CD4B3}"/>
    <dgm:cxn modelId="{6D3DE91B-9D10-40D6-99F8-CBB3A2BCCEF6}" type="presOf" srcId="{D9925F8C-7824-4D0B-90C8-439301911135}" destId="{33C4F2DA-8CE3-4FF8-8146-47A5B9894049}" srcOrd="0" destOrd="0" presId="urn:microsoft.com/office/officeart/2005/8/layout/radial4"/>
    <dgm:cxn modelId="{B4A99EB9-3CA2-400B-AF56-585DAF608882}" srcId="{A40BD37E-82EF-483C-AFEE-98BD1735A290}" destId="{053D983F-3F89-433D-A94B-366C4B2A8321}" srcOrd="1" destOrd="0" parTransId="{A644AC0A-3B5E-4CED-A41A-ABAB650CB352}" sibTransId="{94D5AB02-F528-4A9A-A124-2E58D50E9C37}"/>
    <dgm:cxn modelId="{37F8B275-B851-488F-B687-FD4D87D691DA}" srcId="{A40BD37E-82EF-483C-AFEE-98BD1735A290}" destId="{209D584E-8C79-4C77-B34E-C54941EF45C9}" srcOrd="2" destOrd="0" parTransId="{227C5C46-1D6E-409E-B9EC-14C58A22656E}" sibTransId="{19E5FB5C-8980-47A8-89A0-ADC2146227F6}"/>
    <dgm:cxn modelId="{CBC34200-1D68-4D63-91EC-0811A8F179BB}" type="presOf" srcId="{0F89EBBB-3AE4-4066-AB1C-28AEE1597480}" destId="{D2DF092B-EEE9-4D73-92F7-780C549C1A90}" srcOrd="0" destOrd="0" presId="urn:microsoft.com/office/officeart/2005/8/layout/radial4"/>
    <dgm:cxn modelId="{6702DBC2-A95A-47E0-A655-8AE4C0806C1B}" type="presOf" srcId="{731CB5DC-E100-4E18-AE88-EE7DDF6C10D5}" destId="{FFEFB765-A867-42CC-AF6A-E2227313474A}" srcOrd="0" destOrd="0" presId="urn:microsoft.com/office/officeart/2005/8/layout/radial4"/>
    <dgm:cxn modelId="{661D8C5D-C017-426A-A362-CC0BBAE9AE28}" srcId="{90939324-F718-4C20-A72B-4F63BCD23FDC}" destId="{A40BD37E-82EF-483C-AFEE-98BD1735A290}" srcOrd="0" destOrd="0" parTransId="{60170C68-1E4D-443A-99E7-5D0382E15069}" sibTransId="{EF7EB7E3-C43C-474E-9320-9D2751552029}"/>
    <dgm:cxn modelId="{E47233A1-6E95-4CB6-BB24-07AFC6BAE8C3}" srcId="{A40BD37E-82EF-483C-AFEE-98BD1735A290}" destId="{56484D1E-4AC1-4DA9-A1C6-A48A15EE47E3}" srcOrd="3" destOrd="0" parTransId="{D44F1C18-E458-4DB6-8F3A-19BC94AAB862}" sibTransId="{4F6409AB-D8DF-48D9-901A-8F3ED8747142}"/>
    <dgm:cxn modelId="{711977D0-3CB3-4CB2-8CD1-573E699F8246}" type="presOf" srcId="{D67E139C-C160-4DA3-904F-B65EF94E0078}" destId="{DDA2CEC1-F17C-4E79-9699-2A8D4CC30320}" srcOrd="0" destOrd="0" presId="urn:microsoft.com/office/officeart/2005/8/layout/radial4"/>
    <dgm:cxn modelId="{A30390C1-5489-4B38-97C5-5A3614270222}" type="presOf" srcId="{053D983F-3F89-433D-A94B-366C4B2A8321}" destId="{6E7D4D97-DDBA-41BE-AD69-9ECB4FE97224}" srcOrd="0" destOrd="0" presId="urn:microsoft.com/office/officeart/2005/8/layout/radial4"/>
    <dgm:cxn modelId="{F391B074-1012-43FB-80CC-82F37A51D7E2}" type="presOf" srcId="{56484D1E-4AC1-4DA9-A1C6-A48A15EE47E3}" destId="{5BAB5888-DF93-407B-9A54-B3A11694A943}" srcOrd="0" destOrd="0" presId="urn:microsoft.com/office/officeart/2005/8/layout/radial4"/>
    <dgm:cxn modelId="{D148D049-EF70-4515-8EEB-465CD9A7E582}" type="presOf" srcId="{D44F1C18-E458-4DB6-8F3A-19BC94AAB862}" destId="{C14C9957-B3C1-4F6A-A182-096162B58295}" srcOrd="0" destOrd="0" presId="urn:microsoft.com/office/officeart/2005/8/layout/radial4"/>
    <dgm:cxn modelId="{365E7DD6-5F93-411B-AEB4-23ECCC519E3A}" type="presOf" srcId="{A644AC0A-3B5E-4CED-A41A-ABAB650CB352}" destId="{EDA9E90D-124D-4B50-A437-CA2DB2D12436}" srcOrd="0" destOrd="0" presId="urn:microsoft.com/office/officeart/2005/8/layout/radial4"/>
    <dgm:cxn modelId="{0E3DD8FB-F015-4D1E-B422-08552EF60FD5}" type="presOf" srcId="{599FC02A-623A-4CDA-9EBE-DDD955D6A4B6}" destId="{4F1BFFD1-76B9-4CF0-8AD3-0283FC912579}" srcOrd="0" destOrd="0" presId="urn:microsoft.com/office/officeart/2005/8/layout/radial4"/>
    <dgm:cxn modelId="{97712FA0-48AE-4975-B4D7-D4C543026AC5}" type="presOf" srcId="{A40BD37E-82EF-483C-AFEE-98BD1735A290}" destId="{F9AC241A-F1B6-449E-AC03-14378649A0AB}" srcOrd="0" destOrd="0" presId="urn:microsoft.com/office/officeart/2005/8/layout/radial4"/>
    <dgm:cxn modelId="{6A6922C2-71FE-4727-9A7E-75EFF8DACF24}" type="presOf" srcId="{B3F87C14-316C-456A-AF2A-C1BD826A64CD}" destId="{7D2A4135-66F0-4C66-8331-FFB9858AA9CC}" srcOrd="0" destOrd="0" presId="urn:microsoft.com/office/officeart/2005/8/layout/radial4"/>
    <dgm:cxn modelId="{7F9CA6FA-8DE5-4335-8CC3-DA95108C1A97}" type="presOf" srcId="{227C5C46-1D6E-409E-B9EC-14C58A22656E}" destId="{A00C4F7C-6C5C-48E2-8414-FD2A5D46EA24}" srcOrd="0" destOrd="0" presId="urn:microsoft.com/office/officeart/2005/8/layout/radial4"/>
    <dgm:cxn modelId="{0D14BAD2-A3F2-4E2F-AD9D-9551BFD2C8C3}" type="presParOf" srcId="{FADA15E4-4147-47B6-A6FB-C982F86B9423}" destId="{F9AC241A-F1B6-449E-AC03-14378649A0AB}" srcOrd="0" destOrd="0" presId="urn:microsoft.com/office/officeart/2005/8/layout/radial4"/>
    <dgm:cxn modelId="{FA7ED6CA-E8BD-46FE-A83B-3303222E71E2}" type="presParOf" srcId="{FADA15E4-4147-47B6-A6FB-C982F86B9423}" destId="{4F1BFFD1-76B9-4CF0-8AD3-0283FC912579}" srcOrd="1" destOrd="0" presId="urn:microsoft.com/office/officeart/2005/8/layout/radial4"/>
    <dgm:cxn modelId="{1C59B401-2A9D-4A97-B3A9-5052446C3F05}" type="presParOf" srcId="{FADA15E4-4147-47B6-A6FB-C982F86B9423}" destId="{7D2A4135-66F0-4C66-8331-FFB9858AA9CC}" srcOrd="2" destOrd="0" presId="urn:microsoft.com/office/officeart/2005/8/layout/radial4"/>
    <dgm:cxn modelId="{48E3927A-3860-446C-B8E9-682B7D35DD91}" type="presParOf" srcId="{FADA15E4-4147-47B6-A6FB-C982F86B9423}" destId="{EDA9E90D-124D-4B50-A437-CA2DB2D12436}" srcOrd="3" destOrd="0" presId="urn:microsoft.com/office/officeart/2005/8/layout/radial4"/>
    <dgm:cxn modelId="{788B9467-DB8B-4AE5-912E-F42CFF771479}" type="presParOf" srcId="{FADA15E4-4147-47B6-A6FB-C982F86B9423}" destId="{6E7D4D97-DDBA-41BE-AD69-9ECB4FE97224}" srcOrd="4" destOrd="0" presId="urn:microsoft.com/office/officeart/2005/8/layout/radial4"/>
    <dgm:cxn modelId="{C63E7C0A-3A4A-4EC5-BF5C-4F31158CE74E}" type="presParOf" srcId="{FADA15E4-4147-47B6-A6FB-C982F86B9423}" destId="{A00C4F7C-6C5C-48E2-8414-FD2A5D46EA24}" srcOrd="5" destOrd="0" presId="urn:microsoft.com/office/officeart/2005/8/layout/radial4"/>
    <dgm:cxn modelId="{519BB5E6-5CEA-4424-95DA-FA74FD2355EF}" type="presParOf" srcId="{FADA15E4-4147-47B6-A6FB-C982F86B9423}" destId="{34723236-96EC-4DEB-BCAC-AF33783F8D57}" srcOrd="6" destOrd="0" presId="urn:microsoft.com/office/officeart/2005/8/layout/radial4"/>
    <dgm:cxn modelId="{115FFE7C-B260-4EC2-A8FD-E595709F1C03}" type="presParOf" srcId="{FADA15E4-4147-47B6-A6FB-C982F86B9423}" destId="{C14C9957-B3C1-4F6A-A182-096162B58295}" srcOrd="7" destOrd="0" presId="urn:microsoft.com/office/officeart/2005/8/layout/radial4"/>
    <dgm:cxn modelId="{AE35EDCD-B26F-4A6C-B39E-C418BE4DAAB3}" type="presParOf" srcId="{FADA15E4-4147-47B6-A6FB-C982F86B9423}" destId="{5BAB5888-DF93-407B-9A54-B3A11694A943}" srcOrd="8" destOrd="0" presId="urn:microsoft.com/office/officeart/2005/8/layout/radial4"/>
    <dgm:cxn modelId="{CC081527-1A5E-4A92-8930-F2CEE73EE454}" type="presParOf" srcId="{FADA15E4-4147-47B6-A6FB-C982F86B9423}" destId="{D2DF092B-EEE9-4D73-92F7-780C549C1A90}" srcOrd="9" destOrd="0" presId="urn:microsoft.com/office/officeart/2005/8/layout/radial4"/>
    <dgm:cxn modelId="{F92F0E2A-55E2-49EC-8DF7-055C0B018406}" type="presParOf" srcId="{FADA15E4-4147-47B6-A6FB-C982F86B9423}" destId="{FFEFB765-A867-42CC-AF6A-E2227313474A}" srcOrd="10" destOrd="0" presId="urn:microsoft.com/office/officeart/2005/8/layout/radial4"/>
    <dgm:cxn modelId="{1BF2F372-DA1E-4A8F-8F2D-1CA09E35F56B}" type="presParOf" srcId="{FADA15E4-4147-47B6-A6FB-C982F86B9423}" destId="{DDA2CEC1-F17C-4E79-9699-2A8D4CC30320}" srcOrd="11" destOrd="0" presId="urn:microsoft.com/office/officeart/2005/8/layout/radial4"/>
    <dgm:cxn modelId="{C71477B6-5B34-4ACF-81A3-FF61A03A6F41}" type="presParOf" srcId="{FADA15E4-4147-47B6-A6FB-C982F86B9423}" destId="{33C4F2DA-8CE3-4FF8-8146-47A5B9894049}" srcOrd="12"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C241A-F1B6-449E-AC03-14378649A0AB}">
      <dsp:nvSpPr>
        <dsp:cNvPr id="0" name=""/>
        <dsp:cNvSpPr/>
      </dsp:nvSpPr>
      <dsp:spPr>
        <a:xfrm>
          <a:off x="3698121" y="1341854"/>
          <a:ext cx="2072719" cy="2072719"/>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kern="1200"/>
            <a:t>Khai phá dữ liệu</a:t>
          </a:r>
        </a:p>
      </dsp:txBody>
      <dsp:txXfrm>
        <a:off x="4001664" y="1645397"/>
        <a:ext cx="1465633" cy="1465633"/>
      </dsp:txXfrm>
    </dsp:sp>
    <dsp:sp modelId="{4F1BFFD1-76B9-4CF0-8AD3-0283FC912579}">
      <dsp:nvSpPr>
        <dsp:cNvPr id="0" name=""/>
        <dsp:cNvSpPr/>
      </dsp:nvSpPr>
      <dsp:spPr>
        <a:xfrm rot="13427270">
          <a:off x="2398024" y="893839"/>
          <a:ext cx="1758976" cy="175569"/>
        </a:xfrm>
        <a:prstGeom prst="lef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D2A4135-66F0-4C66-8331-FFB9858AA9CC}">
      <dsp:nvSpPr>
        <dsp:cNvPr id="0" name=""/>
        <dsp:cNvSpPr/>
      </dsp:nvSpPr>
      <dsp:spPr>
        <a:xfrm>
          <a:off x="1474357" y="0"/>
          <a:ext cx="2336492" cy="7460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kern="1200"/>
            <a:t>Hệ thống CSDL</a:t>
          </a:r>
        </a:p>
      </dsp:txBody>
      <dsp:txXfrm>
        <a:off x="1496208" y="21851"/>
        <a:ext cx="2292790" cy="702352"/>
      </dsp:txXfrm>
    </dsp:sp>
    <dsp:sp modelId="{EDA9E90D-124D-4B50-A437-CA2DB2D12436}">
      <dsp:nvSpPr>
        <dsp:cNvPr id="0" name=""/>
        <dsp:cNvSpPr/>
      </dsp:nvSpPr>
      <dsp:spPr>
        <a:xfrm rot="18761052">
          <a:off x="5240755" y="883998"/>
          <a:ext cx="1615062" cy="139340"/>
        </a:xfrm>
        <a:prstGeom prst="leftArrow">
          <a:avLst>
            <a:gd name="adj1" fmla="val 60000"/>
            <a:gd name="adj2" fmla="val 50000"/>
          </a:avLst>
        </a:prstGeom>
        <a:solidFill>
          <a:schemeClr val="accent5">
            <a:hueOff val="-1986775"/>
            <a:satOff val="7962"/>
            <a:lumOff val="172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E7D4D97-DDBA-41BE-AD69-9ECB4FE97224}">
      <dsp:nvSpPr>
        <dsp:cNvPr id="0" name=""/>
        <dsp:cNvSpPr/>
      </dsp:nvSpPr>
      <dsp:spPr>
        <a:xfrm>
          <a:off x="5425336" y="0"/>
          <a:ext cx="2340844" cy="720101"/>
        </a:xfrm>
        <a:prstGeom prst="roundRect">
          <a:avLst>
            <a:gd name="adj" fmla="val 10000"/>
          </a:avLst>
        </a:prstGeom>
        <a:solidFill>
          <a:schemeClr val="accent5">
            <a:hueOff val="-1986775"/>
            <a:satOff val="7962"/>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kern="1200"/>
            <a:t>Thống kê</a:t>
          </a:r>
        </a:p>
      </dsp:txBody>
      <dsp:txXfrm>
        <a:off x="5446427" y="21091"/>
        <a:ext cx="2298662" cy="677919"/>
      </dsp:txXfrm>
    </dsp:sp>
    <dsp:sp modelId="{A00C4F7C-6C5C-48E2-8414-FD2A5D46EA24}">
      <dsp:nvSpPr>
        <dsp:cNvPr id="0" name=""/>
        <dsp:cNvSpPr/>
      </dsp:nvSpPr>
      <dsp:spPr>
        <a:xfrm rot="21591582">
          <a:off x="5859715" y="2305496"/>
          <a:ext cx="1527106" cy="136185"/>
        </a:xfrm>
        <a:prstGeom prst="leftArrow">
          <a:avLst>
            <a:gd name="adj1" fmla="val 60000"/>
            <a:gd name="adj2" fmla="val 50000"/>
          </a:avLst>
        </a:prstGeom>
        <a:solidFill>
          <a:schemeClr val="accent5">
            <a:hueOff val="-3973551"/>
            <a:satOff val="15924"/>
            <a:lumOff val="345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4723236-96EC-4DEB-BCAC-AF33783F8D57}">
      <dsp:nvSpPr>
        <dsp:cNvPr id="0" name=""/>
        <dsp:cNvSpPr/>
      </dsp:nvSpPr>
      <dsp:spPr>
        <a:xfrm>
          <a:off x="6229397" y="2018644"/>
          <a:ext cx="2314844" cy="706149"/>
        </a:xfrm>
        <a:prstGeom prst="roundRect">
          <a:avLst>
            <a:gd name="adj" fmla="val 10000"/>
          </a:avLst>
        </a:prstGeom>
        <a:solidFill>
          <a:schemeClr val="accent5">
            <a:hueOff val="-3973551"/>
            <a:satOff val="15924"/>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kern="1200"/>
            <a:t>Trực quan hóa</a:t>
          </a:r>
        </a:p>
      </dsp:txBody>
      <dsp:txXfrm>
        <a:off x="6250079" y="2039326"/>
        <a:ext cx="2273480" cy="664785"/>
      </dsp:txXfrm>
    </dsp:sp>
    <dsp:sp modelId="{C14C9957-B3C1-4F6A-A182-096162B58295}">
      <dsp:nvSpPr>
        <dsp:cNvPr id="0" name=""/>
        <dsp:cNvSpPr/>
      </dsp:nvSpPr>
      <dsp:spPr>
        <a:xfrm rot="2469765">
          <a:off x="5381552" y="3605691"/>
          <a:ext cx="1669282" cy="135925"/>
        </a:xfrm>
        <a:prstGeom prst="leftArrow">
          <a:avLst>
            <a:gd name="adj1" fmla="val 60000"/>
            <a:gd name="adj2" fmla="val 50000"/>
          </a:avLst>
        </a:prstGeom>
        <a:solidFill>
          <a:schemeClr val="accent5">
            <a:hueOff val="-5960326"/>
            <a:satOff val="23887"/>
            <a:lumOff val="517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BAB5888-DF93-407B-9A54-B3A11694A943}">
      <dsp:nvSpPr>
        <dsp:cNvPr id="0" name=""/>
        <dsp:cNvSpPr/>
      </dsp:nvSpPr>
      <dsp:spPr>
        <a:xfrm>
          <a:off x="5694873" y="3883393"/>
          <a:ext cx="2299349" cy="679243"/>
        </a:xfrm>
        <a:prstGeom prst="roundRect">
          <a:avLst>
            <a:gd name="adj" fmla="val 10000"/>
          </a:avLst>
        </a:prstGeom>
        <a:solidFill>
          <a:schemeClr val="accent5">
            <a:hueOff val="-5960326"/>
            <a:satOff val="2388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kern="1200"/>
            <a:t>Các bộ môn khác</a:t>
          </a:r>
        </a:p>
      </dsp:txBody>
      <dsp:txXfrm>
        <a:off x="5714767" y="3903287"/>
        <a:ext cx="2259561" cy="639455"/>
      </dsp:txXfrm>
    </dsp:sp>
    <dsp:sp modelId="{D2DF092B-EEE9-4D73-92F7-780C549C1A90}">
      <dsp:nvSpPr>
        <dsp:cNvPr id="0" name=""/>
        <dsp:cNvSpPr/>
      </dsp:nvSpPr>
      <dsp:spPr>
        <a:xfrm rot="8177310">
          <a:off x="2582407" y="3628420"/>
          <a:ext cx="1552837" cy="129853"/>
        </a:xfrm>
        <a:prstGeom prst="leftArrow">
          <a:avLst>
            <a:gd name="adj1" fmla="val 60000"/>
            <a:gd name="adj2" fmla="val 50000"/>
          </a:avLst>
        </a:prstGeom>
        <a:solidFill>
          <a:schemeClr val="accent5">
            <a:hueOff val="-7947101"/>
            <a:satOff val="31849"/>
            <a:lumOff val="690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FEFB765-A867-42CC-AF6A-E2227313474A}">
      <dsp:nvSpPr>
        <dsp:cNvPr id="0" name=""/>
        <dsp:cNvSpPr/>
      </dsp:nvSpPr>
      <dsp:spPr>
        <a:xfrm>
          <a:off x="1686144" y="3877873"/>
          <a:ext cx="2222929" cy="704001"/>
        </a:xfrm>
        <a:prstGeom prst="roundRect">
          <a:avLst>
            <a:gd name="adj" fmla="val 10000"/>
          </a:avLst>
        </a:prstGeom>
        <a:solidFill>
          <a:schemeClr val="accent5">
            <a:hueOff val="-7947101"/>
            <a:satOff val="31849"/>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kern="1200"/>
            <a:t>Thuật toán</a:t>
          </a:r>
        </a:p>
      </dsp:txBody>
      <dsp:txXfrm>
        <a:off x="1706763" y="3898492"/>
        <a:ext cx="2181691" cy="662763"/>
      </dsp:txXfrm>
    </dsp:sp>
    <dsp:sp modelId="{DDA2CEC1-F17C-4E79-9699-2A8D4CC30320}">
      <dsp:nvSpPr>
        <dsp:cNvPr id="0" name=""/>
        <dsp:cNvSpPr/>
      </dsp:nvSpPr>
      <dsp:spPr>
        <a:xfrm rot="10816117">
          <a:off x="1990505" y="2273812"/>
          <a:ext cx="1573290" cy="190449"/>
        </a:xfrm>
        <a:prstGeom prst="leftArrow">
          <a:avLst>
            <a:gd name="adj1" fmla="val 60000"/>
            <a:gd name="adj2" fmla="val 50000"/>
          </a:avLst>
        </a:prstGeom>
        <a:solidFill>
          <a:schemeClr val="accent5">
            <a:hueOff val="-9933876"/>
            <a:satOff val="39811"/>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3C4F2DA-8CE3-4FF8-8146-47A5B9894049}">
      <dsp:nvSpPr>
        <dsp:cNvPr id="0" name=""/>
        <dsp:cNvSpPr/>
      </dsp:nvSpPr>
      <dsp:spPr>
        <a:xfrm>
          <a:off x="814134" y="1993564"/>
          <a:ext cx="2276120" cy="743211"/>
        </a:xfrm>
        <a:prstGeom prst="roundRect">
          <a:avLst>
            <a:gd name="adj" fmla="val 10000"/>
          </a:avLst>
        </a:prstGeom>
        <a:solidFill>
          <a:schemeClr val="accent5">
            <a:hueOff val="-9933876"/>
            <a:satOff val="39811"/>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kern="1200"/>
            <a:t>Học máy</a:t>
          </a:r>
        </a:p>
      </dsp:txBody>
      <dsp:txXfrm>
        <a:off x="835902" y="2015332"/>
        <a:ext cx="2232584" cy="699675"/>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583693-2DF8-4331-9992-1E94EDAA209F}" type="datetimeFigureOut">
              <a:rPr lang="vi-VN" smtClean="0"/>
              <a:t>11/08/2025</a:t>
            </a:fld>
            <a:endParaRPr lang="vi-VN"/>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B7DE39-524D-47F3-9B19-31A9B31B8792}" type="slidenum">
              <a:rPr lang="vi-VN" smtClean="0"/>
              <a:t>‹#›</a:t>
            </a:fld>
            <a:endParaRPr lang="vi-VN"/>
          </a:p>
        </p:txBody>
      </p:sp>
    </p:spTree>
    <p:extLst>
      <p:ext uri="{BB962C8B-B14F-4D97-AF65-F5344CB8AC3E}">
        <p14:creationId xmlns:p14="http://schemas.microsoft.com/office/powerpoint/2010/main" val="2226779658"/>
      </p:ext>
    </p:extLst>
  </p:cSld>
  <p:clrMap bg1="lt1" tx1="dk1" bg2="lt2" tx2="dk2" accent1="accent1" accent2="accent2" accent3="accent3" accent4="accent4" accent5="accent5" accent6="accent6" hlink="hlink" folHlink="folHlink"/>
  <p:notesStyle>
    <a:lvl1pPr marL="0" algn="l" defTabSz="1041044" rtl="0" eaLnBrk="1" latinLnBrk="0" hangingPunct="1">
      <a:defRPr sz="1400" kern="1200">
        <a:solidFill>
          <a:schemeClr val="tx1"/>
        </a:solidFill>
        <a:latin typeface="+mn-lt"/>
        <a:ea typeface="+mn-ea"/>
        <a:cs typeface="+mn-cs"/>
      </a:defRPr>
    </a:lvl1pPr>
    <a:lvl2pPr marL="520522" algn="l" defTabSz="1041044" rtl="0" eaLnBrk="1" latinLnBrk="0" hangingPunct="1">
      <a:defRPr sz="1400" kern="1200">
        <a:solidFill>
          <a:schemeClr val="tx1"/>
        </a:solidFill>
        <a:latin typeface="+mn-lt"/>
        <a:ea typeface="+mn-ea"/>
        <a:cs typeface="+mn-cs"/>
      </a:defRPr>
    </a:lvl2pPr>
    <a:lvl3pPr marL="1041044" algn="l" defTabSz="1041044" rtl="0" eaLnBrk="1" latinLnBrk="0" hangingPunct="1">
      <a:defRPr sz="1400" kern="1200">
        <a:solidFill>
          <a:schemeClr val="tx1"/>
        </a:solidFill>
        <a:latin typeface="+mn-lt"/>
        <a:ea typeface="+mn-ea"/>
        <a:cs typeface="+mn-cs"/>
      </a:defRPr>
    </a:lvl3pPr>
    <a:lvl4pPr marL="1561567" algn="l" defTabSz="1041044" rtl="0" eaLnBrk="1" latinLnBrk="0" hangingPunct="1">
      <a:defRPr sz="1400" kern="1200">
        <a:solidFill>
          <a:schemeClr val="tx1"/>
        </a:solidFill>
        <a:latin typeface="+mn-lt"/>
        <a:ea typeface="+mn-ea"/>
        <a:cs typeface="+mn-cs"/>
      </a:defRPr>
    </a:lvl4pPr>
    <a:lvl5pPr marL="2082089" algn="l" defTabSz="1041044" rtl="0" eaLnBrk="1" latinLnBrk="0" hangingPunct="1">
      <a:defRPr sz="1400" kern="1200">
        <a:solidFill>
          <a:schemeClr val="tx1"/>
        </a:solidFill>
        <a:latin typeface="+mn-lt"/>
        <a:ea typeface="+mn-ea"/>
        <a:cs typeface="+mn-cs"/>
      </a:defRPr>
    </a:lvl5pPr>
    <a:lvl6pPr marL="2602611" algn="l" defTabSz="1041044" rtl="0" eaLnBrk="1" latinLnBrk="0" hangingPunct="1">
      <a:defRPr sz="1400" kern="1200">
        <a:solidFill>
          <a:schemeClr val="tx1"/>
        </a:solidFill>
        <a:latin typeface="+mn-lt"/>
        <a:ea typeface="+mn-ea"/>
        <a:cs typeface="+mn-cs"/>
      </a:defRPr>
    </a:lvl6pPr>
    <a:lvl7pPr marL="3123133" algn="l" defTabSz="1041044" rtl="0" eaLnBrk="1" latinLnBrk="0" hangingPunct="1">
      <a:defRPr sz="1400" kern="1200">
        <a:solidFill>
          <a:schemeClr val="tx1"/>
        </a:solidFill>
        <a:latin typeface="+mn-lt"/>
        <a:ea typeface="+mn-ea"/>
        <a:cs typeface="+mn-cs"/>
      </a:defRPr>
    </a:lvl7pPr>
    <a:lvl8pPr marL="3643655" algn="l" defTabSz="1041044" rtl="0" eaLnBrk="1" latinLnBrk="0" hangingPunct="1">
      <a:defRPr sz="1400" kern="1200">
        <a:solidFill>
          <a:schemeClr val="tx1"/>
        </a:solidFill>
        <a:latin typeface="+mn-lt"/>
        <a:ea typeface="+mn-ea"/>
        <a:cs typeface="+mn-cs"/>
      </a:defRPr>
    </a:lvl8pPr>
    <a:lvl9pPr marL="4164178" algn="l" defTabSz="104104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a:t>
            </a:fld>
            <a:endParaRPr lang="vi-VN"/>
          </a:p>
        </p:txBody>
      </p:sp>
    </p:spTree>
    <p:extLst>
      <p:ext uri="{BB962C8B-B14F-4D97-AF65-F5344CB8AC3E}">
        <p14:creationId xmlns:p14="http://schemas.microsoft.com/office/powerpoint/2010/main" val="398170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5</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7</a:t>
            </a:fld>
            <a:endParaRPr lang="vi-VN"/>
          </a:p>
        </p:txBody>
      </p:sp>
    </p:spTree>
    <p:extLst>
      <p:ext uri="{BB962C8B-B14F-4D97-AF65-F5344CB8AC3E}">
        <p14:creationId xmlns:p14="http://schemas.microsoft.com/office/powerpoint/2010/main" val="3490501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8</a:t>
            </a:fld>
            <a:endParaRPr lang="vi-VN"/>
          </a:p>
        </p:txBody>
      </p:sp>
    </p:spTree>
    <p:extLst>
      <p:ext uri="{BB962C8B-B14F-4D97-AF65-F5344CB8AC3E}">
        <p14:creationId xmlns:p14="http://schemas.microsoft.com/office/powerpoint/2010/main" val="61246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9</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10</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11</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14</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15</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17</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18</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19</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20</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21</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24</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25</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27</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28</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29</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30</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31</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34</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35</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37</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38</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39</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40</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41</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42</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43</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44</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45</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47</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48</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49</a:t>
            </a:fld>
            <a:endParaRPr lang="vi-VN"/>
          </a:p>
        </p:txBody>
      </p:sp>
    </p:spTree>
    <p:extLst>
      <p:ext uri="{BB962C8B-B14F-4D97-AF65-F5344CB8AC3E}">
        <p14:creationId xmlns:p14="http://schemas.microsoft.com/office/powerpoint/2010/main" val="1225031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www.hvnh.edu.vn/" TargetMode="External"/><Relationship Id="rId2" Type="http://schemas.openxmlformats.org/officeDocument/2006/relationships/hyperlink" Target="mailto:truyenthong@hvnh.edu.vn" TargetMode="External"/><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838039-5C31-00D7-5423-A0F502A41C87}"/>
              </a:ext>
            </a:extLst>
          </p:cNvPr>
          <p:cNvSpPr/>
          <p:nvPr/>
        </p:nvSpPr>
        <p:spPr>
          <a:xfrm>
            <a:off x="0" y="2239503"/>
            <a:ext cx="10287000" cy="3251773"/>
          </a:xfrm>
          <a:prstGeom prst="rect">
            <a:avLst/>
          </a:prstGeom>
          <a:solidFill>
            <a:srgbClr val="282A7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21"/>
          </a:p>
        </p:txBody>
      </p:sp>
      <p:sp>
        <p:nvSpPr>
          <p:cNvPr id="2" name="Title 1"/>
          <p:cNvSpPr>
            <a:spLocks noGrp="1"/>
          </p:cNvSpPr>
          <p:nvPr>
            <p:ph type="ctrTitle" hasCustomPrompt="1"/>
          </p:nvPr>
        </p:nvSpPr>
        <p:spPr>
          <a:xfrm>
            <a:off x="707231" y="2712383"/>
            <a:ext cx="8872538" cy="2387600"/>
          </a:xfrm>
        </p:spPr>
        <p:txBody>
          <a:bodyPr anchor="ctr">
            <a:normAutofit/>
          </a:bodyPr>
          <a:lstStyle>
            <a:lvl1pPr algn="ctr">
              <a:defRPr lang="en-US" sz="3786" b="0" i="0" u="none" strike="noStrike" cap="none" dirty="0">
                <a:solidFill>
                  <a:srgbClr val="FAA61A"/>
                </a:solidFill>
                <a:latin typeface="Montserrat ExtraBold"/>
                <a:ea typeface="Montserrat ExtraBold"/>
                <a:cs typeface="Montserrat ExtraBold"/>
                <a:sym typeface="Arial"/>
              </a:defRPr>
            </a:lvl1pPr>
          </a:lstStyle>
          <a:p>
            <a:pPr marL="6498" marR="0" lvl="0" indent="0" algn="l" rtl="0">
              <a:lnSpc>
                <a:spcPct val="116824"/>
              </a:lnSpc>
              <a:spcBef>
                <a:spcPts val="0"/>
              </a:spcBef>
              <a:spcAft>
                <a:spcPts val="0"/>
              </a:spcAft>
              <a:buClr>
                <a:srgbClr val="000000"/>
              </a:buClr>
              <a:buSzPts val="1400"/>
              <a:buFont typeface="Arial"/>
              <a:buNone/>
            </a:pPr>
            <a:r>
              <a:rPr lang="en-US"/>
              <a:t>CLICK TO EDIT MASTER TITLE STYLE</a:t>
            </a:r>
            <a:endParaRPr lang="en-US" dirty="0"/>
          </a:p>
        </p:txBody>
      </p:sp>
      <p:pic>
        <p:nvPicPr>
          <p:cNvPr id="8" name="Google Shape;47;p1" title="Slide template-15.png">
            <a:extLst>
              <a:ext uri="{FF2B5EF4-FFF2-40B4-BE49-F238E27FC236}">
                <a16:creationId xmlns:a16="http://schemas.microsoft.com/office/drawing/2014/main" id="{F9954473-7431-2D29-408F-7F94010AFFA7}"/>
              </a:ext>
            </a:extLst>
          </p:cNvPr>
          <p:cNvPicPr preferRelativeResize="0"/>
          <p:nvPr/>
        </p:nvPicPr>
        <p:blipFill rotWithShape="1">
          <a:blip r:embed="rId2">
            <a:alphaModFix/>
          </a:blip>
          <a:srcRect/>
          <a:stretch/>
        </p:blipFill>
        <p:spPr>
          <a:xfrm>
            <a:off x="636438" y="636345"/>
            <a:ext cx="2527764" cy="1148660"/>
          </a:xfrm>
          <a:prstGeom prst="rect">
            <a:avLst/>
          </a:prstGeom>
          <a:noFill/>
          <a:ln>
            <a:noFill/>
          </a:ln>
        </p:spPr>
      </p:pic>
      <p:sp>
        <p:nvSpPr>
          <p:cNvPr id="3" name="Google Shape;312;p14">
            <a:extLst>
              <a:ext uri="{FF2B5EF4-FFF2-40B4-BE49-F238E27FC236}">
                <a16:creationId xmlns:a16="http://schemas.microsoft.com/office/drawing/2014/main" id="{64D8F3C8-44CF-C6E5-E1A5-654696C3B99A}"/>
              </a:ext>
            </a:extLst>
          </p:cNvPr>
          <p:cNvSpPr txBox="1"/>
          <p:nvPr/>
        </p:nvSpPr>
        <p:spPr>
          <a:xfrm>
            <a:off x="5143500" y="5786598"/>
            <a:ext cx="2736031" cy="544123"/>
          </a:xfrm>
          <a:prstGeom prst="rect">
            <a:avLst/>
          </a:prstGeom>
          <a:noFill/>
          <a:ln>
            <a:noFill/>
          </a:ln>
        </p:spPr>
        <p:txBody>
          <a:bodyPr spcFirstLastPara="1" wrap="square" lIns="0" tIns="33782" rIns="0" bIns="0" anchor="t" anchorCtr="0">
            <a:spAutoFit/>
          </a:bodyPr>
          <a:lstStyle/>
          <a:p>
            <a:pPr marL="6498" marR="0" lvl="0" indent="0" algn="l" rtl="0">
              <a:lnSpc>
                <a:spcPct val="100000"/>
              </a:lnSpc>
              <a:spcBef>
                <a:spcPts val="0"/>
              </a:spcBef>
              <a:spcAft>
                <a:spcPts val="0"/>
              </a:spcAft>
              <a:buClr>
                <a:srgbClr val="000000"/>
              </a:buClr>
              <a:buSzPts val="2050"/>
              <a:buFont typeface="Arial"/>
              <a:buNone/>
            </a:pPr>
            <a:r>
              <a:rPr lang="en-US" sz="1049" b="1" i="0" u="none" strike="noStrike" cap="none">
                <a:solidFill>
                  <a:srgbClr val="F8A41A"/>
                </a:solidFill>
                <a:latin typeface="Montserrat" panose="00000500000000000000" pitchFamily="2" charset="0"/>
                <a:ea typeface="Tahoma"/>
                <a:cs typeface="Tahoma"/>
                <a:sym typeface="Tahoma"/>
              </a:rPr>
              <a:t>THS</a:t>
            </a:r>
            <a:r>
              <a:rPr lang="en-US" sz="1049" b="1" i="0" u="none" strike="noStrike" cap="none" smtClean="0">
                <a:solidFill>
                  <a:srgbClr val="F8A41A"/>
                </a:solidFill>
                <a:latin typeface="Montserrat" panose="00000500000000000000" pitchFamily="2" charset="0"/>
                <a:ea typeface="Tahoma"/>
                <a:cs typeface="Tahoma"/>
                <a:sym typeface="Tahoma"/>
              </a:rPr>
              <a:t>.</a:t>
            </a:r>
            <a:r>
              <a:rPr lang="en-US" sz="1049" b="1" i="0" u="none" strike="noStrike" cap="none" baseline="0" smtClean="0">
                <a:solidFill>
                  <a:srgbClr val="F8A41A"/>
                </a:solidFill>
                <a:latin typeface="Montserrat" panose="00000500000000000000" pitchFamily="2" charset="0"/>
                <a:ea typeface="Tahoma"/>
                <a:cs typeface="Tahoma"/>
                <a:sym typeface="Tahoma"/>
              </a:rPr>
              <a:t> LÊ THỊ HỒNG NHUNG</a:t>
            </a:r>
            <a:endParaRPr lang="en-US" sz="1049" b="1" i="0" u="none" strike="noStrike" cap="none">
              <a:solidFill>
                <a:srgbClr val="F8A41A"/>
              </a:solidFill>
              <a:latin typeface="Montserrat" panose="00000500000000000000" pitchFamily="2" charset="0"/>
              <a:ea typeface="Tahoma"/>
              <a:cs typeface="Tahoma"/>
              <a:sym typeface="Tahoma"/>
            </a:endParaRPr>
          </a:p>
          <a:p>
            <a:pPr marL="6498" marR="0" lvl="0" indent="0" algn="l" rtl="0">
              <a:lnSpc>
                <a:spcPct val="100000"/>
              </a:lnSpc>
              <a:spcBef>
                <a:spcPts val="220"/>
              </a:spcBef>
              <a:spcAft>
                <a:spcPts val="0"/>
              </a:spcAft>
              <a:buClr>
                <a:srgbClr val="000000"/>
              </a:buClr>
              <a:buSzPts val="2050"/>
              <a:buFont typeface="Arial"/>
              <a:buNone/>
            </a:pPr>
            <a:r>
              <a:rPr lang="en-US" sz="1049" b="0" i="0" u="none" strike="noStrike" cap="none">
                <a:solidFill>
                  <a:srgbClr val="282A75"/>
                </a:solidFill>
                <a:latin typeface="Montserrat" panose="00000500000000000000" pitchFamily="2" charset="0"/>
                <a:ea typeface="Verdana"/>
                <a:cs typeface="Verdana"/>
                <a:sym typeface="Verdana"/>
              </a:rPr>
              <a:t>Khoa Công nghệ thông tin &amp; kinh tế số</a:t>
            </a:r>
            <a:endParaRPr lang="en-US" sz="1049" b="0" i="0" u="none" strike="noStrike" cap="none" dirty="0">
              <a:solidFill>
                <a:srgbClr val="282A75"/>
              </a:solidFill>
              <a:latin typeface="Montserrat" panose="00000500000000000000" pitchFamily="2" charset="0"/>
              <a:ea typeface="Verdana"/>
              <a:cs typeface="Verdana"/>
              <a:sym typeface="Verdana"/>
            </a:endParaRPr>
          </a:p>
        </p:txBody>
      </p:sp>
      <p:sp>
        <p:nvSpPr>
          <p:cNvPr id="4" name="Google Shape;313;p14">
            <a:extLst>
              <a:ext uri="{FF2B5EF4-FFF2-40B4-BE49-F238E27FC236}">
                <a16:creationId xmlns:a16="http://schemas.microsoft.com/office/drawing/2014/main" id="{DC503B5F-A29F-C43E-DE70-C1CB455685AD}"/>
              </a:ext>
            </a:extLst>
          </p:cNvPr>
          <p:cNvSpPr txBox="1"/>
          <p:nvPr/>
        </p:nvSpPr>
        <p:spPr>
          <a:xfrm>
            <a:off x="7968280" y="5786599"/>
            <a:ext cx="2318720" cy="576088"/>
          </a:xfrm>
          <a:prstGeom prst="rect">
            <a:avLst/>
          </a:prstGeom>
          <a:noFill/>
          <a:ln>
            <a:noFill/>
          </a:ln>
        </p:spPr>
        <p:txBody>
          <a:bodyPr spcFirstLastPara="1" wrap="square" lIns="0" tIns="33782" rIns="0" bIns="0" anchor="t" anchorCtr="0">
            <a:spAutoFit/>
          </a:bodyPr>
          <a:lstStyle/>
          <a:p>
            <a:pPr marL="6498" marR="0" lvl="0" indent="0" algn="l" rtl="0">
              <a:lnSpc>
                <a:spcPct val="100000"/>
              </a:lnSpc>
              <a:spcBef>
                <a:spcPts val="0"/>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T</a:t>
            </a:r>
            <a:r>
              <a:rPr lang="en-US" sz="1049" b="1" i="0" u="none" strike="noStrike" cap="none">
                <a:solidFill>
                  <a:srgbClr val="F8A41A"/>
                </a:solidFill>
                <a:latin typeface="Montserrat" panose="00000500000000000000" pitchFamily="2" charset="0"/>
                <a:ea typeface="Tahoma"/>
                <a:cs typeface="Tahoma"/>
                <a:sym typeface="Tahoma"/>
              </a:rPr>
              <a:t>: </a:t>
            </a:r>
            <a:r>
              <a:rPr lang="en-US" sz="1049" b="0" i="0" u="none" strike="noStrike" cap="none" smtClean="0">
                <a:solidFill>
                  <a:srgbClr val="282A75"/>
                </a:solidFill>
                <a:latin typeface="Montserrat" panose="00000500000000000000" pitchFamily="2" charset="0"/>
                <a:ea typeface="Verdana"/>
                <a:cs typeface="Verdana"/>
                <a:sym typeface="Verdana"/>
              </a:rPr>
              <a:t>0987</a:t>
            </a:r>
            <a:r>
              <a:rPr lang="en-US" sz="1049" b="0" i="0" u="none" strike="noStrike" cap="none" baseline="0" smtClean="0">
                <a:solidFill>
                  <a:srgbClr val="282A75"/>
                </a:solidFill>
                <a:latin typeface="Montserrat" panose="00000500000000000000" pitchFamily="2" charset="0"/>
                <a:ea typeface="Verdana"/>
                <a:cs typeface="Verdana"/>
                <a:sym typeface="Verdana"/>
              </a:rPr>
              <a:t> 867 486</a:t>
            </a:r>
            <a:endParaRPr sz="1049" b="0" i="0" u="none" strike="noStrike" cap="none" dirty="0">
              <a:solidFill>
                <a:srgbClr val="282A75"/>
              </a:solidFill>
              <a:latin typeface="Montserrat" panose="00000500000000000000" pitchFamily="2" charset="0"/>
              <a:ea typeface="Verdana"/>
              <a:cs typeface="Verdana"/>
              <a:sym typeface="Verdana"/>
            </a:endParaRPr>
          </a:p>
          <a:p>
            <a:pPr marL="6498" marR="0" lvl="0" indent="0" algn="l" rtl="0">
              <a:lnSpc>
                <a:spcPct val="100000"/>
              </a:lnSpc>
              <a:spcBef>
                <a:spcPts val="220"/>
              </a:spcBef>
              <a:spcAft>
                <a:spcPts val="0"/>
              </a:spcAft>
              <a:buClr>
                <a:srgbClr val="000000"/>
              </a:buClr>
              <a:buSzPts val="2050"/>
              <a:buFont typeface="Arial"/>
              <a:buNone/>
            </a:pPr>
            <a:r>
              <a:rPr lang="en-US" sz="1049" b="1" i="0" u="none" strike="noStrike" cap="none" dirty="0">
                <a:solidFill>
                  <a:srgbClr val="FAA61A"/>
                </a:solidFill>
                <a:latin typeface="Montserrat" panose="00000500000000000000" pitchFamily="2" charset="0"/>
                <a:ea typeface="Tahoma"/>
                <a:cs typeface="Tahoma"/>
                <a:sym typeface="Tahoma"/>
              </a:rPr>
              <a:t>E</a:t>
            </a:r>
            <a:r>
              <a:rPr lang="en-US" sz="1049" b="1" i="0" u="none" strike="noStrike" cap="none">
                <a:solidFill>
                  <a:srgbClr val="FAA61A"/>
                </a:solidFill>
                <a:latin typeface="Montserrat" panose="00000500000000000000" pitchFamily="2" charset="0"/>
                <a:ea typeface="Tahoma"/>
                <a:cs typeface="Tahoma"/>
                <a:sym typeface="Tahoma"/>
              </a:rPr>
              <a:t>: </a:t>
            </a:r>
            <a:r>
              <a:rPr lang="en-US" sz="1049" b="0" i="0" u="sng" strike="noStrike" cap="none" smtClean="0">
                <a:solidFill>
                  <a:srgbClr val="282A75"/>
                </a:solidFill>
                <a:latin typeface="Montserrat" panose="00000500000000000000" pitchFamily="2" charset="0"/>
                <a:ea typeface="Verdana"/>
                <a:cs typeface="Tahoma"/>
                <a:sym typeface="Verdana"/>
              </a:rPr>
              <a:t>Nhung</a:t>
            </a:r>
            <a:r>
              <a:rPr lang="en-US" sz="1049" b="0" i="0" u="sng" strike="noStrike" cap="none" smtClean="0">
                <a:solidFill>
                  <a:srgbClr val="282A75"/>
                </a:solidFill>
                <a:latin typeface="Montserrat" panose="00000500000000000000" pitchFamily="2" charset="0"/>
                <a:ea typeface="Verdana"/>
                <a:cs typeface="Verdana"/>
                <a:sym typeface="Verdana"/>
              </a:rPr>
              <a:t>.edu.vn</a:t>
            </a:r>
            <a:endParaRPr sz="1049" b="0" i="0" u="none" strike="noStrike" cap="none" dirty="0">
              <a:solidFill>
                <a:srgbClr val="282A75"/>
              </a:solidFill>
              <a:latin typeface="Montserrat" panose="00000500000000000000" pitchFamily="2" charset="0"/>
              <a:ea typeface="Verdana"/>
              <a:cs typeface="Verdana"/>
              <a:sym typeface="Verdana"/>
            </a:endParaRPr>
          </a:p>
          <a:p>
            <a:pPr marL="6498" marR="0" lvl="0" indent="0" algn="l" rtl="0">
              <a:lnSpc>
                <a:spcPct val="100000"/>
              </a:lnSpc>
              <a:spcBef>
                <a:spcPts val="218"/>
              </a:spcBef>
              <a:spcAft>
                <a:spcPts val="0"/>
              </a:spcAft>
              <a:buClr>
                <a:srgbClr val="000000"/>
              </a:buClr>
              <a:buSzPts val="2050"/>
              <a:buFont typeface="Arial"/>
              <a:buNone/>
            </a:pPr>
            <a:r>
              <a:rPr lang="en-US" sz="1049" b="1" i="0" u="none" strike="noStrike" cap="none">
                <a:solidFill>
                  <a:srgbClr val="F8A41A"/>
                </a:solidFill>
                <a:latin typeface="Montserrat" panose="00000500000000000000" pitchFamily="2" charset="0"/>
                <a:ea typeface="Tahoma"/>
                <a:cs typeface="Tahoma"/>
                <a:sym typeface="Tahoma"/>
              </a:rPr>
              <a:t>W: </a:t>
            </a:r>
            <a:r>
              <a:rPr lang="en-US" sz="1049" b="0" i="0" u="sng" strike="noStrike" cap="none">
                <a:solidFill>
                  <a:srgbClr val="282A75"/>
                </a:solidFill>
                <a:latin typeface="Montserrat" panose="00000500000000000000" pitchFamily="2" charset="0"/>
                <a:ea typeface="Verdana"/>
                <a:cs typeface="Verdana"/>
                <a:sym typeface="Verdana"/>
              </a:rPr>
              <a:t>itde.hvnh.edu.vn</a:t>
            </a:r>
            <a:endParaRPr sz="1049" b="0" i="0" u="none" strike="noStrike" cap="none" dirty="0">
              <a:solidFill>
                <a:srgbClr val="282A75"/>
              </a:solidFill>
              <a:latin typeface="Montserrat" panose="00000500000000000000" pitchFamily="2" charset="0"/>
              <a:ea typeface="Verdana"/>
              <a:cs typeface="Verdana"/>
              <a:sym typeface="Verdana"/>
            </a:endParaRPr>
          </a:p>
        </p:txBody>
      </p:sp>
    </p:spTree>
    <p:extLst>
      <p:ext uri="{BB962C8B-B14F-4D97-AF65-F5344CB8AC3E}">
        <p14:creationId xmlns:p14="http://schemas.microsoft.com/office/powerpoint/2010/main" val="142050159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able of Contents">
    <p:spTree>
      <p:nvGrpSpPr>
        <p:cNvPr id="1" name=""/>
        <p:cNvGrpSpPr/>
        <p:nvPr/>
      </p:nvGrpSpPr>
      <p:grpSpPr>
        <a:xfrm>
          <a:off x="0" y="0"/>
          <a:ext cx="0" cy="0"/>
          <a:chOff x="0" y="0"/>
          <a:chExt cx="0" cy="0"/>
        </a:xfrm>
      </p:grpSpPr>
      <p:grpSp>
        <p:nvGrpSpPr>
          <p:cNvPr id="7" name="Google Shape;55;p2">
            <a:extLst>
              <a:ext uri="{FF2B5EF4-FFF2-40B4-BE49-F238E27FC236}">
                <a16:creationId xmlns:a16="http://schemas.microsoft.com/office/drawing/2014/main" id="{E1863923-67E7-BD08-F45F-E69472E308CE}"/>
              </a:ext>
            </a:extLst>
          </p:cNvPr>
          <p:cNvGrpSpPr/>
          <p:nvPr/>
        </p:nvGrpSpPr>
        <p:grpSpPr>
          <a:xfrm>
            <a:off x="1" y="2937956"/>
            <a:ext cx="5257395" cy="3920045"/>
            <a:chOff x="0" y="4844365"/>
            <a:chExt cx="10274638" cy="6464444"/>
          </a:xfrm>
        </p:grpSpPr>
        <p:sp>
          <p:nvSpPr>
            <p:cNvPr id="8" name="Google Shape;56;p2">
              <a:extLst>
                <a:ext uri="{FF2B5EF4-FFF2-40B4-BE49-F238E27FC236}">
                  <a16:creationId xmlns:a16="http://schemas.microsoft.com/office/drawing/2014/main" id="{65CDFDA5-C941-9D33-1D38-AC592913ACD9}"/>
                </a:ext>
              </a:extLst>
            </p:cNvPr>
            <p:cNvSpPr/>
            <p:nvPr/>
          </p:nvSpPr>
          <p:spPr>
            <a:xfrm>
              <a:off x="0" y="4844509"/>
              <a:ext cx="10274300" cy="6464300"/>
            </a:xfrm>
            <a:custGeom>
              <a:avLst/>
              <a:gdLst/>
              <a:ahLst/>
              <a:cxnLst/>
              <a:rect l="l" t="t" r="r" b="b"/>
              <a:pathLst>
                <a:path w="10274300" h="6464300" extrusionOk="0">
                  <a:moveTo>
                    <a:pt x="2296401" y="2525522"/>
                  </a:moveTo>
                  <a:lnTo>
                    <a:pt x="2248281" y="2520404"/>
                  </a:lnTo>
                  <a:lnTo>
                    <a:pt x="2200783" y="2513228"/>
                  </a:lnTo>
                  <a:lnTo>
                    <a:pt x="2153958" y="2504033"/>
                  </a:lnTo>
                  <a:lnTo>
                    <a:pt x="2107857" y="2492870"/>
                  </a:lnTo>
                  <a:lnTo>
                    <a:pt x="2062518" y="2479789"/>
                  </a:lnTo>
                  <a:lnTo>
                    <a:pt x="2017991" y="2464828"/>
                  </a:lnTo>
                  <a:lnTo>
                    <a:pt x="1974329" y="2448026"/>
                  </a:lnTo>
                  <a:lnTo>
                    <a:pt x="1931568" y="2429459"/>
                  </a:lnTo>
                  <a:lnTo>
                    <a:pt x="1889747" y="2409139"/>
                  </a:lnTo>
                  <a:lnTo>
                    <a:pt x="1848929" y="2387130"/>
                  </a:lnTo>
                  <a:lnTo>
                    <a:pt x="1809165" y="2363482"/>
                  </a:lnTo>
                  <a:lnTo>
                    <a:pt x="1770481" y="2338235"/>
                  </a:lnTo>
                  <a:lnTo>
                    <a:pt x="1732927" y="2311438"/>
                  </a:lnTo>
                  <a:lnTo>
                    <a:pt x="1696567" y="2283129"/>
                  </a:lnTo>
                  <a:lnTo>
                    <a:pt x="1661426" y="2253361"/>
                  </a:lnTo>
                  <a:lnTo>
                    <a:pt x="1627568" y="2222182"/>
                  </a:lnTo>
                  <a:lnTo>
                    <a:pt x="1595018" y="2189632"/>
                  </a:lnTo>
                  <a:lnTo>
                    <a:pt x="1563852" y="2155761"/>
                  </a:lnTo>
                  <a:lnTo>
                    <a:pt x="1534083" y="2120620"/>
                  </a:lnTo>
                  <a:lnTo>
                    <a:pt x="1505788" y="2084260"/>
                  </a:lnTo>
                  <a:lnTo>
                    <a:pt x="1478991" y="2046706"/>
                  </a:lnTo>
                  <a:lnTo>
                    <a:pt x="1453756" y="2008022"/>
                  </a:lnTo>
                  <a:lnTo>
                    <a:pt x="1430108" y="1968246"/>
                  </a:lnTo>
                  <a:lnTo>
                    <a:pt x="1408112" y="1927428"/>
                  </a:lnTo>
                  <a:lnTo>
                    <a:pt x="1387817" y="1885619"/>
                  </a:lnTo>
                  <a:lnTo>
                    <a:pt x="1369250" y="1842858"/>
                  </a:lnTo>
                  <a:lnTo>
                    <a:pt x="1352461" y="1799183"/>
                  </a:lnTo>
                  <a:lnTo>
                    <a:pt x="1337513" y="1754670"/>
                  </a:lnTo>
                  <a:lnTo>
                    <a:pt x="1324444" y="1709331"/>
                  </a:lnTo>
                  <a:lnTo>
                    <a:pt x="1313294" y="1663242"/>
                  </a:lnTo>
                  <a:lnTo>
                    <a:pt x="1304112" y="1616430"/>
                  </a:lnTo>
                  <a:lnTo>
                    <a:pt x="1296936" y="1568932"/>
                  </a:lnTo>
                  <a:lnTo>
                    <a:pt x="1291831" y="1520825"/>
                  </a:lnTo>
                  <a:lnTo>
                    <a:pt x="1004697" y="1520825"/>
                  </a:lnTo>
                  <a:lnTo>
                    <a:pt x="999578" y="1568932"/>
                  </a:lnTo>
                  <a:lnTo>
                    <a:pt x="992403" y="1616430"/>
                  </a:lnTo>
                  <a:lnTo>
                    <a:pt x="983208" y="1663242"/>
                  </a:lnTo>
                  <a:lnTo>
                    <a:pt x="972045" y="1709331"/>
                  </a:lnTo>
                  <a:lnTo>
                    <a:pt x="958951" y="1754670"/>
                  </a:lnTo>
                  <a:lnTo>
                    <a:pt x="943991" y="1799183"/>
                  </a:lnTo>
                  <a:lnTo>
                    <a:pt x="927201" y="1842858"/>
                  </a:lnTo>
                  <a:lnTo>
                    <a:pt x="908621" y="1885619"/>
                  </a:lnTo>
                  <a:lnTo>
                    <a:pt x="888314" y="1927428"/>
                  </a:lnTo>
                  <a:lnTo>
                    <a:pt x="866305" y="1968246"/>
                  </a:lnTo>
                  <a:lnTo>
                    <a:pt x="842645" y="2008022"/>
                  </a:lnTo>
                  <a:lnTo>
                    <a:pt x="817397" y="2046706"/>
                  </a:lnTo>
                  <a:lnTo>
                    <a:pt x="790600" y="2084260"/>
                  </a:lnTo>
                  <a:lnTo>
                    <a:pt x="762292" y="2120620"/>
                  </a:lnTo>
                  <a:lnTo>
                    <a:pt x="732523" y="2155761"/>
                  </a:lnTo>
                  <a:lnTo>
                    <a:pt x="701344" y="2189632"/>
                  </a:lnTo>
                  <a:lnTo>
                    <a:pt x="668794" y="2222182"/>
                  </a:lnTo>
                  <a:lnTo>
                    <a:pt x="634923" y="2253361"/>
                  </a:lnTo>
                  <a:lnTo>
                    <a:pt x="599782" y="2283129"/>
                  </a:lnTo>
                  <a:lnTo>
                    <a:pt x="563422" y="2311438"/>
                  </a:lnTo>
                  <a:lnTo>
                    <a:pt x="525868" y="2338235"/>
                  </a:lnTo>
                  <a:lnTo>
                    <a:pt x="487184" y="2363482"/>
                  </a:lnTo>
                  <a:lnTo>
                    <a:pt x="447408" y="2387130"/>
                  </a:lnTo>
                  <a:lnTo>
                    <a:pt x="406590" y="2409139"/>
                  </a:lnTo>
                  <a:lnTo>
                    <a:pt x="364782" y="2429459"/>
                  </a:lnTo>
                  <a:lnTo>
                    <a:pt x="322021" y="2448026"/>
                  </a:lnTo>
                  <a:lnTo>
                    <a:pt x="278358" y="2464828"/>
                  </a:lnTo>
                  <a:lnTo>
                    <a:pt x="233832" y="2479789"/>
                  </a:lnTo>
                  <a:lnTo>
                    <a:pt x="188493" y="2492870"/>
                  </a:lnTo>
                  <a:lnTo>
                    <a:pt x="142405" y="2504033"/>
                  </a:lnTo>
                  <a:lnTo>
                    <a:pt x="95592" y="2513228"/>
                  </a:lnTo>
                  <a:lnTo>
                    <a:pt x="48107" y="2520404"/>
                  </a:lnTo>
                  <a:lnTo>
                    <a:pt x="0" y="2525522"/>
                  </a:lnTo>
                  <a:lnTo>
                    <a:pt x="0" y="2812669"/>
                  </a:lnTo>
                  <a:lnTo>
                    <a:pt x="48107" y="2817787"/>
                  </a:lnTo>
                  <a:lnTo>
                    <a:pt x="95592" y="2824962"/>
                  </a:lnTo>
                  <a:lnTo>
                    <a:pt x="142405" y="2834157"/>
                  </a:lnTo>
                  <a:lnTo>
                    <a:pt x="188493" y="2845320"/>
                  </a:lnTo>
                  <a:lnTo>
                    <a:pt x="233832" y="2858414"/>
                  </a:lnTo>
                  <a:lnTo>
                    <a:pt x="278358" y="2873375"/>
                  </a:lnTo>
                  <a:lnTo>
                    <a:pt x="322021" y="2890164"/>
                  </a:lnTo>
                  <a:lnTo>
                    <a:pt x="364782" y="2908744"/>
                  </a:lnTo>
                  <a:lnTo>
                    <a:pt x="406590" y="2929064"/>
                  </a:lnTo>
                  <a:lnTo>
                    <a:pt x="447408" y="2951061"/>
                  </a:lnTo>
                  <a:lnTo>
                    <a:pt x="487184" y="2974721"/>
                  </a:lnTo>
                  <a:lnTo>
                    <a:pt x="525868" y="2999968"/>
                  </a:lnTo>
                  <a:lnTo>
                    <a:pt x="563422" y="3026765"/>
                  </a:lnTo>
                  <a:lnTo>
                    <a:pt x="599782" y="3055074"/>
                  </a:lnTo>
                  <a:lnTo>
                    <a:pt x="634923" y="3084842"/>
                  </a:lnTo>
                  <a:lnTo>
                    <a:pt x="668794" y="3116021"/>
                  </a:lnTo>
                  <a:lnTo>
                    <a:pt x="701344" y="3148571"/>
                  </a:lnTo>
                  <a:lnTo>
                    <a:pt x="732523" y="3182442"/>
                  </a:lnTo>
                  <a:lnTo>
                    <a:pt x="762292" y="3217583"/>
                  </a:lnTo>
                  <a:lnTo>
                    <a:pt x="790600" y="3253943"/>
                  </a:lnTo>
                  <a:lnTo>
                    <a:pt x="817397" y="3291497"/>
                  </a:lnTo>
                  <a:lnTo>
                    <a:pt x="842645" y="3330181"/>
                  </a:lnTo>
                  <a:lnTo>
                    <a:pt x="866305" y="3369957"/>
                  </a:lnTo>
                  <a:lnTo>
                    <a:pt x="888314" y="3410775"/>
                  </a:lnTo>
                  <a:lnTo>
                    <a:pt x="908621" y="3452584"/>
                  </a:lnTo>
                  <a:lnTo>
                    <a:pt x="927201" y="3495344"/>
                  </a:lnTo>
                  <a:lnTo>
                    <a:pt x="943991" y="3539020"/>
                  </a:lnTo>
                  <a:lnTo>
                    <a:pt x="958951" y="3583533"/>
                  </a:lnTo>
                  <a:lnTo>
                    <a:pt x="972045" y="3628872"/>
                  </a:lnTo>
                  <a:lnTo>
                    <a:pt x="983208" y="3674961"/>
                  </a:lnTo>
                  <a:lnTo>
                    <a:pt x="992403" y="3721773"/>
                  </a:lnTo>
                  <a:lnTo>
                    <a:pt x="999578" y="3769271"/>
                  </a:lnTo>
                  <a:lnTo>
                    <a:pt x="1004697" y="3817378"/>
                  </a:lnTo>
                  <a:lnTo>
                    <a:pt x="1291831" y="3817378"/>
                  </a:lnTo>
                  <a:lnTo>
                    <a:pt x="1296936" y="3769271"/>
                  </a:lnTo>
                  <a:lnTo>
                    <a:pt x="1304112" y="3721773"/>
                  </a:lnTo>
                  <a:lnTo>
                    <a:pt x="1313294" y="3674961"/>
                  </a:lnTo>
                  <a:lnTo>
                    <a:pt x="1324444" y="3628872"/>
                  </a:lnTo>
                  <a:lnTo>
                    <a:pt x="1337513" y="3583533"/>
                  </a:lnTo>
                  <a:lnTo>
                    <a:pt x="1352461" y="3539020"/>
                  </a:lnTo>
                  <a:lnTo>
                    <a:pt x="1369250" y="3495344"/>
                  </a:lnTo>
                  <a:lnTo>
                    <a:pt x="1387817" y="3452584"/>
                  </a:lnTo>
                  <a:lnTo>
                    <a:pt x="1408112" y="3410775"/>
                  </a:lnTo>
                  <a:lnTo>
                    <a:pt x="1430108" y="3369957"/>
                  </a:lnTo>
                  <a:lnTo>
                    <a:pt x="1453756" y="3330181"/>
                  </a:lnTo>
                  <a:lnTo>
                    <a:pt x="1478991" y="3291497"/>
                  </a:lnTo>
                  <a:lnTo>
                    <a:pt x="1505788" y="3253943"/>
                  </a:lnTo>
                  <a:lnTo>
                    <a:pt x="1534083" y="3217583"/>
                  </a:lnTo>
                  <a:lnTo>
                    <a:pt x="1563852" y="3182442"/>
                  </a:lnTo>
                  <a:lnTo>
                    <a:pt x="1595018" y="3148571"/>
                  </a:lnTo>
                  <a:lnTo>
                    <a:pt x="1627568" y="3116021"/>
                  </a:lnTo>
                  <a:lnTo>
                    <a:pt x="1661426" y="3084842"/>
                  </a:lnTo>
                  <a:lnTo>
                    <a:pt x="1696567" y="3055074"/>
                  </a:lnTo>
                  <a:lnTo>
                    <a:pt x="1732927" y="3026765"/>
                  </a:lnTo>
                  <a:lnTo>
                    <a:pt x="1770481" y="2999968"/>
                  </a:lnTo>
                  <a:lnTo>
                    <a:pt x="1809165" y="2974721"/>
                  </a:lnTo>
                  <a:lnTo>
                    <a:pt x="1848929" y="2951061"/>
                  </a:lnTo>
                  <a:lnTo>
                    <a:pt x="1889747" y="2929064"/>
                  </a:lnTo>
                  <a:lnTo>
                    <a:pt x="1931568" y="2908744"/>
                  </a:lnTo>
                  <a:lnTo>
                    <a:pt x="1974329" y="2890164"/>
                  </a:lnTo>
                  <a:lnTo>
                    <a:pt x="2017991" y="2873375"/>
                  </a:lnTo>
                  <a:lnTo>
                    <a:pt x="2062518" y="2858414"/>
                  </a:lnTo>
                  <a:lnTo>
                    <a:pt x="2107857" y="2845320"/>
                  </a:lnTo>
                  <a:lnTo>
                    <a:pt x="2153958" y="2834157"/>
                  </a:lnTo>
                  <a:lnTo>
                    <a:pt x="2200783" y="2824962"/>
                  </a:lnTo>
                  <a:lnTo>
                    <a:pt x="2248281" y="2817787"/>
                  </a:lnTo>
                  <a:lnTo>
                    <a:pt x="2296401" y="2812669"/>
                  </a:lnTo>
                  <a:lnTo>
                    <a:pt x="2296401" y="2525522"/>
                  </a:lnTo>
                  <a:close/>
                </a:path>
                <a:path w="10274300" h="6464300" extrusionOk="0">
                  <a:moveTo>
                    <a:pt x="10273894" y="4562703"/>
                  </a:moveTo>
                  <a:lnTo>
                    <a:pt x="5711202" y="4562703"/>
                  </a:lnTo>
                  <a:lnTo>
                    <a:pt x="5660047" y="4563376"/>
                  </a:lnTo>
                  <a:lnTo>
                    <a:pt x="5609209" y="4565396"/>
                  </a:lnTo>
                  <a:lnTo>
                    <a:pt x="5558726" y="4568736"/>
                  </a:lnTo>
                  <a:lnTo>
                    <a:pt x="5508587" y="4573384"/>
                  </a:lnTo>
                  <a:lnTo>
                    <a:pt x="5458828" y="4579328"/>
                  </a:lnTo>
                  <a:lnTo>
                    <a:pt x="5409476" y="4586554"/>
                  </a:lnTo>
                  <a:lnTo>
                    <a:pt x="5360517" y="4595025"/>
                  </a:lnTo>
                  <a:lnTo>
                    <a:pt x="5312003" y="4604753"/>
                  </a:lnTo>
                  <a:lnTo>
                    <a:pt x="5263934" y="4615713"/>
                  </a:lnTo>
                  <a:lnTo>
                    <a:pt x="5216334" y="4627867"/>
                  </a:lnTo>
                  <a:lnTo>
                    <a:pt x="5169217" y="4641227"/>
                  </a:lnTo>
                  <a:lnTo>
                    <a:pt x="5122596" y="4655769"/>
                  </a:lnTo>
                  <a:lnTo>
                    <a:pt x="5076507" y="4671479"/>
                  </a:lnTo>
                  <a:lnTo>
                    <a:pt x="5030940" y="4688319"/>
                  </a:lnTo>
                  <a:lnTo>
                    <a:pt x="4985944" y="4706302"/>
                  </a:lnTo>
                  <a:lnTo>
                    <a:pt x="4941519" y="4725403"/>
                  </a:lnTo>
                  <a:lnTo>
                    <a:pt x="4897691" y="4745596"/>
                  </a:lnTo>
                  <a:lnTo>
                    <a:pt x="4854460" y="4766869"/>
                  </a:lnTo>
                  <a:lnTo>
                    <a:pt x="4811865" y="4789208"/>
                  </a:lnTo>
                  <a:lnTo>
                    <a:pt x="4769929" y="4812601"/>
                  </a:lnTo>
                  <a:lnTo>
                    <a:pt x="4728642" y="4837036"/>
                  </a:lnTo>
                  <a:lnTo>
                    <a:pt x="4688040" y="4862487"/>
                  </a:lnTo>
                  <a:lnTo>
                    <a:pt x="4648149" y="4888928"/>
                  </a:lnTo>
                  <a:lnTo>
                    <a:pt x="4608969" y="4916360"/>
                  </a:lnTo>
                  <a:lnTo>
                    <a:pt x="4570527" y="4944770"/>
                  </a:lnTo>
                  <a:lnTo>
                    <a:pt x="4571530" y="4895202"/>
                  </a:lnTo>
                  <a:lnTo>
                    <a:pt x="4574502" y="4847514"/>
                  </a:lnTo>
                  <a:lnTo>
                    <a:pt x="4579417" y="4800371"/>
                  </a:lnTo>
                  <a:lnTo>
                    <a:pt x="4586224" y="4753826"/>
                  </a:lnTo>
                  <a:lnTo>
                    <a:pt x="4594898" y="4707890"/>
                  </a:lnTo>
                  <a:lnTo>
                    <a:pt x="4605375" y="4662640"/>
                  </a:lnTo>
                  <a:lnTo>
                    <a:pt x="4617644" y="4618075"/>
                  </a:lnTo>
                  <a:lnTo>
                    <a:pt x="4631639" y="4574273"/>
                  </a:lnTo>
                  <a:lnTo>
                    <a:pt x="4647349" y="4531258"/>
                  </a:lnTo>
                  <a:lnTo>
                    <a:pt x="4664697" y="4489056"/>
                  </a:lnTo>
                  <a:lnTo>
                    <a:pt x="4683684" y="4447730"/>
                  </a:lnTo>
                  <a:lnTo>
                    <a:pt x="4704232" y="4407293"/>
                  </a:lnTo>
                  <a:lnTo>
                    <a:pt x="4726330" y="4367809"/>
                  </a:lnTo>
                  <a:lnTo>
                    <a:pt x="4749927" y="4329315"/>
                  </a:lnTo>
                  <a:lnTo>
                    <a:pt x="4774984" y="4291838"/>
                  </a:lnTo>
                  <a:lnTo>
                    <a:pt x="4801463" y="4255427"/>
                  </a:lnTo>
                  <a:lnTo>
                    <a:pt x="4829314" y="4220121"/>
                  </a:lnTo>
                  <a:lnTo>
                    <a:pt x="4858512" y="4185958"/>
                  </a:lnTo>
                  <a:lnTo>
                    <a:pt x="4889017" y="4152963"/>
                  </a:lnTo>
                  <a:lnTo>
                    <a:pt x="4920780" y="4121213"/>
                  </a:lnTo>
                  <a:lnTo>
                    <a:pt x="4953762" y="4090708"/>
                  </a:lnTo>
                  <a:lnTo>
                    <a:pt x="4987925" y="4061510"/>
                  </a:lnTo>
                  <a:lnTo>
                    <a:pt x="5023243" y="4033647"/>
                  </a:lnTo>
                  <a:lnTo>
                    <a:pt x="5059654" y="4007180"/>
                  </a:lnTo>
                  <a:lnTo>
                    <a:pt x="5097132" y="3982123"/>
                  </a:lnTo>
                  <a:lnTo>
                    <a:pt x="5135626" y="3958526"/>
                  </a:lnTo>
                  <a:lnTo>
                    <a:pt x="5175110" y="3936428"/>
                  </a:lnTo>
                  <a:lnTo>
                    <a:pt x="5215534" y="3915867"/>
                  </a:lnTo>
                  <a:lnTo>
                    <a:pt x="5256873" y="3896893"/>
                  </a:lnTo>
                  <a:lnTo>
                    <a:pt x="5299062" y="3879532"/>
                  </a:lnTo>
                  <a:lnTo>
                    <a:pt x="5342090" y="3863835"/>
                  </a:lnTo>
                  <a:lnTo>
                    <a:pt x="5385892" y="3849840"/>
                  </a:lnTo>
                  <a:lnTo>
                    <a:pt x="5430444" y="3837571"/>
                  </a:lnTo>
                  <a:lnTo>
                    <a:pt x="5475706" y="3827081"/>
                  </a:lnTo>
                  <a:lnTo>
                    <a:pt x="5521630" y="3818420"/>
                  </a:lnTo>
                  <a:lnTo>
                    <a:pt x="5568175" y="3811613"/>
                  </a:lnTo>
                  <a:lnTo>
                    <a:pt x="5615317" y="3806698"/>
                  </a:lnTo>
                  <a:lnTo>
                    <a:pt x="5663006" y="3803713"/>
                  </a:lnTo>
                  <a:lnTo>
                    <a:pt x="5711202" y="3802710"/>
                  </a:lnTo>
                  <a:lnTo>
                    <a:pt x="8372538" y="3802710"/>
                  </a:lnTo>
                  <a:lnTo>
                    <a:pt x="8372538" y="3042031"/>
                  </a:lnTo>
                  <a:lnTo>
                    <a:pt x="5711202" y="3042031"/>
                  </a:lnTo>
                  <a:lnTo>
                    <a:pt x="5660047" y="3042704"/>
                  </a:lnTo>
                  <a:lnTo>
                    <a:pt x="5609209" y="3044723"/>
                  </a:lnTo>
                  <a:lnTo>
                    <a:pt x="5558726" y="3048063"/>
                  </a:lnTo>
                  <a:lnTo>
                    <a:pt x="5508587" y="3052711"/>
                  </a:lnTo>
                  <a:lnTo>
                    <a:pt x="5458828" y="3058655"/>
                  </a:lnTo>
                  <a:lnTo>
                    <a:pt x="5409476" y="3065869"/>
                  </a:lnTo>
                  <a:lnTo>
                    <a:pt x="5360517" y="3074339"/>
                  </a:lnTo>
                  <a:lnTo>
                    <a:pt x="5312003" y="3084055"/>
                  </a:lnTo>
                  <a:lnTo>
                    <a:pt x="5263934" y="3095002"/>
                  </a:lnTo>
                  <a:lnTo>
                    <a:pt x="5216334" y="3107156"/>
                  </a:lnTo>
                  <a:lnTo>
                    <a:pt x="5169217" y="3120504"/>
                  </a:lnTo>
                  <a:lnTo>
                    <a:pt x="5122596" y="3135020"/>
                  </a:lnTo>
                  <a:lnTo>
                    <a:pt x="5076507" y="3150705"/>
                  </a:lnTo>
                  <a:lnTo>
                    <a:pt x="5030940" y="3167532"/>
                  </a:lnTo>
                  <a:lnTo>
                    <a:pt x="4985944" y="3185490"/>
                  </a:lnTo>
                  <a:lnTo>
                    <a:pt x="4941519" y="3204553"/>
                  </a:lnTo>
                  <a:lnTo>
                    <a:pt x="4897691" y="3224707"/>
                  </a:lnTo>
                  <a:lnTo>
                    <a:pt x="4854460" y="3245942"/>
                  </a:lnTo>
                  <a:lnTo>
                    <a:pt x="4811865" y="3268243"/>
                  </a:lnTo>
                  <a:lnTo>
                    <a:pt x="4769929" y="3291586"/>
                  </a:lnTo>
                  <a:lnTo>
                    <a:pt x="4728642" y="3315957"/>
                  </a:lnTo>
                  <a:lnTo>
                    <a:pt x="4688040" y="3341344"/>
                  </a:lnTo>
                  <a:lnTo>
                    <a:pt x="4648149" y="3367722"/>
                  </a:lnTo>
                  <a:lnTo>
                    <a:pt x="4608969" y="3395078"/>
                  </a:lnTo>
                  <a:lnTo>
                    <a:pt x="4570527" y="3423412"/>
                  </a:lnTo>
                  <a:lnTo>
                    <a:pt x="4571530" y="3373882"/>
                  </a:lnTo>
                  <a:lnTo>
                    <a:pt x="4574502" y="3326244"/>
                  </a:lnTo>
                  <a:lnTo>
                    <a:pt x="4579417" y="3279152"/>
                  </a:lnTo>
                  <a:lnTo>
                    <a:pt x="4586224" y="3232645"/>
                  </a:lnTo>
                  <a:lnTo>
                    <a:pt x="4594898" y="3186760"/>
                  </a:lnTo>
                  <a:lnTo>
                    <a:pt x="4605375" y="3141548"/>
                  </a:lnTo>
                  <a:lnTo>
                    <a:pt x="4617644" y="3097022"/>
                  </a:lnTo>
                  <a:lnTo>
                    <a:pt x="4631639" y="3053257"/>
                  </a:lnTo>
                  <a:lnTo>
                    <a:pt x="4647349" y="3010268"/>
                  </a:lnTo>
                  <a:lnTo>
                    <a:pt x="4664697" y="2968104"/>
                  </a:lnTo>
                  <a:lnTo>
                    <a:pt x="4683684" y="2926791"/>
                  </a:lnTo>
                  <a:lnTo>
                    <a:pt x="4704232" y="2886392"/>
                  </a:lnTo>
                  <a:lnTo>
                    <a:pt x="4726330" y="2846933"/>
                  </a:lnTo>
                  <a:lnTo>
                    <a:pt x="4749927" y="2808465"/>
                  </a:lnTo>
                  <a:lnTo>
                    <a:pt x="4774984" y="2771013"/>
                  </a:lnTo>
                  <a:lnTo>
                    <a:pt x="4801463" y="2734614"/>
                  </a:lnTo>
                  <a:lnTo>
                    <a:pt x="4829314" y="2699321"/>
                  </a:lnTo>
                  <a:lnTo>
                    <a:pt x="4858512" y="2665171"/>
                  </a:lnTo>
                  <a:lnTo>
                    <a:pt x="4889017" y="2632202"/>
                  </a:lnTo>
                  <a:lnTo>
                    <a:pt x="4920780" y="2600452"/>
                  </a:lnTo>
                  <a:lnTo>
                    <a:pt x="4953762" y="2569972"/>
                  </a:lnTo>
                  <a:lnTo>
                    <a:pt x="4987925" y="2540774"/>
                  </a:lnTo>
                  <a:lnTo>
                    <a:pt x="5023243" y="2512936"/>
                  </a:lnTo>
                  <a:lnTo>
                    <a:pt x="5059654" y="2486456"/>
                  </a:lnTo>
                  <a:lnTo>
                    <a:pt x="5097132" y="2461412"/>
                  </a:lnTo>
                  <a:lnTo>
                    <a:pt x="5135626" y="2437828"/>
                  </a:lnTo>
                  <a:lnTo>
                    <a:pt x="5175110" y="2415730"/>
                  </a:lnTo>
                  <a:lnTo>
                    <a:pt x="5215534" y="2395182"/>
                  </a:lnTo>
                  <a:lnTo>
                    <a:pt x="5256873" y="2376208"/>
                  </a:lnTo>
                  <a:lnTo>
                    <a:pt x="5299062" y="2358847"/>
                  </a:lnTo>
                  <a:lnTo>
                    <a:pt x="5342090" y="2343150"/>
                  </a:lnTo>
                  <a:lnTo>
                    <a:pt x="5385892" y="2329154"/>
                  </a:lnTo>
                  <a:lnTo>
                    <a:pt x="5430444" y="2316899"/>
                  </a:lnTo>
                  <a:lnTo>
                    <a:pt x="5475706" y="2306409"/>
                  </a:lnTo>
                  <a:lnTo>
                    <a:pt x="5521630" y="2297747"/>
                  </a:lnTo>
                  <a:lnTo>
                    <a:pt x="5568175" y="2290927"/>
                  </a:lnTo>
                  <a:lnTo>
                    <a:pt x="5615317" y="2286012"/>
                  </a:lnTo>
                  <a:lnTo>
                    <a:pt x="5663006" y="2283041"/>
                  </a:lnTo>
                  <a:lnTo>
                    <a:pt x="5711202" y="2282037"/>
                  </a:lnTo>
                  <a:lnTo>
                    <a:pt x="7612558" y="2282037"/>
                  </a:lnTo>
                  <a:lnTo>
                    <a:pt x="7612558" y="1520672"/>
                  </a:lnTo>
                  <a:lnTo>
                    <a:pt x="5711202" y="1520672"/>
                  </a:lnTo>
                  <a:lnTo>
                    <a:pt x="5660047" y="1521345"/>
                  </a:lnTo>
                  <a:lnTo>
                    <a:pt x="5609209" y="1523365"/>
                  </a:lnTo>
                  <a:lnTo>
                    <a:pt x="5558726" y="1526705"/>
                  </a:lnTo>
                  <a:lnTo>
                    <a:pt x="5508587" y="1531353"/>
                  </a:lnTo>
                  <a:lnTo>
                    <a:pt x="5458828" y="1537296"/>
                  </a:lnTo>
                  <a:lnTo>
                    <a:pt x="5409476" y="1544523"/>
                  </a:lnTo>
                  <a:lnTo>
                    <a:pt x="5360517" y="1552994"/>
                  </a:lnTo>
                  <a:lnTo>
                    <a:pt x="5312003" y="1562722"/>
                  </a:lnTo>
                  <a:lnTo>
                    <a:pt x="5263934" y="1573669"/>
                  </a:lnTo>
                  <a:lnTo>
                    <a:pt x="5216334" y="1585836"/>
                  </a:lnTo>
                  <a:lnTo>
                    <a:pt x="5169217" y="1599196"/>
                  </a:lnTo>
                  <a:lnTo>
                    <a:pt x="5122596" y="1613738"/>
                  </a:lnTo>
                  <a:lnTo>
                    <a:pt x="5076507" y="1629435"/>
                  </a:lnTo>
                  <a:lnTo>
                    <a:pt x="5030940" y="1646288"/>
                  </a:lnTo>
                  <a:lnTo>
                    <a:pt x="4985944" y="1664271"/>
                  </a:lnTo>
                  <a:lnTo>
                    <a:pt x="4941519" y="1683372"/>
                  </a:lnTo>
                  <a:lnTo>
                    <a:pt x="4897691" y="1703565"/>
                  </a:lnTo>
                  <a:lnTo>
                    <a:pt x="4854460" y="1724837"/>
                  </a:lnTo>
                  <a:lnTo>
                    <a:pt x="4811865" y="1747177"/>
                  </a:lnTo>
                  <a:lnTo>
                    <a:pt x="4769929" y="1770570"/>
                  </a:lnTo>
                  <a:lnTo>
                    <a:pt x="4728642" y="1795005"/>
                  </a:lnTo>
                  <a:lnTo>
                    <a:pt x="4688040" y="1820443"/>
                  </a:lnTo>
                  <a:lnTo>
                    <a:pt x="4648149" y="1846897"/>
                  </a:lnTo>
                  <a:lnTo>
                    <a:pt x="4608969" y="1874329"/>
                  </a:lnTo>
                  <a:lnTo>
                    <a:pt x="4570527" y="1902726"/>
                  </a:lnTo>
                  <a:lnTo>
                    <a:pt x="4571530" y="1853209"/>
                  </a:lnTo>
                  <a:lnTo>
                    <a:pt x="4574502" y="1805571"/>
                  </a:lnTo>
                  <a:lnTo>
                    <a:pt x="4579417" y="1758467"/>
                  </a:lnTo>
                  <a:lnTo>
                    <a:pt x="4586224" y="1711947"/>
                  </a:lnTo>
                  <a:lnTo>
                    <a:pt x="4594898" y="1666062"/>
                  </a:lnTo>
                  <a:lnTo>
                    <a:pt x="4605375" y="1620824"/>
                  </a:lnTo>
                  <a:lnTo>
                    <a:pt x="4617644" y="1576298"/>
                  </a:lnTo>
                  <a:lnTo>
                    <a:pt x="4631639" y="1532509"/>
                  </a:lnTo>
                  <a:lnTo>
                    <a:pt x="4647349" y="1489506"/>
                  </a:lnTo>
                  <a:lnTo>
                    <a:pt x="4664697" y="1447317"/>
                  </a:lnTo>
                  <a:lnTo>
                    <a:pt x="4683684" y="1405991"/>
                  </a:lnTo>
                  <a:lnTo>
                    <a:pt x="4704232" y="1365567"/>
                  </a:lnTo>
                  <a:lnTo>
                    <a:pt x="4726330" y="1326095"/>
                  </a:lnTo>
                  <a:lnTo>
                    <a:pt x="4749927" y="1287589"/>
                  </a:lnTo>
                  <a:lnTo>
                    <a:pt x="4774984" y="1250111"/>
                  </a:lnTo>
                  <a:lnTo>
                    <a:pt x="4801463" y="1213688"/>
                  </a:lnTo>
                  <a:lnTo>
                    <a:pt x="4829314" y="1178382"/>
                  </a:lnTo>
                  <a:lnTo>
                    <a:pt x="4858512" y="1144193"/>
                  </a:lnTo>
                  <a:lnTo>
                    <a:pt x="4889017" y="1111199"/>
                  </a:lnTo>
                  <a:lnTo>
                    <a:pt x="4920780" y="1079423"/>
                  </a:lnTo>
                  <a:lnTo>
                    <a:pt x="4953762" y="1048918"/>
                  </a:lnTo>
                  <a:lnTo>
                    <a:pt x="4987925" y="1019695"/>
                  </a:lnTo>
                  <a:lnTo>
                    <a:pt x="5023243" y="991831"/>
                  </a:lnTo>
                  <a:lnTo>
                    <a:pt x="5059654" y="965327"/>
                  </a:lnTo>
                  <a:lnTo>
                    <a:pt x="5097132" y="940257"/>
                  </a:lnTo>
                  <a:lnTo>
                    <a:pt x="5135626" y="916647"/>
                  </a:lnTo>
                  <a:lnTo>
                    <a:pt x="5175110" y="894537"/>
                  </a:lnTo>
                  <a:lnTo>
                    <a:pt x="5215534" y="873963"/>
                  </a:lnTo>
                  <a:lnTo>
                    <a:pt x="5256873" y="854964"/>
                  </a:lnTo>
                  <a:lnTo>
                    <a:pt x="5299062" y="837590"/>
                  </a:lnTo>
                  <a:lnTo>
                    <a:pt x="5342090" y="821867"/>
                  </a:lnTo>
                  <a:lnTo>
                    <a:pt x="5385892" y="807859"/>
                  </a:lnTo>
                  <a:lnTo>
                    <a:pt x="5430444" y="795578"/>
                  </a:lnTo>
                  <a:lnTo>
                    <a:pt x="5475706" y="785088"/>
                  </a:lnTo>
                  <a:lnTo>
                    <a:pt x="5521630" y="776401"/>
                  </a:lnTo>
                  <a:lnTo>
                    <a:pt x="5568175" y="769581"/>
                  </a:lnTo>
                  <a:lnTo>
                    <a:pt x="5615317" y="764667"/>
                  </a:lnTo>
                  <a:lnTo>
                    <a:pt x="5663006" y="761682"/>
                  </a:lnTo>
                  <a:lnTo>
                    <a:pt x="5711202" y="760679"/>
                  </a:lnTo>
                  <a:lnTo>
                    <a:pt x="8372538" y="760679"/>
                  </a:lnTo>
                  <a:lnTo>
                    <a:pt x="8372538" y="0"/>
                  </a:lnTo>
                  <a:lnTo>
                    <a:pt x="5711202" y="0"/>
                  </a:lnTo>
                  <a:lnTo>
                    <a:pt x="5659577" y="698"/>
                  </a:lnTo>
                  <a:lnTo>
                    <a:pt x="5608294" y="2755"/>
                  </a:lnTo>
                  <a:lnTo>
                    <a:pt x="5557367" y="6159"/>
                  </a:lnTo>
                  <a:lnTo>
                    <a:pt x="5506821" y="10896"/>
                  </a:lnTo>
                  <a:lnTo>
                    <a:pt x="5456644" y="16954"/>
                  </a:lnTo>
                  <a:lnTo>
                    <a:pt x="5406885" y="24307"/>
                  </a:lnTo>
                  <a:lnTo>
                    <a:pt x="5357558" y="32943"/>
                  </a:lnTo>
                  <a:lnTo>
                    <a:pt x="5308663" y="42837"/>
                  </a:lnTo>
                  <a:lnTo>
                    <a:pt x="5260225" y="53975"/>
                  </a:lnTo>
                  <a:lnTo>
                    <a:pt x="5212270" y="66344"/>
                  </a:lnTo>
                  <a:lnTo>
                    <a:pt x="5164798" y="79921"/>
                  </a:lnTo>
                  <a:lnTo>
                    <a:pt x="5117846" y="94691"/>
                  </a:lnTo>
                  <a:lnTo>
                    <a:pt x="5071427" y="110629"/>
                  </a:lnTo>
                  <a:lnTo>
                    <a:pt x="5025542" y="127723"/>
                  </a:lnTo>
                  <a:lnTo>
                    <a:pt x="4980229" y="145961"/>
                  </a:lnTo>
                  <a:lnTo>
                    <a:pt x="4935499" y="165315"/>
                  </a:lnTo>
                  <a:lnTo>
                    <a:pt x="4891367" y="185775"/>
                  </a:lnTo>
                  <a:lnTo>
                    <a:pt x="4847844" y="207327"/>
                  </a:lnTo>
                  <a:lnTo>
                    <a:pt x="4804969" y="229946"/>
                  </a:lnTo>
                  <a:lnTo>
                    <a:pt x="4762728" y="253606"/>
                  </a:lnTo>
                  <a:lnTo>
                    <a:pt x="4721174" y="278307"/>
                  </a:lnTo>
                  <a:lnTo>
                    <a:pt x="4680293" y="304012"/>
                  </a:lnTo>
                  <a:lnTo>
                    <a:pt x="4640123" y="330720"/>
                  </a:lnTo>
                  <a:lnTo>
                    <a:pt x="4600664" y="358406"/>
                  </a:lnTo>
                  <a:lnTo>
                    <a:pt x="4561954" y="387057"/>
                  </a:lnTo>
                  <a:lnTo>
                    <a:pt x="4523994" y="416661"/>
                  </a:lnTo>
                  <a:lnTo>
                    <a:pt x="4486808" y="447179"/>
                  </a:lnTo>
                  <a:lnTo>
                    <a:pt x="4450423" y="478612"/>
                  </a:lnTo>
                  <a:lnTo>
                    <a:pt x="4414837" y="510933"/>
                  </a:lnTo>
                  <a:lnTo>
                    <a:pt x="4380077" y="544131"/>
                  </a:lnTo>
                  <a:lnTo>
                    <a:pt x="4346156" y="578192"/>
                  </a:lnTo>
                  <a:lnTo>
                    <a:pt x="4313098" y="613079"/>
                  </a:lnTo>
                  <a:lnTo>
                    <a:pt x="4280928" y="648792"/>
                  </a:lnTo>
                  <a:lnTo>
                    <a:pt x="4249648" y="685304"/>
                  </a:lnTo>
                  <a:lnTo>
                    <a:pt x="4219283" y="722617"/>
                  </a:lnTo>
                  <a:lnTo>
                    <a:pt x="4189844" y="760679"/>
                  </a:lnTo>
                  <a:lnTo>
                    <a:pt x="4160405" y="722617"/>
                  </a:lnTo>
                  <a:lnTo>
                    <a:pt x="4130040" y="685304"/>
                  </a:lnTo>
                  <a:lnTo>
                    <a:pt x="4098760" y="648792"/>
                  </a:lnTo>
                  <a:lnTo>
                    <a:pt x="4066578" y="613079"/>
                  </a:lnTo>
                  <a:lnTo>
                    <a:pt x="4033532" y="578192"/>
                  </a:lnTo>
                  <a:lnTo>
                    <a:pt x="3999611" y="544131"/>
                  </a:lnTo>
                  <a:lnTo>
                    <a:pt x="3964863" y="510933"/>
                  </a:lnTo>
                  <a:lnTo>
                    <a:pt x="3929278" y="478612"/>
                  </a:lnTo>
                  <a:lnTo>
                    <a:pt x="3892880" y="447179"/>
                  </a:lnTo>
                  <a:lnTo>
                    <a:pt x="3855707" y="416661"/>
                  </a:lnTo>
                  <a:lnTo>
                    <a:pt x="3817747" y="387057"/>
                  </a:lnTo>
                  <a:lnTo>
                    <a:pt x="3779037" y="358406"/>
                  </a:lnTo>
                  <a:lnTo>
                    <a:pt x="3739591" y="330720"/>
                  </a:lnTo>
                  <a:lnTo>
                    <a:pt x="3699433" y="304012"/>
                  </a:lnTo>
                  <a:lnTo>
                    <a:pt x="3658565" y="278307"/>
                  </a:lnTo>
                  <a:lnTo>
                    <a:pt x="3617010" y="253606"/>
                  </a:lnTo>
                  <a:lnTo>
                    <a:pt x="3574783" y="229946"/>
                  </a:lnTo>
                  <a:lnTo>
                    <a:pt x="3531920" y="207327"/>
                  </a:lnTo>
                  <a:lnTo>
                    <a:pt x="3488410" y="185775"/>
                  </a:lnTo>
                  <a:lnTo>
                    <a:pt x="3444303" y="165315"/>
                  </a:lnTo>
                  <a:lnTo>
                    <a:pt x="3399586" y="145961"/>
                  </a:lnTo>
                  <a:lnTo>
                    <a:pt x="3354286" y="127723"/>
                  </a:lnTo>
                  <a:lnTo>
                    <a:pt x="3308439" y="110629"/>
                  </a:lnTo>
                  <a:lnTo>
                    <a:pt x="3262033" y="94691"/>
                  </a:lnTo>
                  <a:lnTo>
                    <a:pt x="3215106" y="79921"/>
                  </a:lnTo>
                  <a:lnTo>
                    <a:pt x="3167672" y="66344"/>
                  </a:lnTo>
                  <a:lnTo>
                    <a:pt x="3119742" y="53975"/>
                  </a:lnTo>
                  <a:lnTo>
                    <a:pt x="3071342" y="42837"/>
                  </a:lnTo>
                  <a:lnTo>
                    <a:pt x="3022485" y="32943"/>
                  </a:lnTo>
                  <a:lnTo>
                    <a:pt x="2973184" y="24307"/>
                  </a:lnTo>
                  <a:lnTo>
                    <a:pt x="2923463" y="16954"/>
                  </a:lnTo>
                  <a:lnTo>
                    <a:pt x="2873349" y="10896"/>
                  </a:lnTo>
                  <a:lnTo>
                    <a:pt x="2822841" y="6159"/>
                  </a:lnTo>
                  <a:lnTo>
                    <a:pt x="2771952" y="2755"/>
                  </a:lnTo>
                  <a:lnTo>
                    <a:pt x="2720733" y="698"/>
                  </a:lnTo>
                  <a:lnTo>
                    <a:pt x="2669171" y="0"/>
                  </a:lnTo>
                  <a:lnTo>
                    <a:pt x="11976" y="0"/>
                  </a:lnTo>
                  <a:lnTo>
                    <a:pt x="11976" y="760679"/>
                  </a:lnTo>
                  <a:lnTo>
                    <a:pt x="2669171" y="760679"/>
                  </a:lnTo>
                  <a:lnTo>
                    <a:pt x="2717304" y="761682"/>
                  </a:lnTo>
                  <a:lnTo>
                    <a:pt x="2764955" y="764667"/>
                  </a:lnTo>
                  <a:lnTo>
                    <a:pt x="2812046" y="769581"/>
                  </a:lnTo>
                  <a:lnTo>
                    <a:pt x="2858566" y="776401"/>
                  </a:lnTo>
                  <a:lnTo>
                    <a:pt x="2904464" y="785088"/>
                  </a:lnTo>
                  <a:lnTo>
                    <a:pt x="2949702" y="795578"/>
                  </a:lnTo>
                  <a:lnTo>
                    <a:pt x="2994228" y="807859"/>
                  </a:lnTo>
                  <a:lnTo>
                    <a:pt x="3038017" y="821867"/>
                  </a:lnTo>
                  <a:lnTo>
                    <a:pt x="3081020" y="837590"/>
                  </a:lnTo>
                  <a:lnTo>
                    <a:pt x="3123209" y="854964"/>
                  </a:lnTo>
                  <a:lnTo>
                    <a:pt x="3164535" y="873963"/>
                  </a:lnTo>
                  <a:lnTo>
                    <a:pt x="3204959" y="894537"/>
                  </a:lnTo>
                  <a:lnTo>
                    <a:pt x="3244443" y="916647"/>
                  </a:lnTo>
                  <a:lnTo>
                    <a:pt x="3282937" y="940257"/>
                  </a:lnTo>
                  <a:lnTo>
                    <a:pt x="3320415" y="965327"/>
                  </a:lnTo>
                  <a:lnTo>
                    <a:pt x="3356838" y="991831"/>
                  </a:lnTo>
                  <a:lnTo>
                    <a:pt x="3392157" y="1019695"/>
                  </a:lnTo>
                  <a:lnTo>
                    <a:pt x="3426333" y="1048918"/>
                  </a:lnTo>
                  <a:lnTo>
                    <a:pt x="3459327" y="1079423"/>
                  </a:lnTo>
                  <a:lnTo>
                    <a:pt x="3491103" y="1111199"/>
                  </a:lnTo>
                  <a:lnTo>
                    <a:pt x="3521608" y="1144193"/>
                  </a:lnTo>
                  <a:lnTo>
                    <a:pt x="3550831" y="1178382"/>
                  </a:lnTo>
                  <a:lnTo>
                    <a:pt x="3578707" y="1213688"/>
                  </a:lnTo>
                  <a:lnTo>
                    <a:pt x="3605199" y="1250111"/>
                  </a:lnTo>
                  <a:lnTo>
                    <a:pt x="3630269" y="1287589"/>
                  </a:lnTo>
                  <a:lnTo>
                    <a:pt x="3653879" y="1326095"/>
                  </a:lnTo>
                  <a:lnTo>
                    <a:pt x="3676002" y="1365567"/>
                  </a:lnTo>
                  <a:lnTo>
                    <a:pt x="3696576" y="1405991"/>
                  </a:lnTo>
                  <a:lnTo>
                    <a:pt x="3715562" y="1447317"/>
                  </a:lnTo>
                  <a:lnTo>
                    <a:pt x="3732936" y="1489506"/>
                  </a:lnTo>
                  <a:lnTo>
                    <a:pt x="3748659" y="1532509"/>
                  </a:lnTo>
                  <a:lnTo>
                    <a:pt x="3762667" y="1576298"/>
                  </a:lnTo>
                  <a:lnTo>
                    <a:pt x="3774948" y="1620824"/>
                  </a:lnTo>
                  <a:lnTo>
                    <a:pt x="3785438" y="1666062"/>
                  </a:lnTo>
                  <a:lnTo>
                    <a:pt x="3794125" y="1711947"/>
                  </a:lnTo>
                  <a:lnTo>
                    <a:pt x="3800945" y="1758467"/>
                  </a:lnTo>
                  <a:lnTo>
                    <a:pt x="3805859" y="1805571"/>
                  </a:lnTo>
                  <a:lnTo>
                    <a:pt x="3808844" y="1853209"/>
                  </a:lnTo>
                  <a:lnTo>
                    <a:pt x="3809847" y="1901355"/>
                  </a:lnTo>
                  <a:lnTo>
                    <a:pt x="3809847" y="4944770"/>
                  </a:lnTo>
                  <a:lnTo>
                    <a:pt x="3771328" y="4916360"/>
                  </a:lnTo>
                  <a:lnTo>
                    <a:pt x="3732085" y="4888928"/>
                  </a:lnTo>
                  <a:lnTo>
                    <a:pt x="3692131" y="4862487"/>
                  </a:lnTo>
                  <a:lnTo>
                    <a:pt x="3651491" y="4837036"/>
                  </a:lnTo>
                  <a:lnTo>
                    <a:pt x="3610178" y="4812601"/>
                  </a:lnTo>
                  <a:lnTo>
                    <a:pt x="3568204" y="4789208"/>
                  </a:lnTo>
                  <a:lnTo>
                    <a:pt x="3525596" y="4766869"/>
                  </a:lnTo>
                  <a:lnTo>
                    <a:pt x="3482378" y="4745596"/>
                  </a:lnTo>
                  <a:lnTo>
                    <a:pt x="3438537" y="4725403"/>
                  </a:lnTo>
                  <a:lnTo>
                    <a:pt x="3394125" y="4706302"/>
                  </a:lnTo>
                  <a:lnTo>
                    <a:pt x="3349129" y="4688319"/>
                  </a:lnTo>
                  <a:lnTo>
                    <a:pt x="3303600" y="4671479"/>
                  </a:lnTo>
                  <a:lnTo>
                    <a:pt x="3257524" y="4655769"/>
                  </a:lnTo>
                  <a:lnTo>
                    <a:pt x="3210928" y="4641227"/>
                  </a:lnTo>
                  <a:lnTo>
                    <a:pt x="3163836" y="4627867"/>
                  </a:lnTo>
                  <a:lnTo>
                    <a:pt x="3116262" y="4615713"/>
                  </a:lnTo>
                  <a:lnTo>
                    <a:pt x="3068218" y="4604753"/>
                  </a:lnTo>
                  <a:lnTo>
                    <a:pt x="3019729" y="4595025"/>
                  </a:lnTo>
                  <a:lnTo>
                    <a:pt x="2970809" y="4586554"/>
                  </a:lnTo>
                  <a:lnTo>
                    <a:pt x="2921470" y="4579328"/>
                  </a:lnTo>
                  <a:lnTo>
                    <a:pt x="2871736" y="4573384"/>
                  </a:lnTo>
                  <a:lnTo>
                    <a:pt x="2821622" y="4568736"/>
                  </a:lnTo>
                  <a:lnTo>
                    <a:pt x="2771140" y="4565396"/>
                  </a:lnTo>
                  <a:lnTo>
                    <a:pt x="2720314" y="4563376"/>
                  </a:lnTo>
                  <a:lnTo>
                    <a:pt x="2669171" y="4562703"/>
                  </a:lnTo>
                  <a:lnTo>
                    <a:pt x="11976" y="4562703"/>
                  </a:lnTo>
                  <a:lnTo>
                    <a:pt x="11976" y="5324068"/>
                  </a:lnTo>
                  <a:lnTo>
                    <a:pt x="2669171" y="5324068"/>
                  </a:lnTo>
                  <a:lnTo>
                    <a:pt x="2717000" y="5325059"/>
                  </a:lnTo>
                  <a:lnTo>
                    <a:pt x="2764332" y="5327993"/>
                  </a:lnTo>
                  <a:lnTo>
                    <a:pt x="2811119" y="5332844"/>
                  </a:lnTo>
                  <a:lnTo>
                    <a:pt x="2857347" y="5339562"/>
                  </a:lnTo>
                  <a:lnTo>
                    <a:pt x="2902953" y="5348122"/>
                  </a:lnTo>
                  <a:lnTo>
                    <a:pt x="2947911" y="5358473"/>
                  </a:lnTo>
                  <a:lnTo>
                    <a:pt x="2992183" y="5370576"/>
                  </a:lnTo>
                  <a:lnTo>
                    <a:pt x="3035719" y="5384393"/>
                  </a:lnTo>
                  <a:lnTo>
                    <a:pt x="3078480" y="5399887"/>
                  </a:lnTo>
                  <a:lnTo>
                    <a:pt x="3120440" y="5417020"/>
                  </a:lnTo>
                  <a:lnTo>
                    <a:pt x="3161550" y="5435752"/>
                  </a:lnTo>
                  <a:lnTo>
                    <a:pt x="3201771" y="5456047"/>
                  </a:lnTo>
                  <a:lnTo>
                    <a:pt x="3241065" y="5477865"/>
                  </a:lnTo>
                  <a:lnTo>
                    <a:pt x="3279394" y="5501157"/>
                  </a:lnTo>
                  <a:lnTo>
                    <a:pt x="3316732" y="5525909"/>
                  </a:lnTo>
                  <a:lnTo>
                    <a:pt x="3353016" y="5552046"/>
                  </a:lnTo>
                  <a:lnTo>
                    <a:pt x="3388207" y="5579567"/>
                  </a:lnTo>
                  <a:lnTo>
                    <a:pt x="3422294" y="5608409"/>
                  </a:lnTo>
                  <a:lnTo>
                    <a:pt x="3455212" y="5638533"/>
                  </a:lnTo>
                  <a:lnTo>
                    <a:pt x="3486937" y="5669915"/>
                  </a:lnTo>
                  <a:lnTo>
                    <a:pt x="3517417" y="5702503"/>
                  </a:lnTo>
                  <a:lnTo>
                    <a:pt x="3546627" y="5736260"/>
                  </a:lnTo>
                  <a:lnTo>
                    <a:pt x="3574516" y="5771146"/>
                  </a:lnTo>
                  <a:lnTo>
                    <a:pt x="3601047" y="5807126"/>
                  </a:lnTo>
                  <a:lnTo>
                    <a:pt x="3626193" y="5844171"/>
                  </a:lnTo>
                  <a:lnTo>
                    <a:pt x="3649891" y="5882221"/>
                  </a:lnTo>
                  <a:lnTo>
                    <a:pt x="3672128" y="5921260"/>
                  </a:lnTo>
                  <a:lnTo>
                    <a:pt x="3692855" y="5961227"/>
                  </a:lnTo>
                  <a:lnTo>
                    <a:pt x="3712019" y="6002096"/>
                  </a:lnTo>
                  <a:lnTo>
                    <a:pt x="3729609" y="6043815"/>
                  </a:lnTo>
                  <a:lnTo>
                    <a:pt x="3745560" y="6086373"/>
                  </a:lnTo>
                  <a:lnTo>
                    <a:pt x="3759835" y="6129693"/>
                  </a:lnTo>
                  <a:lnTo>
                    <a:pt x="3772420" y="6173775"/>
                  </a:lnTo>
                  <a:lnTo>
                    <a:pt x="3783253" y="6218555"/>
                  </a:lnTo>
                  <a:lnTo>
                    <a:pt x="3792296" y="6263995"/>
                  </a:lnTo>
                  <a:lnTo>
                    <a:pt x="3799509" y="6310058"/>
                  </a:lnTo>
                  <a:lnTo>
                    <a:pt x="3804869" y="6356718"/>
                  </a:lnTo>
                  <a:lnTo>
                    <a:pt x="3808323" y="6403924"/>
                  </a:lnTo>
                  <a:lnTo>
                    <a:pt x="3809847" y="6451638"/>
                  </a:lnTo>
                  <a:lnTo>
                    <a:pt x="3809847" y="6464046"/>
                  </a:lnTo>
                  <a:lnTo>
                    <a:pt x="4570527" y="6464046"/>
                  </a:lnTo>
                  <a:lnTo>
                    <a:pt x="4570527" y="6451638"/>
                  </a:lnTo>
                  <a:lnTo>
                    <a:pt x="4572038" y="6403924"/>
                  </a:lnTo>
                  <a:lnTo>
                    <a:pt x="4575492" y="6356718"/>
                  </a:lnTo>
                  <a:lnTo>
                    <a:pt x="4580839" y="6310058"/>
                  </a:lnTo>
                  <a:lnTo>
                    <a:pt x="4588053" y="6263995"/>
                  </a:lnTo>
                  <a:lnTo>
                    <a:pt x="4597095" y="6218555"/>
                  </a:lnTo>
                  <a:lnTo>
                    <a:pt x="4607903" y="6173775"/>
                  </a:lnTo>
                  <a:lnTo>
                    <a:pt x="4620476" y="6129693"/>
                  </a:lnTo>
                  <a:lnTo>
                    <a:pt x="4634738" y="6086373"/>
                  </a:lnTo>
                  <a:lnTo>
                    <a:pt x="4650676" y="6043815"/>
                  </a:lnTo>
                  <a:lnTo>
                    <a:pt x="4668240" y="6002096"/>
                  </a:lnTo>
                  <a:lnTo>
                    <a:pt x="4687392" y="5961227"/>
                  </a:lnTo>
                  <a:lnTo>
                    <a:pt x="4708106" y="5921260"/>
                  </a:lnTo>
                  <a:lnTo>
                    <a:pt x="4730318" y="5882221"/>
                  </a:lnTo>
                  <a:lnTo>
                    <a:pt x="4754003" y="5844171"/>
                  </a:lnTo>
                  <a:lnTo>
                    <a:pt x="4779124" y="5807126"/>
                  </a:lnTo>
                  <a:lnTo>
                    <a:pt x="4805642" y="5771146"/>
                  </a:lnTo>
                  <a:lnTo>
                    <a:pt x="4833518" y="5736260"/>
                  </a:lnTo>
                  <a:lnTo>
                    <a:pt x="4862715" y="5702503"/>
                  </a:lnTo>
                  <a:lnTo>
                    <a:pt x="4893183" y="5669915"/>
                  </a:lnTo>
                  <a:lnTo>
                    <a:pt x="4924895" y="5638533"/>
                  </a:lnTo>
                  <a:lnTo>
                    <a:pt x="4957800" y="5608409"/>
                  </a:lnTo>
                  <a:lnTo>
                    <a:pt x="4991874" y="5579567"/>
                  </a:lnTo>
                  <a:lnTo>
                    <a:pt x="5027066" y="5552046"/>
                  </a:lnTo>
                  <a:lnTo>
                    <a:pt x="5063337" y="5525909"/>
                  </a:lnTo>
                  <a:lnTo>
                    <a:pt x="5100663" y="5501157"/>
                  </a:lnTo>
                  <a:lnTo>
                    <a:pt x="5138991" y="5477865"/>
                  </a:lnTo>
                  <a:lnTo>
                    <a:pt x="5178298" y="5456047"/>
                  </a:lnTo>
                  <a:lnTo>
                    <a:pt x="5218519" y="5435752"/>
                  </a:lnTo>
                  <a:lnTo>
                    <a:pt x="5259641" y="5417020"/>
                  </a:lnTo>
                  <a:lnTo>
                    <a:pt x="5301602" y="5399887"/>
                  </a:lnTo>
                  <a:lnTo>
                    <a:pt x="5344388" y="5384393"/>
                  </a:lnTo>
                  <a:lnTo>
                    <a:pt x="5387937" y="5370576"/>
                  </a:lnTo>
                  <a:lnTo>
                    <a:pt x="5432222" y="5358473"/>
                  </a:lnTo>
                  <a:lnTo>
                    <a:pt x="5477205" y="5348122"/>
                  </a:lnTo>
                  <a:lnTo>
                    <a:pt x="5522849" y="5339562"/>
                  </a:lnTo>
                  <a:lnTo>
                    <a:pt x="5569102" y="5332844"/>
                  </a:lnTo>
                  <a:lnTo>
                    <a:pt x="5615940" y="5327993"/>
                  </a:lnTo>
                  <a:lnTo>
                    <a:pt x="5663323" y="5325059"/>
                  </a:lnTo>
                  <a:lnTo>
                    <a:pt x="5711202" y="5324068"/>
                  </a:lnTo>
                  <a:lnTo>
                    <a:pt x="10273894" y="5324068"/>
                  </a:lnTo>
                  <a:lnTo>
                    <a:pt x="10273894" y="4562703"/>
                  </a:lnTo>
                  <a:close/>
                </a:path>
              </a:pathLst>
            </a:custGeom>
            <a:solidFill>
              <a:srgbClr val="16469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sp>
          <p:nvSpPr>
            <p:cNvPr id="9" name="Google Shape;57;p2">
              <a:extLst>
                <a:ext uri="{FF2B5EF4-FFF2-40B4-BE49-F238E27FC236}">
                  <a16:creationId xmlns:a16="http://schemas.microsoft.com/office/drawing/2014/main" id="{636CA6E0-DB99-FB75-0D97-CB71C9BD02DE}"/>
                </a:ext>
              </a:extLst>
            </p:cNvPr>
            <p:cNvSpPr/>
            <p:nvPr/>
          </p:nvSpPr>
          <p:spPr>
            <a:xfrm>
              <a:off x="9133292" y="4844365"/>
              <a:ext cx="1141095" cy="760730"/>
            </a:xfrm>
            <a:custGeom>
              <a:avLst/>
              <a:gdLst/>
              <a:ahLst/>
              <a:cxnLst/>
              <a:rect l="l" t="t" r="r" b="b"/>
              <a:pathLst>
                <a:path w="1141095" h="760729" extrusionOk="0">
                  <a:moveTo>
                    <a:pt x="1140729" y="0"/>
                  </a:moveTo>
                  <a:lnTo>
                    <a:pt x="0" y="0"/>
                  </a:lnTo>
                  <a:lnTo>
                    <a:pt x="0" y="760479"/>
                  </a:lnTo>
                  <a:lnTo>
                    <a:pt x="1140729" y="760479"/>
                  </a:lnTo>
                  <a:lnTo>
                    <a:pt x="1140729" y="0"/>
                  </a:lnTo>
                  <a:close/>
                </a:path>
              </a:pathLst>
            </a:custGeom>
            <a:solidFill>
              <a:srgbClr val="F8A41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sp>
          <p:nvSpPr>
            <p:cNvPr id="10" name="Google Shape;58;p2">
              <a:extLst>
                <a:ext uri="{FF2B5EF4-FFF2-40B4-BE49-F238E27FC236}">
                  <a16:creationId xmlns:a16="http://schemas.microsoft.com/office/drawing/2014/main" id="{0FAC7774-2369-BC4B-7854-BBF6EBF48159}"/>
                </a:ext>
              </a:extLst>
            </p:cNvPr>
            <p:cNvSpPr/>
            <p:nvPr/>
          </p:nvSpPr>
          <p:spPr>
            <a:xfrm>
              <a:off x="8372813" y="6365324"/>
              <a:ext cx="1901825" cy="760730"/>
            </a:xfrm>
            <a:custGeom>
              <a:avLst/>
              <a:gdLst/>
              <a:ahLst/>
              <a:cxnLst/>
              <a:rect l="l" t="t" r="r" b="b"/>
              <a:pathLst>
                <a:path w="1901825" h="760729" extrusionOk="0">
                  <a:moveTo>
                    <a:pt x="1901209" y="0"/>
                  </a:moveTo>
                  <a:lnTo>
                    <a:pt x="0" y="0"/>
                  </a:lnTo>
                  <a:lnTo>
                    <a:pt x="0" y="760489"/>
                  </a:lnTo>
                  <a:lnTo>
                    <a:pt x="1901209" y="760489"/>
                  </a:lnTo>
                  <a:lnTo>
                    <a:pt x="1901209" y="0"/>
                  </a:lnTo>
                  <a:close/>
                </a:path>
              </a:pathLst>
            </a:custGeom>
            <a:solidFill>
              <a:srgbClr val="16469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sp>
          <p:nvSpPr>
            <p:cNvPr id="11" name="Google Shape;59;p2">
              <a:extLst>
                <a:ext uri="{FF2B5EF4-FFF2-40B4-BE49-F238E27FC236}">
                  <a16:creationId xmlns:a16="http://schemas.microsoft.com/office/drawing/2014/main" id="{53B148A6-FD16-9EB9-78AA-78C10D233113}"/>
                </a:ext>
              </a:extLst>
            </p:cNvPr>
            <p:cNvSpPr/>
            <p:nvPr/>
          </p:nvSpPr>
          <p:spPr>
            <a:xfrm>
              <a:off x="9133292" y="7886293"/>
              <a:ext cx="1141095" cy="760730"/>
            </a:xfrm>
            <a:custGeom>
              <a:avLst/>
              <a:gdLst/>
              <a:ahLst/>
              <a:cxnLst/>
              <a:rect l="l" t="t" r="r" b="b"/>
              <a:pathLst>
                <a:path w="1141095" h="760729" extrusionOk="0">
                  <a:moveTo>
                    <a:pt x="1140729" y="0"/>
                  </a:moveTo>
                  <a:lnTo>
                    <a:pt x="0" y="0"/>
                  </a:lnTo>
                  <a:lnTo>
                    <a:pt x="0" y="760489"/>
                  </a:lnTo>
                  <a:lnTo>
                    <a:pt x="1140729" y="760489"/>
                  </a:lnTo>
                  <a:lnTo>
                    <a:pt x="1140729" y="0"/>
                  </a:lnTo>
                  <a:close/>
                </a:path>
              </a:pathLst>
            </a:custGeom>
            <a:solidFill>
              <a:srgbClr val="F8A41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grpSp>
      <p:pic>
        <p:nvPicPr>
          <p:cNvPr id="6" name="Google Shape;116;p5" title="Slide template-05.jpg">
            <a:extLst>
              <a:ext uri="{FF2B5EF4-FFF2-40B4-BE49-F238E27FC236}">
                <a16:creationId xmlns:a16="http://schemas.microsoft.com/office/drawing/2014/main" id="{502C10C8-440A-7C83-29FD-7FE76442CB01}"/>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a:extLst>
              <a:ext uri="{FF2B5EF4-FFF2-40B4-BE49-F238E27FC236}">
                <a16:creationId xmlns:a16="http://schemas.microsoft.com/office/drawing/2014/main" id="{B3C59983-1B97-66E5-735E-B0FE697E18AB}"/>
              </a:ext>
            </a:extLst>
          </p:cNvPr>
          <p:cNvSpPr>
            <a:spLocks noGrp="1"/>
          </p:cNvSpPr>
          <p:nvPr>
            <p:ph type="title"/>
          </p:nvPr>
        </p:nvSpPr>
        <p:spPr/>
        <p:txBody>
          <a:bodyPr/>
          <a:lstStyle/>
          <a:p>
            <a:r>
              <a:rPr lang="en-US" smtClean="0"/>
              <a:t>Click to edit Master title style</a:t>
            </a:r>
            <a:endParaRPr lang="en-US"/>
          </a:p>
        </p:txBody>
      </p:sp>
      <p:sp>
        <p:nvSpPr>
          <p:cNvPr id="14" name="Text Placeholder 13">
            <a:extLst>
              <a:ext uri="{FF2B5EF4-FFF2-40B4-BE49-F238E27FC236}">
                <a16:creationId xmlns:a16="http://schemas.microsoft.com/office/drawing/2014/main" id="{05BA9551-DBD2-3C8B-4FCD-24631D756906}"/>
              </a:ext>
            </a:extLst>
          </p:cNvPr>
          <p:cNvSpPr>
            <a:spLocks noGrp="1"/>
          </p:cNvSpPr>
          <p:nvPr>
            <p:ph type="body" sz="quarter" idx="10"/>
          </p:nvPr>
        </p:nvSpPr>
        <p:spPr>
          <a:xfrm>
            <a:off x="412841" y="1369869"/>
            <a:ext cx="4260336" cy="1195541"/>
          </a:xfrm>
        </p:spPr>
        <p:txBody>
          <a:bodyPr/>
          <a:lstStyle>
            <a:lvl1pPr>
              <a:defRPr lang="en-US" sz="2763" b="1" i="0" u="none" strike="noStrike" cap="none" smtClean="0">
                <a:solidFill>
                  <a:srgbClr val="F8A41A"/>
                </a:solidFill>
                <a:latin typeface="Montserrat" panose="00000500000000000000" pitchFamily="2" charset="0"/>
                <a:ea typeface="Montserrat"/>
                <a:cs typeface="Montserrat"/>
                <a:sym typeface="Arial"/>
              </a:defRPr>
            </a:lvl1pPr>
          </a:lstStyle>
          <a:p>
            <a:pPr lvl="0"/>
            <a:r>
              <a:rPr lang="en-US" smtClean="0"/>
              <a:t>Edit Master text styles</a:t>
            </a:r>
          </a:p>
        </p:txBody>
      </p:sp>
      <p:sp>
        <p:nvSpPr>
          <p:cNvPr id="16" name="Text Placeholder 15">
            <a:extLst>
              <a:ext uri="{FF2B5EF4-FFF2-40B4-BE49-F238E27FC236}">
                <a16:creationId xmlns:a16="http://schemas.microsoft.com/office/drawing/2014/main" id="{E7E65565-A35F-9247-1597-432841EC93A5}"/>
              </a:ext>
            </a:extLst>
          </p:cNvPr>
          <p:cNvSpPr>
            <a:spLocks noGrp="1"/>
          </p:cNvSpPr>
          <p:nvPr>
            <p:ph type="body" sz="quarter" idx="11"/>
          </p:nvPr>
        </p:nvSpPr>
        <p:spPr>
          <a:xfrm>
            <a:off x="5531781" y="1369867"/>
            <a:ext cx="4398619" cy="5123006"/>
          </a:xfrm>
        </p:spPr>
        <p:txBody>
          <a:bodyPr/>
          <a:lstStyle>
            <a:lvl1pPr>
              <a:defRPr lang="en-US" sz="2025" b="1" i="0" u="none" strike="noStrike" cap="none" smtClean="0">
                <a:solidFill>
                  <a:srgbClr val="F8A41A"/>
                </a:solidFill>
                <a:latin typeface="Montserrat" panose="00000500000000000000" pitchFamily="2" charset="0"/>
                <a:ea typeface="Montserrat"/>
                <a:cs typeface="Montserrat"/>
                <a:sym typeface="Arial"/>
              </a:defRPr>
            </a:lvl1pPr>
            <a:lvl2pPr>
              <a:defRPr lang="en-US" sz="1856" b="0" i="0" u="none" strike="noStrike" kern="1200" cap="none" smtClean="0">
                <a:solidFill>
                  <a:srgbClr val="282A75"/>
                </a:solidFill>
                <a:latin typeface="Montserrat" panose="00000500000000000000" pitchFamily="2" charset="0"/>
                <a:ea typeface="Montserrat"/>
                <a:cs typeface="Montserrat"/>
                <a:sym typeface="Arial"/>
              </a:defRPr>
            </a:lvl2pPr>
            <a:lvl3pPr>
              <a:defRPr lang="en-US" sz="1856" b="0" i="0" u="none" strike="noStrike" kern="1200" cap="none" smtClean="0">
                <a:solidFill>
                  <a:srgbClr val="282A75"/>
                </a:solidFill>
                <a:latin typeface="Montserrat" panose="00000500000000000000" pitchFamily="2" charset="0"/>
                <a:ea typeface="Montserrat"/>
                <a:cs typeface="Montserrat"/>
                <a:sym typeface="Arial"/>
              </a:defRPr>
            </a:lvl3pPr>
            <a:lvl4pPr>
              <a:defRPr lang="en-US" sz="1856" b="0" i="0" u="none" strike="noStrike" kern="1200" cap="none" smtClean="0">
                <a:solidFill>
                  <a:srgbClr val="282A75"/>
                </a:solidFill>
                <a:latin typeface="Montserrat" panose="00000500000000000000" pitchFamily="2" charset="0"/>
                <a:ea typeface="Montserrat"/>
                <a:cs typeface="Montserrat"/>
                <a:sym typeface="Arial"/>
              </a:defRPr>
            </a:lvl4pPr>
            <a:lvl5pPr>
              <a:defRPr lang="en-US" sz="1856" b="0" i="0" u="none" strike="noStrike" kern="1200" cap="none" dirty="0">
                <a:solidFill>
                  <a:srgbClr val="282A75"/>
                </a:solidFill>
                <a:latin typeface="Montserrat" panose="00000500000000000000" pitchFamily="2" charset="0"/>
                <a:ea typeface="Montserrat"/>
                <a:cs typeface="Montserrat"/>
                <a:sym typeface="Aria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6667072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7" name="Google Shape;116;p5" title="Slide template-05.jpg">
            <a:extLst>
              <a:ext uri="{FF2B5EF4-FFF2-40B4-BE49-F238E27FC236}">
                <a16:creationId xmlns:a16="http://schemas.microsoft.com/office/drawing/2014/main" id="{AD881157-CB13-8942-5BBD-35692E30C9F0}"/>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hasCustomPrompt="1"/>
          </p:nvPr>
        </p:nvSpPr>
        <p:spPr>
          <a:xfrm>
            <a:off x="1935434" y="347803"/>
            <a:ext cx="6845790" cy="333235"/>
          </a:xfrm>
        </p:spPr>
        <p:txBody>
          <a:bodyPr>
            <a:noAutofit/>
          </a:bodyPr>
          <a:lstStyle>
            <a:lvl1pPr>
              <a:defRPr lang="en-US" sz="2025" b="0" i="0" u="none" strike="noStrike" cap="none" dirty="0">
                <a:solidFill>
                  <a:srgbClr val="FAA61A"/>
                </a:solidFill>
                <a:latin typeface="Montserrat ExtraBold"/>
                <a:ea typeface="Montserrat ExtraBold"/>
                <a:cs typeface="Montserrat ExtraBold"/>
                <a:sym typeface="Arial"/>
              </a:defRPr>
            </a:lvl1pPr>
          </a:lstStyle>
          <a:p>
            <a:r>
              <a:rPr lang="en-US"/>
              <a:t>CLICK TO EDIT MASTER TITLE STYLE</a:t>
            </a:r>
            <a:endParaRPr lang="en-US" dirty="0"/>
          </a:p>
        </p:txBody>
      </p:sp>
      <p:sp>
        <p:nvSpPr>
          <p:cNvPr id="3" name="Content Placeholder 2"/>
          <p:cNvSpPr>
            <a:spLocks noGrp="1"/>
          </p:cNvSpPr>
          <p:nvPr>
            <p:ph idx="1" hasCustomPrompt="1"/>
          </p:nvPr>
        </p:nvSpPr>
        <p:spPr>
          <a:xfrm>
            <a:off x="707232" y="2215016"/>
            <a:ext cx="8872537" cy="3961947"/>
          </a:xfrm>
        </p:spPr>
        <p:txBody>
          <a:bodyPr>
            <a:normAutofit/>
          </a:bodyPr>
          <a:lstStyle>
            <a:lvl1pPr marL="289339" indent="-289339" algn="just" rtl="0">
              <a:lnSpc>
                <a:spcPct val="107200"/>
              </a:lnSpc>
              <a:spcBef>
                <a:spcPts val="422"/>
              </a:spcBef>
              <a:spcAft>
                <a:spcPts val="0"/>
              </a:spcAft>
              <a:buClr>
                <a:srgbClr val="000000"/>
              </a:buClr>
              <a:buSzPts val="2050"/>
              <a:buFont typeface="Wingdings" panose="05000000000000000000" pitchFamily="2" charset="2"/>
              <a:buChar char="Ø"/>
              <a:defRPr lang="en-US" sz="2025" b="1" i="0" u="none" strike="noStrike" kern="1200" cap="none" smtClean="0">
                <a:solidFill>
                  <a:schemeClr val="tx1"/>
                </a:solidFill>
                <a:latin typeface="Montserrat" panose="00000500000000000000" pitchFamily="2" charset="0"/>
                <a:ea typeface="Arial"/>
                <a:cs typeface="Arial"/>
                <a:sym typeface="Arial"/>
              </a:defRPr>
            </a:lvl1pPr>
            <a:lvl2pPr marL="601451" indent="-289339" algn="just" rtl="0">
              <a:lnSpc>
                <a:spcPct val="107200"/>
              </a:lnSpc>
              <a:spcBef>
                <a:spcPts val="422"/>
              </a:spcBef>
              <a:spcAft>
                <a:spcPts val="0"/>
              </a:spcAft>
              <a:buClr>
                <a:srgbClr val="000000"/>
              </a:buClr>
              <a:buSzPts val="2050"/>
              <a:buFont typeface="Wingdings" panose="05000000000000000000" pitchFamily="2" charset="2"/>
              <a:buChar char="ü"/>
              <a:defRPr lang="en-US" sz="1856" b="0" i="0" u="none" strike="noStrike" kern="1200" cap="none" smtClean="0">
                <a:solidFill>
                  <a:srgbClr val="282A75"/>
                </a:solidFill>
                <a:latin typeface="Montserrat" panose="00000500000000000000" pitchFamily="2" charset="0"/>
                <a:ea typeface="Arial"/>
                <a:cs typeface="Arial"/>
                <a:sym typeface="Arial"/>
              </a:defRPr>
            </a:lvl2pPr>
            <a:lvl3pPr marL="376409" indent="-241116" algn="just" defTabSz="771535" rtl="0" eaLnBrk="1" latinLnBrk="0" hangingPunct="1">
              <a:lnSpc>
                <a:spcPct val="107200"/>
              </a:lnSpc>
              <a:spcBef>
                <a:spcPts val="422"/>
              </a:spcBef>
              <a:spcAft>
                <a:spcPts val="0"/>
              </a:spcAft>
              <a:buClr>
                <a:srgbClr val="000000"/>
              </a:buClr>
              <a:buSzPts val="2050"/>
              <a:buFont typeface="Arial" panose="020B0604020202020204" pitchFamily="34" charset="0"/>
              <a:buChar char="•"/>
              <a:defRPr lang="en-US" sz="1519" b="0" i="1" u="none" strike="noStrike" cap="none" smtClean="0">
                <a:solidFill>
                  <a:srgbClr val="000000"/>
                </a:solidFill>
                <a:latin typeface="Montserrat" panose="00000500000000000000" pitchFamily="2" charset="0"/>
                <a:ea typeface="Arial"/>
                <a:cs typeface="Arial"/>
                <a:sym typeface="Arial"/>
              </a:defRPr>
            </a:lvl3pPr>
            <a:lvl4pPr marL="0" indent="0" algn="just" rtl="0">
              <a:lnSpc>
                <a:spcPct val="107200"/>
              </a:lnSpc>
              <a:spcAft>
                <a:spcPts val="0"/>
              </a:spcAft>
              <a:buClr>
                <a:srgbClr val="000000"/>
              </a:buClr>
              <a:buSzPts val="2050"/>
              <a:buFont typeface="Arial"/>
              <a:buNone/>
              <a:defRPr lang="en-US" sz="1049" b="0" i="0" u="none" strike="noStrike" cap="none" smtClean="0">
                <a:solidFill>
                  <a:srgbClr val="000000"/>
                </a:solidFill>
                <a:latin typeface="Montserrat" panose="00000500000000000000" pitchFamily="2" charset="0"/>
                <a:ea typeface="Arial"/>
                <a:cs typeface="Arial"/>
                <a:sym typeface="Arial"/>
              </a:defRPr>
            </a:lvl4pPr>
            <a:lvl5pPr marL="0" indent="0" algn="just" rtl="0">
              <a:lnSpc>
                <a:spcPct val="107200"/>
              </a:lnSpc>
              <a:spcAft>
                <a:spcPts val="0"/>
              </a:spcAft>
              <a:buClr>
                <a:srgbClr val="000000"/>
              </a:buClr>
              <a:buSzPts val="2050"/>
              <a:buFont typeface="Arial"/>
              <a:buNone/>
              <a:defRPr lang="en-US" sz="1049" b="0" i="0" u="none" strike="noStrike" cap="none" dirty="0">
                <a:solidFill>
                  <a:srgbClr val="000000"/>
                </a:solidFill>
                <a:latin typeface="Montserrat" panose="00000500000000000000" pitchFamily="2" charset="0"/>
                <a:ea typeface="Arial"/>
                <a:cs typeface="Arial"/>
                <a:sym typeface="Arial"/>
              </a:defRPr>
            </a:lvl5pPr>
          </a:lstStyle>
          <a:p>
            <a:pPr lvl="0"/>
            <a:r>
              <a:rPr lang="en-US" dirty="0"/>
              <a:t>CLICK TO EDIT MASTER TEXT STYLES</a:t>
            </a:r>
          </a:p>
          <a:p>
            <a:pPr lvl="1"/>
            <a:r>
              <a:rPr lang="en-US" dirty="0"/>
              <a:t>SECOND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Third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Fourth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Fifth level</a:t>
            </a:r>
          </a:p>
        </p:txBody>
      </p:sp>
      <p:sp>
        <p:nvSpPr>
          <p:cNvPr id="4" name="Date Placeholder 3"/>
          <p:cNvSpPr>
            <a:spLocks noGrp="1"/>
          </p:cNvSpPr>
          <p:nvPr>
            <p:ph type="dt" sz="half" idx="10"/>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84FABED4-1AAC-45BE-A710-67DA055BC055}" type="datetime1">
              <a:rPr lang="vi-VN" smtClean="0"/>
              <a:t>11/08/2025</a:t>
            </a:fld>
            <a:endParaRPr lang="vi-VN"/>
          </a:p>
        </p:txBody>
      </p:sp>
      <p:sp>
        <p:nvSpPr>
          <p:cNvPr id="5" name="Footer Placeholder 4"/>
          <p:cNvSpPr>
            <a:spLocks noGrp="1"/>
          </p:cNvSpPr>
          <p:nvPr>
            <p:ph type="ftr" sz="quarter" idx="11"/>
          </p:nvPr>
        </p:nvSpPr>
        <p:spPr/>
        <p:txBody>
          <a:bodyPr/>
          <a:lstStyle>
            <a:lvl1pPr>
              <a:defRPr lang="en-US" sz="1049" b="0" i="0" u="none" strike="noStrike" kern="1200" cap="none" dirty="0" smtClean="0">
                <a:solidFill>
                  <a:srgbClr val="282A75"/>
                </a:solidFill>
                <a:latin typeface="Montserrat" panose="00000500000000000000" pitchFamily="2" charset="0"/>
                <a:ea typeface="Arial"/>
                <a:cs typeface="Arial"/>
                <a:sym typeface="Arial"/>
              </a:defRPr>
            </a:lvl1pPr>
          </a:lstStyle>
          <a:p>
            <a:endParaRPr lang="vi-VN"/>
          </a:p>
        </p:txBody>
      </p:sp>
      <p:sp>
        <p:nvSpPr>
          <p:cNvPr id="6" name="Slide Number Placeholder 5"/>
          <p:cNvSpPr>
            <a:spLocks noGrp="1"/>
          </p:cNvSpPr>
          <p:nvPr>
            <p:ph type="sldNum" sz="quarter" idx="12"/>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427808B0-DB8A-471C-82EF-CF06681341D9}" type="slidenum">
              <a:rPr lang="vi-VN" smtClean="0"/>
              <a:t>‹#›</a:t>
            </a:fld>
            <a:endParaRPr lang="vi-VN"/>
          </a:p>
        </p:txBody>
      </p:sp>
      <p:sp>
        <p:nvSpPr>
          <p:cNvPr id="11" name="Text Placeholder 10">
            <a:extLst>
              <a:ext uri="{FF2B5EF4-FFF2-40B4-BE49-F238E27FC236}">
                <a16:creationId xmlns:a16="http://schemas.microsoft.com/office/drawing/2014/main" id="{13D7D2EF-B2B3-93EE-2172-2617A363D713}"/>
              </a:ext>
            </a:extLst>
          </p:cNvPr>
          <p:cNvSpPr>
            <a:spLocks noGrp="1"/>
          </p:cNvSpPr>
          <p:nvPr>
            <p:ph type="body" sz="quarter" idx="13" hasCustomPrompt="1"/>
          </p:nvPr>
        </p:nvSpPr>
        <p:spPr>
          <a:xfrm>
            <a:off x="707516" y="1174447"/>
            <a:ext cx="8871969" cy="880836"/>
          </a:xfrm>
        </p:spPr>
        <p:txBody>
          <a:bodyPr anchor="ctr"/>
          <a:lstStyle>
            <a:lvl1pPr>
              <a:defRPr lang="en-US" sz="3377" b="0" i="0" u="none" strike="noStrike" cap="none" smtClean="0">
                <a:solidFill>
                  <a:srgbClr val="292A75"/>
                </a:solidFill>
                <a:latin typeface="Montserrat" panose="00000500000000000000" pitchFamily="2" charset="0"/>
                <a:ea typeface="Montserrat"/>
                <a:cs typeface="Montserrat"/>
                <a:sym typeface="Arial"/>
              </a:defRPr>
            </a:lvl1pPr>
          </a:lstStyle>
          <a:p>
            <a:pPr lvl="0"/>
            <a:r>
              <a:rPr lang="en-US"/>
              <a:t>CLICK TO EDIT MASTER TEXT STYLES</a:t>
            </a:r>
          </a:p>
        </p:txBody>
      </p:sp>
    </p:spTree>
    <p:extLst>
      <p:ext uri="{BB962C8B-B14F-4D97-AF65-F5344CB8AC3E}">
        <p14:creationId xmlns:p14="http://schemas.microsoft.com/office/powerpoint/2010/main" val="307086106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B3DD067-C44F-9F30-F6B0-563B506A5C1D}"/>
              </a:ext>
            </a:extLst>
          </p:cNvPr>
          <p:cNvSpPr>
            <a:spLocks noGrp="1"/>
          </p:cNvSpPr>
          <p:nvPr>
            <p:ph type="dt" sz="half" idx="10"/>
          </p:nvPr>
        </p:nvSpPr>
        <p:spPr/>
        <p:txBody>
          <a:bodyPr/>
          <a:lstStyle/>
          <a:p>
            <a:fld id="{84FABED4-1AAC-45BE-A710-67DA055BC055}" type="datetime1">
              <a:rPr lang="vi-VN" smtClean="0"/>
              <a:t>11/08/2025</a:t>
            </a:fld>
            <a:endParaRPr lang="vi-VN"/>
          </a:p>
        </p:txBody>
      </p:sp>
      <p:sp>
        <p:nvSpPr>
          <p:cNvPr id="4" name="Footer Placeholder 3">
            <a:extLst>
              <a:ext uri="{FF2B5EF4-FFF2-40B4-BE49-F238E27FC236}">
                <a16:creationId xmlns:a16="http://schemas.microsoft.com/office/drawing/2014/main" id="{555596BC-9C60-0A9F-565A-E21007565CA7}"/>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E02E2D20-D08C-E234-6663-C5CAD4AE7F20}"/>
              </a:ext>
            </a:extLst>
          </p:cNvPr>
          <p:cNvSpPr>
            <a:spLocks noGrp="1"/>
          </p:cNvSpPr>
          <p:nvPr>
            <p:ph type="sldNum" sz="quarter" idx="12"/>
          </p:nvPr>
        </p:nvSpPr>
        <p:spPr/>
        <p:txBody>
          <a:bodyPr/>
          <a:lstStyle/>
          <a:p>
            <a:fld id="{427808B0-DB8A-471C-82EF-CF06681341D9}" type="slidenum">
              <a:rPr lang="vi-VN" smtClean="0"/>
              <a:t>‹#›</a:t>
            </a:fld>
            <a:endParaRPr lang="vi-VN"/>
          </a:p>
        </p:txBody>
      </p:sp>
      <p:pic>
        <p:nvPicPr>
          <p:cNvPr id="6" name="Google Shape;116;p5" title="Slide template-05.jpg">
            <a:extLst>
              <a:ext uri="{FF2B5EF4-FFF2-40B4-BE49-F238E27FC236}">
                <a16:creationId xmlns:a16="http://schemas.microsoft.com/office/drawing/2014/main" id="{E730FB3C-D7DF-68DF-A836-D5F77B7C440E}"/>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8" name="Content Placeholder 2">
            <a:extLst>
              <a:ext uri="{FF2B5EF4-FFF2-40B4-BE49-F238E27FC236}">
                <a16:creationId xmlns:a16="http://schemas.microsoft.com/office/drawing/2014/main" id="{AEBC5F56-5580-3808-01C0-6E3FAECE011A}"/>
              </a:ext>
            </a:extLst>
          </p:cNvPr>
          <p:cNvSpPr>
            <a:spLocks noGrp="1"/>
          </p:cNvSpPr>
          <p:nvPr>
            <p:ph idx="1" hasCustomPrompt="1"/>
          </p:nvPr>
        </p:nvSpPr>
        <p:spPr>
          <a:xfrm>
            <a:off x="707232" y="1233377"/>
            <a:ext cx="8872537" cy="4943586"/>
          </a:xfrm>
        </p:spPr>
        <p:txBody>
          <a:bodyPr>
            <a:normAutofit/>
          </a:bodyPr>
          <a:lstStyle>
            <a:lvl1pPr marL="289339" indent="-289339" algn="just" rtl="0">
              <a:lnSpc>
                <a:spcPct val="107200"/>
              </a:lnSpc>
              <a:spcBef>
                <a:spcPts val="422"/>
              </a:spcBef>
              <a:spcAft>
                <a:spcPts val="0"/>
              </a:spcAft>
              <a:buClr>
                <a:srgbClr val="000000"/>
              </a:buClr>
              <a:buSzPts val="2050"/>
              <a:buFont typeface="Wingdings" panose="05000000000000000000" pitchFamily="2" charset="2"/>
              <a:buChar char="Ø"/>
              <a:defRPr lang="en-US" sz="2025" b="1" i="0" u="none" strike="noStrike" kern="1200" cap="none" smtClean="0">
                <a:solidFill>
                  <a:schemeClr val="tx1"/>
                </a:solidFill>
                <a:latin typeface="Montserrat" panose="00000500000000000000" pitchFamily="2" charset="0"/>
                <a:ea typeface="Arial"/>
                <a:cs typeface="Arial"/>
                <a:sym typeface="Arial"/>
              </a:defRPr>
            </a:lvl1pPr>
            <a:lvl2pPr marL="601451" indent="-289339" algn="just" rtl="0">
              <a:lnSpc>
                <a:spcPct val="107200"/>
              </a:lnSpc>
              <a:spcBef>
                <a:spcPts val="422"/>
              </a:spcBef>
              <a:spcAft>
                <a:spcPts val="0"/>
              </a:spcAft>
              <a:buClr>
                <a:srgbClr val="000000"/>
              </a:buClr>
              <a:buSzPts val="2050"/>
              <a:buFont typeface="Wingdings" panose="05000000000000000000" pitchFamily="2" charset="2"/>
              <a:buChar char="ü"/>
              <a:defRPr lang="en-US" sz="1856" b="0" i="0" u="none" strike="noStrike" kern="1200" cap="none" smtClean="0">
                <a:solidFill>
                  <a:srgbClr val="282A75"/>
                </a:solidFill>
                <a:latin typeface="Montserrat" panose="00000500000000000000" pitchFamily="2" charset="0"/>
                <a:ea typeface="Arial"/>
                <a:cs typeface="Arial"/>
                <a:sym typeface="Arial"/>
              </a:defRPr>
            </a:lvl2pPr>
            <a:lvl3pPr marL="376409" indent="-241116" algn="just" defTabSz="771535" rtl="0" eaLnBrk="1" latinLnBrk="0" hangingPunct="1">
              <a:lnSpc>
                <a:spcPct val="107200"/>
              </a:lnSpc>
              <a:spcBef>
                <a:spcPts val="422"/>
              </a:spcBef>
              <a:spcAft>
                <a:spcPts val="0"/>
              </a:spcAft>
              <a:buClr>
                <a:srgbClr val="000000"/>
              </a:buClr>
              <a:buSzPts val="2050"/>
              <a:buFont typeface="Arial" panose="020B0604020202020204" pitchFamily="34" charset="0"/>
              <a:buChar char="•"/>
              <a:defRPr lang="en-US" sz="1519" b="0" i="1" u="none" strike="noStrike" cap="none" smtClean="0">
                <a:solidFill>
                  <a:srgbClr val="000000"/>
                </a:solidFill>
                <a:latin typeface="Montserrat" panose="00000500000000000000" pitchFamily="2" charset="0"/>
                <a:ea typeface="Arial"/>
                <a:cs typeface="Arial"/>
                <a:sym typeface="Arial"/>
              </a:defRPr>
            </a:lvl3pPr>
            <a:lvl4pPr marL="0" indent="0" algn="just" rtl="0">
              <a:lnSpc>
                <a:spcPct val="107200"/>
              </a:lnSpc>
              <a:spcAft>
                <a:spcPts val="0"/>
              </a:spcAft>
              <a:buClr>
                <a:srgbClr val="000000"/>
              </a:buClr>
              <a:buSzPts val="2050"/>
              <a:buFont typeface="Arial"/>
              <a:buNone/>
              <a:defRPr lang="en-US" sz="1049" b="0" i="0" u="none" strike="noStrike" cap="none" smtClean="0">
                <a:solidFill>
                  <a:srgbClr val="000000"/>
                </a:solidFill>
                <a:latin typeface="Montserrat" panose="00000500000000000000" pitchFamily="2" charset="0"/>
                <a:ea typeface="Arial"/>
                <a:cs typeface="Arial"/>
                <a:sym typeface="Arial"/>
              </a:defRPr>
            </a:lvl4pPr>
            <a:lvl5pPr marL="0" indent="0" algn="just" rtl="0">
              <a:lnSpc>
                <a:spcPct val="107200"/>
              </a:lnSpc>
              <a:spcAft>
                <a:spcPts val="0"/>
              </a:spcAft>
              <a:buClr>
                <a:srgbClr val="000000"/>
              </a:buClr>
              <a:buSzPts val="2050"/>
              <a:buFont typeface="Arial"/>
              <a:buNone/>
              <a:defRPr lang="en-US" sz="1049" b="0" i="0" u="none" strike="noStrike" cap="none" dirty="0">
                <a:solidFill>
                  <a:srgbClr val="000000"/>
                </a:solidFill>
                <a:latin typeface="Montserrat" panose="00000500000000000000" pitchFamily="2" charset="0"/>
                <a:ea typeface="Arial"/>
                <a:cs typeface="Arial"/>
                <a:sym typeface="Arial"/>
              </a:defRPr>
            </a:lvl5pPr>
          </a:lstStyle>
          <a:p>
            <a:pPr lvl="0"/>
            <a:r>
              <a:rPr lang="en-US" dirty="0"/>
              <a:t>CLICK TO EDIT MASTER TEXT STYLES</a:t>
            </a:r>
          </a:p>
          <a:p>
            <a:pPr lvl="1"/>
            <a:r>
              <a:rPr lang="en-US" dirty="0"/>
              <a:t>SECOND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Third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Fourth level</a:t>
            </a:r>
          </a:p>
          <a:p>
            <a:pPr marL="241116" lvl="2" indent="-241116" algn="just" defTabSz="771535" rtl="0" eaLnBrk="1" latinLnBrk="0" hangingPunct="1">
              <a:lnSpc>
                <a:spcPct val="107200"/>
              </a:lnSpc>
              <a:spcBef>
                <a:spcPts val="422"/>
              </a:spcBef>
              <a:spcAft>
                <a:spcPts val="0"/>
              </a:spcAft>
              <a:buClr>
                <a:srgbClr val="000000"/>
              </a:buClr>
              <a:buSzPts val="2050"/>
            </a:pPr>
            <a:r>
              <a:rPr lang="en-US" dirty="0"/>
              <a:t>Fifth level</a:t>
            </a:r>
          </a:p>
        </p:txBody>
      </p:sp>
      <p:sp>
        <p:nvSpPr>
          <p:cNvPr id="9" name="Date Placeholder 3">
            <a:extLst>
              <a:ext uri="{FF2B5EF4-FFF2-40B4-BE49-F238E27FC236}">
                <a16:creationId xmlns:a16="http://schemas.microsoft.com/office/drawing/2014/main" id="{CC3D8F71-43C5-9B8B-32B0-E9F209C16ADB}"/>
              </a:ext>
            </a:extLst>
          </p:cNvPr>
          <p:cNvSpPr txBox="1">
            <a:spLocks/>
          </p:cNvSpPr>
          <p:nvPr/>
        </p:nvSpPr>
        <p:spPr>
          <a:xfrm>
            <a:off x="707232" y="6356352"/>
            <a:ext cx="2314575" cy="365125"/>
          </a:xfrm>
          <a:prstGeom prst="rect">
            <a:avLst/>
          </a:prstGeom>
        </p:spPr>
        <p:txBody>
          <a:bodyPr vert="horz" lIns="77153" tIns="38576" rIns="77153" bIns="38576" rtlCol="0" anchor="ctr"/>
          <a:lstStyle>
            <a:defPPr>
              <a:defRPr lang="en-US"/>
            </a:defPPr>
            <a:lvl1pPr marL="0" algn="l" defTabSz="457200" rtl="0" eaLnBrk="1" latinLnBrk="0" hangingPunct="1">
              <a:defRPr lang="en-US" sz="1243" b="0" i="0" u="none" strike="noStrike" kern="1200" cap="none" smtClean="0">
                <a:solidFill>
                  <a:srgbClr val="282A75"/>
                </a:solidFill>
                <a:latin typeface="Montserrat" panose="00000500000000000000" pitchFamily="2" charset="0"/>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F507434-8931-4E1B-9A19-440BF717BE9E}" type="datetime1">
              <a:rPr lang="en-GB" sz="1049" smtClean="0"/>
              <a:pPr/>
              <a:t>11/08/2025</a:t>
            </a:fld>
            <a:endParaRPr lang="en-GB" sz="1049"/>
          </a:p>
        </p:txBody>
      </p:sp>
      <p:sp>
        <p:nvSpPr>
          <p:cNvPr id="10" name="Footer Placeholder 4">
            <a:extLst>
              <a:ext uri="{FF2B5EF4-FFF2-40B4-BE49-F238E27FC236}">
                <a16:creationId xmlns:a16="http://schemas.microsoft.com/office/drawing/2014/main" id="{089E3836-2C92-A1CD-EBDC-9D4B6A7A026C}"/>
              </a:ext>
            </a:extLst>
          </p:cNvPr>
          <p:cNvSpPr txBox="1">
            <a:spLocks/>
          </p:cNvSpPr>
          <p:nvPr/>
        </p:nvSpPr>
        <p:spPr>
          <a:xfrm>
            <a:off x="3407569" y="6356352"/>
            <a:ext cx="3471863" cy="365125"/>
          </a:xfrm>
          <a:prstGeom prst="rect">
            <a:avLst/>
          </a:prstGeom>
        </p:spPr>
        <p:txBody>
          <a:bodyPr vert="horz" lIns="77153" tIns="38576" rIns="77153" bIns="38576" rtlCol="0" anchor="ctr"/>
          <a:lstStyle>
            <a:defPPr>
              <a:defRPr lang="en-US"/>
            </a:defPPr>
            <a:lvl1pPr marL="0" algn="ctr" defTabSz="457200" rtl="0" eaLnBrk="1" latinLnBrk="0" hangingPunct="1">
              <a:defRPr lang="en-US" sz="1243" b="0" i="0" u="none" strike="noStrike" kern="1200" cap="none" dirty="0" smtClean="0">
                <a:solidFill>
                  <a:srgbClr val="282A75"/>
                </a:solidFill>
                <a:latin typeface="Montserrat" panose="00000500000000000000" pitchFamily="2" charset="0"/>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49"/>
              <a:t>Khoa Công nghệ thông tin và kinh tế số</a:t>
            </a:r>
          </a:p>
        </p:txBody>
      </p:sp>
      <p:sp>
        <p:nvSpPr>
          <p:cNvPr id="11" name="Slide Number Placeholder 5">
            <a:extLst>
              <a:ext uri="{FF2B5EF4-FFF2-40B4-BE49-F238E27FC236}">
                <a16:creationId xmlns:a16="http://schemas.microsoft.com/office/drawing/2014/main" id="{E2C3A757-4D58-D344-074F-C8568823B4FC}"/>
              </a:ext>
            </a:extLst>
          </p:cNvPr>
          <p:cNvSpPr txBox="1">
            <a:spLocks/>
          </p:cNvSpPr>
          <p:nvPr/>
        </p:nvSpPr>
        <p:spPr>
          <a:xfrm>
            <a:off x="7265194" y="6356352"/>
            <a:ext cx="2314575" cy="365125"/>
          </a:xfrm>
          <a:prstGeom prst="rect">
            <a:avLst/>
          </a:prstGeom>
        </p:spPr>
        <p:txBody>
          <a:bodyPr vert="horz" lIns="77153" tIns="38576" rIns="77153" bIns="38576" rtlCol="0" anchor="ctr"/>
          <a:lstStyle>
            <a:defPPr>
              <a:defRPr lang="en-US"/>
            </a:defPPr>
            <a:lvl1pPr marL="0" algn="r" defTabSz="457200" rtl="0" eaLnBrk="1" latinLnBrk="0" hangingPunct="1">
              <a:defRPr lang="en-US" sz="1243" b="0" i="0" u="none" strike="noStrike" kern="1200" cap="none" smtClean="0">
                <a:solidFill>
                  <a:srgbClr val="282A75"/>
                </a:solidFill>
                <a:latin typeface="Montserrat" panose="00000500000000000000" pitchFamily="2" charset="0"/>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7554808-DC30-45BA-B7EA-5A7394ED84A3}" type="slidenum">
              <a:rPr lang="en-US" sz="1049" smtClean="0"/>
              <a:pPr/>
              <a:t>‹#›</a:t>
            </a:fld>
            <a:endParaRPr lang="en-US" sz="1049"/>
          </a:p>
        </p:txBody>
      </p:sp>
      <p:sp>
        <p:nvSpPr>
          <p:cNvPr id="13" name="Title 12">
            <a:extLst>
              <a:ext uri="{FF2B5EF4-FFF2-40B4-BE49-F238E27FC236}">
                <a16:creationId xmlns:a16="http://schemas.microsoft.com/office/drawing/2014/main" id="{DC30A91B-D065-AC45-AC69-D38AAAF758C2}"/>
              </a:ext>
            </a:extLst>
          </p:cNvPr>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3264611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F6E16CE-A1A8-BBE8-F7C3-FFFE600FFE1F}"/>
              </a:ext>
            </a:extLst>
          </p:cNvPr>
          <p:cNvSpPr/>
          <p:nvPr/>
        </p:nvSpPr>
        <p:spPr>
          <a:xfrm>
            <a:off x="0" y="2239503"/>
            <a:ext cx="10287000" cy="3251773"/>
          </a:xfrm>
          <a:prstGeom prst="rect">
            <a:avLst/>
          </a:prstGeom>
          <a:solidFill>
            <a:srgbClr val="282A7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21"/>
          </a:p>
        </p:txBody>
      </p:sp>
      <p:pic>
        <p:nvPicPr>
          <p:cNvPr id="8" name="Google Shape;47;p1" title="Slide template-15.png">
            <a:extLst>
              <a:ext uri="{FF2B5EF4-FFF2-40B4-BE49-F238E27FC236}">
                <a16:creationId xmlns:a16="http://schemas.microsoft.com/office/drawing/2014/main" id="{B0FC5938-97EF-6E94-CD6C-CF98FEDC8FEF}"/>
              </a:ext>
            </a:extLst>
          </p:cNvPr>
          <p:cNvPicPr preferRelativeResize="0"/>
          <p:nvPr/>
        </p:nvPicPr>
        <p:blipFill rotWithShape="1">
          <a:blip r:embed="rId2">
            <a:alphaModFix/>
          </a:blip>
          <a:srcRect/>
          <a:stretch/>
        </p:blipFill>
        <p:spPr>
          <a:xfrm>
            <a:off x="636438" y="636345"/>
            <a:ext cx="2527764" cy="1148660"/>
          </a:xfrm>
          <a:prstGeom prst="rect">
            <a:avLst/>
          </a:prstGeom>
          <a:noFill/>
          <a:ln>
            <a:noFill/>
          </a:ln>
        </p:spPr>
      </p:pic>
      <p:sp>
        <p:nvSpPr>
          <p:cNvPr id="2" name="Title 1"/>
          <p:cNvSpPr>
            <a:spLocks noGrp="1"/>
          </p:cNvSpPr>
          <p:nvPr>
            <p:ph type="title"/>
          </p:nvPr>
        </p:nvSpPr>
        <p:spPr>
          <a:xfrm>
            <a:off x="701873" y="2239504"/>
            <a:ext cx="8872538" cy="2322973"/>
          </a:xfrm>
        </p:spPr>
        <p:txBody>
          <a:bodyPr anchor="b">
            <a:normAutofit/>
          </a:bodyPr>
          <a:lstStyle>
            <a:lvl1pPr>
              <a:defRPr lang="en-US" sz="3786" b="0" i="0" u="none" strike="noStrike" kern="1200" cap="none" dirty="0">
                <a:solidFill>
                  <a:srgbClr val="FAA61A"/>
                </a:solidFill>
                <a:latin typeface="Montserrat ExtraBold"/>
                <a:ea typeface="Montserrat ExtraBold"/>
                <a:cs typeface="Montserrat ExtraBold"/>
                <a:sym typeface="Arial"/>
              </a:defRPr>
            </a:lvl1pPr>
          </a:lstStyle>
          <a:p>
            <a:r>
              <a:rPr lang="en-US" smtClean="0"/>
              <a:t>Click to edit Master title style</a:t>
            </a:r>
            <a:endParaRPr lang="en-US" dirty="0"/>
          </a:p>
        </p:txBody>
      </p:sp>
      <p:sp>
        <p:nvSpPr>
          <p:cNvPr id="3" name="Text Placeholder 2"/>
          <p:cNvSpPr>
            <a:spLocks noGrp="1"/>
          </p:cNvSpPr>
          <p:nvPr>
            <p:ph type="body" idx="1"/>
          </p:nvPr>
        </p:nvSpPr>
        <p:spPr>
          <a:xfrm>
            <a:off x="701873" y="4589465"/>
            <a:ext cx="8872538" cy="1500187"/>
          </a:xfrm>
        </p:spPr>
        <p:txBody>
          <a:bodyPr>
            <a:normAutofit/>
          </a:bodyPr>
          <a:lstStyle>
            <a:lvl1pPr marL="0" indent="0">
              <a:buNone/>
              <a:defRPr lang="en-US" sz="2047" b="0" i="0" u="none" strike="noStrike" kern="1200" cap="none" smtClean="0">
                <a:solidFill>
                  <a:schemeClr val="bg1"/>
                </a:solidFill>
                <a:latin typeface="Montserrat" panose="00000500000000000000" pitchFamily="2" charset="0"/>
                <a:ea typeface="Arial"/>
                <a:cs typeface="Arial"/>
                <a:sym typeface="Arial"/>
              </a:defRPr>
            </a:lvl1pPr>
            <a:lvl2pPr marL="385768" indent="0">
              <a:buNone/>
              <a:defRPr sz="1688">
                <a:solidFill>
                  <a:schemeClr val="tx1">
                    <a:tint val="75000"/>
                  </a:schemeClr>
                </a:solidFill>
              </a:defRPr>
            </a:lvl2pPr>
            <a:lvl3pPr marL="771535" indent="0">
              <a:buNone/>
              <a:defRPr sz="1519">
                <a:solidFill>
                  <a:schemeClr val="tx1">
                    <a:tint val="75000"/>
                  </a:schemeClr>
                </a:solidFill>
              </a:defRPr>
            </a:lvl3pPr>
            <a:lvl4pPr marL="1157302" indent="0">
              <a:buNone/>
              <a:defRPr sz="1350">
                <a:solidFill>
                  <a:schemeClr val="tx1">
                    <a:tint val="75000"/>
                  </a:schemeClr>
                </a:solidFill>
              </a:defRPr>
            </a:lvl4pPr>
            <a:lvl5pPr marL="1543070" indent="0">
              <a:buNone/>
              <a:defRPr sz="1350">
                <a:solidFill>
                  <a:schemeClr val="tx1">
                    <a:tint val="75000"/>
                  </a:schemeClr>
                </a:solidFill>
              </a:defRPr>
            </a:lvl5pPr>
            <a:lvl6pPr marL="1928837" indent="0">
              <a:buNone/>
              <a:defRPr sz="1350">
                <a:solidFill>
                  <a:schemeClr val="tx1">
                    <a:tint val="75000"/>
                  </a:schemeClr>
                </a:solidFill>
              </a:defRPr>
            </a:lvl6pPr>
            <a:lvl7pPr marL="2314605" indent="0">
              <a:buNone/>
              <a:defRPr sz="1350">
                <a:solidFill>
                  <a:schemeClr val="tx1">
                    <a:tint val="75000"/>
                  </a:schemeClr>
                </a:solidFill>
              </a:defRPr>
            </a:lvl7pPr>
            <a:lvl8pPr marL="2700373" indent="0">
              <a:buNone/>
              <a:defRPr sz="1350">
                <a:solidFill>
                  <a:schemeClr val="tx1">
                    <a:tint val="75000"/>
                  </a:schemeClr>
                </a:solidFill>
              </a:defRPr>
            </a:lvl8pPr>
            <a:lvl9pPr marL="3086139" indent="0">
              <a:buNone/>
              <a:defRPr sz="13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ECA986E9-8493-42BF-A7C6-EE1810E96B4A}" type="datetime1">
              <a:rPr lang="vi-VN" smtClean="0"/>
              <a:t>11/08/2025</a:t>
            </a:fld>
            <a:endParaRPr lang="vi-VN"/>
          </a:p>
        </p:txBody>
      </p:sp>
      <p:sp>
        <p:nvSpPr>
          <p:cNvPr id="5" name="Footer Placeholder 4"/>
          <p:cNvSpPr>
            <a:spLocks noGrp="1"/>
          </p:cNvSpPr>
          <p:nvPr>
            <p:ph type="ftr" sz="quarter" idx="11"/>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endParaRPr lang="vi-VN"/>
          </a:p>
        </p:txBody>
      </p:sp>
      <p:sp>
        <p:nvSpPr>
          <p:cNvPr id="6" name="Slide Number Placeholder 5"/>
          <p:cNvSpPr>
            <a:spLocks noGrp="1"/>
          </p:cNvSpPr>
          <p:nvPr>
            <p:ph type="sldNum" sz="quarter" idx="12"/>
          </p:nvPr>
        </p:nvSpPr>
        <p:spPr/>
        <p:txBody>
          <a:bodyPr/>
          <a:lstStyle>
            <a:lvl1pP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427808B0-DB8A-471C-82EF-CF06681341D9}" type="slidenum">
              <a:rPr lang="vi-VN" smtClean="0"/>
              <a:t>‹#›</a:t>
            </a:fld>
            <a:endParaRPr lang="vi-VN"/>
          </a:p>
        </p:txBody>
      </p:sp>
    </p:spTree>
    <p:extLst>
      <p:ext uri="{BB962C8B-B14F-4D97-AF65-F5344CB8AC3E}">
        <p14:creationId xmlns:p14="http://schemas.microsoft.com/office/powerpoint/2010/main" val="208080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8" name="Google Shape;116;p5" title="Slide template-05.jpg">
            <a:extLst>
              <a:ext uri="{FF2B5EF4-FFF2-40B4-BE49-F238E27FC236}">
                <a16:creationId xmlns:a16="http://schemas.microsoft.com/office/drawing/2014/main" id="{5C5E539E-FC87-6893-FC55-D94BE1DD0787}"/>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hasCustomPrompt="1"/>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707232" y="2554630"/>
            <a:ext cx="4371975" cy="3622335"/>
          </a:xfrm>
        </p:spPr>
        <p:txBody>
          <a:bodyPr/>
          <a:lstStyle>
            <a:lvl3pPr marL="0" indent="0" algn="just" defTabSz="771535" rtl="0" eaLnBrk="1" latinLnBrk="0" hangingPunct="1">
              <a:lnSpc>
                <a:spcPct val="107200"/>
              </a:lnSpc>
              <a:spcBef>
                <a:spcPts val="422"/>
              </a:spcBef>
              <a:spcAft>
                <a:spcPts val="0"/>
              </a:spcAft>
              <a:buClr>
                <a:srgbClr val="000000"/>
              </a:buClr>
              <a:buSzPts val="2050"/>
              <a:buFont typeface="Arial"/>
              <a:buNone/>
              <a:defRPr/>
            </a:lvl3pPr>
            <a:lvl4pPr>
              <a:defRPr lang="en-US" sz="1049" b="0" i="0" u="none" strike="noStrike" kern="1200" cap="none" smtClean="0">
                <a:solidFill>
                  <a:srgbClr val="000000"/>
                </a:solidFill>
                <a:latin typeface="Montserrat" panose="00000500000000000000" pitchFamily="2" charset="0"/>
                <a:ea typeface="+mn-ea"/>
                <a:cs typeface="Arial"/>
                <a:sym typeface="Arial"/>
              </a:defRPr>
            </a:lvl4pPr>
            <a:lvl5pPr>
              <a:defRPr lang="en-US" sz="1049" b="0" i="0" u="none" strike="noStrike" kern="1200" cap="none" dirty="0">
                <a:solidFill>
                  <a:srgbClr val="000000"/>
                </a:solidFill>
                <a:latin typeface="Montserrat" panose="00000500000000000000" pitchFamily="2" charset="0"/>
                <a:ea typeface="+mn-ea"/>
                <a:cs typeface="Arial"/>
                <a:sym typeface="Arial"/>
              </a:defRPr>
            </a:lvl5pPr>
          </a:lstStyle>
          <a:p>
            <a:pPr lvl="0"/>
            <a:r>
              <a:rPr lang="en-US"/>
              <a:t>CLICK TO EDIT MASTER TEXT STYLES</a:t>
            </a:r>
          </a:p>
          <a:p>
            <a:pPr lvl="1"/>
            <a:r>
              <a:rPr lang="en-US"/>
              <a:t>SECOND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Third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Fourth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Fifth level</a:t>
            </a:r>
            <a:endParaRPr lang="en-US" dirty="0"/>
          </a:p>
        </p:txBody>
      </p:sp>
      <p:sp>
        <p:nvSpPr>
          <p:cNvPr id="4" name="Content Placeholder 3"/>
          <p:cNvSpPr>
            <a:spLocks noGrp="1"/>
          </p:cNvSpPr>
          <p:nvPr>
            <p:ph sz="half" idx="2" hasCustomPrompt="1"/>
          </p:nvPr>
        </p:nvSpPr>
        <p:spPr>
          <a:xfrm>
            <a:off x="5207794" y="2554630"/>
            <a:ext cx="4371975" cy="3622335"/>
          </a:xfrm>
        </p:spPr>
        <p:txBody>
          <a:bodyPr/>
          <a:lstStyle>
            <a:lvl3pPr marL="0" indent="0" algn="just" defTabSz="771535" rtl="0" eaLnBrk="1" latinLnBrk="0" hangingPunct="1">
              <a:lnSpc>
                <a:spcPct val="107200"/>
              </a:lnSpc>
              <a:spcBef>
                <a:spcPts val="422"/>
              </a:spcBef>
              <a:spcAft>
                <a:spcPts val="0"/>
              </a:spcAft>
              <a:buClr>
                <a:srgbClr val="000000"/>
              </a:buClr>
              <a:buSzPts val="2050"/>
              <a:buFont typeface="Arial"/>
              <a:buNone/>
              <a:defRPr/>
            </a:lvl3pPr>
            <a:lvl4pPr marL="0" indent="0" algn="just" defTabSz="771535" rtl="0" eaLnBrk="1" latinLnBrk="0" hangingPunct="1">
              <a:lnSpc>
                <a:spcPct val="107200"/>
              </a:lnSpc>
              <a:spcBef>
                <a:spcPts val="422"/>
              </a:spcBef>
              <a:spcAft>
                <a:spcPts val="0"/>
              </a:spcAft>
              <a:buClr>
                <a:srgbClr val="000000"/>
              </a:buClr>
              <a:buSzPts val="2050"/>
              <a:buFont typeface="Arial"/>
              <a:buNone/>
              <a:defRPr lang="en-US" sz="1049" b="0" i="0" u="none" strike="noStrike" kern="1200" cap="none" smtClean="0">
                <a:solidFill>
                  <a:srgbClr val="000000"/>
                </a:solidFill>
                <a:latin typeface="Montserrat" panose="00000500000000000000" pitchFamily="2" charset="0"/>
                <a:ea typeface="+mn-ea"/>
                <a:cs typeface="Arial"/>
                <a:sym typeface="Arial"/>
              </a:defRPr>
            </a:lvl4pPr>
            <a:lvl5pPr marL="0" indent="0" algn="just" defTabSz="771535" rtl="0" eaLnBrk="1" latinLnBrk="0" hangingPunct="1">
              <a:lnSpc>
                <a:spcPct val="107200"/>
              </a:lnSpc>
              <a:spcBef>
                <a:spcPts val="422"/>
              </a:spcBef>
              <a:spcAft>
                <a:spcPts val="0"/>
              </a:spcAft>
              <a:buClr>
                <a:srgbClr val="000000"/>
              </a:buClr>
              <a:buSzPts val="2050"/>
              <a:buFont typeface="Arial"/>
              <a:buNone/>
              <a:defRPr lang="en-US" sz="1049" b="0" i="0" u="none" strike="noStrike" kern="1200" cap="none" dirty="0">
                <a:solidFill>
                  <a:srgbClr val="000000"/>
                </a:solidFill>
                <a:latin typeface="Montserrat" panose="00000500000000000000" pitchFamily="2" charset="0"/>
                <a:ea typeface="+mn-ea"/>
                <a:cs typeface="Arial"/>
                <a:sym typeface="Arial"/>
              </a:defRPr>
            </a:lvl5pPr>
          </a:lstStyle>
          <a:p>
            <a:pPr lvl="0"/>
            <a:r>
              <a:rPr lang="en-US"/>
              <a:t>CLICK TO EDIT MASTER TEXT STYLES</a:t>
            </a:r>
          </a:p>
          <a:p>
            <a:pPr lvl="1"/>
            <a:r>
              <a:rPr lang="en-US"/>
              <a:t>SECOND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Third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Fourth level</a:t>
            </a:r>
          </a:p>
          <a:p>
            <a:pPr marL="0" lvl="2" indent="0" algn="just" defTabSz="771535" rtl="0" eaLnBrk="1" latinLnBrk="0" hangingPunct="1">
              <a:lnSpc>
                <a:spcPct val="107200"/>
              </a:lnSpc>
              <a:spcBef>
                <a:spcPts val="422"/>
              </a:spcBef>
              <a:spcAft>
                <a:spcPts val="0"/>
              </a:spcAft>
              <a:buClr>
                <a:srgbClr val="000000"/>
              </a:buClr>
              <a:buSzPts val="2050"/>
              <a:buFont typeface="Arial"/>
              <a:buNone/>
            </a:pPr>
            <a:r>
              <a:rPr lang="en-US"/>
              <a:t>Fifth level</a:t>
            </a:r>
            <a:endParaRPr lang="en-US" dirty="0"/>
          </a:p>
        </p:txBody>
      </p:sp>
      <p:sp>
        <p:nvSpPr>
          <p:cNvPr id="5" name="Date Placeholder 4"/>
          <p:cNvSpPr>
            <a:spLocks noGrp="1"/>
          </p:cNvSpPr>
          <p:nvPr>
            <p:ph type="dt" sz="half" idx="10"/>
          </p:nvPr>
        </p:nvSpPr>
        <p:spPr/>
        <p:txBody>
          <a:bodyPr/>
          <a:lstStyle/>
          <a:p>
            <a:fld id="{84FABED4-1AAC-45BE-A710-67DA055BC055}" type="datetime1">
              <a:rPr lang="vi-VN" smtClean="0"/>
              <a:t>11/08/2025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
        <p:nvSpPr>
          <p:cNvPr id="14" name="Text Placeholder 13">
            <a:extLst>
              <a:ext uri="{FF2B5EF4-FFF2-40B4-BE49-F238E27FC236}">
                <a16:creationId xmlns:a16="http://schemas.microsoft.com/office/drawing/2014/main" id="{A6397E28-6783-DCDF-3C03-977A8FE45337}"/>
              </a:ext>
            </a:extLst>
          </p:cNvPr>
          <p:cNvSpPr>
            <a:spLocks noGrp="1"/>
          </p:cNvSpPr>
          <p:nvPr>
            <p:ph type="body" sz="quarter" idx="13"/>
          </p:nvPr>
        </p:nvSpPr>
        <p:spPr>
          <a:xfrm>
            <a:off x="707233" y="1208141"/>
            <a:ext cx="8872253" cy="455339"/>
          </a:xfrm>
        </p:spPr>
        <p:txBody>
          <a:bodyPr anchor="ctr">
            <a:noAutofit/>
          </a:bodyPr>
          <a:lstStyle>
            <a:lvl1pPr algn="ctr">
              <a:defRPr lang="en-US" sz="3377" b="1" i="0" u="none" strike="noStrike" cap="none" smtClean="0">
                <a:solidFill>
                  <a:srgbClr val="292A75"/>
                </a:solidFill>
                <a:latin typeface="Montserrat" panose="00000500000000000000" pitchFamily="2" charset="0"/>
                <a:ea typeface="Montserrat"/>
                <a:cs typeface="Montserrat"/>
                <a:sym typeface="Arial"/>
              </a:defRPr>
            </a:lvl1pPr>
            <a:lvl2pPr>
              <a:defRPr lang="en-US" sz="3377" b="1" i="0" u="none" strike="noStrike" cap="none" smtClean="0">
                <a:solidFill>
                  <a:srgbClr val="292A75"/>
                </a:solidFill>
                <a:latin typeface="Montserrat" panose="00000500000000000000" pitchFamily="2" charset="0"/>
                <a:ea typeface="Montserrat"/>
                <a:cs typeface="Montserrat"/>
                <a:sym typeface="Arial"/>
              </a:defRPr>
            </a:lvl2pPr>
            <a:lvl3pPr>
              <a:defRPr lang="en-US" sz="3377" b="1" i="0" u="none" strike="noStrike" cap="none" smtClean="0">
                <a:solidFill>
                  <a:srgbClr val="292A75"/>
                </a:solidFill>
                <a:latin typeface="Montserrat" panose="00000500000000000000" pitchFamily="2" charset="0"/>
                <a:ea typeface="Montserrat"/>
                <a:cs typeface="Montserrat"/>
                <a:sym typeface="Arial"/>
              </a:defRPr>
            </a:lvl3pPr>
            <a:lvl4pPr>
              <a:defRPr lang="en-US" sz="3377" b="1" i="0" u="none" strike="noStrike" cap="none" smtClean="0">
                <a:solidFill>
                  <a:srgbClr val="292A75"/>
                </a:solidFill>
                <a:latin typeface="Montserrat" panose="00000500000000000000" pitchFamily="2" charset="0"/>
                <a:ea typeface="Montserrat"/>
                <a:cs typeface="Montserrat"/>
                <a:sym typeface="Arial"/>
              </a:defRPr>
            </a:lvl4pPr>
            <a:lvl5pPr>
              <a:defRPr lang="en-US" sz="3377" b="1" i="0" u="none" strike="noStrike" cap="none">
                <a:solidFill>
                  <a:srgbClr val="292A75"/>
                </a:solidFill>
                <a:latin typeface="Montserrat" panose="00000500000000000000" pitchFamily="2" charset="0"/>
                <a:ea typeface="Montserrat"/>
                <a:cs typeface="Montserrat"/>
                <a:sym typeface="Arial"/>
              </a:defRPr>
            </a:lvl5pPr>
          </a:lstStyle>
          <a:p>
            <a:pPr lvl="0"/>
            <a:r>
              <a:rPr lang="en-US" smtClean="0"/>
              <a:t>Edit Master text styles</a:t>
            </a:r>
          </a:p>
        </p:txBody>
      </p:sp>
      <p:sp>
        <p:nvSpPr>
          <p:cNvPr id="16" name="Text Placeholder 15">
            <a:extLst>
              <a:ext uri="{FF2B5EF4-FFF2-40B4-BE49-F238E27FC236}">
                <a16:creationId xmlns:a16="http://schemas.microsoft.com/office/drawing/2014/main" id="{E87CA3E4-E0F0-4F9D-943E-88283FF61615}"/>
              </a:ext>
            </a:extLst>
          </p:cNvPr>
          <p:cNvSpPr>
            <a:spLocks noGrp="1"/>
          </p:cNvSpPr>
          <p:nvPr>
            <p:ph type="body" sz="quarter" idx="14"/>
          </p:nvPr>
        </p:nvSpPr>
        <p:spPr>
          <a:xfrm>
            <a:off x="707233" y="1772260"/>
            <a:ext cx="8872253" cy="602626"/>
          </a:xfrm>
        </p:spPr>
        <p:txBody>
          <a:bodyPr/>
          <a:lstStyle/>
          <a:p>
            <a:pPr lvl="0"/>
            <a:r>
              <a:rPr lang="en-US" smtClean="0"/>
              <a:t>Edit Master text styles</a:t>
            </a:r>
          </a:p>
        </p:txBody>
      </p:sp>
    </p:spTree>
    <p:extLst>
      <p:ext uri="{BB962C8B-B14F-4D97-AF65-F5344CB8AC3E}">
        <p14:creationId xmlns:p14="http://schemas.microsoft.com/office/powerpoint/2010/main" val="64527000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Google Shape;116;p5" title="Slide template-05.jpg">
            <a:extLst>
              <a:ext uri="{FF2B5EF4-FFF2-40B4-BE49-F238E27FC236}">
                <a16:creationId xmlns:a16="http://schemas.microsoft.com/office/drawing/2014/main" id="{E9E9B59B-A1C0-2B36-B0E2-DB2077132273}"/>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a:xfrm>
            <a:off x="1943787" y="367237"/>
            <a:ext cx="6845791" cy="27704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08571" y="1681163"/>
            <a:ext cx="4351883" cy="823912"/>
          </a:xfrm>
        </p:spPr>
        <p:txBody>
          <a:bodyPr anchor="ctr">
            <a:normAutofit/>
          </a:bodyPr>
          <a:lstStyle>
            <a:lvl1pPr marL="0" indent="0">
              <a:buNone/>
              <a:defRPr lang="en-US" sz="2098" b="1" i="0" u="none" strike="noStrike" cap="none" smtClean="0">
                <a:solidFill>
                  <a:srgbClr val="292A75"/>
                </a:solidFill>
                <a:latin typeface="Montserrat" panose="00000500000000000000" pitchFamily="2" charset="0"/>
                <a:ea typeface="Montserrat Medium"/>
                <a:cs typeface="Montserrat Medium"/>
                <a:sym typeface="Arial"/>
              </a:defRPr>
            </a:lvl1pPr>
            <a:lvl2pPr marL="385768" indent="0">
              <a:buNone/>
              <a:defRPr sz="1688" b="1"/>
            </a:lvl2pPr>
            <a:lvl3pPr marL="771535" indent="0">
              <a:buNone/>
              <a:defRPr sz="1519" b="1"/>
            </a:lvl3pPr>
            <a:lvl4pPr marL="1157302" indent="0">
              <a:buNone/>
              <a:defRPr sz="1350" b="1"/>
            </a:lvl4pPr>
            <a:lvl5pPr marL="1543070" indent="0">
              <a:buNone/>
              <a:defRPr sz="1350" b="1"/>
            </a:lvl5pPr>
            <a:lvl6pPr marL="1928837" indent="0">
              <a:buNone/>
              <a:defRPr sz="1350" b="1"/>
            </a:lvl6pPr>
            <a:lvl7pPr marL="2314605" indent="0">
              <a:buNone/>
              <a:defRPr sz="1350" b="1"/>
            </a:lvl7pPr>
            <a:lvl8pPr marL="2700373" indent="0">
              <a:buNone/>
              <a:defRPr sz="1350" b="1"/>
            </a:lvl8pPr>
            <a:lvl9pPr marL="3086139" indent="0">
              <a:buNone/>
              <a:defRPr sz="1350" b="1"/>
            </a:lvl9pPr>
          </a:lstStyle>
          <a:p>
            <a:pPr lvl="0"/>
            <a:r>
              <a:rPr lang="en-US" smtClean="0"/>
              <a:t>Edit Master text styles</a:t>
            </a:r>
          </a:p>
        </p:txBody>
      </p:sp>
      <p:sp>
        <p:nvSpPr>
          <p:cNvPr id="4" name="Content Placeholder 3"/>
          <p:cNvSpPr>
            <a:spLocks noGrp="1"/>
          </p:cNvSpPr>
          <p:nvPr>
            <p:ph sz="half" idx="2" hasCustomPrompt="1"/>
          </p:nvPr>
        </p:nvSpPr>
        <p:spPr>
          <a:xfrm>
            <a:off x="708571" y="2505075"/>
            <a:ext cx="4351883" cy="3684588"/>
          </a:xfrm>
        </p:spPr>
        <p:txBody>
          <a:bodyPr/>
          <a:lstStyle>
            <a:lvl4pPr>
              <a:defRPr lang="en-US" sz="1049" b="0" i="0" u="none" strike="noStrike" kern="1200" cap="none" smtClean="0">
                <a:solidFill>
                  <a:srgbClr val="000000"/>
                </a:solidFill>
                <a:latin typeface="Montserrat" panose="00000500000000000000" pitchFamily="2" charset="0"/>
                <a:ea typeface="+mn-ea"/>
                <a:cs typeface="Arial"/>
                <a:sym typeface="Arial"/>
              </a:defRPr>
            </a:lvl4pPr>
            <a:lvl5pPr>
              <a:defRPr lang="en-US" sz="1049" b="0" i="0" u="none" strike="noStrike" kern="1200" cap="none" dirty="0">
                <a:solidFill>
                  <a:srgbClr val="000000"/>
                </a:solidFill>
                <a:latin typeface="Montserrat" panose="00000500000000000000" pitchFamily="2" charset="0"/>
                <a:ea typeface="+mn-ea"/>
                <a:cs typeface="Arial"/>
                <a:sym typeface="Arial"/>
              </a:defRPr>
            </a:lvl5pPr>
          </a:lstStyle>
          <a:p>
            <a:pPr lvl="0"/>
            <a:r>
              <a:rPr lang="en-US"/>
              <a:t>CLICK TO EDIT MASTER TEXT STYLES</a:t>
            </a:r>
          </a:p>
          <a:p>
            <a:pPr lvl="1"/>
            <a:r>
              <a:rPr lang="en-US"/>
              <a:t>Second level</a:t>
            </a:r>
          </a:p>
          <a:p>
            <a:pPr lvl="2"/>
            <a:r>
              <a:rPr lang="en-US"/>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207795" y="1681163"/>
            <a:ext cx="4373315" cy="823912"/>
          </a:xfrm>
        </p:spPr>
        <p:txBody>
          <a:bodyPr anchor="ctr">
            <a:normAutofit/>
          </a:bodyPr>
          <a:lstStyle>
            <a:lvl1pPr marL="0" indent="0">
              <a:buNone/>
              <a:defRPr lang="en-US" sz="2098" b="1" i="0" u="none" strike="noStrike" kern="1200" cap="none">
                <a:solidFill>
                  <a:srgbClr val="292A75"/>
                </a:solidFill>
                <a:latin typeface="Montserrat" panose="00000500000000000000" pitchFamily="2" charset="0"/>
                <a:ea typeface="Montserrat Medium"/>
                <a:cs typeface="Montserrat Medium"/>
                <a:sym typeface="Arial"/>
              </a:defRPr>
            </a:lvl1pPr>
            <a:lvl2pPr marL="385768" indent="0">
              <a:buNone/>
              <a:defRPr sz="1688" b="1"/>
            </a:lvl2pPr>
            <a:lvl3pPr marL="771535" indent="0">
              <a:buNone/>
              <a:defRPr sz="1519" b="1"/>
            </a:lvl3pPr>
            <a:lvl4pPr marL="1157302" indent="0">
              <a:buNone/>
              <a:defRPr sz="1350" b="1"/>
            </a:lvl4pPr>
            <a:lvl5pPr marL="1543070" indent="0">
              <a:buNone/>
              <a:defRPr sz="1350" b="1"/>
            </a:lvl5pPr>
            <a:lvl6pPr marL="1928837" indent="0">
              <a:buNone/>
              <a:defRPr sz="1350" b="1"/>
            </a:lvl6pPr>
            <a:lvl7pPr marL="2314605" indent="0">
              <a:buNone/>
              <a:defRPr sz="1350" b="1"/>
            </a:lvl7pPr>
            <a:lvl8pPr marL="2700373" indent="0">
              <a:buNone/>
              <a:defRPr sz="1350" b="1"/>
            </a:lvl8pPr>
            <a:lvl9pPr marL="3086139" indent="0">
              <a:buNone/>
              <a:defRPr sz="1350" b="1"/>
            </a:lvl9pPr>
          </a:lstStyle>
          <a:p>
            <a:pPr lvl="0"/>
            <a:r>
              <a:rPr lang="en-US" smtClean="0"/>
              <a:t>Edit Master text styles</a:t>
            </a:r>
          </a:p>
        </p:txBody>
      </p:sp>
      <p:sp>
        <p:nvSpPr>
          <p:cNvPr id="6" name="Content Placeholder 5"/>
          <p:cNvSpPr>
            <a:spLocks noGrp="1"/>
          </p:cNvSpPr>
          <p:nvPr>
            <p:ph sz="quarter" idx="4" hasCustomPrompt="1"/>
          </p:nvPr>
        </p:nvSpPr>
        <p:spPr>
          <a:xfrm>
            <a:off x="5207795" y="2505075"/>
            <a:ext cx="4373315" cy="3684588"/>
          </a:xfrm>
        </p:spPr>
        <p:txBody>
          <a:bodyPr/>
          <a:lstStyle>
            <a:lvl4pPr marL="0" indent="0" algn="just" defTabSz="771535" rtl="0" eaLnBrk="1" latinLnBrk="0" hangingPunct="1">
              <a:lnSpc>
                <a:spcPct val="107200"/>
              </a:lnSpc>
              <a:spcBef>
                <a:spcPts val="422"/>
              </a:spcBef>
              <a:spcAft>
                <a:spcPts val="0"/>
              </a:spcAft>
              <a:buClr>
                <a:srgbClr val="000000"/>
              </a:buClr>
              <a:buSzPts val="2050"/>
              <a:buFont typeface="Arial"/>
              <a:buNone/>
              <a:defRPr lang="en-US" sz="1049" b="0" i="0" u="none" strike="noStrike" kern="1200" cap="none" smtClean="0">
                <a:solidFill>
                  <a:srgbClr val="000000"/>
                </a:solidFill>
                <a:latin typeface="Montserrat" panose="00000500000000000000" pitchFamily="2" charset="0"/>
                <a:ea typeface="+mn-ea"/>
                <a:cs typeface="Arial"/>
                <a:sym typeface="Arial"/>
              </a:defRPr>
            </a:lvl4pPr>
            <a:lvl5pPr marL="0" indent="0" algn="just" defTabSz="771535" rtl="0" eaLnBrk="1" latinLnBrk="0" hangingPunct="1">
              <a:lnSpc>
                <a:spcPct val="107200"/>
              </a:lnSpc>
              <a:spcBef>
                <a:spcPts val="422"/>
              </a:spcBef>
              <a:spcAft>
                <a:spcPts val="0"/>
              </a:spcAft>
              <a:buClr>
                <a:srgbClr val="000000"/>
              </a:buClr>
              <a:buSzPts val="2050"/>
              <a:buFont typeface="Arial"/>
              <a:buNone/>
              <a:defRPr lang="en-US" sz="1049" b="0" i="0" u="none" strike="noStrike" kern="1200" cap="none" dirty="0">
                <a:solidFill>
                  <a:srgbClr val="000000"/>
                </a:solidFill>
                <a:latin typeface="Montserrat" panose="00000500000000000000" pitchFamily="2" charset="0"/>
                <a:ea typeface="+mn-ea"/>
                <a:cs typeface="Arial"/>
                <a:sym typeface="Arial"/>
              </a:defRPr>
            </a:lvl5pPr>
          </a:lstStyle>
          <a:p>
            <a:pPr lvl="0"/>
            <a:r>
              <a:rPr lang="en-US"/>
              <a:t>CLICK TO EDIT MASTER TEXT STYLES</a:t>
            </a:r>
          </a:p>
          <a:p>
            <a:pPr lvl="1"/>
            <a:r>
              <a:rPr lang="en-US"/>
              <a:t>Second level</a:t>
            </a:r>
          </a:p>
          <a:p>
            <a:pPr lvl="2"/>
            <a:r>
              <a:rPr lang="en-US"/>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856DFF7-F5D1-4741-9AFA-644592F6D88E}" type="datetime1">
              <a:rPr lang="vi-VN" smtClean="0"/>
              <a:t>11/08/2025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927518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Google Shape;116;p5" title="Slide template-05.jpg">
            <a:extLst>
              <a:ext uri="{FF2B5EF4-FFF2-40B4-BE49-F238E27FC236}">
                <a16:creationId xmlns:a16="http://schemas.microsoft.com/office/drawing/2014/main" id="{3D97D9A5-D18B-AE83-6D85-71D1A08A27C7}"/>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57A1E72-38A2-4A3B-AB45-23AF396AC866}" type="datetime1">
              <a:rPr lang="vi-VN" smtClean="0"/>
              <a:t>11/08/2025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623651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C66D5F-F7C9-4605-8742-978114C0C04F}" type="datetime1">
              <a:rPr lang="vi-VN" smtClean="0"/>
              <a:t>11/08/2025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a:t>
            </a:fld>
            <a:endParaRPr lang="vi-VN"/>
          </a:p>
        </p:txBody>
      </p:sp>
      <p:pic>
        <p:nvPicPr>
          <p:cNvPr id="5" name="Google Shape;116;p5" title="Slide template-05.jpg">
            <a:extLst>
              <a:ext uri="{FF2B5EF4-FFF2-40B4-BE49-F238E27FC236}">
                <a16:creationId xmlns:a16="http://schemas.microsoft.com/office/drawing/2014/main" id="{6905BB7A-5385-1C48-0937-A18DD72186E0}"/>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Tree>
    <p:extLst>
      <p:ext uri="{BB962C8B-B14F-4D97-AF65-F5344CB8AC3E}">
        <p14:creationId xmlns:p14="http://schemas.microsoft.com/office/powerpoint/2010/main" val="3345353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10" name="Google Shape;168;g36c221fbeac_0_22">
            <a:extLst>
              <a:ext uri="{FF2B5EF4-FFF2-40B4-BE49-F238E27FC236}">
                <a16:creationId xmlns:a16="http://schemas.microsoft.com/office/drawing/2014/main" id="{CE90C445-1978-AED9-2EEF-E1AC85C9ED49}"/>
              </a:ext>
            </a:extLst>
          </p:cNvPr>
          <p:cNvSpPr/>
          <p:nvPr/>
        </p:nvSpPr>
        <p:spPr>
          <a:xfrm>
            <a:off x="0" y="834438"/>
            <a:ext cx="5182823" cy="6023562"/>
          </a:xfrm>
          <a:prstGeom prst="rect">
            <a:avLst/>
          </a:prstGeom>
          <a:solidFill>
            <a:srgbClr val="292A75"/>
          </a:solidFill>
          <a:ln w="9525" cap="flat" cmpd="sng">
            <a:solidFill>
              <a:schemeClr val="dk2"/>
            </a:solidFill>
            <a:prstDash val="solid"/>
            <a:round/>
            <a:headEnd type="none" w="sm" len="sm"/>
            <a:tailEnd type="none" w="sm" len="sm"/>
          </a:ln>
        </p:spPr>
        <p:txBody>
          <a:bodyPr spcFirstLastPara="1" wrap="square" lIns="46778" tIns="46778" rIns="46778" bIns="46778"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ea typeface="Tahoma"/>
              <a:cs typeface="Tahoma"/>
              <a:sym typeface="Tahoma"/>
            </a:endParaRPr>
          </a:p>
        </p:txBody>
      </p:sp>
      <p:pic>
        <p:nvPicPr>
          <p:cNvPr id="8" name="Google Shape;116;p5" title="Slide template-05.jpg">
            <a:extLst>
              <a:ext uri="{FF2B5EF4-FFF2-40B4-BE49-F238E27FC236}">
                <a16:creationId xmlns:a16="http://schemas.microsoft.com/office/drawing/2014/main" id="{2D4D36A3-1381-343F-1578-7D79A068199C}"/>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a:xfrm>
            <a:off x="417910" y="1039486"/>
            <a:ext cx="4274714" cy="1017914"/>
          </a:xfrm>
        </p:spPr>
        <p:txBody>
          <a:bodyPr anchor="ctr"/>
          <a:lstStyle>
            <a:lvl1pPr>
              <a:defRPr sz="2700"/>
            </a:lvl1pPr>
          </a:lstStyle>
          <a:p>
            <a:r>
              <a:rPr lang="en-US" smtClean="0"/>
              <a:t>Click to edit Master title style</a:t>
            </a:r>
            <a:endParaRPr lang="en-US" dirty="0"/>
          </a:p>
        </p:txBody>
      </p:sp>
      <p:sp>
        <p:nvSpPr>
          <p:cNvPr id="3" name="Content Placeholder 2"/>
          <p:cNvSpPr>
            <a:spLocks noGrp="1"/>
          </p:cNvSpPr>
          <p:nvPr>
            <p:ph idx="1"/>
          </p:nvPr>
        </p:nvSpPr>
        <p:spPr>
          <a:xfrm>
            <a:off x="5669681" y="2057399"/>
            <a:ext cx="4199410" cy="4055270"/>
          </a:xfrm>
        </p:spPr>
        <p:txBody>
          <a:bodyPr>
            <a:normAutofit/>
          </a:bodyPr>
          <a:lstStyle>
            <a:lvl1pPr>
              <a:defRPr lang="en-US" sz="1049" b="0" i="0" u="none" strike="noStrike" cap="none" smtClean="0">
                <a:solidFill>
                  <a:srgbClr val="000000"/>
                </a:solidFill>
                <a:latin typeface="Montserrat" panose="00000500000000000000" pitchFamily="2" charset="0"/>
                <a:ea typeface="Montserrat"/>
                <a:cs typeface="Montserrat"/>
                <a:sym typeface="Arial"/>
              </a:defRPr>
            </a:lvl1pPr>
            <a:lvl2pPr>
              <a:defRPr lang="en-US" sz="1049" b="0" i="0" u="none" strike="noStrike" cap="none" smtClean="0">
                <a:solidFill>
                  <a:srgbClr val="000000"/>
                </a:solidFill>
                <a:latin typeface="Montserrat" panose="00000500000000000000" pitchFamily="2" charset="0"/>
                <a:ea typeface="Montserrat"/>
                <a:cs typeface="Montserrat"/>
                <a:sym typeface="Arial"/>
              </a:defRPr>
            </a:lvl2pPr>
            <a:lvl3pPr>
              <a:defRPr lang="en-US" sz="1049" b="0" i="0" u="none" strike="noStrike" cap="none" smtClean="0">
                <a:solidFill>
                  <a:srgbClr val="000000"/>
                </a:solidFill>
                <a:latin typeface="Montserrat" panose="00000500000000000000" pitchFamily="2" charset="0"/>
                <a:ea typeface="Montserrat"/>
                <a:cs typeface="Montserrat"/>
                <a:sym typeface="Arial"/>
              </a:defRPr>
            </a:lvl3pPr>
            <a:lvl4pPr>
              <a:defRPr lang="en-US" sz="1049" b="0" i="0" u="none" strike="noStrike" cap="none" smtClean="0">
                <a:solidFill>
                  <a:srgbClr val="000000"/>
                </a:solidFill>
                <a:latin typeface="Montserrat" panose="00000500000000000000" pitchFamily="2" charset="0"/>
                <a:ea typeface="Montserrat"/>
                <a:cs typeface="Montserrat"/>
                <a:sym typeface="Arial"/>
              </a:defRPr>
            </a:lvl4pPr>
            <a:lvl5pPr>
              <a:defRPr lang="en-US" sz="1049" b="0" i="0" u="none" strike="noStrike" cap="none" dirty="0">
                <a:solidFill>
                  <a:srgbClr val="000000"/>
                </a:solidFill>
                <a:latin typeface="Montserrat" panose="00000500000000000000" pitchFamily="2" charset="0"/>
                <a:ea typeface="Montserrat"/>
                <a:cs typeface="Montserrat"/>
                <a:sym typeface="Arial"/>
              </a:defRPr>
            </a:lvl5pPr>
            <a:lvl6pPr>
              <a:defRPr sz="1688"/>
            </a:lvl6pPr>
            <a:lvl7pPr>
              <a:defRPr sz="1688"/>
            </a:lvl7pPr>
            <a:lvl8pPr>
              <a:defRPr sz="1688"/>
            </a:lvl8pPr>
            <a:lvl9pPr>
              <a:defRPr sz="1688"/>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17910" y="2057401"/>
            <a:ext cx="4274714" cy="4055269"/>
          </a:xfrm>
        </p:spPr>
        <p:txBody>
          <a:bodyPr/>
          <a:lstStyle>
            <a:lvl1pPr marL="0" indent="0">
              <a:buNone/>
              <a:defRPr sz="1350">
                <a:solidFill>
                  <a:schemeClr val="bg1"/>
                </a:solidFill>
              </a:defRPr>
            </a:lvl1pPr>
            <a:lvl2pPr marL="385768" indent="0">
              <a:buNone/>
              <a:defRPr sz="1181"/>
            </a:lvl2pPr>
            <a:lvl3pPr marL="771535" indent="0">
              <a:buNone/>
              <a:defRPr sz="1013"/>
            </a:lvl3pPr>
            <a:lvl4pPr marL="1157302" indent="0">
              <a:buNone/>
              <a:defRPr sz="844"/>
            </a:lvl4pPr>
            <a:lvl5pPr marL="1543070" indent="0">
              <a:buNone/>
              <a:defRPr sz="844"/>
            </a:lvl5pPr>
            <a:lvl6pPr marL="1928837" indent="0">
              <a:buNone/>
              <a:defRPr sz="844"/>
            </a:lvl6pPr>
            <a:lvl7pPr marL="2314605" indent="0">
              <a:buNone/>
              <a:defRPr sz="844"/>
            </a:lvl7pPr>
            <a:lvl8pPr marL="2700373" indent="0">
              <a:buNone/>
              <a:defRPr sz="844"/>
            </a:lvl8pPr>
            <a:lvl9pPr marL="3086139" indent="0">
              <a:buNone/>
              <a:defRPr sz="844"/>
            </a:lvl9pPr>
          </a:lstStyle>
          <a:p>
            <a:pPr lvl="0"/>
            <a:r>
              <a:rPr lang="en-US" smtClean="0"/>
              <a:t>Edit Master text styles</a:t>
            </a:r>
          </a:p>
        </p:txBody>
      </p:sp>
      <p:sp>
        <p:nvSpPr>
          <p:cNvPr id="5" name="Date Placeholder 4"/>
          <p:cNvSpPr>
            <a:spLocks noGrp="1"/>
          </p:cNvSpPr>
          <p:nvPr>
            <p:ph type="dt" sz="half" idx="10"/>
          </p:nvPr>
        </p:nvSpPr>
        <p:spPr/>
        <p:txBody>
          <a:bodyPr/>
          <a:lstStyle/>
          <a:p>
            <a:fld id="{84FABED4-1AAC-45BE-A710-67DA055BC055}" type="datetime1">
              <a:rPr lang="vi-VN" smtClean="0"/>
              <a:t>11/08/2025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
        <p:nvSpPr>
          <p:cNvPr id="12" name="Text Placeholder 11">
            <a:extLst>
              <a:ext uri="{FF2B5EF4-FFF2-40B4-BE49-F238E27FC236}">
                <a16:creationId xmlns:a16="http://schemas.microsoft.com/office/drawing/2014/main" id="{AB27CB9B-0B7F-A182-A77C-C5912F79AF66}"/>
              </a:ext>
            </a:extLst>
          </p:cNvPr>
          <p:cNvSpPr>
            <a:spLocks noGrp="1"/>
          </p:cNvSpPr>
          <p:nvPr>
            <p:ph type="body" sz="quarter" idx="13"/>
          </p:nvPr>
        </p:nvSpPr>
        <p:spPr>
          <a:xfrm>
            <a:off x="5669681" y="1304407"/>
            <a:ext cx="4199409" cy="509248"/>
          </a:xfrm>
        </p:spPr>
        <p:txBody>
          <a:bodyPr anchor="ctr">
            <a:noAutofit/>
          </a:bodyPr>
          <a:lstStyle>
            <a:lvl1pPr>
              <a:defRPr lang="en-US" sz="1279" b="1" i="0" u="none" strike="noStrike" cap="none" smtClean="0">
                <a:solidFill>
                  <a:srgbClr val="292A75"/>
                </a:solidFill>
                <a:latin typeface="Montserrat" panose="00000500000000000000" pitchFamily="2" charset="0"/>
                <a:ea typeface="Montserrat"/>
                <a:cs typeface="Montserrat"/>
                <a:sym typeface="Arial"/>
              </a:defRPr>
            </a:lvl1pPr>
            <a:lvl2pPr>
              <a:defRPr lang="en-US" sz="1279" b="1" i="0" u="none" strike="noStrike" cap="none" smtClean="0">
                <a:solidFill>
                  <a:srgbClr val="292A75"/>
                </a:solidFill>
                <a:latin typeface="Montserrat" panose="00000500000000000000" pitchFamily="2" charset="0"/>
                <a:ea typeface="Montserrat"/>
                <a:cs typeface="Montserrat"/>
                <a:sym typeface="Arial"/>
              </a:defRPr>
            </a:lvl2pPr>
            <a:lvl3pPr>
              <a:defRPr lang="en-US" sz="1279" b="1" i="0" u="none" strike="noStrike" cap="none" smtClean="0">
                <a:solidFill>
                  <a:srgbClr val="292A75"/>
                </a:solidFill>
                <a:latin typeface="Montserrat" panose="00000500000000000000" pitchFamily="2" charset="0"/>
                <a:ea typeface="Montserrat"/>
                <a:cs typeface="Montserrat"/>
                <a:sym typeface="Arial"/>
              </a:defRPr>
            </a:lvl3pPr>
            <a:lvl4pPr>
              <a:defRPr lang="en-US" sz="1279" b="1" i="0" u="none" strike="noStrike" cap="none" smtClean="0">
                <a:solidFill>
                  <a:srgbClr val="292A75"/>
                </a:solidFill>
                <a:latin typeface="Montserrat" panose="00000500000000000000" pitchFamily="2" charset="0"/>
                <a:ea typeface="Montserrat"/>
                <a:cs typeface="Montserrat"/>
                <a:sym typeface="Arial"/>
              </a:defRPr>
            </a:lvl4pPr>
            <a:lvl5pPr>
              <a:defRPr lang="en-US" sz="1279" b="1" i="0" u="none" strike="noStrike" cap="none">
                <a:solidFill>
                  <a:srgbClr val="292A75"/>
                </a:solidFill>
                <a:latin typeface="Montserrat" panose="00000500000000000000" pitchFamily="2" charset="0"/>
                <a:ea typeface="Montserrat"/>
                <a:cs typeface="Montserrat"/>
                <a:sym typeface="Arial"/>
              </a:defRPr>
            </a:lvl5pPr>
          </a:lstStyle>
          <a:p>
            <a:pPr lvl="0"/>
            <a:r>
              <a:rPr lang="en-US" smtClean="0"/>
              <a:t>Edit Master text styles</a:t>
            </a:r>
          </a:p>
        </p:txBody>
      </p:sp>
      <p:sp>
        <p:nvSpPr>
          <p:cNvPr id="14" name="Text Placeholder 13">
            <a:extLst>
              <a:ext uri="{FF2B5EF4-FFF2-40B4-BE49-F238E27FC236}">
                <a16:creationId xmlns:a16="http://schemas.microsoft.com/office/drawing/2014/main" id="{0CC5D0A1-FEAB-6469-BCD3-118D85B0E4E2}"/>
              </a:ext>
            </a:extLst>
          </p:cNvPr>
          <p:cNvSpPr>
            <a:spLocks noGrp="1"/>
          </p:cNvSpPr>
          <p:nvPr>
            <p:ph type="body" sz="quarter" idx="14"/>
          </p:nvPr>
        </p:nvSpPr>
        <p:spPr>
          <a:xfrm>
            <a:off x="1938387" y="331784"/>
            <a:ext cx="6842837" cy="357808"/>
          </a:xfrm>
        </p:spPr>
        <p:txBody>
          <a:bodyPr anchor="ctr">
            <a:noAutofit/>
          </a:bodyPr>
          <a:lstStyle>
            <a:lvl1pPr>
              <a:defRPr lang="en-US" sz="2025" b="0" i="0" u="none" strike="noStrike" kern="1200" cap="none" smtClean="0">
                <a:solidFill>
                  <a:srgbClr val="FAA61A"/>
                </a:solidFill>
                <a:latin typeface="Montserrat ExtraBold"/>
                <a:ea typeface="+mj-ea"/>
                <a:cs typeface="+mj-cs"/>
                <a:sym typeface="Arial"/>
              </a:defRPr>
            </a:lvl1pPr>
          </a:lstStyle>
          <a:p>
            <a:pPr lvl="0"/>
            <a:r>
              <a:rPr lang="en-US" smtClean="0"/>
              <a:t>Edit Master text styles</a:t>
            </a:r>
          </a:p>
        </p:txBody>
      </p:sp>
    </p:spTree>
    <p:extLst>
      <p:ext uri="{BB962C8B-B14F-4D97-AF65-F5344CB8AC3E}">
        <p14:creationId xmlns:p14="http://schemas.microsoft.com/office/powerpoint/2010/main" val="413250600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pic>
        <p:nvPicPr>
          <p:cNvPr id="8" name="Google Shape;116;p5" title="Slide template-05.jpg">
            <a:extLst>
              <a:ext uri="{FF2B5EF4-FFF2-40B4-BE49-F238E27FC236}">
                <a16:creationId xmlns:a16="http://schemas.microsoft.com/office/drawing/2014/main" id="{8A3878A1-5C21-B358-21F9-8A6F3A811663}"/>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a:xfrm>
            <a:off x="5923775" y="1212910"/>
            <a:ext cx="4109948" cy="1133659"/>
          </a:xfrm>
        </p:spPr>
        <p:txBody>
          <a:bodyPr anchor="b">
            <a:noAutofit/>
          </a:bodyPr>
          <a:lstStyle>
            <a:lvl1pPr>
              <a:defRPr lang="en-US" sz="3377" b="1" i="0" u="none" strike="noStrike" cap="none" dirty="0">
                <a:solidFill>
                  <a:srgbClr val="292A75"/>
                </a:solidFill>
                <a:latin typeface="Montserrat" panose="00000500000000000000" pitchFamily="2" charset="0"/>
                <a:ea typeface="Montserrat"/>
                <a:cs typeface="Montserrat"/>
                <a:sym typeface="Aria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17909" y="1212910"/>
            <a:ext cx="5207794" cy="4945247"/>
          </a:xfrm>
        </p:spPr>
        <p:txBody>
          <a:bodyPr anchor="t"/>
          <a:lstStyle>
            <a:lvl1pPr marL="0" indent="0">
              <a:buNone/>
              <a:defRPr sz="2700"/>
            </a:lvl1pPr>
            <a:lvl2pPr marL="385768" indent="0">
              <a:buNone/>
              <a:defRPr sz="2363"/>
            </a:lvl2pPr>
            <a:lvl3pPr marL="771535" indent="0">
              <a:buNone/>
              <a:defRPr sz="2025"/>
            </a:lvl3pPr>
            <a:lvl4pPr marL="1157302" indent="0">
              <a:buNone/>
              <a:defRPr sz="1688"/>
            </a:lvl4pPr>
            <a:lvl5pPr marL="1543070" indent="0">
              <a:buNone/>
              <a:defRPr sz="1688"/>
            </a:lvl5pPr>
            <a:lvl6pPr marL="1928837" indent="0">
              <a:buNone/>
              <a:defRPr sz="1688"/>
            </a:lvl6pPr>
            <a:lvl7pPr marL="2314605" indent="0">
              <a:buNone/>
              <a:defRPr sz="1688"/>
            </a:lvl7pPr>
            <a:lvl8pPr marL="2700373" indent="0">
              <a:buNone/>
              <a:defRPr sz="1688"/>
            </a:lvl8pPr>
            <a:lvl9pPr marL="3086139" indent="0">
              <a:buNone/>
              <a:defRPr sz="1688"/>
            </a:lvl9pPr>
          </a:lstStyle>
          <a:p>
            <a:r>
              <a:rPr lang="en-US" smtClean="0"/>
              <a:t>Click icon to add picture</a:t>
            </a:r>
            <a:endParaRPr lang="en-US" dirty="0"/>
          </a:p>
        </p:txBody>
      </p:sp>
      <p:sp>
        <p:nvSpPr>
          <p:cNvPr id="4" name="Text Placeholder 3"/>
          <p:cNvSpPr>
            <a:spLocks noGrp="1"/>
          </p:cNvSpPr>
          <p:nvPr>
            <p:ph type="body" sz="half" idx="2"/>
          </p:nvPr>
        </p:nvSpPr>
        <p:spPr>
          <a:xfrm>
            <a:off x="5923775" y="2435810"/>
            <a:ext cx="4109948" cy="3722347"/>
          </a:xfrm>
        </p:spPr>
        <p:txBody>
          <a:bodyPr>
            <a:normAutofit/>
          </a:bodyPr>
          <a:lstStyle>
            <a:lvl1pPr marL="0" indent="0">
              <a:buNone/>
              <a:defRPr sz="2025"/>
            </a:lvl1pPr>
            <a:lvl2pPr marL="385768" indent="0">
              <a:buNone/>
              <a:defRPr sz="1181"/>
            </a:lvl2pPr>
            <a:lvl3pPr marL="771535" indent="0">
              <a:buNone/>
              <a:defRPr sz="1013"/>
            </a:lvl3pPr>
            <a:lvl4pPr marL="1157302" indent="0">
              <a:buNone/>
              <a:defRPr sz="844"/>
            </a:lvl4pPr>
            <a:lvl5pPr marL="1543070" indent="0">
              <a:buNone/>
              <a:defRPr sz="844"/>
            </a:lvl5pPr>
            <a:lvl6pPr marL="1928837" indent="0">
              <a:buNone/>
              <a:defRPr sz="844"/>
            </a:lvl6pPr>
            <a:lvl7pPr marL="2314605" indent="0">
              <a:buNone/>
              <a:defRPr sz="844"/>
            </a:lvl7pPr>
            <a:lvl8pPr marL="2700373" indent="0">
              <a:buNone/>
              <a:defRPr sz="844"/>
            </a:lvl8pPr>
            <a:lvl9pPr marL="3086139" indent="0">
              <a:buNone/>
              <a:defRPr sz="844"/>
            </a:lvl9pPr>
          </a:lstStyle>
          <a:p>
            <a:pPr lvl="0"/>
            <a:r>
              <a:rPr lang="en-US" smtClean="0"/>
              <a:t>Edit Master text styles</a:t>
            </a:r>
          </a:p>
        </p:txBody>
      </p:sp>
      <p:sp>
        <p:nvSpPr>
          <p:cNvPr id="5" name="Date Placeholder 4"/>
          <p:cNvSpPr>
            <a:spLocks noGrp="1"/>
          </p:cNvSpPr>
          <p:nvPr>
            <p:ph type="dt" sz="half" idx="10"/>
          </p:nvPr>
        </p:nvSpPr>
        <p:spPr/>
        <p:txBody>
          <a:bodyPr/>
          <a:lstStyle/>
          <a:p>
            <a:fld id="{84FABED4-1AAC-45BE-A710-67DA055BC055}" type="datetime1">
              <a:rPr lang="vi-VN" smtClean="0"/>
              <a:t>11/08/2025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
        <p:nvSpPr>
          <p:cNvPr id="11" name="Text Placeholder 10">
            <a:extLst>
              <a:ext uri="{FF2B5EF4-FFF2-40B4-BE49-F238E27FC236}">
                <a16:creationId xmlns:a16="http://schemas.microsoft.com/office/drawing/2014/main" id="{98074383-77B4-73DA-E080-9BCF0F46537D}"/>
              </a:ext>
            </a:extLst>
          </p:cNvPr>
          <p:cNvSpPr>
            <a:spLocks noGrp="1"/>
          </p:cNvSpPr>
          <p:nvPr>
            <p:ph type="body" sz="quarter" idx="13"/>
          </p:nvPr>
        </p:nvSpPr>
        <p:spPr>
          <a:xfrm>
            <a:off x="1938735" y="355934"/>
            <a:ext cx="6859199" cy="299647"/>
          </a:xfrm>
        </p:spPr>
        <p:txBody>
          <a:bodyPr anchor="ctr">
            <a:noAutofit/>
          </a:bodyPr>
          <a:lstStyle>
            <a:lvl1pPr>
              <a:defRPr lang="en-US" sz="2025" b="0" i="0" u="none" strike="noStrike" kern="1200" cap="none" smtClean="0">
                <a:solidFill>
                  <a:srgbClr val="FAA61A"/>
                </a:solidFill>
                <a:latin typeface="Montserrat ExtraBold"/>
                <a:ea typeface="+mj-ea"/>
                <a:cs typeface="+mj-cs"/>
                <a:sym typeface="Arial"/>
              </a:defRPr>
            </a:lvl1pPr>
          </a:lstStyle>
          <a:p>
            <a:pPr lvl="0"/>
            <a:r>
              <a:rPr lang="en-US" smtClean="0"/>
              <a:t>Edit Master text styles</a:t>
            </a:r>
          </a:p>
        </p:txBody>
      </p:sp>
    </p:spTree>
    <p:extLst>
      <p:ext uri="{BB962C8B-B14F-4D97-AF65-F5344CB8AC3E}">
        <p14:creationId xmlns:p14="http://schemas.microsoft.com/office/powerpoint/2010/main" val="180314375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Google Shape;116;p5" title="Slide template-05.jpg">
            <a:extLst>
              <a:ext uri="{FF2B5EF4-FFF2-40B4-BE49-F238E27FC236}">
                <a16:creationId xmlns:a16="http://schemas.microsoft.com/office/drawing/2014/main" id="{36DA78F0-065B-6D76-5C71-DC289671F470}"/>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lvl4pPr>
              <a:defRPr lang="en-US" sz="1049" b="0" i="0" u="none" strike="noStrike" kern="1200" cap="none" dirty="0">
                <a:solidFill>
                  <a:srgbClr val="000000"/>
                </a:solidFill>
                <a:latin typeface="Montserrat" panose="00000500000000000000" pitchFamily="2" charset="0"/>
                <a:ea typeface="+mn-ea"/>
                <a:cs typeface="Arial"/>
                <a:sym typeface="Arial"/>
              </a:defRPr>
            </a:lvl4pPr>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D1B7337-33BE-4CEB-929A-F70E3D8A92E3}" type="datetime1">
              <a:rPr lang="vi-VN" smtClean="0"/>
              <a:t>11/08/2025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539703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Google Shape;116;p5" title="Slide template-05.jpg">
            <a:extLst>
              <a:ext uri="{FF2B5EF4-FFF2-40B4-BE49-F238E27FC236}">
                <a16:creationId xmlns:a16="http://schemas.microsoft.com/office/drawing/2014/main" id="{C6B0603A-A2A7-090F-8359-A1A5D8C51B56}"/>
              </a:ext>
            </a:extLst>
          </p:cNvPr>
          <p:cNvPicPr preferRelativeResize="0"/>
          <p:nvPr/>
        </p:nvPicPr>
        <p:blipFill rotWithShape="1">
          <a:blip r:embed="rId2">
            <a:alphaModFix/>
          </a:blip>
          <a:srcRect/>
          <a:stretch/>
        </p:blipFill>
        <p:spPr>
          <a:xfrm>
            <a:off x="0" y="-3199"/>
            <a:ext cx="10287000" cy="1017913"/>
          </a:xfrm>
          <a:prstGeom prst="rect">
            <a:avLst/>
          </a:prstGeom>
          <a:noFill/>
          <a:ln>
            <a:noFill/>
          </a:ln>
        </p:spPr>
      </p:pic>
      <p:sp>
        <p:nvSpPr>
          <p:cNvPr id="2" name="Vertical Title 1"/>
          <p:cNvSpPr>
            <a:spLocks noGrp="1"/>
          </p:cNvSpPr>
          <p:nvPr>
            <p:ph type="title" orient="vert"/>
          </p:nvPr>
        </p:nvSpPr>
        <p:spPr>
          <a:xfrm>
            <a:off x="7361635" y="365125"/>
            <a:ext cx="2218134"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07231" y="365125"/>
            <a:ext cx="6525816" cy="5811838"/>
          </a:xfrm>
        </p:spPr>
        <p:txBody>
          <a:bodyPr vert="eaVert"/>
          <a:lstStyle>
            <a:lvl4pPr>
              <a:defRPr lang="en-US" sz="1049" b="0" i="0" u="none" strike="noStrike" kern="1200" cap="none" dirty="0">
                <a:solidFill>
                  <a:srgbClr val="000000"/>
                </a:solidFill>
                <a:latin typeface="Montserrat" panose="00000500000000000000" pitchFamily="2" charset="0"/>
                <a:ea typeface="+mn-ea"/>
                <a:cs typeface="Arial"/>
                <a:sym typeface="Arial"/>
              </a:defRPr>
            </a:lvl4pPr>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B2FD150-B1FB-4C8E-A2A2-B559A2168736}" type="datetime1">
              <a:rPr lang="vi-VN" smtClean="0"/>
              <a:t>11/08/2025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582361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6" name="Google Shape;310;p14">
            <a:extLst>
              <a:ext uri="{FF2B5EF4-FFF2-40B4-BE49-F238E27FC236}">
                <a16:creationId xmlns:a16="http://schemas.microsoft.com/office/drawing/2014/main" id="{B7A042D2-4E66-0001-02AF-E7F8E0371865}"/>
              </a:ext>
            </a:extLst>
          </p:cNvPr>
          <p:cNvSpPr/>
          <p:nvPr/>
        </p:nvSpPr>
        <p:spPr>
          <a:xfrm>
            <a:off x="0" y="1"/>
            <a:ext cx="10287000" cy="6857615"/>
          </a:xfrm>
          <a:custGeom>
            <a:avLst/>
            <a:gdLst/>
            <a:ahLst/>
            <a:cxnLst/>
            <a:rect l="l" t="t" r="r" b="b"/>
            <a:pathLst>
              <a:path w="20104100" h="11308715" extrusionOk="0">
                <a:moveTo>
                  <a:pt x="20104099" y="0"/>
                </a:moveTo>
                <a:lnTo>
                  <a:pt x="0" y="0"/>
                </a:lnTo>
                <a:lnTo>
                  <a:pt x="0" y="11308556"/>
                </a:lnTo>
                <a:lnTo>
                  <a:pt x="20104099" y="11308556"/>
                </a:lnTo>
                <a:lnTo>
                  <a:pt x="20104099" y="0"/>
                </a:lnTo>
                <a:close/>
              </a:path>
            </a:pathLst>
          </a:custGeom>
          <a:solidFill>
            <a:srgbClr val="292A7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716" b="0" i="0" u="none" strike="noStrike" cap="none">
              <a:solidFill>
                <a:srgbClr val="000000"/>
              </a:solidFill>
              <a:latin typeface="Montserrat" panose="00000500000000000000" pitchFamily="2" charset="0"/>
              <a:sym typeface="Arial"/>
            </a:endParaRPr>
          </a:p>
        </p:txBody>
      </p:sp>
      <p:sp>
        <p:nvSpPr>
          <p:cNvPr id="8" name="Google Shape;312;p14">
            <a:extLst>
              <a:ext uri="{FF2B5EF4-FFF2-40B4-BE49-F238E27FC236}">
                <a16:creationId xmlns:a16="http://schemas.microsoft.com/office/drawing/2014/main" id="{DEEB1026-6502-C304-C970-40E632D819AC}"/>
              </a:ext>
            </a:extLst>
          </p:cNvPr>
          <p:cNvSpPr txBox="1"/>
          <p:nvPr/>
        </p:nvSpPr>
        <p:spPr>
          <a:xfrm>
            <a:off x="3246230" y="5292015"/>
            <a:ext cx="2736031" cy="544123"/>
          </a:xfrm>
          <a:prstGeom prst="rect">
            <a:avLst/>
          </a:prstGeom>
          <a:noFill/>
          <a:ln>
            <a:noFill/>
          </a:ln>
        </p:spPr>
        <p:txBody>
          <a:bodyPr spcFirstLastPara="1" wrap="square" lIns="0" tIns="33782" rIns="0" bIns="0" anchor="t" anchorCtr="0">
            <a:spAutoFit/>
          </a:bodyPr>
          <a:lstStyle/>
          <a:p>
            <a:pPr marL="6498" marR="0" lvl="0" indent="0" algn="l" rtl="0">
              <a:lnSpc>
                <a:spcPct val="100000"/>
              </a:lnSpc>
              <a:spcBef>
                <a:spcPts val="0"/>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Học </a:t>
            </a:r>
            <a:r>
              <a:rPr lang="en-US" sz="1049" b="1" i="0" u="none" strike="noStrike" cap="none" dirty="0" err="1">
                <a:solidFill>
                  <a:srgbClr val="F8A41A"/>
                </a:solidFill>
                <a:latin typeface="Montserrat" panose="00000500000000000000" pitchFamily="2" charset="0"/>
                <a:ea typeface="Tahoma"/>
                <a:cs typeface="Tahoma"/>
                <a:sym typeface="Tahoma"/>
              </a:rPr>
              <a:t>viện</a:t>
            </a:r>
            <a:r>
              <a:rPr lang="en-US" sz="1049" b="1" i="0" u="none" strike="noStrike" cap="none" dirty="0">
                <a:solidFill>
                  <a:srgbClr val="F8A41A"/>
                </a:solidFill>
                <a:latin typeface="Montserrat" panose="00000500000000000000" pitchFamily="2" charset="0"/>
                <a:ea typeface="Tahoma"/>
                <a:cs typeface="Tahoma"/>
                <a:sym typeface="Tahoma"/>
              </a:rPr>
              <a:t> Ngân </a:t>
            </a:r>
            <a:r>
              <a:rPr lang="en-US" sz="1049" b="1" i="0" u="none" strike="noStrike" cap="none" dirty="0" err="1">
                <a:solidFill>
                  <a:srgbClr val="F8A41A"/>
                </a:solidFill>
                <a:latin typeface="Montserrat" panose="00000500000000000000" pitchFamily="2" charset="0"/>
                <a:ea typeface="Tahoma"/>
                <a:cs typeface="Tahoma"/>
                <a:sym typeface="Tahoma"/>
              </a:rPr>
              <a:t>hàng</a:t>
            </a:r>
            <a:endParaRPr sz="1049" b="0" i="0" u="none" strike="noStrike" cap="none" dirty="0">
              <a:solidFill>
                <a:srgbClr val="000000"/>
              </a:solidFill>
              <a:latin typeface="Montserrat" panose="00000500000000000000" pitchFamily="2" charset="0"/>
              <a:ea typeface="Tahoma"/>
              <a:cs typeface="Tahoma"/>
              <a:sym typeface="Tahoma"/>
            </a:endParaRPr>
          </a:p>
          <a:p>
            <a:pPr marL="6498" marR="0" lvl="0" indent="0" algn="l" rtl="0">
              <a:lnSpc>
                <a:spcPct val="100000"/>
              </a:lnSpc>
              <a:spcBef>
                <a:spcPts val="220"/>
              </a:spcBef>
              <a:spcAft>
                <a:spcPts val="0"/>
              </a:spcAft>
              <a:buClr>
                <a:srgbClr val="000000"/>
              </a:buClr>
              <a:buSzPts val="2050"/>
              <a:buFont typeface="Arial"/>
              <a:buNone/>
            </a:pPr>
            <a:r>
              <a:rPr lang="en-US" sz="1049" b="0" i="0" u="none" strike="noStrike" cap="none" dirty="0">
                <a:solidFill>
                  <a:srgbClr val="FFFFFF"/>
                </a:solidFill>
                <a:latin typeface="Montserrat" panose="00000500000000000000" pitchFamily="2" charset="0"/>
                <a:ea typeface="Verdana"/>
                <a:cs typeface="Verdana"/>
                <a:sym typeface="Verdana"/>
              </a:rPr>
              <a:t>12 P. </a:t>
            </a:r>
            <a:r>
              <a:rPr lang="en-US" sz="1049" b="0" i="0" u="none" strike="noStrike" cap="none" dirty="0" err="1">
                <a:solidFill>
                  <a:srgbClr val="FFFFFF"/>
                </a:solidFill>
                <a:latin typeface="Montserrat" panose="00000500000000000000" pitchFamily="2" charset="0"/>
                <a:ea typeface="Verdana"/>
                <a:cs typeface="Verdana"/>
                <a:sym typeface="Verdana"/>
              </a:rPr>
              <a:t>Chùa</a:t>
            </a:r>
            <a:r>
              <a:rPr lang="en-US" sz="1049" b="0" i="0" u="none" strike="noStrike" cap="none" dirty="0">
                <a:solidFill>
                  <a:srgbClr val="FFFFFF"/>
                </a:solidFill>
                <a:latin typeface="Montserrat" panose="00000500000000000000" pitchFamily="2" charset="0"/>
                <a:ea typeface="Verdana"/>
                <a:cs typeface="Verdana"/>
                <a:sym typeface="Verdana"/>
              </a:rPr>
              <a:t> </a:t>
            </a:r>
            <a:r>
              <a:rPr lang="en-US" sz="1049" b="0" i="0" u="none" strike="noStrike" cap="none" dirty="0" err="1">
                <a:solidFill>
                  <a:srgbClr val="FFFFFF"/>
                </a:solidFill>
                <a:latin typeface="Montserrat" panose="00000500000000000000" pitchFamily="2" charset="0"/>
                <a:ea typeface="Verdana"/>
                <a:cs typeface="Verdana"/>
                <a:sym typeface="Verdana"/>
              </a:rPr>
              <a:t>Bộc</a:t>
            </a:r>
            <a:r>
              <a:rPr lang="en-US" sz="1049" b="0" i="0" u="none" strike="noStrike" cap="none" dirty="0">
                <a:solidFill>
                  <a:srgbClr val="FFFFFF"/>
                </a:solidFill>
                <a:latin typeface="Montserrat" panose="00000500000000000000" pitchFamily="2" charset="0"/>
                <a:ea typeface="Verdana"/>
                <a:cs typeface="Verdana"/>
                <a:sym typeface="Verdana"/>
              </a:rPr>
              <a:t>, P. Kim Liên, TP. Hà </a:t>
            </a:r>
            <a:r>
              <a:rPr lang="en-US" sz="1049" b="0" i="0" u="none" strike="noStrike" cap="none" dirty="0" err="1">
                <a:solidFill>
                  <a:srgbClr val="FFFFFF"/>
                </a:solidFill>
                <a:latin typeface="Montserrat" panose="00000500000000000000" pitchFamily="2" charset="0"/>
                <a:ea typeface="Verdana"/>
                <a:cs typeface="Verdana"/>
                <a:sym typeface="Verdana"/>
              </a:rPr>
              <a:t>Nội</a:t>
            </a:r>
            <a:endParaRPr sz="1049" b="0" i="0" u="none" strike="noStrike" cap="none" dirty="0">
              <a:solidFill>
                <a:srgbClr val="000000"/>
              </a:solidFill>
              <a:latin typeface="Montserrat" panose="00000500000000000000" pitchFamily="2" charset="0"/>
              <a:ea typeface="Verdana"/>
              <a:cs typeface="Verdana"/>
              <a:sym typeface="Verdana"/>
            </a:endParaRPr>
          </a:p>
        </p:txBody>
      </p:sp>
      <p:sp>
        <p:nvSpPr>
          <p:cNvPr id="9" name="Google Shape;313;p14">
            <a:extLst>
              <a:ext uri="{FF2B5EF4-FFF2-40B4-BE49-F238E27FC236}">
                <a16:creationId xmlns:a16="http://schemas.microsoft.com/office/drawing/2014/main" id="{42ED0D00-D447-0B1F-2241-224449F283D8}"/>
              </a:ext>
            </a:extLst>
          </p:cNvPr>
          <p:cNvSpPr txBox="1"/>
          <p:nvPr/>
        </p:nvSpPr>
        <p:spPr>
          <a:xfrm>
            <a:off x="6071009" y="5292016"/>
            <a:ext cx="2285858" cy="731226"/>
          </a:xfrm>
          <a:prstGeom prst="rect">
            <a:avLst/>
          </a:prstGeom>
          <a:noFill/>
          <a:ln>
            <a:noFill/>
          </a:ln>
        </p:spPr>
        <p:txBody>
          <a:bodyPr spcFirstLastPara="1" wrap="square" lIns="0" tIns="33782" rIns="0" bIns="0" anchor="t" anchorCtr="0">
            <a:spAutoFit/>
          </a:bodyPr>
          <a:lstStyle/>
          <a:p>
            <a:pPr marL="6498" marR="0" lvl="0" indent="0" algn="l" rtl="0">
              <a:lnSpc>
                <a:spcPct val="100000"/>
              </a:lnSpc>
              <a:spcBef>
                <a:spcPts val="0"/>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T: </a:t>
            </a:r>
            <a:r>
              <a:rPr lang="en-US" sz="1049" b="0" i="0" u="none" strike="noStrike" cap="none" dirty="0">
                <a:solidFill>
                  <a:srgbClr val="FFFFFF"/>
                </a:solidFill>
                <a:latin typeface="Montserrat" panose="00000500000000000000" pitchFamily="2" charset="0"/>
                <a:ea typeface="Verdana"/>
                <a:cs typeface="Verdana"/>
                <a:sym typeface="Verdana"/>
              </a:rPr>
              <a:t>1900 561 595 </a:t>
            </a:r>
            <a:r>
              <a:rPr lang="en-US" sz="1049" b="1" i="0" u="none" strike="noStrike" cap="none" dirty="0">
                <a:solidFill>
                  <a:srgbClr val="F8A41A"/>
                </a:solidFill>
                <a:latin typeface="Montserrat" panose="00000500000000000000" pitchFamily="2" charset="0"/>
                <a:ea typeface="Tahoma"/>
                <a:cs typeface="Tahoma"/>
                <a:sym typeface="Tahoma"/>
              </a:rPr>
              <a:t>F: </a:t>
            </a:r>
            <a:r>
              <a:rPr lang="en-US" sz="1049" b="0" i="0" u="none" strike="noStrike" cap="none" dirty="0">
                <a:solidFill>
                  <a:srgbClr val="FFFFFF"/>
                </a:solidFill>
                <a:latin typeface="Montserrat" panose="00000500000000000000" pitchFamily="2" charset="0"/>
                <a:ea typeface="Verdana"/>
                <a:cs typeface="Verdana"/>
                <a:sym typeface="Verdana"/>
              </a:rPr>
              <a:t>1900 561 595</a:t>
            </a:r>
            <a:endParaRPr sz="1049" b="0" i="0" u="none" strike="noStrike" cap="none" dirty="0">
              <a:solidFill>
                <a:srgbClr val="000000"/>
              </a:solidFill>
              <a:latin typeface="Montserrat" panose="00000500000000000000" pitchFamily="2" charset="0"/>
              <a:ea typeface="Verdana"/>
              <a:cs typeface="Verdana"/>
              <a:sym typeface="Verdana"/>
            </a:endParaRPr>
          </a:p>
          <a:p>
            <a:pPr marL="6498" marR="0" lvl="0" indent="0" algn="l" rtl="0">
              <a:lnSpc>
                <a:spcPct val="100000"/>
              </a:lnSpc>
              <a:spcBef>
                <a:spcPts val="220"/>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E: </a:t>
            </a:r>
            <a:r>
              <a:rPr lang="en-US" sz="1049" b="0" i="0" u="sng" strike="noStrike" cap="none" dirty="0">
                <a:solidFill>
                  <a:srgbClr val="FFFFFF"/>
                </a:solidFill>
                <a:latin typeface="Montserrat" panose="00000500000000000000" pitchFamily="2" charset="0"/>
                <a:ea typeface="Verdana"/>
                <a:cs typeface="Verdana"/>
                <a:sym typeface="Verdana"/>
                <a:hlinkClick r:id="rId2">
                  <a:extLst>
                    <a:ext uri="{A12FA001-AC4F-418D-AE19-62706E023703}">
                      <ahyp:hlinkClr xmlns:ahyp="http://schemas.microsoft.com/office/drawing/2018/hyperlinkcolor" xmlns="" val="tx"/>
                    </a:ext>
                  </a:extLst>
                </a:hlinkClick>
              </a:rPr>
              <a:t>truyenthong@hvnh.edu.vn</a:t>
            </a:r>
            <a:endParaRPr sz="1049" b="0" i="0" u="none" strike="noStrike" cap="none" dirty="0">
              <a:solidFill>
                <a:srgbClr val="000000"/>
              </a:solidFill>
              <a:latin typeface="Montserrat" panose="00000500000000000000" pitchFamily="2" charset="0"/>
              <a:ea typeface="Verdana"/>
              <a:cs typeface="Verdana"/>
              <a:sym typeface="Verdana"/>
            </a:endParaRPr>
          </a:p>
          <a:p>
            <a:pPr marL="6498" marR="0" lvl="0" indent="0" algn="l" rtl="0">
              <a:lnSpc>
                <a:spcPct val="100000"/>
              </a:lnSpc>
              <a:spcBef>
                <a:spcPts val="218"/>
              </a:spcBef>
              <a:spcAft>
                <a:spcPts val="0"/>
              </a:spcAft>
              <a:buClr>
                <a:srgbClr val="000000"/>
              </a:buClr>
              <a:buSzPts val="2050"/>
              <a:buFont typeface="Arial"/>
              <a:buNone/>
            </a:pPr>
            <a:r>
              <a:rPr lang="en-US" sz="1049" b="1" i="0" u="none" strike="noStrike" cap="none" dirty="0">
                <a:solidFill>
                  <a:srgbClr val="F8A41A"/>
                </a:solidFill>
                <a:latin typeface="Montserrat" panose="00000500000000000000" pitchFamily="2" charset="0"/>
                <a:ea typeface="Tahoma"/>
                <a:cs typeface="Tahoma"/>
                <a:sym typeface="Tahoma"/>
              </a:rPr>
              <a:t>W: </a:t>
            </a:r>
            <a:r>
              <a:rPr lang="en-US" sz="1049" b="0" i="0" u="sng" strike="noStrike" cap="none" dirty="0">
                <a:solidFill>
                  <a:srgbClr val="FFFFFF"/>
                </a:solidFill>
                <a:latin typeface="Montserrat" panose="00000500000000000000" pitchFamily="2" charset="0"/>
                <a:ea typeface="Verdana"/>
                <a:cs typeface="Verdana"/>
                <a:sym typeface="Verdana"/>
                <a:hlinkClick r:id="rId3">
                  <a:extLst>
                    <a:ext uri="{A12FA001-AC4F-418D-AE19-62706E023703}">
                      <ahyp:hlinkClr xmlns:ahyp="http://schemas.microsoft.com/office/drawing/2018/hyperlinkcolor" xmlns="" val="tx"/>
                    </a:ext>
                  </a:extLst>
                </a:hlinkClick>
              </a:rPr>
              <a:t>www.hvnh.edu.vn</a:t>
            </a:r>
            <a:endParaRPr sz="1049" b="0" i="0" u="none" strike="noStrike" cap="none" dirty="0">
              <a:solidFill>
                <a:srgbClr val="000000"/>
              </a:solidFill>
              <a:latin typeface="Montserrat" panose="00000500000000000000" pitchFamily="2" charset="0"/>
              <a:ea typeface="Verdana"/>
              <a:cs typeface="Verdana"/>
              <a:sym typeface="Verdana"/>
            </a:endParaRPr>
          </a:p>
        </p:txBody>
      </p:sp>
      <p:pic>
        <p:nvPicPr>
          <p:cNvPr id="10" name="Google Shape;314;p14" title="Slide template-16.png">
            <a:extLst>
              <a:ext uri="{FF2B5EF4-FFF2-40B4-BE49-F238E27FC236}">
                <a16:creationId xmlns:a16="http://schemas.microsoft.com/office/drawing/2014/main" id="{E45D0AAA-A3AA-C6E7-30E1-5364E285CD26}"/>
              </a:ext>
            </a:extLst>
          </p:cNvPr>
          <p:cNvPicPr preferRelativeResize="0"/>
          <p:nvPr/>
        </p:nvPicPr>
        <p:blipFill rotWithShape="1">
          <a:blip r:embed="rId4">
            <a:alphaModFix/>
          </a:blip>
          <a:srcRect/>
          <a:stretch/>
        </p:blipFill>
        <p:spPr>
          <a:xfrm>
            <a:off x="642935" y="5236439"/>
            <a:ext cx="1831672" cy="859467"/>
          </a:xfrm>
          <a:prstGeom prst="rect">
            <a:avLst/>
          </a:prstGeom>
          <a:noFill/>
          <a:ln>
            <a:noFill/>
          </a:ln>
        </p:spPr>
      </p:pic>
      <p:sp>
        <p:nvSpPr>
          <p:cNvPr id="12" name="Title 11">
            <a:extLst>
              <a:ext uri="{FF2B5EF4-FFF2-40B4-BE49-F238E27FC236}">
                <a16:creationId xmlns:a16="http://schemas.microsoft.com/office/drawing/2014/main" id="{0AD6E19E-8234-9198-8CDF-6C61EAE3E552}"/>
              </a:ext>
            </a:extLst>
          </p:cNvPr>
          <p:cNvSpPr>
            <a:spLocks noGrp="1"/>
          </p:cNvSpPr>
          <p:nvPr>
            <p:ph type="title" hasCustomPrompt="1"/>
          </p:nvPr>
        </p:nvSpPr>
        <p:spPr>
          <a:xfrm>
            <a:off x="707232" y="762095"/>
            <a:ext cx="6187211" cy="2666905"/>
          </a:xfrm>
        </p:spPr>
        <p:txBody>
          <a:bodyPr>
            <a:noAutofit/>
          </a:bodyPr>
          <a:lstStyle>
            <a:lvl1pPr>
              <a:defRPr lang="en-US" sz="5065" b="1" i="0" u="none" strike="noStrike" cap="none">
                <a:solidFill>
                  <a:srgbClr val="FAA61A"/>
                </a:solidFill>
                <a:latin typeface="Montserrat" panose="00000500000000000000" pitchFamily="2" charset="0"/>
                <a:ea typeface="Verdana"/>
                <a:cs typeface="Verdana"/>
                <a:sym typeface="Arial"/>
              </a:defRPr>
            </a:lvl1pPr>
          </a:lstStyle>
          <a:p>
            <a:r>
              <a:rPr lang="en-US"/>
              <a:t>CLICK TO EDIT MASTER TITLE STYLE</a:t>
            </a:r>
          </a:p>
        </p:txBody>
      </p:sp>
    </p:spTree>
    <p:extLst>
      <p:ext uri="{BB962C8B-B14F-4D97-AF65-F5344CB8AC3E}">
        <p14:creationId xmlns:p14="http://schemas.microsoft.com/office/powerpoint/2010/main" val="291527239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130430"/>
            <a:ext cx="8743950" cy="1470025"/>
          </a:xfrm>
        </p:spPr>
        <p:txBody>
          <a:bodyPr/>
          <a:lstStyle/>
          <a:p>
            <a:r>
              <a:rPr lang="en-US"/>
              <a:t>Click to edit Master title style</a:t>
            </a:r>
            <a:endParaRPr lang="vi-VN"/>
          </a:p>
        </p:txBody>
      </p:sp>
      <p:sp>
        <p:nvSpPr>
          <p:cNvPr id="3" name="Subtitle 2"/>
          <p:cNvSpPr>
            <a:spLocks noGrp="1"/>
          </p:cNvSpPr>
          <p:nvPr>
            <p:ph type="subTitle" idx="1"/>
          </p:nvPr>
        </p:nvSpPr>
        <p:spPr>
          <a:xfrm>
            <a:off x="1543050" y="3886200"/>
            <a:ext cx="7200900" cy="1752600"/>
          </a:xfrm>
        </p:spPr>
        <p:txBody>
          <a:bodyPr/>
          <a:lstStyle>
            <a:lvl1pPr marL="0" indent="0" algn="ctr">
              <a:buNone/>
              <a:defRPr>
                <a:solidFill>
                  <a:schemeClr val="tx1">
                    <a:tint val="75000"/>
                  </a:schemeClr>
                </a:solidFill>
              </a:defRPr>
            </a:lvl1pPr>
            <a:lvl2pPr marL="520522" indent="0" algn="ctr">
              <a:buNone/>
              <a:defRPr>
                <a:solidFill>
                  <a:schemeClr val="tx1">
                    <a:tint val="75000"/>
                  </a:schemeClr>
                </a:solidFill>
              </a:defRPr>
            </a:lvl2pPr>
            <a:lvl3pPr marL="1041044" indent="0" algn="ctr">
              <a:buNone/>
              <a:defRPr>
                <a:solidFill>
                  <a:schemeClr val="tx1">
                    <a:tint val="75000"/>
                  </a:schemeClr>
                </a:solidFill>
              </a:defRPr>
            </a:lvl3pPr>
            <a:lvl4pPr marL="1561567" indent="0" algn="ctr">
              <a:buNone/>
              <a:defRPr>
                <a:solidFill>
                  <a:schemeClr val="tx1">
                    <a:tint val="75000"/>
                  </a:schemeClr>
                </a:solidFill>
              </a:defRPr>
            </a:lvl4pPr>
            <a:lvl5pPr marL="2082089" indent="0" algn="ctr">
              <a:buNone/>
              <a:defRPr>
                <a:solidFill>
                  <a:schemeClr val="tx1">
                    <a:tint val="75000"/>
                  </a:schemeClr>
                </a:solidFill>
              </a:defRPr>
            </a:lvl5pPr>
            <a:lvl6pPr marL="2602611" indent="0" algn="ctr">
              <a:buNone/>
              <a:defRPr>
                <a:solidFill>
                  <a:schemeClr val="tx1">
                    <a:tint val="75000"/>
                  </a:schemeClr>
                </a:solidFill>
              </a:defRPr>
            </a:lvl6pPr>
            <a:lvl7pPr marL="3123133" indent="0" algn="ctr">
              <a:buNone/>
              <a:defRPr>
                <a:solidFill>
                  <a:schemeClr val="tx1">
                    <a:tint val="75000"/>
                  </a:schemeClr>
                </a:solidFill>
              </a:defRPr>
            </a:lvl7pPr>
            <a:lvl8pPr marL="3643655" indent="0" algn="ctr">
              <a:buNone/>
              <a:defRPr>
                <a:solidFill>
                  <a:schemeClr val="tx1">
                    <a:tint val="75000"/>
                  </a:schemeClr>
                </a:solidFill>
              </a:defRPr>
            </a:lvl8pPr>
            <a:lvl9pPr marL="4164178" indent="0" algn="ctr">
              <a:buNone/>
              <a:defRPr>
                <a:solidFill>
                  <a:schemeClr val="tx1">
                    <a:tint val="75000"/>
                  </a:schemeClr>
                </a:solidFill>
              </a:defRPr>
            </a:lvl9pPr>
          </a:lstStyle>
          <a:p>
            <a:r>
              <a:rPr lang="en-US"/>
              <a:t>Click to edit Master subtitle style</a:t>
            </a:r>
            <a:endParaRPr lang="vi-VN"/>
          </a:p>
        </p:txBody>
      </p:sp>
      <p:sp>
        <p:nvSpPr>
          <p:cNvPr id="4" name="Date Placeholder 3"/>
          <p:cNvSpPr>
            <a:spLocks noGrp="1"/>
          </p:cNvSpPr>
          <p:nvPr>
            <p:ph type="dt" sz="half" idx="10"/>
          </p:nvPr>
        </p:nvSpPr>
        <p:spPr/>
        <p:txBody>
          <a:bodyPr/>
          <a:lstStyle/>
          <a:p>
            <a:fld id="{1FC93F78-42A9-4A2C-9821-0BA1A20C3D26}" type="datetime1">
              <a:rPr lang="vi-VN" smtClean="0"/>
              <a:t>11/08/2025</a:t>
            </a:fld>
            <a:endParaRPr lang="vi-VN"/>
          </a:p>
        </p:txBody>
      </p:sp>
      <p:sp>
        <p:nvSpPr>
          <p:cNvPr id="5" name="Footer Placeholder 4"/>
          <p:cNvSpPr>
            <a:spLocks noGrp="1"/>
          </p:cNvSpPr>
          <p:nvPr>
            <p:ph type="ftr" sz="quarter" idx="11"/>
          </p:nvPr>
        </p:nvSpPr>
        <p:spPr/>
        <p:txBody>
          <a:bodyPr/>
          <a:lstStyle/>
          <a:p>
            <a:endParaRPr lang="vi-VN" dirty="0"/>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816298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996" y="120386"/>
            <a:ext cx="9258300" cy="1143001"/>
          </a:xfrm>
        </p:spPr>
        <p:txBody>
          <a:bodyPr/>
          <a:lstStyle/>
          <a:p>
            <a:r>
              <a:rPr lang="en-US"/>
              <a:t>Click to edit Master title style</a:t>
            </a:r>
            <a:endParaRPr lang="vi-V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F07B9503-6DD9-4446-8B71-644EDCABD314}" type="datetime1">
              <a:rPr lang="vi-VN" smtClean="0"/>
              <a:t>11/08/2025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239679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7077" y="365126"/>
            <a:ext cx="6845791" cy="277042"/>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707231" y="1118889"/>
            <a:ext cx="8612733" cy="4920579"/>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07232" y="6356352"/>
            <a:ext cx="2314575" cy="365125"/>
          </a:xfrm>
          <a:prstGeom prst="rect">
            <a:avLst/>
          </a:prstGeom>
        </p:spPr>
        <p:txBody>
          <a:bodyPr vert="horz" lIns="91440" tIns="45720" rIns="91440" bIns="45720" rtlCol="0" anchor="ctr"/>
          <a:lstStyle>
            <a:lvl1pPr algn="l">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84FABED4-1AAC-45BE-A710-67DA055BC055}" type="datetime1">
              <a:rPr lang="vi-VN" smtClean="0"/>
              <a:t>11/08/2025</a:t>
            </a:fld>
            <a:endParaRPr lang="vi-VN"/>
          </a:p>
        </p:txBody>
      </p:sp>
      <p:sp>
        <p:nvSpPr>
          <p:cNvPr id="5" name="Footer Placeholder 4"/>
          <p:cNvSpPr>
            <a:spLocks noGrp="1"/>
          </p:cNvSpPr>
          <p:nvPr>
            <p:ph type="ftr" sz="quarter" idx="3"/>
          </p:nvPr>
        </p:nvSpPr>
        <p:spPr>
          <a:xfrm>
            <a:off x="3407569" y="6356352"/>
            <a:ext cx="3471863" cy="365125"/>
          </a:xfrm>
          <a:prstGeom prst="rect">
            <a:avLst/>
          </a:prstGeom>
        </p:spPr>
        <p:txBody>
          <a:bodyPr vert="horz" lIns="91440" tIns="45720" rIns="91440" bIns="45720" rtlCol="0" anchor="ctr"/>
          <a:lstStyle>
            <a:lvl1pPr algn="ct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endParaRPr lang="vi-VN"/>
          </a:p>
        </p:txBody>
      </p:sp>
      <p:sp>
        <p:nvSpPr>
          <p:cNvPr id="6" name="Slide Number Placeholder 5"/>
          <p:cNvSpPr>
            <a:spLocks noGrp="1"/>
          </p:cNvSpPr>
          <p:nvPr>
            <p:ph type="sldNum" sz="quarter" idx="4"/>
          </p:nvPr>
        </p:nvSpPr>
        <p:spPr>
          <a:xfrm>
            <a:off x="7265194" y="6356352"/>
            <a:ext cx="2314575" cy="365125"/>
          </a:xfrm>
          <a:prstGeom prst="rect">
            <a:avLst/>
          </a:prstGeom>
        </p:spPr>
        <p:txBody>
          <a:bodyPr vert="horz" lIns="91440" tIns="45720" rIns="91440" bIns="45720" rtlCol="0" anchor="ctr"/>
          <a:lstStyle>
            <a:lvl1pPr algn="r">
              <a:defRPr lang="en-US" sz="1049" b="0" i="0" u="none" strike="noStrike" kern="1200" cap="none" smtClean="0">
                <a:solidFill>
                  <a:srgbClr val="282A75"/>
                </a:solidFill>
                <a:latin typeface="Montserrat" panose="00000500000000000000" pitchFamily="2" charset="0"/>
                <a:ea typeface="Arial"/>
                <a:cs typeface="Arial"/>
                <a:sym typeface="Arial"/>
              </a:defRPr>
            </a:lvl1pPr>
          </a:lstStyle>
          <a:p>
            <a:fld id="{427808B0-DB8A-471C-82EF-CF06681341D9}" type="slidenum">
              <a:rPr lang="vi-VN" smtClean="0"/>
              <a:t>‹#›</a:t>
            </a:fld>
            <a:endParaRPr lang="vi-VN"/>
          </a:p>
        </p:txBody>
      </p:sp>
    </p:spTree>
    <p:extLst>
      <p:ext uri="{BB962C8B-B14F-4D97-AF65-F5344CB8AC3E}">
        <p14:creationId xmlns:p14="http://schemas.microsoft.com/office/powerpoint/2010/main" val="143577303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hf hdr="0" ftr="0" dt="0"/>
  <p:txStyles>
    <p:titleStyle>
      <a:lvl1pPr algn="l" defTabSz="771535" rtl="0" eaLnBrk="1" latinLnBrk="0" hangingPunct="1">
        <a:lnSpc>
          <a:spcPct val="90000"/>
        </a:lnSpc>
        <a:spcBef>
          <a:spcPct val="0"/>
        </a:spcBef>
        <a:buNone/>
        <a:defRPr lang="en-US" sz="2025" b="0" i="0" u="none" strike="noStrike" kern="1200" cap="none" dirty="0">
          <a:solidFill>
            <a:srgbClr val="FAA61A"/>
          </a:solidFill>
          <a:latin typeface="Montserrat ExtraBold"/>
          <a:ea typeface="+mj-ea"/>
          <a:cs typeface="+mj-cs"/>
          <a:sym typeface="Arial"/>
        </a:defRPr>
      </a:lvl1pPr>
    </p:titleStyle>
    <p:bodyStyle>
      <a:lvl1pPr marL="0" indent="0" algn="just" defTabSz="771535" rtl="0" eaLnBrk="1" latinLnBrk="0" hangingPunct="1">
        <a:lnSpc>
          <a:spcPct val="107200"/>
        </a:lnSpc>
        <a:spcBef>
          <a:spcPts val="844"/>
        </a:spcBef>
        <a:spcAft>
          <a:spcPts val="0"/>
        </a:spcAft>
        <a:buClr>
          <a:srgbClr val="000000"/>
        </a:buClr>
        <a:buSzPts val="2050"/>
        <a:buFont typeface="Arial"/>
        <a:buNone/>
        <a:defRPr lang="en-US" sz="2800" b="0" i="0" u="none" strike="noStrike" kern="1200" cap="none" smtClean="0">
          <a:solidFill>
            <a:srgbClr val="000000"/>
          </a:solidFill>
          <a:latin typeface="Times" panose="02020603050405020304" pitchFamily="18" charset="0"/>
          <a:ea typeface="+mn-ea"/>
          <a:cs typeface="Times" panose="02020603050405020304" pitchFamily="18" charset="0"/>
          <a:sym typeface="Arial"/>
        </a:defRPr>
      </a:lvl1pPr>
      <a:lvl2pPr marL="0" indent="0" algn="just" defTabSz="771535" rtl="0" eaLnBrk="1" latinLnBrk="0" hangingPunct="1">
        <a:lnSpc>
          <a:spcPct val="107200"/>
        </a:lnSpc>
        <a:spcBef>
          <a:spcPts val="422"/>
        </a:spcBef>
        <a:spcAft>
          <a:spcPts val="0"/>
        </a:spcAft>
        <a:buClr>
          <a:srgbClr val="000000"/>
        </a:buClr>
        <a:buSzPts val="2050"/>
        <a:buFont typeface="Arial"/>
        <a:buNone/>
        <a:defRPr lang="en-US" sz="2400" b="0" i="0" u="none" strike="noStrike" kern="1200" cap="none" smtClean="0">
          <a:solidFill>
            <a:srgbClr val="000000"/>
          </a:solidFill>
          <a:latin typeface="Times" panose="02020603050405020304" pitchFamily="18" charset="0"/>
          <a:ea typeface="+mn-ea"/>
          <a:cs typeface="Times" panose="02020603050405020304" pitchFamily="18" charset="0"/>
          <a:sym typeface="Arial"/>
        </a:defRPr>
      </a:lvl2pPr>
      <a:lvl3pPr marL="0" indent="0" algn="just" defTabSz="771535" rtl="0" eaLnBrk="1" latinLnBrk="0" hangingPunct="1">
        <a:lnSpc>
          <a:spcPct val="107200"/>
        </a:lnSpc>
        <a:spcBef>
          <a:spcPts val="422"/>
        </a:spcBef>
        <a:spcAft>
          <a:spcPts val="0"/>
        </a:spcAft>
        <a:buClr>
          <a:srgbClr val="000000"/>
        </a:buClr>
        <a:buSzPts val="2050"/>
        <a:buFont typeface="Arial"/>
        <a:buNone/>
        <a:defRPr lang="en-US" sz="2000" b="0" i="0" u="none" strike="noStrike" kern="1200" cap="none" smtClean="0">
          <a:solidFill>
            <a:srgbClr val="000000"/>
          </a:solidFill>
          <a:latin typeface="Times" panose="02020603050405020304" pitchFamily="18" charset="0"/>
          <a:ea typeface="+mn-ea"/>
          <a:cs typeface="Times" panose="02020603050405020304" pitchFamily="18" charset="0"/>
          <a:sym typeface="Arial"/>
        </a:defRPr>
      </a:lvl3pPr>
      <a:lvl4pPr marL="0" indent="0" algn="just" defTabSz="771535" rtl="0" eaLnBrk="1" latinLnBrk="0" hangingPunct="1">
        <a:lnSpc>
          <a:spcPct val="107200"/>
        </a:lnSpc>
        <a:spcBef>
          <a:spcPts val="422"/>
        </a:spcBef>
        <a:spcAft>
          <a:spcPts val="0"/>
        </a:spcAft>
        <a:buClr>
          <a:srgbClr val="000000"/>
        </a:buClr>
        <a:buSzPts val="2050"/>
        <a:buFont typeface="Arial"/>
        <a:buNone/>
        <a:defRPr lang="en-US" sz="1800" b="0" i="0" u="none" strike="noStrike" kern="1200" cap="none" smtClean="0">
          <a:solidFill>
            <a:srgbClr val="000000"/>
          </a:solidFill>
          <a:latin typeface="Times" panose="02020603050405020304" pitchFamily="18" charset="0"/>
          <a:ea typeface="+mn-ea"/>
          <a:cs typeface="Times" panose="02020603050405020304" pitchFamily="18" charset="0"/>
          <a:sym typeface="Arial"/>
        </a:defRPr>
      </a:lvl4pPr>
      <a:lvl5pPr marL="0" indent="0" algn="just" defTabSz="771535" rtl="0" eaLnBrk="1" latinLnBrk="0" hangingPunct="1">
        <a:lnSpc>
          <a:spcPct val="107200"/>
        </a:lnSpc>
        <a:spcBef>
          <a:spcPts val="422"/>
        </a:spcBef>
        <a:spcAft>
          <a:spcPts val="0"/>
        </a:spcAft>
        <a:buClr>
          <a:srgbClr val="000000"/>
        </a:buClr>
        <a:buSzPts val="2050"/>
        <a:buFont typeface="Arial"/>
        <a:buNone/>
        <a:defRPr lang="en-US" sz="1600" b="0" i="0" u="none" strike="noStrike" kern="1200" cap="none" dirty="0">
          <a:solidFill>
            <a:srgbClr val="000000"/>
          </a:solidFill>
          <a:latin typeface="Times" panose="02020603050405020304" pitchFamily="18" charset="0"/>
          <a:ea typeface="+mn-ea"/>
          <a:cs typeface="Times" panose="02020603050405020304" pitchFamily="18" charset="0"/>
          <a:sym typeface="Arial"/>
        </a:defRPr>
      </a:lvl5pPr>
      <a:lvl6pPr marL="2121721" indent="-192883" algn="l" defTabSz="771535" rtl="0" eaLnBrk="1" latinLnBrk="0" hangingPunct="1">
        <a:lnSpc>
          <a:spcPct val="90000"/>
        </a:lnSpc>
        <a:spcBef>
          <a:spcPts val="422"/>
        </a:spcBef>
        <a:buFont typeface="Arial" panose="020B0604020202020204" pitchFamily="34" charset="0"/>
        <a:buChar char="•"/>
        <a:defRPr sz="1519" kern="1200">
          <a:solidFill>
            <a:schemeClr val="tx1"/>
          </a:solidFill>
          <a:latin typeface="+mn-lt"/>
          <a:ea typeface="+mn-ea"/>
          <a:cs typeface="+mn-cs"/>
        </a:defRPr>
      </a:lvl6pPr>
      <a:lvl7pPr marL="2507488" indent="-192883" algn="l" defTabSz="771535" rtl="0" eaLnBrk="1" latinLnBrk="0" hangingPunct="1">
        <a:lnSpc>
          <a:spcPct val="90000"/>
        </a:lnSpc>
        <a:spcBef>
          <a:spcPts val="422"/>
        </a:spcBef>
        <a:buFont typeface="Arial" panose="020B0604020202020204" pitchFamily="34" charset="0"/>
        <a:buChar char="•"/>
        <a:defRPr sz="1519" kern="1200">
          <a:solidFill>
            <a:schemeClr val="tx1"/>
          </a:solidFill>
          <a:latin typeface="+mn-lt"/>
          <a:ea typeface="+mn-ea"/>
          <a:cs typeface="+mn-cs"/>
        </a:defRPr>
      </a:lvl7pPr>
      <a:lvl8pPr marL="2893256" indent="-192883" algn="l" defTabSz="771535" rtl="0" eaLnBrk="1" latinLnBrk="0" hangingPunct="1">
        <a:lnSpc>
          <a:spcPct val="90000"/>
        </a:lnSpc>
        <a:spcBef>
          <a:spcPts val="422"/>
        </a:spcBef>
        <a:buFont typeface="Arial" panose="020B0604020202020204" pitchFamily="34" charset="0"/>
        <a:buChar char="•"/>
        <a:defRPr sz="1519" kern="1200">
          <a:solidFill>
            <a:schemeClr val="tx1"/>
          </a:solidFill>
          <a:latin typeface="+mn-lt"/>
          <a:ea typeface="+mn-ea"/>
          <a:cs typeface="+mn-cs"/>
        </a:defRPr>
      </a:lvl8pPr>
      <a:lvl9pPr marL="3279024" indent="-192883" algn="l" defTabSz="771535" rtl="0" eaLnBrk="1" latinLnBrk="0" hangingPunct="1">
        <a:lnSpc>
          <a:spcPct val="90000"/>
        </a:lnSpc>
        <a:spcBef>
          <a:spcPts val="422"/>
        </a:spcBef>
        <a:buFont typeface="Arial" panose="020B0604020202020204" pitchFamily="34" charset="0"/>
        <a:buChar char="•"/>
        <a:defRPr sz="1519" kern="1200">
          <a:solidFill>
            <a:schemeClr val="tx1"/>
          </a:solidFill>
          <a:latin typeface="+mn-lt"/>
          <a:ea typeface="+mn-ea"/>
          <a:cs typeface="+mn-cs"/>
        </a:defRPr>
      </a:lvl9pPr>
    </p:bodyStyle>
    <p:otherStyle>
      <a:defPPr>
        <a:defRPr lang="en-US"/>
      </a:defPPr>
      <a:lvl1pPr marL="0" algn="l" defTabSz="771535" rtl="0" eaLnBrk="1" latinLnBrk="0" hangingPunct="1">
        <a:defRPr sz="1519" kern="1200">
          <a:solidFill>
            <a:schemeClr val="tx1"/>
          </a:solidFill>
          <a:latin typeface="+mn-lt"/>
          <a:ea typeface="+mn-ea"/>
          <a:cs typeface="+mn-cs"/>
        </a:defRPr>
      </a:lvl1pPr>
      <a:lvl2pPr marL="385768" algn="l" defTabSz="771535" rtl="0" eaLnBrk="1" latinLnBrk="0" hangingPunct="1">
        <a:defRPr sz="1519" kern="1200">
          <a:solidFill>
            <a:schemeClr val="tx1"/>
          </a:solidFill>
          <a:latin typeface="+mn-lt"/>
          <a:ea typeface="+mn-ea"/>
          <a:cs typeface="+mn-cs"/>
        </a:defRPr>
      </a:lvl2pPr>
      <a:lvl3pPr marL="771535" algn="l" defTabSz="771535" rtl="0" eaLnBrk="1" latinLnBrk="0" hangingPunct="1">
        <a:defRPr sz="1519" kern="1200">
          <a:solidFill>
            <a:schemeClr val="tx1"/>
          </a:solidFill>
          <a:latin typeface="+mn-lt"/>
          <a:ea typeface="+mn-ea"/>
          <a:cs typeface="+mn-cs"/>
        </a:defRPr>
      </a:lvl3pPr>
      <a:lvl4pPr marL="1157302" algn="l" defTabSz="771535" rtl="0" eaLnBrk="1" latinLnBrk="0" hangingPunct="1">
        <a:defRPr sz="1519" kern="1200">
          <a:solidFill>
            <a:schemeClr val="tx1"/>
          </a:solidFill>
          <a:latin typeface="+mn-lt"/>
          <a:ea typeface="+mn-ea"/>
          <a:cs typeface="+mn-cs"/>
        </a:defRPr>
      </a:lvl4pPr>
      <a:lvl5pPr marL="1543070" algn="l" defTabSz="771535" rtl="0" eaLnBrk="1" latinLnBrk="0" hangingPunct="1">
        <a:defRPr sz="1519" kern="1200">
          <a:solidFill>
            <a:schemeClr val="tx1"/>
          </a:solidFill>
          <a:latin typeface="+mn-lt"/>
          <a:ea typeface="+mn-ea"/>
          <a:cs typeface="+mn-cs"/>
        </a:defRPr>
      </a:lvl5pPr>
      <a:lvl6pPr marL="1928837" algn="l" defTabSz="771535" rtl="0" eaLnBrk="1" latinLnBrk="0" hangingPunct="1">
        <a:defRPr sz="1519" kern="1200">
          <a:solidFill>
            <a:schemeClr val="tx1"/>
          </a:solidFill>
          <a:latin typeface="+mn-lt"/>
          <a:ea typeface="+mn-ea"/>
          <a:cs typeface="+mn-cs"/>
        </a:defRPr>
      </a:lvl6pPr>
      <a:lvl7pPr marL="2314605" algn="l" defTabSz="771535" rtl="0" eaLnBrk="1" latinLnBrk="0" hangingPunct="1">
        <a:defRPr sz="1519" kern="1200">
          <a:solidFill>
            <a:schemeClr val="tx1"/>
          </a:solidFill>
          <a:latin typeface="+mn-lt"/>
          <a:ea typeface="+mn-ea"/>
          <a:cs typeface="+mn-cs"/>
        </a:defRPr>
      </a:lvl7pPr>
      <a:lvl8pPr marL="2700373" algn="l" defTabSz="771535" rtl="0" eaLnBrk="1" latinLnBrk="0" hangingPunct="1">
        <a:defRPr sz="1519" kern="1200">
          <a:solidFill>
            <a:schemeClr val="tx1"/>
          </a:solidFill>
          <a:latin typeface="+mn-lt"/>
          <a:ea typeface="+mn-ea"/>
          <a:cs typeface="+mn-cs"/>
        </a:defRPr>
      </a:lvl8pPr>
      <a:lvl9pPr marL="3086139" algn="l" defTabSz="771535" rtl="0" eaLnBrk="1" latinLnBrk="0" hangingPunct="1">
        <a:defRPr sz="15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notesSlide" Target="../notesSlides/notesSlide3.xml"/><Relationship Id="rId7"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6.jpe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image" Target="../media/image10.png"/><Relationship Id="rId5" Type="http://schemas.openxmlformats.org/officeDocument/2006/relationships/oleObject" Target="../embeddings/oleObject4.bin"/><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9.xml"/><Relationship Id="rId5" Type="http://schemas.openxmlformats.org/officeDocument/2006/relationships/image" Target="../media/image29.png"/><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9.xml"/><Relationship Id="rId1" Type="http://schemas.openxmlformats.org/officeDocument/2006/relationships/vmlDrawing" Target="../drawings/vmlDrawing4.vml"/><Relationship Id="rId5" Type="http://schemas.openxmlformats.org/officeDocument/2006/relationships/image" Target="../media/image38.png"/><Relationship Id="rId4" Type="http://schemas.openxmlformats.org/officeDocument/2006/relationships/oleObject" Target="../embeddings/oleObject5.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CHƯƠNG 1: TỔNG QUAN VỀ KHAI PHÁ DỮ LIỆU</a:t>
            </a:r>
            <a:endParaRPr lang="en-US"/>
          </a:p>
        </p:txBody>
      </p:sp>
    </p:spTree>
    <p:extLst>
      <p:ext uri="{BB962C8B-B14F-4D97-AF65-F5344CB8AC3E}">
        <p14:creationId xmlns:p14="http://schemas.microsoft.com/office/powerpoint/2010/main" val="38212893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a:t>
            </a:fld>
            <a:endParaRPr lang="vi-VN"/>
          </a:p>
        </p:txBody>
      </p:sp>
      <p:sp>
        <p:nvSpPr>
          <p:cNvPr id="3" name="Content Placeholder 2"/>
          <p:cNvSpPr>
            <a:spLocks noGrp="1"/>
          </p:cNvSpPr>
          <p:nvPr>
            <p:ph idx="1"/>
          </p:nvPr>
        </p:nvSpPr>
        <p:spPr/>
        <p:txBody>
          <a:bodyPr>
            <a:normAutofit/>
          </a:bodyPr>
          <a:lstStyle/>
          <a:p>
            <a:pPr marL="0" indent="0" algn="just">
              <a:spcAft>
                <a:spcPts val="683"/>
              </a:spcAft>
              <a:buClr>
                <a:srgbClr val="FF0066"/>
              </a:buClr>
              <a:buNone/>
            </a:pPr>
            <a:r>
              <a:rPr lang="en-US" sz="2800" smtClean="0">
                <a:solidFill>
                  <a:srgbClr val="002060"/>
                </a:solidFill>
                <a:cs typeface="Arial" pitchFamily="34" charset="0"/>
              </a:rPr>
              <a:t>1. Các khái niệm cơ bản</a:t>
            </a:r>
          </a:p>
          <a:p>
            <a:pPr marL="0" indent="0" algn="just">
              <a:spcAft>
                <a:spcPts val="683"/>
              </a:spcAft>
              <a:buClr>
                <a:srgbClr val="FF0066"/>
              </a:buClr>
              <a:buNone/>
            </a:pPr>
            <a:r>
              <a:rPr lang="en-US" sz="2800" smtClean="0">
                <a:solidFill>
                  <a:srgbClr val="002060"/>
                </a:solidFill>
                <a:cs typeface="Arial" pitchFamily="34" charset="0"/>
              </a:rPr>
              <a:t>2</a:t>
            </a:r>
            <a:r>
              <a:rPr lang="en-US" sz="2800" dirty="0">
                <a:solidFill>
                  <a:srgbClr val="002060"/>
                </a:solidFill>
                <a:cs typeface="Arial" pitchFamily="34" charset="0"/>
              </a:rPr>
              <a:t>. </a:t>
            </a:r>
            <a:r>
              <a:rPr lang="en-US" sz="2800" dirty="0" err="1">
                <a:solidFill>
                  <a:srgbClr val="002060"/>
                </a:solidFill>
                <a:cs typeface="Arial" pitchFamily="34" charset="0"/>
              </a:rPr>
              <a:t>Quá</a:t>
            </a:r>
            <a:r>
              <a:rPr lang="en-US" sz="2800" dirty="0">
                <a:solidFill>
                  <a:srgbClr val="002060"/>
                </a:solidFill>
                <a:cs typeface="Arial" pitchFamily="34" charset="0"/>
              </a:rPr>
              <a:t> </a:t>
            </a:r>
            <a:r>
              <a:rPr lang="en-US" sz="2800" dirty="0" err="1">
                <a:solidFill>
                  <a:srgbClr val="002060"/>
                </a:solidFill>
                <a:cs typeface="Arial" pitchFamily="34" charset="0"/>
              </a:rPr>
              <a:t>trình</a:t>
            </a:r>
            <a:r>
              <a:rPr lang="en-US" sz="2800" dirty="0">
                <a:solidFill>
                  <a:srgbClr val="002060"/>
                </a:solidFill>
                <a:cs typeface="Arial" pitchFamily="34" charset="0"/>
              </a:rPr>
              <a:t> </a:t>
            </a:r>
            <a:r>
              <a:rPr lang="en-US" sz="2800" dirty="0" err="1">
                <a:solidFill>
                  <a:srgbClr val="002060"/>
                </a:solidFill>
                <a:cs typeface="Arial" pitchFamily="34" charset="0"/>
              </a:rPr>
              <a:t>khai</a:t>
            </a:r>
            <a:r>
              <a:rPr lang="en-US" sz="2800" dirty="0">
                <a:solidFill>
                  <a:srgbClr val="002060"/>
                </a:solidFill>
                <a:cs typeface="Arial" pitchFamily="34" charset="0"/>
              </a:rPr>
              <a:t> </a:t>
            </a:r>
            <a:r>
              <a:rPr lang="en-US" sz="2800" dirty="0" err="1">
                <a:solidFill>
                  <a:srgbClr val="002060"/>
                </a:solidFill>
                <a:cs typeface="Arial" pitchFamily="34" charset="0"/>
              </a:rPr>
              <a:t>phá</a:t>
            </a:r>
            <a:r>
              <a:rPr lang="en-US" sz="2800" dirty="0">
                <a:solidFill>
                  <a:srgbClr val="002060"/>
                </a:solidFill>
                <a:cs typeface="Arial" pitchFamily="34" charset="0"/>
              </a:rPr>
              <a:t> tri </a:t>
            </a:r>
            <a:r>
              <a:rPr lang="en-US" sz="2800" dirty="0" err="1">
                <a:solidFill>
                  <a:srgbClr val="002060"/>
                </a:solidFill>
                <a:cs typeface="Arial" pitchFamily="34" charset="0"/>
              </a:rPr>
              <a:t>thức</a:t>
            </a:r>
            <a:endParaRPr lang="en-US" sz="2800" dirty="0">
              <a:solidFill>
                <a:srgbClr val="002060"/>
              </a:solidFill>
              <a:cs typeface="Arial" pitchFamily="34" charset="0"/>
            </a:endParaRPr>
          </a:p>
          <a:p>
            <a:pPr marL="0" indent="0" algn="just">
              <a:spcAft>
                <a:spcPts val="683"/>
              </a:spcAft>
              <a:buClr>
                <a:srgbClr val="FF0066"/>
              </a:buClr>
              <a:buNone/>
            </a:pPr>
            <a:r>
              <a:rPr lang="en-US" sz="2800" dirty="0">
                <a:solidFill>
                  <a:srgbClr val="002060"/>
                </a:solidFill>
                <a:cs typeface="Arial" pitchFamily="34" charset="0"/>
              </a:rPr>
              <a:t>3. </a:t>
            </a:r>
            <a:r>
              <a:rPr lang="en-US" sz="2800" dirty="0" err="1">
                <a:solidFill>
                  <a:srgbClr val="002060"/>
                </a:solidFill>
                <a:cs typeface="Arial" pitchFamily="34" charset="0"/>
              </a:rPr>
              <a:t>Khai</a:t>
            </a:r>
            <a:r>
              <a:rPr lang="en-US" sz="2800" dirty="0">
                <a:solidFill>
                  <a:srgbClr val="002060"/>
                </a:solidFill>
                <a:cs typeface="Arial" pitchFamily="34" charset="0"/>
              </a:rPr>
              <a:t> </a:t>
            </a:r>
            <a:r>
              <a:rPr lang="en-US" sz="2800" dirty="0" err="1">
                <a:solidFill>
                  <a:srgbClr val="002060"/>
                </a:solidFill>
                <a:cs typeface="Arial" pitchFamily="34" charset="0"/>
              </a:rPr>
              <a:t>phá</a:t>
            </a:r>
            <a:r>
              <a:rPr lang="en-US" sz="2800" dirty="0">
                <a:solidFill>
                  <a:srgbClr val="002060"/>
                </a:solidFill>
                <a:cs typeface="Arial" pitchFamily="34" charset="0"/>
              </a:rPr>
              <a:t> </a:t>
            </a:r>
            <a:r>
              <a:rPr lang="en-US" sz="2800" dirty="0" err="1">
                <a:solidFill>
                  <a:srgbClr val="002060"/>
                </a:solidFill>
                <a:cs typeface="Arial" pitchFamily="34" charset="0"/>
              </a:rPr>
              <a:t>dữ</a:t>
            </a:r>
            <a:r>
              <a:rPr lang="en-US" sz="2800" dirty="0">
                <a:solidFill>
                  <a:srgbClr val="002060"/>
                </a:solidFill>
                <a:cs typeface="Arial" pitchFamily="34" charset="0"/>
              </a:rPr>
              <a:t> </a:t>
            </a:r>
            <a:r>
              <a:rPr lang="en-US" sz="2800" dirty="0" err="1">
                <a:solidFill>
                  <a:srgbClr val="002060"/>
                </a:solidFill>
                <a:cs typeface="Arial" pitchFamily="34" charset="0"/>
              </a:rPr>
              <a:t>liệu</a:t>
            </a:r>
            <a:r>
              <a:rPr lang="en-US" sz="2800" dirty="0">
                <a:solidFill>
                  <a:srgbClr val="002060"/>
                </a:solidFill>
                <a:cs typeface="Arial" pitchFamily="34" charset="0"/>
              </a:rPr>
              <a:t> </a:t>
            </a:r>
            <a:r>
              <a:rPr lang="en-US" sz="2800" dirty="0" err="1">
                <a:solidFill>
                  <a:srgbClr val="002060"/>
                </a:solidFill>
                <a:cs typeface="Arial" pitchFamily="34" charset="0"/>
              </a:rPr>
              <a:t>và</a:t>
            </a:r>
            <a:r>
              <a:rPr lang="en-US" sz="2800" dirty="0">
                <a:solidFill>
                  <a:srgbClr val="002060"/>
                </a:solidFill>
                <a:cs typeface="Arial" pitchFamily="34" charset="0"/>
              </a:rPr>
              <a:t> </a:t>
            </a:r>
            <a:r>
              <a:rPr lang="en-US" sz="2800" dirty="0" err="1">
                <a:solidFill>
                  <a:srgbClr val="002060"/>
                </a:solidFill>
                <a:cs typeface="Arial" pitchFamily="34" charset="0"/>
              </a:rPr>
              <a:t>các</a:t>
            </a:r>
            <a:r>
              <a:rPr lang="en-US" sz="2800" dirty="0">
                <a:solidFill>
                  <a:srgbClr val="002060"/>
                </a:solidFill>
                <a:cs typeface="Arial" pitchFamily="34" charset="0"/>
              </a:rPr>
              <a:t> </a:t>
            </a:r>
            <a:r>
              <a:rPr lang="en-US" sz="2800" dirty="0" err="1">
                <a:solidFill>
                  <a:srgbClr val="002060"/>
                </a:solidFill>
                <a:cs typeface="Arial" pitchFamily="34" charset="0"/>
              </a:rPr>
              <a:t>lĩnh</a:t>
            </a:r>
            <a:r>
              <a:rPr lang="en-US" sz="2800" dirty="0">
                <a:solidFill>
                  <a:srgbClr val="002060"/>
                </a:solidFill>
                <a:cs typeface="Arial" pitchFamily="34" charset="0"/>
              </a:rPr>
              <a:t> </a:t>
            </a:r>
            <a:r>
              <a:rPr lang="en-US" sz="2800" dirty="0" err="1">
                <a:solidFill>
                  <a:srgbClr val="002060"/>
                </a:solidFill>
                <a:cs typeface="Arial" pitchFamily="34" charset="0"/>
              </a:rPr>
              <a:t>vực</a:t>
            </a:r>
            <a:r>
              <a:rPr lang="en-US" sz="2800" dirty="0">
                <a:solidFill>
                  <a:srgbClr val="002060"/>
                </a:solidFill>
                <a:cs typeface="Arial" pitchFamily="34" charset="0"/>
              </a:rPr>
              <a:t> </a:t>
            </a:r>
            <a:r>
              <a:rPr lang="en-US" sz="2800" dirty="0" err="1">
                <a:solidFill>
                  <a:srgbClr val="002060"/>
                </a:solidFill>
                <a:cs typeface="Arial" pitchFamily="34" charset="0"/>
              </a:rPr>
              <a:t>liên</a:t>
            </a:r>
            <a:r>
              <a:rPr lang="en-US" sz="2800" dirty="0">
                <a:solidFill>
                  <a:srgbClr val="002060"/>
                </a:solidFill>
                <a:cs typeface="Arial" pitchFamily="34" charset="0"/>
              </a:rPr>
              <a:t> </a:t>
            </a:r>
            <a:r>
              <a:rPr lang="en-US" sz="2800" dirty="0" err="1">
                <a:solidFill>
                  <a:srgbClr val="002060"/>
                </a:solidFill>
                <a:cs typeface="Arial" pitchFamily="34" charset="0"/>
              </a:rPr>
              <a:t>quan</a:t>
            </a:r>
            <a:endParaRPr lang="en-US" sz="2800" dirty="0">
              <a:solidFill>
                <a:srgbClr val="002060"/>
              </a:solidFill>
              <a:cs typeface="Arial" pitchFamily="34" charset="0"/>
            </a:endParaRPr>
          </a:p>
          <a:p>
            <a:pPr marL="0" indent="0" algn="just">
              <a:spcAft>
                <a:spcPts val="683"/>
              </a:spcAft>
              <a:buClr>
                <a:srgbClr val="FF0066"/>
              </a:buClr>
              <a:buNone/>
            </a:pPr>
            <a:r>
              <a:rPr lang="en-US" sz="2800" dirty="0">
                <a:solidFill>
                  <a:srgbClr val="002060"/>
                </a:solidFill>
                <a:cs typeface="Arial" pitchFamily="34" charset="0"/>
              </a:rPr>
              <a:t>4. </a:t>
            </a:r>
            <a:r>
              <a:rPr lang="en-US" sz="2800" dirty="0" err="1">
                <a:solidFill>
                  <a:srgbClr val="002060"/>
                </a:solidFill>
                <a:cs typeface="Arial" pitchFamily="34" charset="0"/>
              </a:rPr>
              <a:t>Các</a:t>
            </a:r>
            <a:r>
              <a:rPr lang="en-US" sz="2800" dirty="0">
                <a:solidFill>
                  <a:srgbClr val="002060"/>
                </a:solidFill>
                <a:cs typeface="Arial" pitchFamily="34" charset="0"/>
              </a:rPr>
              <a:t> </a:t>
            </a:r>
            <a:r>
              <a:rPr lang="en-US" sz="2800" dirty="0" err="1">
                <a:solidFill>
                  <a:srgbClr val="002060"/>
                </a:solidFill>
                <a:cs typeface="Arial" pitchFamily="34" charset="0"/>
              </a:rPr>
              <a:t>yếu</a:t>
            </a:r>
            <a:r>
              <a:rPr lang="en-US" sz="2800" dirty="0">
                <a:solidFill>
                  <a:srgbClr val="002060"/>
                </a:solidFill>
                <a:cs typeface="Arial" pitchFamily="34" charset="0"/>
              </a:rPr>
              <a:t> </a:t>
            </a:r>
            <a:r>
              <a:rPr lang="en-US" sz="2800" dirty="0" err="1">
                <a:solidFill>
                  <a:srgbClr val="002060"/>
                </a:solidFill>
                <a:cs typeface="Arial" pitchFamily="34" charset="0"/>
              </a:rPr>
              <a:t>tố</a:t>
            </a:r>
            <a:r>
              <a:rPr lang="en-US" sz="2800" dirty="0">
                <a:solidFill>
                  <a:srgbClr val="002060"/>
                </a:solidFill>
                <a:cs typeface="Arial" pitchFamily="34" charset="0"/>
              </a:rPr>
              <a:t> </a:t>
            </a:r>
            <a:r>
              <a:rPr lang="en-US" sz="2800" dirty="0" err="1">
                <a:solidFill>
                  <a:srgbClr val="002060"/>
                </a:solidFill>
                <a:cs typeface="Arial" pitchFamily="34" charset="0"/>
              </a:rPr>
              <a:t>cơ</a:t>
            </a:r>
            <a:r>
              <a:rPr lang="en-US" sz="2800" dirty="0">
                <a:solidFill>
                  <a:srgbClr val="002060"/>
                </a:solidFill>
                <a:cs typeface="Arial" pitchFamily="34" charset="0"/>
              </a:rPr>
              <a:t> </a:t>
            </a:r>
            <a:r>
              <a:rPr lang="en-US" sz="2800" dirty="0" err="1">
                <a:solidFill>
                  <a:srgbClr val="002060"/>
                </a:solidFill>
                <a:cs typeface="Arial" pitchFamily="34" charset="0"/>
              </a:rPr>
              <a:t>bản</a:t>
            </a:r>
            <a:r>
              <a:rPr lang="en-US" sz="2800" dirty="0">
                <a:solidFill>
                  <a:srgbClr val="002060"/>
                </a:solidFill>
                <a:cs typeface="Arial" pitchFamily="34" charset="0"/>
              </a:rPr>
              <a:t> </a:t>
            </a:r>
            <a:r>
              <a:rPr lang="en-US" sz="2800" dirty="0" err="1">
                <a:solidFill>
                  <a:srgbClr val="002060"/>
                </a:solidFill>
                <a:cs typeface="Arial" pitchFamily="34" charset="0"/>
              </a:rPr>
              <a:t>trong</a:t>
            </a:r>
            <a:r>
              <a:rPr lang="en-US" sz="2800" dirty="0">
                <a:solidFill>
                  <a:srgbClr val="002060"/>
                </a:solidFill>
                <a:cs typeface="Arial" pitchFamily="34" charset="0"/>
              </a:rPr>
              <a:t> </a:t>
            </a:r>
            <a:r>
              <a:rPr lang="en-US" sz="2800" dirty="0" err="1">
                <a:solidFill>
                  <a:srgbClr val="002060"/>
                </a:solidFill>
                <a:cs typeface="Arial" pitchFamily="34" charset="0"/>
              </a:rPr>
              <a:t>khai</a:t>
            </a:r>
            <a:r>
              <a:rPr lang="en-US" sz="2800" dirty="0">
                <a:solidFill>
                  <a:srgbClr val="002060"/>
                </a:solidFill>
                <a:cs typeface="Arial" pitchFamily="34" charset="0"/>
              </a:rPr>
              <a:t> </a:t>
            </a:r>
            <a:r>
              <a:rPr lang="en-US" sz="2800" dirty="0" err="1">
                <a:solidFill>
                  <a:srgbClr val="002060"/>
                </a:solidFill>
                <a:cs typeface="Arial" pitchFamily="34" charset="0"/>
              </a:rPr>
              <a:t>phá</a:t>
            </a:r>
            <a:r>
              <a:rPr lang="en-US" sz="2800" dirty="0">
                <a:solidFill>
                  <a:srgbClr val="002060"/>
                </a:solidFill>
                <a:cs typeface="Arial" pitchFamily="34" charset="0"/>
              </a:rPr>
              <a:t> </a:t>
            </a:r>
            <a:r>
              <a:rPr lang="en-US" sz="2800" dirty="0" err="1">
                <a:solidFill>
                  <a:srgbClr val="002060"/>
                </a:solidFill>
                <a:cs typeface="Arial" pitchFamily="34" charset="0"/>
              </a:rPr>
              <a:t>dữ</a:t>
            </a:r>
            <a:r>
              <a:rPr lang="en-US" sz="2800" dirty="0">
                <a:solidFill>
                  <a:srgbClr val="002060"/>
                </a:solidFill>
                <a:cs typeface="Arial" pitchFamily="34" charset="0"/>
              </a:rPr>
              <a:t> </a:t>
            </a:r>
            <a:r>
              <a:rPr lang="en-US" sz="2800" dirty="0" err="1">
                <a:solidFill>
                  <a:srgbClr val="002060"/>
                </a:solidFill>
                <a:cs typeface="Arial" pitchFamily="34" charset="0"/>
              </a:rPr>
              <a:t>liệu</a:t>
            </a:r>
            <a:endParaRPr lang="en-US" sz="2800" dirty="0">
              <a:solidFill>
                <a:srgbClr val="002060"/>
              </a:solidFill>
              <a:cs typeface="Arial" pitchFamily="34" charset="0"/>
            </a:endParaRPr>
          </a:p>
          <a:p>
            <a:pPr marL="0" indent="0" algn="just">
              <a:spcAft>
                <a:spcPts val="683"/>
              </a:spcAft>
              <a:buClr>
                <a:srgbClr val="FF0066"/>
              </a:buClr>
              <a:buNone/>
            </a:pPr>
            <a:r>
              <a:rPr lang="en-US" sz="2800" dirty="0">
                <a:solidFill>
                  <a:srgbClr val="002060"/>
                </a:solidFill>
                <a:cs typeface="Arial" pitchFamily="34" charset="0"/>
              </a:rPr>
              <a:t>5. </a:t>
            </a:r>
            <a:r>
              <a:rPr lang="en-US" sz="2800" dirty="0" err="1">
                <a:solidFill>
                  <a:srgbClr val="002060"/>
                </a:solidFill>
                <a:cs typeface="Arial" pitchFamily="34" charset="0"/>
              </a:rPr>
              <a:t>Ứng</a:t>
            </a:r>
            <a:r>
              <a:rPr lang="en-US" sz="2800" dirty="0">
                <a:solidFill>
                  <a:srgbClr val="002060"/>
                </a:solidFill>
                <a:cs typeface="Arial" pitchFamily="34" charset="0"/>
              </a:rPr>
              <a:t> </a:t>
            </a:r>
            <a:r>
              <a:rPr lang="en-US" sz="2800" dirty="0" err="1">
                <a:solidFill>
                  <a:srgbClr val="002060"/>
                </a:solidFill>
                <a:cs typeface="Arial" pitchFamily="34" charset="0"/>
              </a:rPr>
              <a:t>dụng</a:t>
            </a:r>
            <a:r>
              <a:rPr lang="en-US" sz="2800" dirty="0">
                <a:solidFill>
                  <a:srgbClr val="002060"/>
                </a:solidFill>
                <a:cs typeface="Arial" pitchFamily="34" charset="0"/>
              </a:rPr>
              <a:t> </a:t>
            </a:r>
            <a:r>
              <a:rPr lang="en-US" sz="2800" dirty="0" err="1">
                <a:solidFill>
                  <a:srgbClr val="002060"/>
                </a:solidFill>
                <a:cs typeface="Arial" pitchFamily="34" charset="0"/>
              </a:rPr>
              <a:t>khai</a:t>
            </a:r>
            <a:r>
              <a:rPr lang="en-US" sz="2800" dirty="0">
                <a:solidFill>
                  <a:srgbClr val="002060"/>
                </a:solidFill>
                <a:cs typeface="Arial" pitchFamily="34" charset="0"/>
              </a:rPr>
              <a:t> </a:t>
            </a:r>
            <a:r>
              <a:rPr lang="en-US" sz="2800" dirty="0" err="1">
                <a:solidFill>
                  <a:srgbClr val="002060"/>
                </a:solidFill>
                <a:cs typeface="Arial" pitchFamily="34" charset="0"/>
              </a:rPr>
              <a:t>phá</a:t>
            </a:r>
            <a:r>
              <a:rPr lang="en-US" sz="2800" dirty="0">
                <a:solidFill>
                  <a:srgbClr val="002060"/>
                </a:solidFill>
                <a:cs typeface="Arial" pitchFamily="34" charset="0"/>
              </a:rPr>
              <a:t> </a:t>
            </a:r>
            <a:r>
              <a:rPr lang="en-US" sz="2800" dirty="0" err="1">
                <a:solidFill>
                  <a:srgbClr val="002060"/>
                </a:solidFill>
                <a:cs typeface="Arial" pitchFamily="34" charset="0"/>
              </a:rPr>
              <a:t>dữ</a:t>
            </a:r>
            <a:r>
              <a:rPr lang="en-US" sz="2800" dirty="0">
                <a:solidFill>
                  <a:srgbClr val="002060"/>
                </a:solidFill>
                <a:cs typeface="Arial" pitchFamily="34" charset="0"/>
              </a:rPr>
              <a:t> </a:t>
            </a:r>
            <a:r>
              <a:rPr lang="en-US" sz="2800" dirty="0" err="1">
                <a:solidFill>
                  <a:srgbClr val="002060"/>
                </a:solidFill>
                <a:cs typeface="Arial" pitchFamily="34" charset="0"/>
              </a:rPr>
              <a:t>liệu</a:t>
            </a:r>
            <a:endParaRPr lang="en-US" sz="2800" dirty="0">
              <a:solidFill>
                <a:srgbClr val="002060"/>
              </a:solidFill>
              <a:cs typeface="Arial" pitchFamily="34" charset="0"/>
            </a:endParaRPr>
          </a:p>
          <a:p>
            <a:pPr marL="0" indent="0" algn="just">
              <a:spcAft>
                <a:spcPts val="683"/>
              </a:spcAft>
              <a:buClr>
                <a:srgbClr val="FF0066"/>
              </a:buClr>
              <a:buNone/>
            </a:pPr>
            <a:r>
              <a:rPr lang="en-US" sz="2800" dirty="0">
                <a:solidFill>
                  <a:srgbClr val="002060"/>
                </a:solidFill>
                <a:cs typeface="Arial" pitchFamily="34" charset="0"/>
              </a:rPr>
              <a:t>6. </a:t>
            </a:r>
            <a:r>
              <a:rPr lang="en-US" sz="2800" dirty="0" err="1">
                <a:solidFill>
                  <a:srgbClr val="002060"/>
                </a:solidFill>
                <a:cs typeface="Arial" pitchFamily="34" charset="0"/>
              </a:rPr>
              <a:t>Quy</a:t>
            </a:r>
            <a:r>
              <a:rPr lang="en-US" sz="2800" dirty="0">
                <a:solidFill>
                  <a:srgbClr val="002060"/>
                </a:solidFill>
                <a:cs typeface="Arial" pitchFamily="34" charset="0"/>
              </a:rPr>
              <a:t> </a:t>
            </a:r>
            <a:r>
              <a:rPr lang="en-US" sz="2800" dirty="0" err="1">
                <a:solidFill>
                  <a:srgbClr val="002060"/>
                </a:solidFill>
                <a:cs typeface="Arial" pitchFamily="34" charset="0"/>
              </a:rPr>
              <a:t>trình</a:t>
            </a:r>
            <a:r>
              <a:rPr lang="en-US" sz="2800" dirty="0">
                <a:solidFill>
                  <a:srgbClr val="002060"/>
                </a:solidFill>
                <a:cs typeface="Arial" pitchFamily="34" charset="0"/>
              </a:rPr>
              <a:t> </a:t>
            </a:r>
            <a:r>
              <a:rPr lang="en-US" sz="2800" dirty="0" err="1">
                <a:solidFill>
                  <a:srgbClr val="002060"/>
                </a:solidFill>
                <a:cs typeface="Arial" pitchFamily="34" charset="0"/>
              </a:rPr>
              <a:t>và</a:t>
            </a:r>
            <a:r>
              <a:rPr lang="en-US" sz="2800" dirty="0">
                <a:solidFill>
                  <a:srgbClr val="002060"/>
                </a:solidFill>
                <a:cs typeface="Arial" pitchFamily="34" charset="0"/>
              </a:rPr>
              <a:t> </a:t>
            </a:r>
            <a:r>
              <a:rPr lang="en-US" sz="2800" dirty="0" err="1">
                <a:solidFill>
                  <a:srgbClr val="002060"/>
                </a:solidFill>
                <a:cs typeface="Arial" pitchFamily="34" charset="0"/>
              </a:rPr>
              <a:t>các</a:t>
            </a:r>
            <a:r>
              <a:rPr lang="en-US" sz="2800" dirty="0">
                <a:solidFill>
                  <a:srgbClr val="002060"/>
                </a:solidFill>
                <a:cs typeface="Arial" pitchFamily="34" charset="0"/>
              </a:rPr>
              <a:t> </a:t>
            </a:r>
            <a:r>
              <a:rPr lang="en-US" sz="2800" dirty="0" err="1">
                <a:solidFill>
                  <a:srgbClr val="002060"/>
                </a:solidFill>
                <a:cs typeface="Arial" pitchFamily="34" charset="0"/>
              </a:rPr>
              <a:t>kỹ</a:t>
            </a:r>
            <a:r>
              <a:rPr lang="en-US" sz="2800" dirty="0">
                <a:solidFill>
                  <a:srgbClr val="002060"/>
                </a:solidFill>
                <a:cs typeface="Arial" pitchFamily="34" charset="0"/>
              </a:rPr>
              <a:t> </a:t>
            </a:r>
            <a:r>
              <a:rPr lang="en-US" sz="2800" dirty="0" err="1">
                <a:solidFill>
                  <a:srgbClr val="002060"/>
                </a:solidFill>
                <a:cs typeface="Arial" pitchFamily="34" charset="0"/>
              </a:rPr>
              <a:t>thuật</a:t>
            </a:r>
            <a:r>
              <a:rPr lang="en-US" sz="2800" dirty="0">
                <a:solidFill>
                  <a:srgbClr val="002060"/>
                </a:solidFill>
                <a:cs typeface="Arial" pitchFamily="34" charset="0"/>
              </a:rPr>
              <a:t> </a:t>
            </a:r>
            <a:r>
              <a:rPr lang="en-US" sz="2800" dirty="0" err="1">
                <a:solidFill>
                  <a:srgbClr val="002060"/>
                </a:solidFill>
                <a:cs typeface="Arial" pitchFamily="34" charset="0"/>
              </a:rPr>
              <a:t>khai</a:t>
            </a:r>
            <a:r>
              <a:rPr lang="en-US" sz="2800" dirty="0">
                <a:solidFill>
                  <a:srgbClr val="002060"/>
                </a:solidFill>
                <a:cs typeface="Arial" pitchFamily="34" charset="0"/>
              </a:rPr>
              <a:t> </a:t>
            </a:r>
            <a:r>
              <a:rPr lang="en-US" sz="2800" dirty="0" err="1">
                <a:solidFill>
                  <a:srgbClr val="002060"/>
                </a:solidFill>
                <a:cs typeface="Arial" pitchFamily="34" charset="0"/>
              </a:rPr>
              <a:t>phá</a:t>
            </a:r>
            <a:endParaRPr lang="en-US" sz="2800" dirty="0">
              <a:solidFill>
                <a:srgbClr val="002060"/>
              </a:solidFill>
              <a:cs typeface="Arial" pitchFamily="34" charset="0"/>
            </a:endParaRPr>
          </a:p>
        </p:txBody>
      </p:sp>
      <p:sp>
        <p:nvSpPr>
          <p:cNvPr id="6" name="Title 5"/>
          <p:cNvSpPr>
            <a:spLocks noGrp="1"/>
          </p:cNvSpPr>
          <p:nvPr>
            <p:ph type="title"/>
          </p:nvPr>
        </p:nvSpPr>
        <p:spPr/>
        <p:txBody>
          <a:bodyPr/>
          <a:lstStyle/>
          <a:p>
            <a:r>
              <a:rPr lang="en-US" smtClean="0"/>
              <a:t>Nội dung chương học</a:t>
            </a:r>
            <a:endParaRPr lang="en-US"/>
          </a:p>
        </p:txBody>
      </p:sp>
      <p:cxnSp>
        <p:nvCxnSpPr>
          <p:cNvPr id="4" name="Straight Connector 3"/>
          <p:cNvCxnSpPr/>
          <p:nvPr/>
        </p:nvCxnSpPr>
        <p:spPr>
          <a:xfrm>
            <a:off x="444978" y="908720"/>
            <a:ext cx="9478053" cy="0"/>
          </a:xfrm>
          <a:prstGeom prst="line">
            <a:avLst/>
          </a:prstGeom>
          <a:ln w="50800" cmpd="sng">
            <a:solidFill>
              <a:schemeClr val="accent2">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2852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normAutofit fontScale="90000"/>
          </a:bodyPr>
          <a:lstStyle/>
          <a:p>
            <a:pPr algn="just"/>
            <a:r>
              <a:rPr lang="en-US" sz="2800">
                <a:solidFill>
                  <a:schemeClr val="accent6">
                    <a:lumMod val="75000"/>
                  </a:schemeClr>
                </a:solidFill>
                <a:latin typeface="Arial" pitchFamily="34" charset="0"/>
                <a:cs typeface="Arial" pitchFamily="34" charset="0"/>
              </a:rPr>
              <a:t>1. Các khái niệm cơ bản</a:t>
            </a:r>
            <a:endParaRPr lang="vi-VN" sz="2800" baseline="30000">
              <a:solidFill>
                <a:schemeClr val="accent6">
                  <a:lumMod val="75000"/>
                </a:schemeClr>
              </a:solidFill>
              <a:latin typeface="Arial" pitchFamily="34" charset="0"/>
              <a:cs typeface="Arial" pitchFamily="34" charset="0"/>
            </a:endParaRPr>
          </a:p>
        </p:txBody>
      </p:sp>
      <p:sp>
        <p:nvSpPr>
          <p:cNvPr id="14" name="Content Placeholder 13"/>
          <p:cNvSpPr>
            <a:spLocks noGrp="1"/>
          </p:cNvSpPr>
          <p:nvPr>
            <p:ph idx="1"/>
          </p:nvPr>
        </p:nvSpPr>
        <p:spPr/>
        <p:txBody>
          <a:bodyPr/>
          <a:lstStyle/>
          <a:p>
            <a:endParaRPr lang="en-US"/>
          </a:p>
        </p:txBody>
      </p:sp>
      <p:sp>
        <p:nvSpPr>
          <p:cNvPr id="5" name="Slide Number Placeholder 4"/>
          <p:cNvSpPr>
            <a:spLocks noGrp="1"/>
          </p:cNvSpPr>
          <p:nvPr>
            <p:ph type="sldNum" sz="quarter" idx="12"/>
          </p:nvPr>
        </p:nvSpPr>
        <p:spPr/>
        <p:txBody>
          <a:bodyPr/>
          <a:lstStyle/>
          <a:p>
            <a:fld id="{427808B0-DB8A-471C-82EF-CF06681341D9}" type="slidenum">
              <a:rPr lang="vi-VN" smtClean="0"/>
              <a:t>3</a:t>
            </a:fld>
            <a:endParaRPr lang="vi-VN"/>
          </a:p>
        </p:txBody>
      </p:sp>
      <p:sp>
        <p:nvSpPr>
          <p:cNvPr id="3" name="Content Placeholder 2"/>
          <p:cNvSpPr>
            <a:spLocks noGrp="1"/>
          </p:cNvSpPr>
          <p:nvPr>
            <p:ph type="body" sz="quarter" idx="13"/>
          </p:nvPr>
        </p:nvSpPr>
        <p:spPr/>
        <p:txBody>
          <a:bodyPr>
            <a:normAutofit/>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AutoShape 4"/>
          <p:cNvSpPr>
            <a:spLocks noChangeArrowheads="1"/>
          </p:cNvSpPr>
          <p:nvPr/>
        </p:nvSpPr>
        <p:spPr bwMode="auto">
          <a:xfrm>
            <a:off x="444978" y="1085850"/>
            <a:ext cx="4038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Tình huống </a:t>
            </a:r>
          </a:p>
        </p:txBody>
      </p:sp>
      <p:pic>
        <p:nvPicPr>
          <p:cNvPr id="8" name="Picture 4" descr="story-3dimensiona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213" y="2117725"/>
            <a:ext cx="19653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Object 5"/>
          <p:cNvGraphicFramePr>
            <a:graphicFrameLocks noChangeAspect="1"/>
          </p:cNvGraphicFramePr>
          <p:nvPr/>
        </p:nvGraphicFramePr>
        <p:xfrm>
          <a:off x="693738" y="3451225"/>
          <a:ext cx="1485900" cy="1298575"/>
        </p:xfrm>
        <a:graphic>
          <a:graphicData uri="http://schemas.openxmlformats.org/presentationml/2006/ole">
            <mc:AlternateContent xmlns:mc="http://schemas.openxmlformats.org/markup-compatibility/2006">
              <mc:Choice xmlns:v="urn:schemas-microsoft-com:vml" Requires="v">
                <p:oleObj spid="_x0000_s1040" name="VISIO" r:id="rId5" imgW="1661160" imgH="1748028" progId="Visio.Drawing.6">
                  <p:embed/>
                </p:oleObj>
              </mc:Choice>
              <mc:Fallback>
                <p:oleObj name="VISIO" r:id="rId5" imgW="1661160" imgH="1748028"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738" y="3451225"/>
                        <a:ext cx="1485900"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6"/>
          <p:cNvGraphicFramePr>
            <a:graphicFrameLocks noChangeAspect="1"/>
          </p:cNvGraphicFramePr>
          <p:nvPr/>
        </p:nvGraphicFramePr>
        <p:xfrm>
          <a:off x="541338" y="4876800"/>
          <a:ext cx="2905125" cy="1460500"/>
        </p:xfrm>
        <a:graphic>
          <a:graphicData uri="http://schemas.openxmlformats.org/presentationml/2006/ole">
            <mc:AlternateContent xmlns:mc="http://schemas.openxmlformats.org/markup-compatibility/2006">
              <mc:Choice xmlns:v="urn:schemas-microsoft-com:vml" Requires="v">
                <p:oleObj spid="_x0000_s1041" name="VISIO" r:id="rId7" imgW="2900172" imgH="1752600" progId="Visio.Drawing.6">
                  <p:embed/>
                </p:oleObj>
              </mc:Choice>
              <mc:Fallback>
                <p:oleObj name="VISIO" r:id="rId7" imgW="2900172" imgH="175260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338" y="4876800"/>
                        <a:ext cx="2905125" cy="146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AutoShape 8"/>
          <p:cNvSpPr>
            <a:spLocks/>
          </p:cNvSpPr>
          <p:nvPr/>
        </p:nvSpPr>
        <p:spPr bwMode="auto">
          <a:xfrm>
            <a:off x="3817938" y="2082800"/>
            <a:ext cx="381000" cy="4318000"/>
          </a:xfrm>
          <a:prstGeom prst="rightBrace">
            <a:avLst>
              <a:gd name="adj1" fmla="val 11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12" name="AutoShape 9"/>
          <p:cNvSpPr>
            <a:spLocks noChangeArrowheads="1"/>
          </p:cNvSpPr>
          <p:nvPr/>
        </p:nvSpPr>
        <p:spPr bwMode="auto">
          <a:xfrm>
            <a:off x="4275138" y="4051300"/>
            <a:ext cx="838200" cy="317500"/>
          </a:xfrm>
          <a:prstGeom prst="rightArrow">
            <a:avLst>
              <a:gd name="adj1" fmla="val 50000"/>
              <a:gd name="adj2" fmla="val 55000"/>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13"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13338" y="3265488"/>
            <a:ext cx="3603625" cy="2401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85234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normAutofit fontScale="90000"/>
          </a:bodyPr>
          <a:lstStyle/>
          <a:p>
            <a:pPr algn="just"/>
            <a:r>
              <a:rPr lang="en-US" sz="2800">
                <a:solidFill>
                  <a:schemeClr val="accent6">
                    <a:lumMod val="75000"/>
                  </a:schemeClr>
                </a:solidFill>
                <a:latin typeface="Arial" pitchFamily="34" charset="0"/>
                <a:cs typeface="Arial" pitchFamily="34" charset="0"/>
              </a:rPr>
              <a:t>1. Các khái niệm cơ bản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type="body" sz="quarter" idx="10"/>
          </p:nvPr>
        </p:nvSpPr>
        <p:spPr/>
        <p:txBody>
          <a:bodyPr>
            <a:normAutofit/>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sp>
        <p:nvSpPr>
          <p:cNvPr id="6" name="Text Placeholder 5"/>
          <p:cNvSpPr>
            <a:spLocks noGrp="1"/>
          </p:cNvSpPr>
          <p:nvPr>
            <p:ph type="body" sz="quarter" idx="11"/>
          </p:nvPr>
        </p:nvSpPr>
        <p:spPr/>
        <p:txBody>
          <a:bodyPr/>
          <a:lstStyle/>
          <a:p>
            <a:endParaRPr lang="en-US"/>
          </a:p>
        </p:txBody>
      </p:sp>
      <p:sp>
        <p:nvSpPr>
          <p:cNvPr id="5" name="Slide Number Placeholder 4"/>
          <p:cNvSpPr>
            <a:spLocks noGrp="1"/>
          </p:cNvSpPr>
          <p:nvPr>
            <p:ph type="sldNum" sz="quarter" idx="4294967295"/>
          </p:nvPr>
        </p:nvSpPr>
        <p:spPr>
          <a:xfrm>
            <a:off x="0" y="0"/>
            <a:ext cx="0" cy="0"/>
          </a:xfrm>
        </p:spPr>
        <p:txBody>
          <a:bodyPr/>
          <a:lstStyle/>
          <a:p>
            <a:fld id="{427808B0-DB8A-471C-82EF-CF06681341D9}" type="slidenum">
              <a:rPr lang="vi-VN" smtClean="0"/>
              <a:t>4</a:t>
            </a:fld>
            <a:endParaRPr lang="vi-VN"/>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AutoShape 4"/>
          <p:cNvSpPr>
            <a:spLocks noChangeArrowheads="1"/>
          </p:cNvSpPr>
          <p:nvPr/>
        </p:nvSpPr>
        <p:spPr bwMode="auto">
          <a:xfrm>
            <a:off x="444978" y="1085850"/>
            <a:ext cx="4038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Tình huống 2</a:t>
            </a:r>
          </a:p>
        </p:txBody>
      </p:sp>
      <p:graphicFrame>
        <p:nvGraphicFramePr>
          <p:cNvPr id="14" name="Object 3"/>
          <p:cNvGraphicFramePr>
            <a:graphicFrameLocks noChangeAspect="1"/>
          </p:cNvGraphicFramePr>
          <p:nvPr>
            <p:extLst>
              <p:ext uri="{D42A27DB-BD31-4B8C-83A1-F6EECF244321}">
                <p14:modId xmlns:p14="http://schemas.microsoft.com/office/powerpoint/2010/main" val="3569219036"/>
              </p:ext>
            </p:extLst>
          </p:nvPr>
        </p:nvGraphicFramePr>
        <p:xfrm>
          <a:off x="431658" y="2019300"/>
          <a:ext cx="4559300" cy="4064000"/>
        </p:xfrm>
        <a:graphic>
          <a:graphicData uri="http://schemas.openxmlformats.org/presentationml/2006/ole">
            <mc:AlternateContent xmlns:mc="http://schemas.openxmlformats.org/markup-compatibility/2006">
              <mc:Choice xmlns:v="urn:schemas-microsoft-com:vml" Requires="v">
                <p:oleObj spid="_x0000_s2057" name="Document" r:id="rId4" imgW="5417074" imgH="5789889" progId="Word.Document.8">
                  <p:embed/>
                </p:oleObj>
              </mc:Choice>
              <mc:Fallback>
                <p:oleObj name="Document" r:id="rId4" imgW="5417074" imgH="5789889" progId="Word.Document.8">
                  <p:embed/>
                  <p:pic>
                    <p:nvPicPr>
                      <p:cNvPr id="0" name=""/>
                      <p:cNvPicPr>
                        <a:picLocks noChangeAspect="1" noChangeArrowheads="1"/>
                      </p:cNvPicPr>
                      <p:nvPr/>
                    </p:nvPicPr>
                    <p:blipFill>
                      <a:blip r:embed="rId5"/>
                      <a:srcRect/>
                      <a:stretch>
                        <a:fillRect/>
                      </a:stretch>
                    </p:blipFill>
                    <p:spPr bwMode="auto">
                      <a:xfrm>
                        <a:off x="431658" y="2019300"/>
                        <a:ext cx="4559300" cy="406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AutoShape 7"/>
          <p:cNvSpPr>
            <a:spLocks noChangeArrowheads="1"/>
          </p:cNvSpPr>
          <p:nvPr/>
        </p:nvSpPr>
        <p:spPr bwMode="auto">
          <a:xfrm>
            <a:off x="4990958" y="3797300"/>
            <a:ext cx="990600" cy="254000"/>
          </a:xfrm>
          <a:prstGeom prst="rightArrow">
            <a:avLst>
              <a:gd name="adj1" fmla="val 50000"/>
              <a:gd name="adj2" fmla="val 81250"/>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1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2021" y="3289300"/>
            <a:ext cx="3157537"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69533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5</a:t>
            </a:fld>
            <a:endParaRPr lang="vi-VN"/>
          </a:p>
        </p:txBody>
      </p:sp>
      <p:sp>
        <p:nvSpPr>
          <p:cNvPr id="2" name="Title 1"/>
          <p:cNvSpPr>
            <a:spLocks noGrp="1"/>
          </p:cNvSpPr>
          <p:nvPr>
            <p:ph type="title" idx="4294967295"/>
          </p:nvPr>
        </p:nvSpPr>
        <p:spPr>
          <a:noFill/>
        </p:spPr>
        <p:txBody>
          <a:bodyPr>
            <a:normAutofit fontScale="90000"/>
          </a:bodyPr>
          <a:lstStyle/>
          <a:p>
            <a:pPr algn="just"/>
            <a:r>
              <a:rPr lang="en-US" sz="2800">
                <a:solidFill>
                  <a:schemeClr val="accent6">
                    <a:lumMod val="75000"/>
                  </a:schemeClr>
                </a:solidFill>
                <a:latin typeface="Arial" pitchFamily="34" charset="0"/>
                <a:cs typeface="Arial" pitchFamily="34" charset="0"/>
              </a:rPr>
              <a:t>1. Các khái niệm cơ bản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AutoShape 4"/>
          <p:cNvSpPr>
            <a:spLocks noChangeArrowheads="1"/>
          </p:cNvSpPr>
          <p:nvPr/>
        </p:nvSpPr>
        <p:spPr bwMode="auto">
          <a:xfrm>
            <a:off x="444978" y="1085850"/>
            <a:ext cx="4038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Tình huống 3</a:t>
            </a:r>
          </a:p>
        </p:txBody>
      </p:sp>
      <p:pic>
        <p:nvPicPr>
          <p:cNvPr id="1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800" y="1912938"/>
            <a:ext cx="7010400"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 name="Object 7"/>
          <p:cNvGraphicFramePr>
            <a:graphicFrameLocks noChangeAspect="1"/>
          </p:cNvGraphicFramePr>
          <p:nvPr/>
        </p:nvGraphicFramePr>
        <p:xfrm>
          <a:off x="406400" y="3365500"/>
          <a:ext cx="8153400" cy="3055938"/>
        </p:xfrm>
        <a:graphic>
          <a:graphicData uri="http://schemas.openxmlformats.org/presentationml/2006/ole">
            <mc:AlternateContent xmlns:mc="http://schemas.openxmlformats.org/markup-compatibility/2006">
              <mc:Choice xmlns:v="urn:schemas-microsoft-com:vml" Requires="v">
                <p:oleObj spid="_x0000_s3081" name="Bitmap Image" r:id="rId5" imgW="6335009" imgH="2847619" progId="Paint.Picture">
                  <p:embed/>
                </p:oleObj>
              </mc:Choice>
              <mc:Fallback>
                <p:oleObj name="Bitmap Image" r:id="rId5" imgW="6335009" imgH="2847619"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400" y="3365500"/>
                        <a:ext cx="8153400" cy="305593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8"/>
          <p:cNvSpPr txBox="1">
            <a:spLocks noChangeArrowheads="1"/>
          </p:cNvSpPr>
          <p:nvPr/>
        </p:nvSpPr>
        <p:spPr bwMode="auto">
          <a:xfrm>
            <a:off x="7389813" y="2105025"/>
            <a:ext cx="1692275" cy="1090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120000"/>
              </a:lnSpc>
            </a:pPr>
            <a:r>
              <a:rPr lang="en-US" altLang="en-US"/>
              <a:t>Ngày mai cổ phiếu STB sẽ tăng???</a:t>
            </a:r>
          </a:p>
        </p:txBody>
      </p:sp>
    </p:spTree>
    <p:extLst>
      <p:ext uri="{BB962C8B-B14F-4D97-AF65-F5344CB8AC3E}">
        <p14:creationId xmlns:p14="http://schemas.microsoft.com/office/powerpoint/2010/main" val="20041024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6</a:t>
            </a:fld>
            <a:endParaRPr lang="vi-VN"/>
          </a:p>
        </p:txBody>
      </p:sp>
      <p:sp>
        <p:nvSpPr>
          <p:cNvPr id="2" name="Title 1"/>
          <p:cNvSpPr>
            <a:spLocks noGrp="1"/>
          </p:cNvSpPr>
          <p:nvPr>
            <p:ph type="title" idx="4294967295"/>
          </p:nvPr>
        </p:nvSpPr>
        <p:spPr>
          <a:noFill/>
        </p:spPr>
        <p:txBody>
          <a:bodyPr>
            <a:normAutofit fontScale="90000"/>
          </a:bodyPr>
          <a:lstStyle/>
          <a:p>
            <a:pPr algn="just"/>
            <a:r>
              <a:rPr lang="en-US" sz="2800">
                <a:solidFill>
                  <a:schemeClr val="accent6">
                    <a:lumMod val="75000"/>
                  </a:schemeClr>
                </a:solidFill>
                <a:latin typeface="Arial" pitchFamily="34" charset="0"/>
                <a:cs typeface="Arial" pitchFamily="34" charset="0"/>
              </a:rPr>
              <a:t>1. Các khái niệm cơ bản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AutoShape 4"/>
          <p:cNvSpPr>
            <a:spLocks noChangeArrowheads="1"/>
          </p:cNvSpPr>
          <p:nvPr/>
        </p:nvSpPr>
        <p:spPr bwMode="auto">
          <a:xfrm>
            <a:off x="444978" y="1085850"/>
            <a:ext cx="4038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Tình huống 4</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138" y="1981200"/>
            <a:ext cx="8467725" cy="347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AutoShape 184"/>
          <p:cNvSpPr>
            <a:spLocks noChangeArrowheads="1"/>
          </p:cNvSpPr>
          <p:nvPr/>
        </p:nvSpPr>
        <p:spPr bwMode="auto">
          <a:xfrm>
            <a:off x="6248400" y="3868738"/>
            <a:ext cx="2438400" cy="1587500"/>
          </a:xfrm>
          <a:prstGeom prst="roundRect">
            <a:avLst>
              <a:gd name="adj" fmla="val 16667"/>
            </a:avLst>
          </a:prstGeom>
          <a:noFill/>
          <a:ln w="28575" algn="ctr">
            <a:solidFill>
              <a:srgbClr val="0000CA"/>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15" name="Text Box 185"/>
          <p:cNvSpPr txBox="1">
            <a:spLocks noChangeArrowheads="1"/>
          </p:cNvSpPr>
          <p:nvPr/>
        </p:nvSpPr>
        <p:spPr bwMode="auto">
          <a:xfrm>
            <a:off x="6248400" y="5562600"/>
            <a:ext cx="2759075" cy="97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120000"/>
              </a:lnSpc>
              <a:spcBef>
                <a:spcPct val="20000"/>
              </a:spcBef>
            </a:pPr>
            <a:r>
              <a:rPr lang="en-US" altLang="en-US" sz="1600"/>
              <a:t>Làm sao xác định được khả năng tốt nghiệp của một sinh viên hiện tại?</a:t>
            </a:r>
          </a:p>
        </p:txBody>
      </p:sp>
    </p:spTree>
    <p:extLst>
      <p:ext uri="{BB962C8B-B14F-4D97-AF65-F5344CB8AC3E}">
        <p14:creationId xmlns:p14="http://schemas.microsoft.com/office/powerpoint/2010/main" val="19285955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7</a:t>
            </a:fld>
            <a:endParaRPr lang="vi-VN"/>
          </a:p>
        </p:txBody>
      </p:sp>
      <p:sp>
        <p:nvSpPr>
          <p:cNvPr id="2" name="Title 1"/>
          <p:cNvSpPr>
            <a:spLocks noGrp="1"/>
          </p:cNvSpPr>
          <p:nvPr>
            <p:ph type="title" idx="4294967295"/>
          </p:nvPr>
        </p:nvSpPr>
        <p:spPr>
          <a:noFill/>
        </p:spPr>
        <p:txBody>
          <a:bodyPr>
            <a:normAutofit fontScale="90000"/>
          </a:bodyPr>
          <a:lstStyle/>
          <a:p>
            <a:pPr algn="just"/>
            <a:r>
              <a:rPr lang="en-US" sz="2800">
                <a:solidFill>
                  <a:schemeClr val="accent6">
                    <a:lumMod val="75000"/>
                  </a:schemeClr>
                </a:solidFill>
                <a:latin typeface="Arial" pitchFamily="34" charset="0"/>
                <a:cs typeface="Arial" pitchFamily="34" charset="0"/>
              </a:rPr>
              <a:t>1. Các khái niệm cơ bản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AutoShape 4"/>
          <p:cNvSpPr>
            <a:spLocks noChangeArrowheads="1"/>
          </p:cNvSpPr>
          <p:nvPr/>
        </p:nvSpPr>
        <p:spPr bwMode="auto">
          <a:xfrm>
            <a:off x="444978" y="1085850"/>
            <a:ext cx="4038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Tình huống 5</a:t>
            </a:r>
          </a:p>
        </p:txBody>
      </p:sp>
      <p:sp>
        <p:nvSpPr>
          <p:cNvPr id="15" name="Text Box 185"/>
          <p:cNvSpPr txBox="1">
            <a:spLocks noChangeArrowheads="1"/>
          </p:cNvSpPr>
          <p:nvPr/>
        </p:nvSpPr>
        <p:spPr bwMode="auto">
          <a:xfrm>
            <a:off x="7082945" y="2582261"/>
            <a:ext cx="2759075" cy="951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120000"/>
              </a:lnSpc>
              <a:spcBef>
                <a:spcPct val="20000"/>
              </a:spcBef>
            </a:pPr>
            <a:r>
              <a:rPr lang="en-US" altLang="en-US" sz="1600"/>
              <a:t>Làm sao có thể tìm được những loại sản phẩm tương đồng nhau?</a:t>
            </a:r>
          </a:p>
        </p:txBody>
      </p:sp>
      <p:pic>
        <p:nvPicPr>
          <p:cNvPr id="6" name="Picture 5">
            <a:extLst>
              <a:ext uri="{FF2B5EF4-FFF2-40B4-BE49-F238E27FC236}">
                <a16:creationId xmlns:a16="http://schemas.microsoft.com/office/drawing/2014/main" id="{C2868DB6-11D6-461A-8207-51B3535F2337}"/>
              </a:ext>
            </a:extLst>
          </p:cNvPr>
          <p:cNvPicPr>
            <a:picLocks noChangeAspect="1"/>
          </p:cNvPicPr>
          <p:nvPr/>
        </p:nvPicPr>
        <p:blipFill>
          <a:blip r:embed="rId3"/>
          <a:stretch>
            <a:fillRect/>
          </a:stretch>
        </p:blipFill>
        <p:spPr>
          <a:xfrm>
            <a:off x="650215" y="1962610"/>
            <a:ext cx="6077461" cy="3676190"/>
          </a:xfrm>
          <a:prstGeom prst="rect">
            <a:avLst/>
          </a:prstGeom>
        </p:spPr>
      </p:pic>
    </p:spTree>
    <p:extLst>
      <p:ext uri="{BB962C8B-B14F-4D97-AF65-F5344CB8AC3E}">
        <p14:creationId xmlns:p14="http://schemas.microsoft.com/office/powerpoint/2010/main" val="28742224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8</a:t>
            </a:fld>
            <a:endParaRPr lang="vi-VN"/>
          </a:p>
        </p:txBody>
      </p:sp>
      <p:sp>
        <p:nvSpPr>
          <p:cNvPr id="2" name="Title 1"/>
          <p:cNvSpPr>
            <a:spLocks noGrp="1"/>
          </p:cNvSpPr>
          <p:nvPr>
            <p:ph type="title" idx="4294967295"/>
          </p:nvPr>
        </p:nvSpPr>
        <p:spPr>
          <a:noFill/>
        </p:spPr>
        <p:txBody>
          <a:bodyPr>
            <a:normAutofit fontScale="90000"/>
          </a:bodyPr>
          <a:lstStyle/>
          <a:p>
            <a:pPr algn="just"/>
            <a:r>
              <a:rPr lang="en-US" sz="2800">
                <a:solidFill>
                  <a:schemeClr val="accent6">
                    <a:lumMod val="75000"/>
                  </a:schemeClr>
                </a:solidFill>
                <a:latin typeface="Arial" pitchFamily="34" charset="0"/>
                <a:cs typeface="Arial" pitchFamily="34" charset="0"/>
              </a:rPr>
              <a:t>1. Các khái niệm cơ bản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AutoShape 4"/>
          <p:cNvSpPr>
            <a:spLocks noChangeArrowheads="1"/>
          </p:cNvSpPr>
          <p:nvPr/>
        </p:nvSpPr>
        <p:spPr bwMode="auto">
          <a:xfrm>
            <a:off x="444978" y="1085850"/>
            <a:ext cx="4038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Tình huống 6</a:t>
            </a:r>
          </a:p>
        </p:txBody>
      </p:sp>
      <p:sp>
        <p:nvSpPr>
          <p:cNvPr id="15" name="Text Box 185"/>
          <p:cNvSpPr txBox="1">
            <a:spLocks noChangeArrowheads="1"/>
          </p:cNvSpPr>
          <p:nvPr/>
        </p:nvSpPr>
        <p:spPr bwMode="auto">
          <a:xfrm>
            <a:off x="7082945" y="2582261"/>
            <a:ext cx="2759075" cy="951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120000"/>
              </a:lnSpc>
              <a:spcBef>
                <a:spcPct val="20000"/>
              </a:spcBef>
            </a:pPr>
            <a:r>
              <a:rPr lang="en-US" altLang="en-US" sz="1600"/>
              <a:t>Làm sao có thể biết một người sẽ định mua mặt hàng gì?</a:t>
            </a:r>
          </a:p>
        </p:txBody>
      </p:sp>
      <p:pic>
        <p:nvPicPr>
          <p:cNvPr id="8" name="Picture 7">
            <a:extLst>
              <a:ext uri="{FF2B5EF4-FFF2-40B4-BE49-F238E27FC236}">
                <a16:creationId xmlns:a16="http://schemas.microsoft.com/office/drawing/2014/main" id="{95DA606C-D3D0-45AD-A3F1-F821DC487C04}"/>
              </a:ext>
            </a:extLst>
          </p:cNvPr>
          <p:cNvPicPr>
            <a:picLocks noChangeAspect="1"/>
          </p:cNvPicPr>
          <p:nvPr/>
        </p:nvPicPr>
        <p:blipFill>
          <a:blip r:embed="rId3"/>
          <a:stretch>
            <a:fillRect/>
          </a:stretch>
        </p:blipFill>
        <p:spPr>
          <a:xfrm>
            <a:off x="483462" y="1988840"/>
            <a:ext cx="6496050" cy="2657475"/>
          </a:xfrm>
          <a:prstGeom prst="rect">
            <a:avLst/>
          </a:prstGeom>
        </p:spPr>
      </p:pic>
    </p:spTree>
    <p:extLst>
      <p:ext uri="{BB962C8B-B14F-4D97-AF65-F5344CB8AC3E}">
        <p14:creationId xmlns:p14="http://schemas.microsoft.com/office/powerpoint/2010/main" val="37624974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9</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1. Các khái niệm cơ bản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667000" y="1069476"/>
            <a:ext cx="4564732" cy="4369896"/>
          </a:xfrm>
          <a:prstGeom prst="rect">
            <a:avLst/>
          </a:prstGeo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11" name="Text Box 6"/>
          <p:cNvSpPr txBox="1">
            <a:spLocks noChangeArrowheads="1"/>
          </p:cNvSpPr>
          <p:nvPr/>
        </p:nvSpPr>
        <p:spPr bwMode="auto">
          <a:xfrm>
            <a:off x="2230438" y="5520069"/>
            <a:ext cx="5488747"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40000"/>
              </a:spcBef>
            </a:pPr>
            <a:r>
              <a:rPr lang="en-US" altLang="en-US" b="0"/>
              <a:t>We are data rich, but information poor.</a:t>
            </a:r>
          </a:p>
          <a:p>
            <a:pPr>
              <a:spcBef>
                <a:spcPct val="40000"/>
              </a:spcBef>
            </a:pPr>
            <a:r>
              <a:rPr lang="en-US" altLang="en-US" b="0"/>
              <a:t>“Necessity is the mother of invention”. - Plato</a:t>
            </a:r>
          </a:p>
        </p:txBody>
      </p:sp>
    </p:spTree>
    <p:extLst>
      <p:ext uri="{BB962C8B-B14F-4D97-AF65-F5344CB8AC3E}">
        <p14:creationId xmlns:p14="http://schemas.microsoft.com/office/powerpoint/2010/main" val="17941191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10</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1. Các khái niệm cơ bản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a:p>
            <a:pPr marL="0" indent="0" algn="just">
              <a:spcAft>
                <a:spcPts val="683"/>
              </a:spcAft>
              <a:buClr>
                <a:srgbClr val="FF0066"/>
              </a:buClr>
              <a:buNone/>
            </a:pPr>
            <a:endParaRPr 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8" name="Rectangle 3"/>
          <p:cNvSpPr txBox="1">
            <a:spLocks noChangeArrowheads="1"/>
          </p:cNvSpPr>
          <p:nvPr/>
        </p:nvSpPr>
        <p:spPr>
          <a:xfrm>
            <a:off x="222720" y="1844824"/>
            <a:ext cx="9235027" cy="3744414"/>
          </a:xfrm>
          <a:prstGeom prst="rect">
            <a:avLst/>
          </a:prstGeom>
        </p:spPr>
        <p:txBody>
          <a:bodyPr vert="horz" lIns="104104" tIns="52052" rIns="104104" bIns="52052" rtlCol="0">
            <a:normAutofit lnSpcReduction="10000"/>
          </a:bodyPr>
          <a:lst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algn="just">
              <a:spcAft>
                <a:spcPts val="683"/>
              </a:spcAft>
              <a:buClr>
                <a:srgbClr val="FF0066"/>
              </a:buClr>
              <a:buFont typeface="Wingdings 2" pitchFamily="18" charset="2"/>
              <a:buChar char=""/>
            </a:pPr>
            <a:r>
              <a:rPr lang="en-US" sz="2800">
                <a:solidFill>
                  <a:srgbClr val="002060"/>
                </a:solidFill>
                <a:cs typeface="Arial" pitchFamily="34" charset="0"/>
              </a:rPr>
              <a:t>Dữ liệu (</a:t>
            </a:r>
            <a:r>
              <a:rPr lang="en-US" sz="2800" b="1">
                <a:solidFill>
                  <a:srgbClr val="002060"/>
                </a:solidFill>
                <a:cs typeface="Arial" pitchFamily="34" charset="0"/>
              </a:rPr>
              <a:t>Data</a:t>
            </a:r>
            <a:r>
              <a:rPr lang="en-US" sz="2800">
                <a:solidFill>
                  <a:srgbClr val="002060"/>
                </a:solidFill>
                <a:cs typeface="Arial" pitchFamily="34" charset="0"/>
              </a:rPr>
              <a:t>): có thể xem là chuỗi các bit, là số, ký tự…mà chúng ta tập hợp hàng ngày trong công việc</a:t>
            </a:r>
          </a:p>
          <a:p>
            <a:pPr algn="just">
              <a:spcAft>
                <a:spcPts val="683"/>
              </a:spcAft>
              <a:buClr>
                <a:srgbClr val="FF0066"/>
              </a:buClr>
              <a:buFont typeface="Wingdings 2" pitchFamily="18" charset="2"/>
              <a:buChar char=""/>
            </a:pPr>
            <a:r>
              <a:rPr lang="en-US" sz="2800">
                <a:solidFill>
                  <a:srgbClr val="002060"/>
                </a:solidFill>
                <a:cs typeface="Arial" pitchFamily="34" charset="0"/>
              </a:rPr>
              <a:t>Thông tin (</a:t>
            </a:r>
            <a:r>
              <a:rPr lang="en-US" sz="2800" b="1">
                <a:solidFill>
                  <a:srgbClr val="002060"/>
                </a:solidFill>
                <a:cs typeface="Arial" pitchFamily="34" charset="0"/>
              </a:rPr>
              <a:t>Information</a:t>
            </a:r>
            <a:r>
              <a:rPr lang="en-US" sz="2800">
                <a:solidFill>
                  <a:srgbClr val="002060"/>
                </a:solidFill>
                <a:cs typeface="Arial" pitchFamily="34" charset="0"/>
              </a:rPr>
              <a:t>): là tập hợp của những mảnh dữ liệu đã được chắt lọc dùng mô tả, giải thích đặc tính của một đối tượng nào đó</a:t>
            </a:r>
          </a:p>
          <a:p>
            <a:pPr algn="just">
              <a:spcAft>
                <a:spcPts val="683"/>
              </a:spcAft>
              <a:buClr>
                <a:srgbClr val="FF0066"/>
              </a:buClr>
              <a:buFont typeface="Wingdings 2" pitchFamily="18" charset="2"/>
              <a:buChar char=""/>
            </a:pPr>
            <a:r>
              <a:rPr lang="en-US" sz="2800">
                <a:solidFill>
                  <a:srgbClr val="002060"/>
                </a:solidFill>
                <a:cs typeface="Arial" pitchFamily="34" charset="0"/>
              </a:rPr>
              <a:t>Tri thức (</a:t>
            </a:r>
            <a:r>
              <a:rPr lang="en-US" sz="2800" b="1">
                <a:solidFill>
                  <a:srgbClr val="002060"/>
                </a:solidFill>
                <a:cs typeface="Arial" pitchFamily="34" charset="0"/>
              </a:rPr>
              <a:t>Knowledge</a:t>
            </a:r>
            <a:r>
              <a:rPr lang="en-US" sz="2800">
                <a:solidFill>
                  <a:srgbClr val="002060"/>
                </a:solidFill>
                <a:cs typeface="Arial" pitchFamily="34" charset="0"/>
              </a:rPr>
              <a:t>): là tập hợp những thông tin có liên hệ với nhau, có thể xem tri thức là sự kết tinh từ dữ liệu. Tri thức thể hiện tư duy của con người về một vấn đề.</a:t>
            </a:r>
          </a:p>
        </p:txBody>
      </p:sp>
    </p:spTree>
    <p:extLst>
      <p:ext uri="{BB962C8B-B14F-4D97-AF65-F5344CB8AC3E}">
        <p14:creationId xmlns:p14="http://schemas.microsoft.com/office/powerpoint/2010/main" val="35946835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11</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1. Các khái niệm cơ bản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marL="0" indent="0" algn="just">
              <a:spcAft>
                <a:spcPts val="683"/>
              </a:spcAft>
              <a:buClr>
                <a:srgbClr val="FF0066"/>
              </a:buClr>
              <a:buNone/>
            </a:pPr>
            <a:endParaRPr lang="en-US" sz="2800">
              <a:solidFill>
                <a:srgbClr val="002060"/>
              </a:solidFill>
              <a:cs typeface="Arial" pitchFamily="34" charset="0"/>
            </a:endParaRPr>
          </a:p>
          <a:p>
            <a:pPr marL="0" indent="0" algn="just">
              <a:spcAft>
                <a:spcPts val="683"/>
              </a:spcAft>
              <a:buClr>
                <a:srgbClr val="FF0066"/>
              </a:buClr>
              <a:buNone/>
            </a:pPr>
            <a:endParaRPr lang="en-US" sz="2800">
              <a:solidFill>
                <a:srgbClr val="002060"/>
              </a:solidFill>
              <a:cs typeface="Arial" pitchFamily="34" charset="0"/>
            </a:endParaRPr>
          </a:p>
          <a:p>
            <a:pPr marL="0" indent="0" algn="just">
              <a:spcAft>
                <a:spcPts val="683"/>
              </a:spcAft>
              <a:buClr>
                <a:srgbClr val="FF0066"/>
              </a:buClr>
              <a:buNone/>
            </a:pPr>
            <a:endParaRPr lang="en-US" sz="2800">
              <a:solidFill>
                <a:srgbClr val="002060"/>
              </a:solidFill>
              <a:cs typeface="Arial" pitchFamily="34" charset="0"/>
            </a:endParaRPr>
          </a:p>
          <a:p>
            <a:pPr marL="0" indent="0" algn="just">
              <a:spcAft>
                <a:spcPts val="683"/>
              </a:spcAft>
              <a:buClr>
                <a:srgbClr val="FF0066"/>
              </a:buClr>
              <a:buNone/>
            </a:pPr>
            <a:endParaRPr lang="en-US" sz="1800">
              <a:solidFill>
                <a:srgbClr val="002060"/>
              </a:solidFill>
              <a:cs typeface="Arial" pitchFamily="34" charset="0"/>
            </a:endParaRPr>
          </a:p>
          <a:p>
            <a:pPr marL="0" indent="0" algn="just">
              <a:spcAft>
                <a:spcPts val="683"/>
              </a:spcAft>
              <a:buClr>
                <a:srgbClr val="FF0066"/>
              </a:buClr>
              <a:buNone/>
            </a:pPr>
            <a:endParaRPr lang="en-US" sz="2800">
              <a:solidFill>
                <a:srgbClr val="002060"/>
              </a:solidFill>
              <a:cs typeface="Arial" pitchFamily="34" charset="0"/>
            </a:endParaRPr>
          </a:p>
          <a:p>
            <a:pPr marL="0" indent="0" algn="just">
              <a:spcAft>
                <a:spcPts val="683"/>
              </a:spcAft>
              <a:buClr>
                <a:srgbClr val="FF0066"/>
              </a:buClr>
              <a:buNone/>
            </a:pPr>
            <a:endParaRPr lang="en-US" sz="1400">
              <a:solidFill>
                <a:srgbClr val="002060"/>
              </a:solidFill>
              <a:latin typeface="Times New Roman" pitchFamily="18"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8" name="Rectangle 3"/>
          <p:cNvSpPr txBox="1">
            <a:spLocks noChangeArrowheads="1"/>
          </p:cNvSpPr>
          <p:nvPr/>
        </p:nvSpPr>
        <p:spPr>
          <a:xfrm>
            <a:off x="444977" y="1196752"/>
            <a:ext cx="9478053" cy="5181600"/>
          </a:xfrm>
          <a:prstGeom prst="rect">
            <a:avLst/>
          </a:prstGeom>
        </p:spPr>
        <p:txBody>
          <a:bodyPr vert="horz" lIns="104104" tIns="52052" rIns="104104" bIns="52052" rtlCol="0">
            <a:normAutofit/>
          </a:bodyPr>
          <a:lst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indent="0" algn="just">
              <a:spcAft>
                <a:spcPts val="683"/>
              </a:spcAft>
              <a:buClr>
                <a:srgbClr val="FF0066"/>
              </a:buClr>
              <a:buNone/>
            </a:pPr>
            <a:endParaRPr lang="en-US" sz="2800">
              <a:solidFill>
                <a:schemeClr val="accent2">
                  <a:lumMod val="50000"/>
                </a:schemeClr>
              </a:solidFill>
              <a:cs typeface="Arial" pitchFamily="34" charset="0"/>
            </a:endParaRPr>
          </a:p>
        </p:txBody>
      </p:sp>
      <p:sp>
        <p:nvSpPr>
          <p:cNvPr id="7" name="Rectangle 29"/>
          <p:cNvSpPr>
            <a:spLocks noChangeArrowheads="1"/>
          </p:cNvSpPr>
          <p:nvPr/>
        </p:nvSpPr>
        <p:spPr bwMode="auto">
          <a:xfrm>
            <a:off x="838200" y="4648200"/>
            <a:ext cx="2545556" cy="1567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spcBef>
                <a:spcPct val="50000"/>
              </a:spcBef>
              <a:defRPr/>
            </a:pPr>
            <a:r>
              <a:rPr lang="it-IT" sz="1200">
                <a:solidFill>
                  <a:schemeClr val="hlink"/>
                </a:solidFill>
                <a:effectLst>
                  <a:outerShdw blurRad="38100" dist="38100" dir="2700000" algn="tl">
                    <a:srgbClr val="C0C0C0"/>
                  </a:outerShdw>
                </a:effectLst>
                <a:latin typeface="Comic Sans MS" pitchFamily="66" charset="0"/>
              </a:rPr>
              <a:t> </a:t>
            </a:r>
            <a:r>
              <a:rPr lang="it-IT" sz="2400" b="1">
                <a:effectLst>
                  <a:outerShdw blurRad="38100" dist="38100" dir="2700000" algn="tl">
                    <a:srgbClr val="C0C0C0"/>
                  </a:outerShdw>
                </a:effectLst>
                <a:latin typeface="Times New Roman" pitchFamily="18" charset="0"/>
              </a:rPr>
              <a:t>Dữ liệu</a:t>
            </a:r>
          </a:p>
          <a:p>
            <a:pPr indent="-171450" eaLnBrk="0" hangingPunct="0">
              <a:buClr>
                <a:srgbClr val="FF0066"/>
              </a:buClr>
              <a:buFontTx/>
              <a:buChar char="•"/>
              <a:defRPr/>
            </a:pPr>
            <a:r>
              <a:rPr lang="it-IT" sz="1800">
                <a:latin typeface="Times New Roman" pitchFamily="18" charset="0"/>
              </a:rPr>
              <a:t> </a:t>
            </a:r>
            <a:r>
              <a:rPr lang="en-US" sz="1800">
                <a:solidFill>
                  <a:schemeClr val="accent2">
                    <a:lumMod val="50000"/>
                  </a:schemeClr>
                </a:solidFill>
                <a:cs typeface="Arial" pitchFamily="34" charset="0"/>
              </a:rPr>
              <a:t>Customer data</a:t>
            </a:r>
            <a:endParaRPr lang="it-IT" sz="1800">
              <a:solidFill>
                <a:schemeClr val="accent2">
                  <a:lumMod val="50000"/>
                </a:schemeClr>
              </a:solidFill>
              <a:cs typeface="Arial" pitchFamily="34" charset="0"/>
            </a:endParaRPr>
          </a:p>
          <a:p>
            <a:pPr indent="-285750" eaLnBrk="0" hangingPunct="0">
              <a:buClr>
                <a:srgbClr val="FF0066"/>
              </a:buClr>
              <a:buFontTx/>
              <a:buChar char="•"/>
              <a:defRPr/>
            </a:pPr>
            <a:r>
              <a:rPr lang="en-US" sz="1800">
                <a:solidFill>
                  <a:schemeClr val="accent2">
                    <a:lumMod val="50000"/>
                  </a:schemeClr>
                </a:solidFill>
                <a:cs typeface="Arial" pitchFamily="34" charset="0"/>
              </a:rPr>
              <a:t>Store data</a:t>
            </a:r>
            <a:endParaRPr lang="it-IT" sz="1800">
              <a:solidFill>
                <a:schemeClr val="accent2">
                  <a:lumMod val="50000"/>
                </a:schemeClr>
              </a:solidFill>
              <a:cs typeface="Arial" pitchFamily="34" charset="0"/>
            </a:endParaRPr>
          </a:p>
          <a:p>
            <a:pPr indent="-285750" eaLnBrk="0" hangingPunct="0">
              <a:buClr>
                <a:srgbClr val="FF0066"/>
              </a:buClr>
              <a:buFontTx/>
              <a:buChar char="•"/>
              <a:defRPr/>
            </a:pPr>
            <a:r>
              <a:rPr lang="en-US" sz="1800">
                <a:solidFill>
                  <a:schemeClr val="accent2">
                    <a:lumMod val="50000"/>
                  </a:schemeClr>
                </a:solidFill>
                <a:cs typeface="Arial" pitchFamily="34" charset="0"/>
              </a:rPr>
              <a:t>Demographical Data</a:t>
            </a:r>
            <a:endParaRPr lang="it-IT" sz="1800">
              <a:solidFill>
                <a:schemeClr val="accent2">
                  <a:lumMod val="50000"/>
                </a:schemeClr>
              </a:solidFill>
              <a:cs typeface="Arial" pitchFamily="34" charset="0"/>
            </a:endParaRPr>
          </a:p>
          <a:p>
            <a:pPr indent="-285750" eaLnBrk="0" hangingPunct="0">
              <a:buClr>
                <a:srgbClr val="FF0066"/>
              </a:buClr>
              <a:buFontTx/>
              <a:buChar char="•"/>
              <a:defRPr/>
            </a:pPr>
            <a:r>
              <a:rPr lang="en-US" sz="1800">
                <a:solidFill>
                  <a:schemeClr val="accent2">
                    <a:lumMod val="50000"/>
                  </a:schemeClr>
                </a:solidFill>
                <a:cs typeface="Arial" pitchFamily="34" charset="0"/>
              </a:rPr>
              <a:t>Geographical data </a:t>
            </a:r>
            <a:endParaRPr lang="it-IT" sz="1800">
              <a:solidFill>
                <a:schemeClr val="accent2">
                  <a:lumMod val="50000"/>
                </a:schemeClr>
              </a:solidFill>
              <a:cs typeface="Arial" pitchFamily="34" charset="0"/>
            </a:endParaRPr>
          </a:p>
        </p:txBody>
      </p:sp>
      <p:sp>
        <p:nvSpPr>
          <p:cNvPr id="9" name="Rectangle 30"/>
          <p:cNvSpPr>
            <a:spLocks noChangeArrowheads="1"/>
          </p:cNvSpPr>
          <p:nvPr/>
        </p:nvSpPr>
        <p:spPr bwMode="auto">
          <a:xfrm>
            <a:off x="2925018" y="3970112"/>
            <a:ext cx="2650529" cy="1567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spcBef>
                <a:spcPct val="50000"/>
              </a:spcBef>
              <a:defRPr/>
            </a:pPr>
            <a:r>
              <a:rPr lang="it-IT" sz="1200">
                <a:latin typeface="Comic Sans MS" pitchFamily="66" charset="0"/>
              </a:rPr>
              <a:t> </a:t>
            </a:r>
            <a:r>
              <a:rPr lang="it-IT" sz="2400" b="1">
                <a:effectLst>
                  <a:outerShdw blurRad="38100" dist="38100" dir="2700000" algn="tl">
                    <a:srgbClr val="C0C0C0"/>
                  </a:outerShdw>
                </a:effectLst>
                <a:latin typeface="Times New Roman" pitchFamily="18" charset="0"/>
              </a:rPr>
              <a:t>Thông tin</a:t>
            </a:r>
          </a:p>
          <a:p>
            <a:pPr indent="-342900" eaLnBrk="0" hangingPunct="0">
              <a:buClr>
                <a:srgbClr val="FF0066"/>
              </a:buClr>
              <a:buFontTx/>
              <a:buChar char="•"/>
              <a:defRPr/>
            </a:pPr>
            <a:r>
              <a:rPr lang="it-IT" sz="1800">
                <a:solidFill>
                  <a:schemeClr val="accent2">
                    <a:lumMod val="50000"/>
                  </a:schemeClr>
                </a:solidFill>
                <a:cs typeface="Arial" pitchFamily="34" charset="0"/>
              </a:rPr>
              <a:t>X </a:t>
            </a:r>
            <a:r>
              <a:rPr lang="en-US" sz="1800">
                <a:solidFill>
                  <a:schemeClr val="accent2">
                    <a:lumMod val="50000"/>
                  </a:schemeClr>
                </a:solidFill>
                <a:cs typeface="Arial" pitchFamily="34" charset="0"/>
              </a:rPr>
              <a:t>lives</a:t>
            </a:r>
            <a:r>
              <a:rPr lang="it-IT" sz="1800">
                <a:solidFill>
                  <a:schemeClr val="accent2">
                    <a:lumMod val="50000"/>
                  </a:schemeClr>
                </a:solidFill>
                <a:cs typeface="Arial" pitchFamily="34" charset="0"/>
              </a:rPr>
              <a:t> in Z</a:t>
            </a:r>
          </a:p>
          <a:p>
            <a:pPr indent="-285750" eaLnBrk="0" hangingPunct="0">
              <a:buClr>
                <a:srgbClr val="FF0066"/>
              </a:buClr>
              <a:buFontTx/>
              <a:buChar char="•"/>
              <a:defRPr/>
            </a:pPr>
            <a:r>
              <a:rPr lang="it-IT" sz="1800">
                <a:solidFill>
                  <a:schemeClr val="accent2">
                    <a:lumMod val="50000"/>
                  </a:schemeClr>
                </a:solidFill>
                <a:cs typeface="Arial" pitchFamily="34" charset="0"/>
              </a:rPr>
              <a:t> S </a:t>
            </a:r>
            <a:r>
              <a:rPr lang="en-US" sz="1800">
                <a:solidFill>
                  <a:schemeClr val="accent2">
                    <a:lumMod val="50000"/>
                  </a:schemeClr>
                </a:solidFill>
                <a:cs typeface="Arial" pitchFamily="34" charset="0"/>
              </a:rPr>
              <a:t>is</a:t>
            </a:r>
            <a:r>
              <a:rPr lang="it-IT" sz="1800">
                <a:solidFill>
                  <a:schemeClr val="accent2">
                    <a:lumMod val="50000"/>
                  </a:schemeClr>
                </a:solidFill>
                <a:cs typeface="Arial" pitchFamily="34" charset="0"/>
              </a:rPr>
              <a:t> Y </a:t>
            </a:r>
            <a:r>
              <a:rPr lang="en-US" sz="1800">
                <a:solidFill>
                  <a:schemeClr val="accent2">
                    <a:lumMod val="50000"/>
                  </a:schemeClr>
                </a:solidFill>
                <a:cs typeface="Arial" pitchFamily="34" charset="0"/>
              </a:rPr>
              <a:t>years old</a:t>
            </a:r>
            <a:endParaRPr lang="it-IT" sz="1800">
              <a:solidFill>
                <a:schemeClr val="accent2">
                  <a:lumMod val="50000"/>
                </a:schemeClr>
              </a:solidFill>
              <a:cs typeface="Arial" pitchFamily="34" charset="0"/>
            </a:endParaRPr>
          </a:p>
          <a:p>
            <a:pPr indent="-285750" eaLnBrk="0" hangingPunct="0">
              <a:buClr>
                <a:srgbClr val="FF0066"/>
              </a:buClr>
              <a:buFontTx/>
              <a:buChar char="•"/>
              <a:defRPr/>
            </a:pPr>
            <a:r>
              <a:rPr lang="it-IT" sz="1800">
                <a:solidFill>
                  <a:schemeClr val="accent2">
                    <a:lumMod val="50000"/>
                  </a:schemeClr>
                </a:solidFill>
                <a:cs typeface="Arial" pitchFamily="34" charset="0"/>
              </a:rPr>
              <a:t> X </a:t>
            </a:r>
            <a:r>
              <a:rPr lang="en-US" sz="1800">
                <a:solidFill>
                  <a:schemeClr val="accent2">
                    <a:lumMod val="50000"/>
                  </a:schemeClr>
                </a:solidFill>
                <a:cs typeface="Arial" pitchFamily="34" charset="0"/>
              </a:rPr>
              <a:t>and</a:t>
            </a:r>
            <a:r>
              <a:rPr lang="it-IT" sz="1800">
                <a:solidFill>
                  <a:schemeClr val="accent2">
                    <a:lumMod val="50000"/>
                  </a:schemeClr>
                </a:solidFill>
                <a:cs typeface="Arial" pitchFamily="34" charset="0"/>
              </a:rPr>
              <a:t> S </a:t>
            </a:r>
            <a:r>
              <a:rPr lang="en-US" sz="1800">
                <a:solidFill>
                  <a:schemeClr val="accent2">
                    <a:lumMod val="50000"/>
                  </a:schemeClr>
                </a:solidFill>
                <a:cs typeface="Arial" pitchFamily="34" charset="0"/>
              </a:rPr>
              <a:t>moved</a:t>
            </a:r>
            <a:endParaRPr lang="it-IT" sz="1800">
              <a:solidFill>
                <a:schemeClr val="accent2">
                  <a:lumMod val="50000"/>
                </a:schemeClr>
              </a:solidFill>
              <a:cs typeface="Arial" pitchFamily="34" charset="0"/>
            </a:endParaRPr>
          </a:p>
          <a:p>
            <a:pPr indent="-285750" eaLnBrk="0" hangingPunct="0">
              <a:buClr>
                <a:srgbClr val="FF0066"/>
              </a:buClr>
              <a:buFontTx/>
              <a:buChar char="•"/>
              <a:defRPr/>
            </a:pPr>
            <a:r>
              <a:rPr lang="it-IT" sz="1800">
                <a:solidFill>
                  <a:schemeClr val="accent2">
                    <a:lumMod val="50000"/>
                  </a:schemeClr>
                </a:solidFill>
                <a:cs typeface="Arial" pitchFamily="34" charset="0"/>
              </a:rPr>
              <a:t> W </a:t>
            </a:r>
            <a:r>
              <a:rPr lang="en-US" sz="1800">
                <a:solidFill>
                  <a:schemeClr val="accent2">
                    <a:lumMod val="50000"/>
                  </a:schemeClr>
                </a:solidFill>
                <a:cs typeface="Arial" pitchFamily="34" charset="0"/>
              </a:rPr>
              <a:t>has money in</a:t>
            </a:r>
            <a:r>
              <a:rPr lang="it-IT" sz="1800">
                <a:solidFill>
                  <a:schemeClr val="accent2">
                    <a:lumMod val="50000"/>
                  </a:schemeClr>
                </a:solidFill>
                <a:cs typeface="Arial" pitchFamily="34" charset="0"/>
              </a:rPr>
              <a:t> Z</a:t>
            </a:r>
          </a:p>
        </p:txBody>
      </p:sp>
      <p:sp>
        <p:nvSpPr>
          <p:cNvPr id="10" name="Rectangle 31"/>
          <p:cNvSpPr>
            <a:spLocks noChangeArrowheads="1"/>
          </p:cNvSpPr>
          <p:nvPr/>
        </p:nvSpPr>
        <p:spPr bwMode="auto">
          <a:xfrm>
            <a:off x="4408140" y="2359920"/>
            <a:ext cx="3437732" cy="1567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92075" indent="-92075" eaLnBrk="0" hangingPunct="0">
              <a:spcBef>
                <a:spcPct val="50000"/>
              </a:spcBef>
              <a:defRPr/>
            </a:pPr>
            <a:r>
              <a:rPr lang="it-IT" sz="1200">
                <a:latin typeface="Comic Sans MS" pitchFamily="66" charset="0"/>
              </a:rPr>
              <a:t>  </a:t>
            </a:r>
            <a:r>
              <a:rPr lang="en-US" sz="2400" b="1">
                <a:effectLst>
                  <a:outerShdw blurRad="38100" dist="38100" dir="2700000" algn="tl">
                    <a:srgbClr val="C0C0C0"/>
                  </a:outerShdw>
                </a:effectLst>
                <a:latin typeface="Times New Roman" pitchFamily="18" charset="0"/>
              </a:rPr>
              <a:t>Tri th</a:t>
            </a:r>
            <a:r>
              <a:rPr lang="it-IT" sz="2400" b="1">
                <a:effectLst>
                  <a:outerShdw blurRad="38100" dist="38100" dir="2700000" algn="tl">
                    <a:srgbClr val="C0C0C0"/>
                  </a:outerShdw>
                </a:effectLst>
                <a:latin typeface="Times New Roman" pitchFamily="18" charset="0"/>
              </a:rPr>
              <a:t>ức</a:t>
            </a:r>
          </a:p>
          <a:p>
            <a:pPr marL="92075" indent="-92075" eaLnBrk="0" hangingPunct="0">
              <a:buClr>
                <a:srgbClr val="FF0066"/>
              </a:buClr>
              <a:buFontTx/>
              <a:buChar char="•"/>
              <a:defRPr/>
            </a:pPr>
            <a:r>
              <a:rPr lang="it-IT" sz="1800">
                <a:solidFill>
                  <a:schemeClr val="accent2">
                    <a:lumMod val="50000"/>
                  </a:schemeClr>
                </a:solidFill>
                <a:cs typeface="Arial" pitchFamily="34" charset="0"/>
              </a:rPr>
              <a:t> </a:t>
            </a:r>
            <a:r>
              <a:rPr lang="en-US" sz="1800">
                <a:solidFill>
                  <a:schemeClr val="accent2">
                    <a:lumMod val="50000"/>
                  </a:schemeClr>
                </a:solidFill>
                <a:cs typeface="Arial" pitchFamily="34" charset="0"/>
              </a:rPr>
              <a:t>A quantity</a:t>
            </a:r>
            <a:r>
              <a:rPr lang="it-IT" sz="1800">
                <a:solidFill>
                  <a:schemeClr val="accent2">
                    <a:lumMod val="50000"/>
                  </a:schemeClr>
                </a:solidFill>
                <a:cs typeface="Arial" pitchFamily="34" charset="0"/>
              </a:rPr>
              <a:t> Y </a:t>
            </a:r>
            <a:r>
              <a:rPr lang="en-US" sz="1800">
                <a:solidFill>
                  <a:schemeClr val="accent2">
                    <a:lumMod val="50000"/>
                  </a:schemeClr>
                </a:solidFill>
                <a:cs typeface="Arial" pitchFamily="34" charset="0"/>
              </a:rPr>
              <a:t>of product</a:t>
            </a:r>
            <a:r>
              <a:rPr lang="it-IT" sz="1800">
                <a:solidFill>
                  <a:schemeClr val="accent2">
                    <a:lumMod val="50000"/>
                  </a:schemeClr>
                </a:solidFill>
                <a:cs typeface="Arial" pitchFamily="34" charset="0"/>
              </a:rPr>
              <a:t> A </a:t>
            </a:r>
            <a:r>
              <a:rPr lang="en-US" sz="1800">
                <a:solidFill>
                  <a:schemeClr val="accent2">
                    <a:lumMod val="50000"/>
                  </a:schemeClr>
                </a:solidFill>
                <a:cs typeface="Arial" pitchFamily="34" charset="0"/>
              </a:rPr>
              <a:t>is used in region </a:t>
            </a:r>
            <a:r>
              <a:rPr lang="it-IT" sz="1800">
                <a:solidFill>
                  <a:schemeClr val="accent2">
                    <a:lumMod val="50000"/>
                  </a:schemeClr>
                </a:solidFill>
                <a:cs typeface="Arial" pitchFamily="34" charset="0"/>
              </a:rPr>
              <a:t>Z</a:t>
            </a:r>
          </a:p>
          <a:p>
            <a:pPr marL="92075" indent="-92075" eaLnBrk="0" hangingPunct="0">
              <a:buClr>
                <a:srgbClr val="FF0066"/>
              </a:buClr>
              <a:buFontTx/>
              <a:buChar char="•"/>
              <a:defRPr/>
            </a:pPr>
            <a:r>
              <a:rPr lang="it-IT" sz="1800">
                <a:solidFill>
                  <a:schemeClr val="accent2">
                    <a:lumMod val="50000"/>
                  </a:schemeClr>
                </a:solidFill>
                <a:cs typeface="Arial" pitchFamily="34" charset="0"/>
              </a:rPr>
              <a:t> </a:t>
            </a:r>
            <a:r>
              <a:rPr lang="en-US" sz="1800">
                <a:solidFill>
                  <a:schemeClr val="accent2">
                    <a:lumMod val="50000"/>
                  </a:schemeClr>
                </a:solidFill>
                <a:cs typeface="Arial" pitchFamily="34" charset="0"/>
              </a:rPr>
              <a:t>Customers of class</a:t>
            </a:r>
            <a:r>
              <a:rPr lang="it-IT" sz="1800">
                <a:solidFill>
                  <a:schemeClr val="accent2">
                    <a:lumMod val="50000"/>
                  </a:schemeClr>
                </a:solidFill>
                <a:cs typeface="Arial" pitchFamily="34" charset="0"/>
              </a:rPr>
              <a:t> Y </a:t>
            </a:r>
            <a:r>
              <a:rPr lang="en-US" sz="1800">
                <a:solidFill>
                  <a:schemeClr val="accent2">
                    <a:lumMod val="50000"/>
                  </a:schemeClr>
                </a:solidFill>
                <a:cs typeface="Arial" pitchFamily="34" charset="0"/>
              </a:rPr>
              <a:t>use</a:t>
            </a:r>
            <a:r>
              <a:rPr lang="it-IT" sz="1800">
                <a:solidFill>
                  <a:schemeClr val="accent2">
                    <a:lumMod val="50000"/>
                  </a:schemeClr>
                </a:solidFill>
                <a:cs typeface="Arial" pitchFamily="34" charset="0"/>
              </a:rPr>
              <a:t>  x% </a:t>
            </a:r>
            <a:r>
              <a:rPr lang="en-US" sz="1800">
                <a:solidFill>
                  <a:schemeClr val="accent2">
                    <a:lumMod val="50000"/>
                  </a:schemeClr>
                </a:solidFill>
                <a:cs typeface="Arial" pitchFamily="34" charset="0"/>
              </a:rPr>
              <a:t>of </a:t>
            </a:r>
            <a:r>
              <a:rPr lang="it-IT" sz="1800">
                <a:solidFill>
                  <a:schemeClr val="accent2">
                    <a:lumMod val="50000"/>
                  </a:schemeClr>
                </a:solidFill>
                <a:cs typeface="Arial" pitchFamily="34" charset="0"/>
              </a:rPr>
              <a:t> C </a:t>
            </a:r>
            <a:r>
              <a:rPr lang="en-US" sz="1800">
                <a:solidFill>
                  <a:schemeClr val="accent2">
                    <a:lumMod val="50000"/>
                  </a:schemeClr>
                </a:solidFill>
                <a:cs typeface="Arial" pitchFamily="34" charset="0"/>
              </a:rPr>
              <a:t>during period </a:t>
            </a:r>
            <a:r>
              <a:rPr lang="it-IT" sz="1800">
                <a:solidFill>
                  <a:schemeClr val="accent2">
                    <a:lumMod val="50000"/>
                  </a:schemeClr>
                </a:solidFill>
                <a:cs typeface="Arial" pitchFamily="34" charset="0"/>
              </a:rPr>
              <a:t> D</a:t>
            </a:r>
          </a:p>
        </p:txBody>
      </p:sp>
      <p:grpSp>
        <p:nvGrpSpPr>
          <p:cNvPr id="11" name="Group 33"/>
          <p:cNvGrpSpPr>
            <a:grpSpLocks/>
          </p:cNvGrpSpPr>
          <p:nvPr/>
        </p:nvGrpSpPr>
        <p:grpSpPr bwMode="auto">
          <a:xfrm>
            <a:off x="1347788" y="4227513"/>
            <a:ext cx="1012825" cy="442912"/>
            <a:chOff x="849" y="2663"/>
            <a:chExt cx="638" cy="279"/>
          </a:xfrm>
        </p:grpSpPr>
        <p:sp>
          <p:nvSpPr>
            <p:cNvPr id="12" name="Line 34"/>
            <p:cNvSpPr>
              <a:spLocks noChangeShapeType="1"/>
            </p:cNvSpPr>
            <p:nvPr/>
          </p:nvSpPr>
          <p:spPr bwMode="auto">
            <a:xfrm flipV="1">
              <a:off x="849" y="2663"/>
              <a:ext cx="0" cy="279"/>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35"/>
            <p:cNvSpPr>
              <a:spLocks noChangeShapeType="1"/>
            </p:cNvSpPr>
            <p:nvPr/>
          </p:nvSpPr>
          <p:spPr bwMode="auto">
            <a:xfrm>
              <a:off x="849" y="2663"/>
              <a:ext cx="638"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4" name="Group 36"/>
          <p:cNvGrpSpPr>
            <a:grpSpLocks/>
          </p:cNvGrpSpPr>
          <p:nvPr/>
        </p:nvGrpSpPr>
        <p:grpSpPr bwMode="auto">
          <a:xfrm>
            <a:off x="3383756" y="3158210"/>
            <a:ext cx="1077913" cy="442913"/>
            <a:chOff x="1792" y="2192"/>
            <a:chExt cx="679" cy="279"/>
          </a:xfrm>
        </p:grpSpPr>
        <p:sp>
          <p:nvSpPr>
            <p:cNvPr id="15" name="Line 37"/>
            <p:cNvSpPr>
              <a:spLocks noChangeShapeType="1"/>
            </p:cNvSpPr>
            <p:nvPr/>
          </p:nvSpPr>
          <p:spPr bwMode="auto">
            <a:xfrm flipV="1">
              <a:off x="1792" y="2192"/>
              <a:ext cx="0" cy="279"/>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38"/>
            <p:cNvSpPr>
              <a:spLocks noChangeShapeType="1"/>
            </p:cNvSpPr>
            <p:nvPr/>
          </p:nvSpPr>
          <p:spPr bwMode="auto">
            <a:xfrm>
              <a:off x="1792" y="2192"/>
              <a:ext cx="679"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7" name="Group 39"/>
          <p:cNvGrpSpPr>
            <a:grpSpLocks/>
          </p:cNvGrpSpPr>
          <p:nvPr/>
        </p:nvGrpSpPr>
        <p:grpSpPr bwMode="auto">
          <a:xfrm>
            <a:off x="4853831" y="1747379"/>
            <a:ext cx="1273175" cy="442912"/>
            <a:chOff x="2868" y="1461"/>
            <a:chExt cx="802" cy="279"/>
          </a:xfrm>
        </p:grpSpPr>
        <p:sp>
          <p:nvSpPr>
            <p:cNvPr id="18" name="Line 40"/>
            <p:cNvSpPr>
              <a:spLocks noChangeShapeType="1"/>
            </p:cNvSpPr>
            <p:nvPr/>
          </p:nvSpPr>
          <p:spPr bwMode="auto">
            <a:xfrm flipV="1">
              <a:off x="2868" y="1461"/>
              <a:ext cx="0" cy="279"/>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41"/>
            <p:cNvSpPr>
              <a:spLocks noChangeShapeType="1"/>
            </p:cNvSpPr>
            <p:nvPr/>
          </p:nvSpPr>
          <p:spPr bwMode="auto">
            <a:xfrm>
              <a:off x="2868" y="1461"/>
              <a:ext cx="802"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0" name="Rectangle 32"/>
          <p:cNvSpPr>
            <a:spLocks noChangeArrowheads="1"/>
          </p:cNvSpPr>
          <p:nvPr/>
        </p:nvSpPr>
        <p:spPr bwMode="auto">
          <a:xfrm>
            <a:off x="6295628" y="1151395"/>
            <a:ext cx="3380556" cy="129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92075" indent="-92075" eaLnBrk="0" hangingPunct="0">
              <a:spcBef>
                <a:spcPct val="50000"/>
              </a:spcBef>
              <a:defRPr/>
            </a:pPr>
            <a:r>
              <a:rPr lang="it-IT" sz="1200">
                <a:latin typeface="Comic Sans MS" pitchFamily="66" charset="0"/>
              </a:rPr>
              <a:t>  </a:t>
            </a:r>
            <a:r>
              <a:rPr lang="en-US" sz="2400" b="1">
                <a:effectLst>
                  <a:outerShdw blurRad="38100" dist="38100" dir="2700000" algn="tl">
                    <a:srgbClr val="C0C0C0"/>
                  </a:outerShdw>
                </a:effectLst>
                <a:latin typeface="Times New Roman" pitchFamily="18" charset="0"/>
              </a:rPr>
              <a:t>Quy</a:t>
            </a:r>
            <a:r>
              <a:rPr lang="it-IT" sz="2400" b="1">
                <a:effectLst>
                  <a:outerShdw blurRad="38100" dist="38100" dir="2700000" algn="tl">
                    <a:srgbClr val="C0C0C0"/>
                  </a:outerShdw>
                </a:effectLst>
                <a:latin typeface="Times New Roman" pitchFamily="18" charset="0"/>
              </a:rPr>
              <a:t>ết định</a:t>
            </a:r>
          </a:p>
          <a:p>
            <a:pPr eaLnBrk="0" hangingPunct="0">
              <a:buClr>
                <a:srgbClr val="FF0066"/>
              </a:buClr>
              <a:buFontTx/>
              <a:buChar char="•"/>
              <a:defRPr/>
            </a:pPr>
            <a:r>
              <a:rPr lang="it-IT" sz="1800">
                <a:solidFill>
                  <a:schemeClr val="accent2">
                    <a:lumMod val="50000"/>
                  </a:schemeClr>
                </a:solidFill>
                <a:cs typeface="Arial" pitchFamily="34" charset="0"/>
              </a:rPr>
              <a:t>  </a:t>
            </a:r>
            <a:r>
              <a:rPr lang="en-US" sz="1800">
                <a:solidFill>
                  <a:schemeClr val="accent2">
                    <a:lumMod val="50000"/>
                  </a:schemeClr>
                </a:solidFill>
                <a:cs typeface="Arial" pitchFamily="34" charset="0"/>
              </a:rPr>
              <a:t>Promote product</a:t>
            </a:r>
            <a:r>
              <a:rPr lang="it-IT" sz="1800">
                <a:solidFill>
                  <a:schemeClr val="accent2">
                    <a:lumMod val="50000"/>
                  </a:schemeClr>
                </a:solidFill>
                <a:cs typeface="Arial" pitchFamily="34" charset="0"/>
              </a:rPr>
              <a:t> A</a:t>
            </a:r>
            <a:r>
              <a:rPr lang="en-US" sz="1800">
                <a:solidFill>
                  <a:schemeClr val="accent2">
                    <a:lumMod val="50000"/>
                  </a:schemeClr>
                </a:solidFill>
                <a:cs typeface="Arial" pitchFamily="34" charset="0"/>
              </a:rPr>
              <a:t> in region </a:t>
            </a:r>
            <a:r>
              <a:rPr lang="it-IT" sz="1800">
                <a:solidFill>
                  <a:schemeClr val="accent2">
                    <a:lumMod val="50000"/>
                  </a:schemeClr>
                </a:solidFill>
                <a:cs typeface="Arial" pitchFamily="34" charset="0"/>
              </a:rPr>
              <a:t> Z</a:t>
            </a:r>
            <a:r>
              <a:rPr lang="en-US" sz="1800">
                <a:solidFill>
                  <a:schemeClr val="accent2">
                    <a:lumMod val="50000"/>
                  </a:schemeClr>
                </a:solidFill>
                <a:cs typeface="Arial" pitchFamily="34" charset="0"/>
              </a:rPr>
              <a:t>.</a:t>
            </a:r>
            <a:endParaRPr lang="it-IT" sz="1800">
              <a:solidFill>
                <a:schemeClr val="accent2">
                  <a:lumMod val="50000"/>
                </a:schemeClr>
              </a:solidFill>
              <a:cs typeface="Arial" pitchFamily="34" charset="0"/>
            </a:endParaRPr>
          </a:p>
          <a:p>
            <a:pPr eaLnBrk="0" hangingPunct="0">
              <a:buClr>
                <a:srgbClr val="FF0066"/>
              </a:buClr>
              <a:buFontTx/>
              <a:buChar char="•"/>
              <a:defRPr/>
            </a:pPr>
            <a:r>
              <a:rPr lang="it-IT" sz="1800">
                <a:solidFill>
                  <a:schemeClr val="accent2">
                    <a:lumMod val="50000"/>
                  </a:schemeClr>
                </a:solidFill>
                <a:cs typeface="Arial" pitchFamily="34" charset="0"/>
              </a:rPr>
              <a:t>  </a:t>
            </a:r>
            <a:r>
              <a:rPr lang="en-US" sz="1800">
                <a:solidFill>
                  <a:schemeClr val="accent2">
                    <a:lumMod val="50000"/>
                  </a:schemeClr>
                </a:solidFill>
                <a:cs typeface="Arial" pitchFamily="34" charset="0"/>
              </a:rPr>
              <a:t>Mail </a:t>
            </a:r>
            <a:r>
              <a:rPr lang="it-IT" sz="1800">
                <a:solidFill>
                  <a:schemeClr val="accent2">
                    <a:lumMod val="50000"/>
                  </a:schemeClr>
                </a:solidFill>
                <a:cs typeface="Arial" pitchFamily="34" charset="0"/>
              </a:rPr>
              <a:t>ads to families of profile  P</a:t>
            </a:r>
          </a:p>
          <a:p>
            <a:pPr eaLnBrk="0" hangingPunct="0">
              <a:buClr>
                <a:srgbClr val="FF0066"/>
              </a:buClr>
              <a:buFontTx/>
              <a:buChar char="•"/>
              <a:defRPr/>
            </a:pPr>
            <a:r>
              <a:rPr lang="it-IT" sz="1800">
                <a:solidFill>
                  <a:schemeClr val="accent2">
                    <a:lumMod val="50000"/>
                  </a:schemeClr>
                </a:solidFill>
                <a:cs typeface="Arial" pitchFamily="34" charset="0"/>
              </a:rPr>
              <a:t>  Cross-sell service B to clients C</a:t>
            </a:r>
          </a:p>
        </p:txBody>
      </p:sp>
    </p:spTree>
    <p:extLst>
      <p:ext uri="{BB962C8B-B14F-4D97-AF65-F5344CB8AC3E}">
        <p14:creationId xmlns:p14="http://schemas.microsoft.com/office/powerpoint/2010/main" val="17057608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12</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2. Quá trình khai phá tri thức</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8651081" cy="2873300"/>
          </a:xfrm>
        </p:spPr>
        <p:txBody>
          <a:bodyPr>
            <a:normAutofit fontScale="92500" lnSpcReduction="10000"/>
          </a:bodyPr>
          <a:lstStyle/>
          <a:p>
            <a:pPr marL="0" indent="0" algn="just">
              <a:buClr>
                <a:srgbClr val="FF0066"/>
              </a:buClr>
              <a:buNone/>
            </a:pPr>
            <a:r>
              <a:rPr lang="en-US" sz="2800">
                <a:solidFill>
                  <a:srgbClr val="002060"/>
                </a:solidFill>
                <a:cs typeface="Arial" pitchFamily="34" charset="0"/>
              </a:rPr>
              <a:t>Khám phá tri thức từ cơ sở dữ liệu (</a:t>
            </a:r>
            <a:r>
              <a:rPr lang="en-US" sz="2800" b="1">
                <a:solidFill>
                  <a:srgbClr val="002060"/>
                </a:solidFill>
                <a:cs typeface="Arial" pitchFamily="34" charset="0"/>
              </a:rPr>
              <a:t>Knowledge Discovery in Databases – KDD</a:t>
            </a:r>
            <a:r>
              <a:rPr lang="en-US" sz="2800">
                <a:solidFill>
                  <a:srgbClr val="002060"/>
                </a:solidFill>
                <a:cs typeface="Arial" pitchFamily="34" charset="0"/>
              </a:rPr>
              <a:t>)</a:t>
            </a:r>
          </a:p>
          <a:p>
            <a:pPr marL="804863" lvl="2" indent="-350838" algn="just">
              <a:spcAft>
                <a:spcPts val="683"/>
              </a:spcAft>
              <a:buClr>
                <a:srgbClr val="FF0066"/>
              </a:buClr>
              <a:buFont typeface="Wingdings 2" pitchFamily="18" charset="2"/>
              <a:buChar char="®"/>
            </a:pPr>
            <a:r>
              <a:rPr lang="en-US" altLang="ja-JP" sz="2400">
                <a:solidFill>
                  <a:srgbClr val="002060"/>
                </a:solidFill>
                <a:cs typeface="Arial" pitchFamily="34" charset="0"/>
              </a:rPr>
              <a:t>“KDD là quá trình tự động trích rút các tri thức tiềm ẩn trong một lượng dữ liệu lớn” -Fayyad, Platetsky-Shapiro, Smyth (1996).</a:t>
            </a:r>
          </a:p>
          <a:p>
            <a:pPr marL="798357" lvl="2" indent="-342900" algn="just">
              <a:spcAft>
                <a:spcPts val="683"/>
              </a:spcAft>
              <a:buClr>
                <a:srgbClr val="FF0066"/>
              </a:buClr>
              <a:buFont typeface="Wingdings 2" pitchFamily="18" charset="2"/>
              <a:buChar char="®"/>
            </a:pPr>
            <a:r>
              <a:rPr lang="en-US" altLang="ja-JP" sz="2400">
                <a:solidFill>
                  <a:srgbClr val="002060"/>
                </a:solidFill>
                <a:cs typeface="Arial" pitchFamily="34" charset="0"/>
              </a:rPr>
              <a:t>Khám phá tri thức từ cơ sở dữ liệu là quy trình bao gồm nhiều công đoạn như: xác định vấn đề, tập hợp và chọn lọc dữ liệu, khai thác dữ liệu, đánh giá kết quả, giải thích dữ liệu, áp dụng tri thức vào thực tế.</a:t>
            </a:r>
          </a:p>
          <a:p>
            <a:pPr marL="514350" indent="-514350" algn="just">
              <a:spcAft>
                <a:spcPts val="683"/>
              </a:spcAft>
              <a:buClr>
                <a:srgbClr val="FF0066"/>
              </a:buClr>
              <a:buAutoNum type="arabicPeriod"/>
            </a:pPr>
            <a:endParaRPr lang="en-US" sz="280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78022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13</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2. Quá trình khai phá tri thức</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Line 4"/>
          <p:cNvSpPr>
            <a:spLocks noChangeShapeType="1"/>
          </p:cNvSpPr>
          <p:nvPr/>
        </p:nvSpPr>
        <p:spPr bwMode="auto">
          <a:xfrm flipV="1">
            <a:off x="1304925" y="4381500"/>
            <a:ext cx="990600" cy="508000"/>
          </a:xfrm>
          <a:prstGeom prst="line">
            <a:avLst/>
          </a:prstGeom>
          <a:noFill/>
          <a:ln w="381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5"/>
          <p:cNvSpPr>
            <a:spLocks noChangeShapeType="1"/>
          </p:cNvSpPr>
          <p:nvPr/>
        </p:nvSpPr>
        <p:spPr bwMode="auto">
          <a:xfrm flipV="1">
            <a:off x="6867525" y="1460500"/>
            <a:ext cx="990600" cy="508000"/>
          </a:xfrm>
          <a:prstGeom prst="line">
            <a:avLst/>
          </a:prstGeom>
          <a:noFill/>
          <a:ln w="381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6"/>
          <p:cNvSpPr>
            <a:spLocks noChangeShapeType="1"/>
          </p:cNvSpPr>
          <p:nvPr/>
        </p:nvSpPr>
        <p:spPr bwMode="auto">
          <a:xfrm flipV="1">
            <a:off x="5191125" y="2349500"/>
            <a:ext cx="990600" cy="635000"/>
          </a:xfrm>
          <a:prstGeom prst="line">
            <a:avLst/>
          </a:prstGeom>
          <a:noFill/>
          <a:ln w="381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7"/>
          <p:cNvSpPr>
            <a:spLocks noChangeShapeType="1"/>
          </p:cNvSpPr>
          <p:nvPr/>
        </p:nvSpPr>
        <p:spPr bwMode="auto">
          <a:xfrm flipV="1">
            <a:off x="3362325" y="3238500"/>
            <a:ext cx="990600" cy="508000"/>
          </a:xfrm>
          <a:prstGeom prst="line">
            <a:avLst/>
          </a:prstGeom>
          <a:noFill/>
          <a:ln w="381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Oval 8"/>
          <p:cNvSpPr>
            <a:spLocks noChangeArrowheads="1"/>
          </p:cNvSpPr>
          <p:nvPr/>
        </p:nvSpPr>
        <p:spPr bwMode="auto">
          <a:xfrm>
            <a:off x="314325" y="4762500"/>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9"/>
          <p:cNvSpPr>
            <a:spLocks noChangeArrowheads="1"/>
          </p:cNvSpPr>
          <p:nvPr/>
        </p:nvSpPr>
        <p:spPr bwMode="auto">
          <a:xfrm>
            <a:off x="314325" y="4826000"/>
            <a:ext cx="685800" cy="338667"/>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Oval 10"/>
          <p:cNvSpPr>
            <a:spLocks noChangeArrowheads="1"/>
          </p:cNvSpPr>
          <p:nvPr/>
        </p:nvSpPr>
        <p:spPr bwMode="auto">
          <a:xfrm>
            <a:off x="314325" y="5080000"/>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Oval 11"/>
          <p:cNvSpPr>
            <a:spLocks noChangeArrowheads="1"/>
          </p:cNvSpPr>
          <p:nvPr/>
        </p:nvSpPr>
        <p:spPr bwMode="auto">
          <a:xfrm>
            <a:off x="695325" y="5080000"/>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2"/>
          <p:cNvSpPr>
            <a:spLocks noChangeArrowheads="1"/>
          </p:cNvSpPr>
          <p:nvPr/>
        </p:nvSpPr>
        <p:spPr bwMode="auto">
          <a:xfrm>
            <a:off x="695325" y="5143500"/>
            <a:ext cx="685800" cy="338667"/>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13"/>
          <p:cNvSpPr>
            <a:spLocks noChangeArrowheads="1"/>
          </p:cNvSpPr>
          <p:nvPr/>
        </p:nvSpPr>
        <p:spPr bwMode="auto">
          <a:xfrm>
            <a:off x="695325" y="5397500"/>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14"/>
          <p:cNvSpPr>
            <a:spLocks noChangeArrowheads="1"/>
          </p:cNvSpPr>
          <p:nvPr/>
        </p:nvSpPr>
        <p:spPr bwMode="auto">
          <a:xfrm>
            <a:off x="1381125" y="4889500"/>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15"/>
          <p:cNvSpPr>
            <a:spLocks noChangeArrowheads="1"/>
          </p:cNvSpPr>
          <p:nvPr/>
        </p:nvSpPr>
        <p:spPr bwMode="auto">
          <a:xfrm>
            <a:off x="1381125" y="4953000"/>
            <a:ext cx="685800" cy="338667"/>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6"/>
          <p:cNvSpPr>
            <a:spLocks noChangeArrowheads="1"/>
          </p:cNvSpPr>
          <p:nvPr/>
        </p:nvSpPr>
        <p:spPr bwMode="auto">
          <a:xfrm>
            <a:off x="1381125" y="5207000"/>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Text Box 17"/>
          <p:cNvSpPr txBox="1">
            <a:spLocks noChangeArrowheads="1"/>
          </p:cNvSpPr>
          <p:nvPr/>
        </p:nvSpPr>
        <p:spPr bwMode="auto">
          <a:xfrm>
            <a:off x="390525" y="4000500"/>
            <a:ext cx="1447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r>
              <a:rPr lang="en-US" altLang="en-US" sz="2400">
                <a:latin typeface="Times New Roman" pitchFamily="18" charset="0"/>
              </a:rPr>
              <a:t>Data Cleaning</a:t>
            </a:r>
            <a:endParaRPr lang="en-US" altLang="en-US" sz="2400" b="0">
              <a:latin typeface="Times New Roman" pitchFamily="18" charset="0"/>
            </a:endParaRPr>
          </a:p>
        </p:txBody>
      </p:sp>
      <p:sp>
        <p:nvSpPr>
          <p:cNvPr id="21" name="Text Box 18"/>
          <p:cNvSpPr txBox="1">
            <a:spLocks noChangeArrowheads="1"/>
          </p:cNvSpPr>
          <p:nvPr/>
        </p:nvSpPr>
        <p:spPr bwMode="auto">
          <a:xfrm>
            <a:off x="1685926" y="4572000"/>
            <a:ext cx="23823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latin typeface="Times New Roman" pitchFamily="18" charset="0"/>
              </a:rPr>
              <a:t>Data Integration</a:t>
            </a:r>
            <a:endParaRPr lang="en-US" altLang="en-US" sz="2000" b="0">
              <a:latin typeface="Times New Roman" pitchFamily="18" charset="0"/>
            </a:endParaRPr>
          </a:p>
        </p:txBody>
      </p:sp>
      <p:sp>
        <p:nvSpPr>
          <p:cNvPr id="22" name="Text Box 19"/>
          <p:cNvSpPr txBox="1">
            <a:spLocks noChangeArrowheads="1"/>
          </p:cNvSpPr>
          <p:nvPr/>
        </p:nvSpPr>
        <p:spPr bwMode="auto">
          <a:xfrm>
            <a:off x="1457325" y="5334001"/>
            <a:ext cx="2133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000">
                <a:latin typeface="Times New Roman" pitchFamily="18" charset="0"/>
              </a:rPr>
              <a:t>Data Sources</a:t>
            </a:r>
          </a:p>
        </p:txBody>
      </p:sp>
      <p:sp>
        <p:nvSpPr>
          <p:cNvPr id="23" name="Text Box 20"/>
          <p:cNvSpPr txBox="1">
            <a:spLocks noChangeArrowheads="1"/>
          </p:cNvSpPr>
          <p:nvPr/>
        </p:nvSpPr>
        <p:spPr bwMode="auto">
          <a:xfrm>
            <a:off x="841376" y="3542771"/>
            <a:ext cx="19970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000">
                <a:latin typeface="Times New Roman" pitchFamily="18" charset="0"/>
              </a:rPr>
              <a:t>Data Warehouse</a:t>
            </a:r>
          </a:p>
        </p:txBody>
      </p:sp>
      <p:sp>
        <p:nvSpPr>
          <p:cNvPr id="24" name="Rectangle 21"/>
          <p:cNvSpPr>
            <a:spLocks noChangeArrowheads="1"/>
          </p:cNvSpPr>
          <p:nvPr/>
        </p:nvSpPr>
        <p:spPr bwMode="auto">
          <a:xfrm>
            <a:off x="2447925" y="3937000"/>
            <a:ext cx="685800" cy="571500"/>
          </a:xfrm>
          <a:prstGeom prst="rect">
            <a:avLst/>
          </a:prstGeom>
          <a:solidFill>
            <a:srgbClr val="00CC66"/>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00CC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25" name="Rectangle 22"/>
          <p:cNvSpPr>
            <a:spLocks noChangeArrowheads="1"/>
          </p:cNvSpPr>
          <p:nvPr/>
        </p:nvSpPr>
        <p:spPr bwMode="auto">
          <a:xfrm>
            <a:off x="4505325" y="2984500"/>
            <a:ext cx="457200" cy="381000"/>
          </a:xfrm>
          <a:prstGeom prst="rect">
            <a:avLst/>
          </a:prstGeom>
          <a:solidFill>
            <a:srgbClr val="00CC66"/>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00CC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26" name="Rectangle 23"/>
          <p:cNvSpPr>
            <a:spLocks noChangeArrowheads="1"/>
          </p:cNvSpPr>
          <p:nvPr/>
        </p:nvSpPr>
        <p:spPr bwMode="auto">
          <a:xfrm>
            <a:off x="6562725" y="1778000"/>
            <a:ext cx="76200" cy="508000"/>
          </a:xfrm>
          <a:prstGeom prst="rect">
            <a:avLst/>
          </a:prstGeom>
          <a:solidFill>
            <a:schemeClr val="hlink"/>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Rectangle 24"/>
          <p:cNvSpPr>
            <a:spLocks noChangeArrowheads="1"/>
          </p:cNvSpPr>
          <p:nvPr/>
        </p:nvSpPr>
        <p:spPr bwMode="auto">
          <a:xfrm>
            <a:off x="6638925" y="1968500"/>
            <a:ext cx="76200" cy="317500"/>
          </a:xfrm>
          <a:prstGeom prst="rect">
            <a:avLst/>
          </a:prstGeom>
          <a:solidFill>
            <a:schemeClr val="accent2"/>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Rectangle 25"/>
          <p:cNvSpPr>
            <a:spLocks noChangeArrowheads="1"/>
          </p:cNvSpPr>
          <p:nvPr/>
        </p:nvSpPr>
        <p:spPr bwMode="auto">
          <a:xfrm>
            <a:off x="6486525" y="1905000"/>
            <a:ext cx="76200" cy="381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Rectangle 26"/>
          <p:cNvSpPr>
            <a:spLocks noChangeArrowheads="1"/>
          </p:cNvSpPr>
          <p:nvPr/>
        </p:nvSpPr>
        <p:spPr bwMode="auto">
          <a:xfrm>
            <a:off x="6715125" y="2095500"/>
            <a:ext cx="76200" cy="190500"/>
          </a:xfrm>
          <a:prstGeom prst="rect">
            <a:avLst/>
          </a:prstGeom>
          <a:solidFill>
            <a:schemeClr val="tx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Rectangle 27"/>
          <p:cNvSpPr>
            <a:spLocks noChangeArrowheads="1"/>
          </p:cNvSpPr>
          <p:nvPr/>
        </p:nvSpPr>
        <p:spPr bwMode="auto">
          <a:xfrm>
            <a:off x="6257925" y="2286000"/>
            <a:ext cx="685800" cy="635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Rectangle 28"/>
          <p:cNvSpPr>
            <a:spLocks noChangeArrowheads="1"/>
          </p:cNvSpPr>
          <p:nvPr/>
        </p:nvSpPr>
        <p:spPr bwMode="auto">
          <a:xfrm>
            <a:off x="6334125" y="2095500"/>
            <a:ext cx="152400" cy="190500"/>
          </a:xfrm>
          <a:prstGeom prst="rect">
            <a:avLst/>
          </a:prstGeom>
          <a:solidFill>
            <a:srgbClr val="FF99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WordArt 29"/>
          <p:cNvSpPr>
            <a:spLocks noChangeArrowheads="1" noChangeShapeType="1" noTextEdit="1"/>
          </p:cNvSpPr>
          <p:nvPr/>
        </p:nvSpPr>
        <p:spPr bwMode="auto">
          <a:xfrm>
            <a:off x="6753226" y="1055332"/>
            <a:ext cx="1743075" cy="447146"/>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sp3d>
          </a:bodyPr>
          <a:lstStyle/>
          <a:p>
            <a:pPr algn="ctr"/>
            <a:r>
              <a:rPr lang="en-US" sz="2800" kern="10">
                <a:ln w="9525">
                  <a:round/>
                  <a:headEnd type="none" w="sm" len="sm"/>
                  <a:tailEnd type="none" w="sm" len="sm"/>
                </a:ln>
                <a:gradFill rotWithShape="0">
                  <a:gsLst>
                    <a:gs pos="0">
                      <a:srgbClr val="FFE701"/>
                    </a:gs>
                    <a:gs pos="100000">
                      <a:srgbClr val="FE3E02"/>
                    </a:gs>
                  </a:gsLst>
                  <a:lin ang="5400000" scaled="1"/>
                </a:gradFill>
                <a:latin typeface="Impact"/>
              </a:rPr>
              <a:t>Knowledge</a:t>
            </a:r>
          </a:p>
        </p:txBody>
      </p:sp>
      <p:sp>
        <p:nvSpPr>
          <p:cNvPr id="33" name="Text Box 30"/>
          <p:cNvSpPr txBox="1">
            <a:spLocks noChangeArrowheads="1"/>
          </p:cNvSpPr>
          <p:nvPr/>
        </p:nvSpPr>
        <p:spPr bwMode="auto">
          <a:xfrm>
            <a:off x="2217738" y="2780771"/>
            <a:ext cx="2270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a:latin typeface="Times New Roman" pitchFamily="18" charset="0"/>
              </a:rPr>
              <a:t>Task-relevant Data</a:t>
            </a:r>
          </a:p>
        </p:txBody>
      </p:sp>
      <p:sp>
        <p:nvSpPr>
          <p:cNvPr id="34" name="Text Box 31"/>
          <p:cNvSpPr txBox="1">
            <a:spLocks noChangeArrowheads="1"/>
          </p:cNvSpPr>
          <p:nvPr/>
        </p:nvSpPr>
        <p:spPr bwMode="auto">
          <a:xfrm>
            <a:off x="3727450" y="3429000"/>
            <a:ext cx="35281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latin typeface="Times New Roman" pitchFamily="18" charset="0"/>
              </a:rPr>
              <a:t>Selection/Transformation</a:t>
            </a:r>
          </a:p>
        </p:txBody>
      </p:sp>
      <p:sp>
        <p:nvSpPr>
          <p:cNvPr id="35" name="Text Box 32"/>
          <p:cNvSpPr txBox="1">
            <a:spLocks noChangeArrowheads="1"/>
          </p:cNvSpPr>
          <p:nvPr/>
        </p:nvSpPr>
        <p:spPr bwMode="auto">
          <a:xfrm>
            <a:off x="4081463" y="2203979"/>
            <a:ext cx="18517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solidFill>
                  <a:srgbClr val="A50021"/>
                </a:solidFill>
                <a:latin typeface="Times New Roman" pitchFamily="18" charset="0"/>
              </a:rPr>
              <a:t>Data Mining</a:t>
            </a:r>
          </a:p>
        </p:txBody>
      </p:sp>
      <p:sp>
        <p:nvSpPr>
          <p:cNvPr id="36" name="Text Box 33"/>
          <p:cNvSpPr txBox="1">
            <a:spLocks noChangeArrowheads="1"/>
          </p:cNvSpPr>
          <p:nvPr/>
        </p:nvSpPr>
        <p:spPr bwMode="auto">
          <a:xfrm>
            <a:off x="3962401" y="1156229"/>
            <a:ext cx="2981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2400">
                <a:latin typeface="Times New Roman" pitchFamily="18" charset="0"/>
              </a:rPr>
              <a:t>Pattern Evaluation/</a:t>
            </a:r>
          </a:p>
          <a:p>
            <a:pPr eaLnBrk="1" hangingPunct="1"/>
            <a:r>
              <a:rPr lang="en-US" altLang="en-US" sz="2400">
                <a:latin typeface="Times New Roman" pitchFamily="18" charset="0"/>
              </a:rPr>
              <a:t>Presentation</a:t>
            </a:r>
          </a:p>
        </p:txBody>
      </p:sp>
      <p:sp>
        <p:nvSpPr>
          <p:cNvPr id="37" name="Line 34"/>
          <p:cNvSpPr>
            <a:spLocks noChangeShapeType="1"/>
          </p:cNvSpPr>
          <p:nvPr/>
        </p:nvSpPr>
        <p:spPr bwMode="auto">
          <a:xfrm>
            <a:off x="5724525" y="2730500"/>
            <a:ext cx="0" cy="17780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Line 35"/>
          <p:cNvSpPr>
            <a:spLocks noChangeShapeType="1"/>
          </p:cNvSpPr>
          <p:nvPr/>
        </p:nvSpPr>
        <p:spPr bwMode="auto">
          <a:xfrm>
            <a:off x="7400925" y="1841500"/>
            <a:ext cx="0" cy="26670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Line 36"/>
          <p:cNvSpPr>
            <a:spLocks noChangeShapeType="1"/>
          </p:cNvSpPr>
          <p:nvPr/>
        </p:nvSpPr>
        <p:spPr bwMode="auto">
          <a:xfrm flipH="1">
            <a:off x="4048125" y="4508500"/>
            <a:ext cx="3352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Line 37"/>
          <p:cNvSpPr>
            <a:spLocks noChangeShapeType="1"/>
          </p:cNvSpPr>
          <p:nvPr/>
        </p:nvSpPr>
        <p:spPr bwMode="auto">
          <a:xfrm flipV="1">
            <a:off x="4048125" y="3746500"/>
            <a:ext cx="0" cy="7620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Line 38"/>
          <p:cNvSpPr>
            <a:spLocks noChangeShapeType="1"/>
          </p:cNvSpPr>
          <p:nvPr/>
        </p:nvSpPr>
        <p:spPr bwMode="auto">
          <a:xfrm>
            <a:off x="7400925" y="4508500"/>
            <a:ext cx="0" cy="698500"/>
          </a:xfrm>
          <a:prstGeom prst="line">
            <a:avLst/>
          </a:prstGeom>
          <a:noFill/>
          <a:ln w="381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39"/>
          <p:cNvSpPr>
            <a:spLocks noChangeShapeType="1"/>
          </p:cNvSpPr>
          <p:nvPr/>
        </p:nvSpPr>
        <p:spPr bwMode="auto">
          <a:xfrm flipH="1">
            <a:off x="2371725" y="5207000"/>
            <a:ext cx="5029200" cy="0"/>
          </a:xfrm>
          <a:prstGeom prst="line">
            <a:avLst/>
          </a:prstGeom>
          <a:noFill/>
          <a:ln w="381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Line 40"/>
          <p:cNvSpPr>
            <a:spLocks noChangeShapeType="1"/>
          </p:cNvSpPr>
          <p:nvPr/>
        </p:nvSpPr>
        <p:spPr bwMode="auto">
          <a:xfrm flipH="1" flipV="1">
            <a:off x="1990725" y="4635500"/>
            <a:ext cx="381000" cy="571500"/>
          </a:xfrm>
          <a:prstGeom prst="line">
            <a:avLst/>
          </a:prstGeom>
          <a:noFill/>
          <a:ln w="381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Line 41"/>
          <p:cNvSpPr>
            <a:spLocks noChangeShapeType="1"/>
          </p:cNvSpPr>
          <p:nvPr/>
        </p:nvSpPr>
        <p:spPr bwMode="auto">
          <a:xfrm>
            <a:off x="2143125" y="4635500"/>
            <a:ext cx="1600200" cy="0"/>
          </a:xfrm>
          <a:prstGeom prst="line">
            <a:avLst/>
          </a:prstGeom>
          <a:noFill/>
          <a:ln w="2857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5" name="Line 42"/>
          <p:cNvSpPr>
            <a:spLocks noChangeShapeType="1"/>
          </p:cNvSpPr>
          <p:nvPr/>
        </p:nvSpPr>
        <p:spPr bwMode="auto">
          <a:xfrm flipV="1">
            <a:off x="3743325" y="3619500"/>
            <a:ext cx="0" cy="1016000"/>
          </a:xfrm>
          <a:prstGeom prst="line">
            <a:avLst/>
          </a:prstGeom>
          <a:noFill/>
          <a:ln w="28575">
            <a:solidFill>
              <a:schemeClr val="tx1"/>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6" name="Text Box 43"/>
          <p:cNvSpPr txBox="1">
            <a:spLocks noChangeArrowheads="1"/>
          </p:cNvSpPr>
          <p:nvPr/>
        </p:nvSpPr>
        <p:spPr bwMode="auto">
          <a:xfrm>
            <a:off x="6172200" y="2286001"/>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a:latin typeface="Times New Roman" pitchFamily="18" charset="0"/>
              </a:rPr>
              <a:t>Patterns</a:t>
            </a:r>
          </a:p>
        </p:txBody>
      </p:sp>
    </p:spTree>
    <p:extLst>
      <p:ext uri="{BB962C8B-B14F-4D97-AF65-F5344CB8AC3E}">
        <p14:creationId xmlns:p14="http://schemas.microsoft.com/office/powerpoint/2010/main" val="34493627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14</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2. Quá trình khai phá tri thức</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4889524"/>
          </a:xfrm>
        </p:spPr>
        <p:txBody>
          <a:bodyPr>
            <a:normAutofit/>
          </a:bodyPr>
          <a:lstStyle/>
          <a:p>
            <a:pPr marL="0" indent="0" algn="just">
              <a:buClr>
                <a:srgbClr val="FF0066"/>
              </a:buClr>
              <a:buNone/>
            </a:pPr>
            <a:r>
              <a:rPr lang="en-US" altLang="en-US" sz="2800">
                <a:solidFill>
                  <a:srgbClr val="002060"/>
                </a:solidFill>
                <a:cs typeface="Arial" pitchFamily="34" charset="0"/>
              </a:rPr>
              <a:t>Quá trình khám phá tri thức là một chuỗi lặp gồm các bước:</a:t>
            </a:r>
          </a:p>
          <a:p>
            <a:pPr marL="912657" lvl="2" indent="-457200" algn="just">
              <a:spcAft>
                <a:spcPts val="683"/>
              </a:spcAft>
              <a:buClr>
                <a:srgbClr val="FF0066"/>
              </a:buClr>
              <a:buFont typeface="Wingdings 2" pitchFamily="18" charset="2"/>
              <a:buChar char="®"/>
            </a:pPr>
            <a:r>
              <a:rPr lang="en-US" altLang="en-US" sz="2400">
                <a:solidFill>
                  <a:srgbClr val="002060"/>
                </a:solidFill>
                <a:cs typeface="Arial" pitchFamily="34" charset="0"/>
              </a:rPr>
              <a:t>Data cleaning (làm sạch dữ liệu)</a:t>
            </a:r>
          </a:p>
          <a:p>
            <a:pPr marL="912657" lvl="2" indent="-457200" algn="just">
              <a:spcAft>
                <a:spcPts val="683"/>
              </a:spcAft>
              <a:buClr>
                <a:srgbClr val="FF0066"/>
              </a:buClr>
              <a:buFont typeface="Wingdings 2" pitchFamily="18" charset="2"/>
              <a:buChar char="®"/>
            </a:pPr>
            <a:r>
              <a:rPr lang="en-US" altLang="en-US" sz="2400">
                <a:solidFill>
                  <a:srgbClr val="002060"/>
                </a:solidFill>
                <a:cs typeface="Arial" pitchFamily="34" charset="0"/>
              </a:rPr>
              <a:t>Data integration (tích hợp dữ liệu)</a:t>
            </a:r>
          </a:p>
          <a:p>
            <a:pPr marL="912657" lvl="2" indent="-457200" algn="just">
              <a:spcAft>
                <a:spcPts val="683"/>
              </a:spcAft>
              <a:buClr>
                <a:srgbClr val="FF0066"/>
              </a:buClr>
              <a:buFont typeface="Wingdings 2" pitchFamily="18" charset="2"/>
              <a:buChar char="®"/>
            </a:pPr>
            <a:r>
              <a:rPr lang="en-US" altLang="en-US" sz="2400">
                <a:solidFill>
                  <a:srgbClr val="002060"/>
                </a:solidFill>
                <a:cs typeface="Arial" pitchFamily="34" charset="0"/>
              </a:rPr>
              <a:t>Data selection (chọn lựa dữ liệu)</a:t>
            </a:r>
          </a:p>
          <a:p>
            <a:pPr marL="912657" lvl="2" indent="-457200" algn="just">
              <a:spcAft>
                <a:spcPts val="683"/>
              </a:spcAft>
              <a:buClr>
                <a:srgbClr val="FF0066"/>
              </a:buClr>
              <a:buFont typeface="Wingdings 2" pitchFamily="18" charset="2"/>
              <a:buChar char="®"/>
            </a:pPr>
            <a:r>
              <a:rPr lang="en-US" altLang="en-US" sz="2400">
                <a:solidFill>
                  <a:srgbClr val="002060"/>
                </a:solidFill>
                <a:cs typeface="Arial" pitchFamily="34" charset="0"/>
              </a:rPr>
              <a:t>Data transformation (biến đổi dữ liệu)</a:t>
            </a:r>
          </a:p>
          <a:p>
            <a:pPr marL="912657" lvl="2" indent="-457200" algn="just">
              <a:spcAft>
                <a:spcPts val="683"/>
              </a:spcAft>
              <a:buClr>
                <a:srgbClr val="FF0066"/>
              </a:buClr>
              <a:buFont typeface="Wingdings 2" pitchFamily="18" charset="2"/>
              <a:buChar char="®"/>
            </a:pPr>
            <a:r>
              <a:rPr lang="en-US" altLang="en-US" sz="2400">
                <a:solidFill>
                  <a:srgbClr val="002060"/>
                </a:solidFill>
                <a:cs typeface="Arial" pitchFamily="34" charset="0"/>
              </a:rPr>
              <a:t>Data mining (khai phá dữ liệu)</a:t>
            </a:r>
          </a:p>
          <a:p>
            <a:pPr marL="912657" lvl="2" indent="-457200" algn="just">
              <a:spcAft>
                <a:spcPts val="683"/>
              </a:spcAft>
              <a:buClr>
                <a:srgbClr val="FF0066"/>
              </a:buClr>
              <a:buFont typeface="Wingdings 2" pitchFamily="18" charset="2"/>
              <a:buChar char="®"/>
            </a:pPr>
            <a:r>
              <a:rPr lang="en-US" altLang="en-US" sz="2400">
                <a:solidFill>
                  <a:srgbClr val="002060"/>
                </a:solidFill>
                <a:cs typeface="Arial" pitchFamily="34" charset="0"/>
              </a:rPr>
              <a:t>Pattern evaluation (đánh giá mẫu)</a:t>
            </a:r>
          </a:p>
          <a:p>
            <a:pPr marL="912657" lvl="2" indent="-457200" algn="just">
              <a:spcAft>
                <a:spcPts val="683"/>
              </a:spcAft>
              <a:buClr>
                <a:srgbClr val="FF0066"/>
              </a:buClr>
              <a:buFont typeface="Wingdings 2" pitchFamily="18" charset="2"/>
              <a:buChar char="®"/>
            </a:pPr>
            <a:r>
              <a:rPr lang="en-US" altLang="en-US" sz="2400">
                <a:solidFill>
                  <a:srgbClr val="002060"/>
                </a:solidFill>
                <a:cs typeface="Arial" pitchFamily="34" charset="0"/>
              </a:rPr>
              <a:t>Knowledge presentation (biểu diễn tri thức)</a:t>
            </a:r>
          </a:p>
          <a:p>
            <a:pPr marL="455457" lvl="2" indent="0" algn="just">
              <a:spcAft>
                <a:spcPts val="683"/>
              </a:spcAft>
              <a:buClr>
                <a:srgbClr val="FF0066"/>
              </a:buClr>
              <a:buNone/>
            </a:pPr>
            <a:endParaRPr lang="en-US" altLang="ja-JP" sz="240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8934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15</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2. Quá trình khai phá tri thức</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marL="0" indent="0" algn="just">
              <a:buClr>
                <a:srgbClr val="FF0066"/>
              </a:buClr>
              <a:buNone/>
            </a:pPr>
            <a:r>
              <a:rPr lang="en-US" altLang="en-US" sz="2800">
                <a:solidFill>
                  <a:schemeClr val="accent2">
                    <a:lumMod val="50000"/>
                  </a:schemeClr>
                </a:solidFill>
                <a:cs typeface="Arial" pitchFamily="34" charset="0"/>
              </a:rPr>
              <a:t>Quá trình khám phá tri thức trong thông minh doanh nghiệp</a:t>
            </a: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191" y="1700807"/>
            <a:ext cx="9077534" cy="4655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63672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16</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2. Quá trình khai phá tri thức</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679004" y="1347788"/>
            <a:ext cx="9358312" cy="3665388"/>
          </a:xfrm>
        </p:spPr>
        <p:txBody>
          <a:bodyPr>
            <a:normAutofit fontScale="85000" lnSpcReduction="20000"/>
          </a:bodyPr>
          <a:lstStyle/>
          <a:p>
            <a:pPr marL="0" indent="0" algn="just">
              <a:spcBef>
                <a:spcPct val="50000"/>
              </a:spcBef>
              <a:buClr>
                <a:srgbClr val="FF0066"/>
              </a:buClr>
              <a:buNone/>
            </a:pPr>
            <a:r>
              <a:rPr lang="en-US" altLang="en-US" sz="2800">
                <a:solidFill>
                  <a:srgbClr val="002060"/>
                </a:solidFill>
                <a:cs typeface="Arial" pitchFamily="34" charset="0"/>
              </a:rPr>
              <a:t>Tri thức đạt được từ quá trình khai phá:</a:t>
            </a:r>
          </a:p>
          <a:p>
            <a:pPr lvl="1" algn="just">
              <a:spcBef>
                <a:spcPct val="50000"/>
              </a:spcBef>
              <a:buClr>
                <a:srgbClr val="FF0066"/>
              </a:buClr>
              <a:buFont typeface="Wingdings 2" pitchFamily="18" charset="2"/>
              <a:buChar char="®"/>
            </a:pPr>
            <a:r>
              <a:rPr lang="en-US" altLang="en-US" sz="2400">
                <a:solidFill>
                  <a:srgbClr val="002060"/>
                </a:solidFill>
                <a:cs typeface="Arial" pitchFamily="34" charset="0"/>
              </a:rPr>
              <a:t>Tri thức đạt được có thể có tính mô tả hay dự đoán tùy thuộc vào quá trình khai phá cụ thể.</a:t>
            </a:r>
          </a:p>
          <a:p>
            <a:pPr marL="342900" lvl="2" indent="-342900" algn="just">
              <a:spcBef>
                <a:spcPct val="50000"/>
              </a:spcBef>
              <a:buClr>
                <a:srgbClr val="FF0066"/>
              </a:buClr>
              <a:buFont typeface="Arial" panose="020B0604020202020204" pitchFamily="34" charset="0"/>
              <a:buChar char="•"/>
            </a:pPr>
            <a:r>
              <a:rPr lang="en-US" altLang="en-US" sz="2200">
                <a:solidFill>
                  <a:srgbClr val="002060"/>
                </a:solidFill>
                <a:cs typeface="Arial" pitchFamily="34" charset="0"/>
              </a:rPr>
              <a:t>Mô tả (Descriptive): có khả năng đặc trưng hóa các thuộc tính chung của dữ liệu được khai phá (Tình huống 5, 6)</a:t>
            </a:r>
          </a:p>
          <a:p>
            <a:pPr marL="342900" lvl="2" indent="-342900" algn="just">
              <a:spcBef>
                <a:spcPct val="50000"/>
              </a:spcBef>
              <a:buClr>
                <a:srgbClr val="FF0066"/>
              </a:buClr>
              <a:buFont typeface="Arial" panose="020B0604020202020204" pitchFamily="34" charset="0"/>
              <a:buChar char="•"/>
            </a:pPr>
            <a:r>
              <a:rPr lang="en-US" altLang="en-US" sz="2200">
                <a:solidFill>
                  <a:srgbClr val="002060"/>
                </a:solidFill>
                <a:cs typeface="Arial" pitchFamily="34" charset="0"/>
              </a:rPr>
              <a:t>Dự đoán (Predictive): có khả năng suy luận từ dữ liệu hiện có để dự đoán (Tình huống 1, 2, 3 và 4)</a:t>
            </a:r>
          </a:p>
          <a:p>
            <a:pPr lvl="1" algn="just">
              <a:spcBef>
                <a:spcPct val="50000"/>
              </a:spcBef>
              <a:buClr>
                <a:srgbClr val="FF0066"/>
              </a:buClr>
              <a:buFont typeface="Wingdings 2" pitchFamily="18" charset="2"/>
              <a:buChar char="®"/>
            </a:pPr>
            <a:r>
              <a:rPr lang="en-US" altLang="en-US" sz="2400">
                <a:solidFill>
                  <a:srgbClr val="002060"/>
                </a:solidFill>
                <a:cs typeface="Arial" pitchFamily="34" charset="0"/>
              </a:rPr>
              <a:t>Tri thức đạt được có thể có cấu trúc, bán cấu trúc, hoặc phi cấu trúc.</a:t>
            </a:r>
          </a:p>
          <a:p>
            <a:pPr lvl="1" algn="just">
              <a:spcBef>
                <a:spcPct val="50000"/>
              </a:spcBef>
              <a:buClr>
                <a:srgbClr val="FF0066"/>
              </a:buClr>
              <a:buFont typeface="Wingdings 2" pitchFamily="18" charset="2"/>
              <a:buChar char="®"/>
            </a:pPr>
            <a:r>
              <a:rPr lang="en-US" altLang="en-US" sz="2400">
                <a:solidFill>
                  <a:srgbClr val="002060"/>
                </a:solidFill>
                <a:cs typeface="Arial" pitchFamily="34" charset="0"/>
              </a:rPr>
              <a:t>Tri thức đạt được có thể được dùng trong việc hỗ trợ ra quyết định, điều khiển quy trình, quản lý thông tin, xử lý truy vấn …</a:t>
            </a:r>
          </a:p>
          <a:p>
            <a:pPr marL="0" indent="0" algn="just">
              <a:buClr>
                <a:srgbClr val="FF0066"/>
              </a:buClr>
              <a:buNone/>
            </a:pPr>
            <a:endParaRPr lang="en-US" altLang="en-US" sz="280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93617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17</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606996" y="1707828"/>
            <a:ext cx="9358312" cy="3593380"/>
          </a:xfrm>
        </p:spPr>
        <p:txBody>
          <a:bodyPr>
            <a:normAutofit/>
          </a:bodyPr>
          <a:lstStyle/>
          <a:p>
            <a:pPr algn="just">
              <a:spcAft>
                <a:spcPts val="683"/>
              </a:spcAft>
              <a:buClr>
                <a:srgbClr val="FF0066"/>
              </a:buClr>
              <a:buFont typeface="Wingdings 2" pitchFamily="18" charset="2"/>
              <a:buChar char="®"/>
            </a:pPr>
            <a:r>
              <a:rPr lang="en-US" altLang="ja-JP" sz="2800">
                <a:solidFill>
                  <a:srgbClr val="002060"/>
                </a:solidFill>
                <a:cs typeface="Arial" pitchFamily="34" charset="0"/>
              </a:rPr>
              <a:t>Dữ liệu được thu thập hàng ngày là rất lớn:</a:t>
            </a:r>
          </a:p>
          <a:p>
            <a:pPr marL="912657" lvl="2" indent="-457200" algn="just">
              <a:spcAft>
                <a:spcPts val="683"/>
              </a:spcAft>
              <a:buClr>
                <a:srgbClr val="FF0066"/>
              </a:buClr>
            </a:pPr>
            <a:r>
              <a:rPr lang="en-US" sz="2400">
                <a:solidFill>
                  <a:srgbClr val="002060"/>
                </a:solidFill>
                <a:cs typeface="Arial" pitchFamily="34" charset="0"/>
              </a:rPr>
              <a:t>Các CSDL khổng lồ.</a:t>
            </a:r>
          </a:p>
          <a:p>
            <a:pPr marL="912657" lvl="2" indent="-457200" algn="just">
              <a:lnSpc>
                <a:spcPct val="96000"/>
              </a:lnSpc>
              <a:spcAft>
                <a:spcPts val="683"/>
              </a:spcAft>
              <a:buClr>
                <a:srgbClr val="FF0066"/>
              </a:buClr>
            </a:pPr>
            <a:r>
              <a:rPr lang="en-US" sz="2400">
                <a:solidFill>
                  <a:srgbClr val="002060"/>
                </a:solidFill>
                <a:cs typeface="Arial" pitchFamily="34" charset="0"/>
              </a:rPr>
              <a:t>Dữ liệu từ Internet.</a:t>
            </a:r>
          </a:p>
          <a:p>
            <a:pPr marL="457200" lvl="1" indent="-457200" algn="just">
              <a:lnSpc>
                <a:spcPct val="96000"/>
              </a:lnSpc>
              <a:spcAft>
                <a:spcPts val="683"/>
              </a:spcAft>
              <a:buClr>
                <a:srgbClr val="FF0066"/>
              </a:buClr>
              <a:buFont typeface="Wingdings 2" pitchFamily="18" charset="2"/>
              <a:buChar char="®"/>
            </a:pPr>
            <a:r>
              <a:rPr lang="en-US" altLang="ja-JP" sz="2800">
                <a:solidFill>
                  <a:srgbClr val="002060"/>
                </a:solidFill>
                <a:cs typeface="Arial" pitchFamily="34" charset="0"/>
              </a:rPr>
              <a:t>Nhà bác học nổi tiếng Karan Sing đã từng nói rằng “Chúng ta đang ngập chìm trong biển </a:t>
            </a:r>
            <a:r>
              <a:rPr lang="en-US" altLang="ja-JP" sz="2800" smtClean="0">
                <a:solidFill>
                  <a:srgbClr val="002060"/>
                </a:solidFill>
                <a:cs typeface="Arial" pitchFamily="34" charset="0"/>
              </a:rPr>
              <a:t>dữ liệu </a:t>
            </a:r>
            <a:r>
              <a:rPr lang="en-US" altLang="ja-JP" sz="2800">
                <a:solidFill>
                  <a:srgbClr val="002060"/>
                </a:solidFill>
                <a:cs typeface="Arial" pitchFamily="34" charset="0"/>
              </a:rPr>
              <a:t>nhưng lại đang khát tri thức”. </a:t>
            </a:r>
          </a:p>
          <a:p>
            <a:pPr marL="912657" lvl="2" indent="-457200" algn="just">
              <a:lnSpc>
                <a:spcPct val="96000"/>
              </a:lnSpc>
              <a:spcAft>
                <a:spcPts val="683"/>
              </a:spcAft>
              <a:buClr>
                <a:srgbClr val="FF0066"/>
              </a:buClr>
              <a:buFont typeface="Wingdings 2" pitchFamily="18" charset="2"/>
              <a:buChar char="®"/>
            </a:pPr>
            <a:endParaRPr lang="en-US" sz="260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85850"/>
            <a:ext cx="4038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Tại sao phải khai phá dữ liệu?</a:t>
            </a:r>
          </a:p>
        </p:txBody>
      </p:sp>
    </p:spTree>
    <p:extLst>
      <p:ext uri="{BB962C8B-B14F-4D97-AF65-F5344CB8AC3E}">
        <p14:creationId xmlns:p14="http://schemas.microsoft.com/office/powerpoint/2010/main" val="31113952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18</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707828"/>
            <a:ext cx="9358312" cy="3377356"/>
          </a:xfrm>
        </p:spPr>
        <p:txBody>
          <a:bodyPr>
            <a:normAutofit/>
          </a:bodyPr>
          <a:lstStyle/>
          <a:p>
            <a:pPr algn="just">
              <a:spcAft>
                <a:spcPts val="683"/>
              </a:spcAft>
              <a:buClr>
                <a:srgbClr val="FF0066"/>
              </a:buClr>
              <a:buFont typeface="Wingdings 2" pitchFamily="18" charset="2"/>
              <a:buChar char="®"/>
            </a:pPr>
            <a:r>
              <a:rPr lang="en-US" altLang="ja-JP" sz="2800">
                <a:solidFill>
                  <a:schemeClr val="accent2">
                    <a:lumMod val="50000"/>
                  </a:schemeClr>
                </a:solidFill>
                <a:cs typeface="Arial" pitchFamily="34" charset="0"/>
              </a:rPr>
              <a:t>Khai </a:t>
            </a:r>
            <a:r>
              <a:rPr lang="en-US" sz="2800">
                <a:solidFill>
                  <a:schemeClr val="accent2">
                    <a:lumMod val="50000"/>
                  </a:schemeClr>
                </a:solidFill>
                <a:cs typeface="Arial" pitchFamily="34" charset="0"/>
              </a:rPr>
              <a:t>phá dữ liệu (Data mining) là một bước trong quy trình khám phá tri thức, nhằm:</a:t>
            </a:r>
          </a:p>
          <a:p>
            <a:pPr marL="912657" lvl="2" indent="-457200" algn="just">
              <a:spcAft>
                <a:spcPts val="683"/>
              </a:spcAft>
              <a:buClr>
                <a:srgbClr val="FF0066"/>
              </a:buClr>
            </a:pPr>
            <a:r>
              <a:rPr lang="en-US" sz="2400">
                <a:solidFill>
                  <a:schemeClr val="accent2">
                    <a:lumMod val="50000"/>
                  </a:schemeClr>
                </a:solidFill>
                <a:cs typeface="Arial" pitchFamily="34" charset="0"/>
              </a:rPr>
              <a:t>Rút trích thông tin hữu ích, chưa biết,  tiềm ẩn  trong khối dữ liệu lớn.</a:t>
            </a:r>
          </a:p>
          <a:p>
            <a:pPr marL="912657" lvl="2" indent="-457200" algn="just">
              <a:spcAft>
                <a:spcPts val="683"/>
              </a:spcAft>
              <a:buClr>
                <a:srgbClr val="FF0066"/>
              </a:buClr>
            </a:pPr>
            <a:r>
              <a:rPr lang="en-US" sz="2400">
                <a:solidFill>
                  <a:schemeClr val="accent2">
                    <a:lumMod val="50000"/>
                  </a:schemeClr>
                </a:solidFill>
                <a:cs typeface="Arial" pitchFamily="34" charset="0"/>
              </a:rPr>
              <a:t>Phân tích dữ liệu bán tự động.</a:t>
            </a:r>
          </a:p>
          <a:p>
            <a:pPr marL="912657" lvl="2" indent="-457200" algn="just">
              <a:spcAft>
                <a:spcPts val="683"/>
              </a:spcAft>
              <a:buClr>
                <a:srgbClr val="FF0066"/>
              </a:buClr>
            </a:pPr>
            <a:r>
              <a:rPr lang="en-US" sz="2400">
                <a:solidFill>
                  <a:schemeClr val="accent2">
                    <a:lumMod val="50000"/>
                  </a:schemeClr>
                </a:solidFill>
                <a:cs typeface="Arial" pitchFamily="34" charset="0"/>
              </a:rPr>
              <a:t>Giải thích dữ liệu trên các tập dữ liệu lớn.</a:t>
            </a: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85850"/>
            <a:ext cx="4038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Khai phá dữ liệu là gì?</a:t>
            </a:r>
          </a:p>
        </p:txBody>
      </p:sp>
    </p:spTree>
    <p:extLst>
      <p:ext uri="{BB962C8B-B14F-4D97-AF65-F5344CB8AC3E}">
        <p14:creationId xmlns:p14="http://schemas.microsoft.com/office/powerpoint/2010/main" val="37569430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19</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46175" y="1720179"/>
            <a:ext cx="9340825" cy="3593380"/>
          </a:xfrm>
        </p:spPr>
        <p:txBody>
          <a:bodyPr>
            <a:normAutofit/>
          </a:bodyPr>
          <a:lstStyle/>
          <a:p>
            <a:pPr marL="0" indent="0" algn="just">
              <a:spcAft>
                <a:spcPts val="683"/>
              </a:spcAft>
              <a:buClr>
                <a:srgbClr val="FF0066"/>
              </a:buClr>
              <a:buNone/>
            </a:pPr>
            <a:r>
              <a:rPr lang="en-US" sz="2800">
                <a:solidFill>
                  <a:schemeClr val="accent2">
                    <a:lumMod val="50000"/>
                  </a:schemeClr>
                </a:solidFill>
                <a:cs typeface="Arial" pitchFamily="34" charset="0"/>
              </a:rPr>
              <a:t>Câu hỏi truy vấn dữ liệu:</a:t>
            </a:r>
          </a:p>
          <a:p>
            <a:pPr lvl="1" algn="just">
              <a:spcAft>
                <a:spcPts val="683"/>
              </a:spcAft>
              <a:buClr>
                <a:srgbClr val="FF0066"/>
              </a:buClr>
              <a:buFont typeface="Wingdings 2" pitchFamily="18" charset="2"/>
              <a:buChar char="®"/>
            </a:pPr>
            <a:r>
              <a:rPr lang="en-US" sz="2400">
                <a:solidFill>
                  <a:schemeClr val="accent2">
                    <a:lumMod val="50000"/>
                  </a:schemeClr>
                </a:solidFill>
                <a:cs typeface="Arial" pitchFamily="34" charset="0"/>
              </a:rPr>
              <a:t>Hãy hiển thị số dư tài khoản của Ông Smith trong ngày mùng 5 tháng 1?</a:t>
            </a:r>
          </a:p>
          <a:p>
            <a:pPr lvl="1" algn="just">
              <a:spcAft>
                <a:spcPts val="683"/>
              </a:spcAft>
              <a:buClr>
                <a:srgbClr val="FF0066"/>
              </a:buClr>
              <a:buFont typeface="Wingdings 2" pitchFamily="18" charset="2"/>
              <a:buChar char="®"/>
            </a:pPr>
            <a:r>
              <a:rPr lang="en-US" sz="2400">
                <a:solidFill>
                  <a:schemeClr val="accent2">
                    <a:lumMod val="50000"/>
                  </a:schemeClr>
                </a:solidFill>
                <a:cs typeface="Arial" pitchFamily="34" charset="0"/>
              </a:rPr>
              <a:t>Có bao nhiêu nhà đầu tư nước ngoài mua cổ phiếu X trong tháng trước? </a:t>
            </a:r>
          </a:p>
          <a:p>
            <a:pPr lvl="1" algn="just">
              <a:spcAft>
                <a:spcPts val="683"/>
              </a:spcAft>
              <a:buClr>
                <a:srgbClr val="FF0066"/>
              </a:buClr>
              <a:buFont typeface="Wingdings 2" pitchFamily="18" charset="2"/>
              <a:buChar char="®"/>
            </a:pPr>
            <a:r>
              <a:rPr lang="en-US" sz="2400">
                <a:solidFill>
                  <a:schemeClr val="accent2">
                    <a:lumMod val="50000"/>
                  </a:schemeClr>
                </a:solidFill>
                <a:cs typeface="Arial" pitchFamily="34" charset="0"/>
              </a:rPr>
              <a:t>Hiển thị mọi cổ phiếu trong CSDL với mệnh giá tăng?</a:t>
            </a:r>
          </a:p>
          <a:p>
            <a:pPr marL="0" indent="0" algn="just">
              <a:buNone/>
              <a:defRPr/>
            </a:pPr>
            <a:r>
              <a:rPr lang="en-US" sz="2800">
                <a:solidFill>
                  <a:schemeClr val="accent2">
                    <a:lumMod val="50000"/>
                  </a:schemeClr>
                </a:solidFill>
                <a:cs typeface="Arial" pitchFamily="34" charset="0"/>
                <a:sym typeface="Wingdings"/>
              </a:rPr>
              <a:t>--&gt; </a:t>
            </a:r>
            <a:r>
              <a:rPr lang="en-US" sz="2800">
                <a:solidFill>
                  <a:schemeClr val="accent2">
                    <a:lumMod val="50000"/>
                  </a:schemeClr>
                </a:solidFill>
                <a:cs typeface="Arial" pitchFamily="34" charset="0"/>
              </a:rPr>
              <a:t>Cần có một giả thiết “</a:t>
            </a:r>
            <a:r>
              <a:rPr lang="en-US" sz="2800" i="1">
                <a:solidFill>
                  <a:schemeClr val="accent2">
                    <a:lumMod val="50000"/>
                  </a:schemeClr>
                </a:solidFill>
                <a:cs typeface="Arial" pitchFamily="34" charset="0"/>
              </a:rPr>
              <a:t>đầy đủ</a:t>
            </a:r>
            <a:r>
              <a:rPr lang="en-US" sz="2800">
                <a:solidFill>
                  <a:schemeClr val="accent2">
                    <a:lumMod val="50000"/>
                  </a:schemeClr>
                </a:solidFill>
                <a:cs typeface="Arial" pitchFamily="34" charset="0"/>
              </a:rPr>
              <a:t>” về </a:t>
            </a:r>
            <a:r>
              <a:rPr lang="en-US" sz="2800" i="1">
                <a:solidFill>
                  <a:schemeClr val="accent2">
                    <a:lumMod val="50000"/>
                  </a:schemeClr>
                </a:solidFill>
                <a:cs typeface="Arial" pitchFamily="34" charset="0"/>
              </a:rPr>
              <a:t>tri thức miền.</a:t>
            </a:r>
            <a:endParaRPr lang="en-US" sz="2800" i="1" dirty="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85850"/>
            <a:ext cx="6066674"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Phân biệt Truy vấn dữ liệu và Khai phá dữ liệu </a:t>
            </a:r>
          </a:p>
        </p:txBody>
      </p:sp>
    </p:spTree>
    <p:extLst>
      <p:ext uri="{BB962C8B-B14F-4D97-AF65-F5344CB8AC3E}">
        <p14:creationId xmlns:p14="http://schemas.microsoft.com/office/powerpoint/2010/main" val="1626905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20</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751012" y="1720179"/>
            <a:ext cx="9073008" cy="4169444"/>
          </a:xfrm>
        </p:spPr>
        <p:txBody>
          <a:bodyPr>
            <a:normAutofit/>
          </a:bodyPr>
          <a:lstStyle/>
          <a:p>
            <a:pPr marL="0" indent="0" algn="just">
              <a:spcAft>
                <a:spcPts val="683"/>
              </a:spcAft>
              <a:buClr>
                <a:srgbClr val="FF0066"/>
              </a:buClr>
              <a:buNone/>
            </a:pPr>
            <a:r>
              <a:rPr lang="en-US" sz="2800">
                <a:solidFill>
                  <a:schemeClr val="accent2">
                    <a:lumMod val="50000"/>
                  </a:schemeClr>
                </a:solidFill>
                <a:cs typeface="Arial" pitchFamily="34" charset="0"/>
              </a:rPr>
              <a:t>Câu hỏi khai phá dữ liệu:</a:t>
            </a:r>
          </a:p>
          <a:p>
            <a:pPr lvl="1" algn="just">
              <a:spcAft>
                <a:spcPts val="683"/>
              </a:spcAft>
              <a:buClr>
                <a:srgbClr val="FF0066"/>
              </a:buClr>
              <a:buFont typeface="Wingdings 2" pitchFamily="18" charset="2"/>
              <a:buChar char="®"/>
            </a:pPr>
            <a:r>
              <a:rPr lang="en-US" sz="2400">
                <a:solidFill>
                  <a:schemeClr val="accent2">
                    <a:lumMod val="50000"/>
                  </a:schemeClr>
                </a:solidFill>
                <a:cs typeface="Arial" pitchFamily="34" charset="0"/>
              </a:rPr>
              <a:t>Các cổ phiếu tăng giá có đặc trưng gì?</a:t>
            </a:r>
          </a:p>
          <a:p>
            <a:pPr lvl="1" algn="just">
              <a:spcAft>
                <a:spcPts val="683"/>
              </a:spcAft>
              <a:buClr>
                <a:srgbClr val="FF0066"/>
              </a:buClr>
              <a:buFont typeface="Wingdings 2" pitchFamily="18" charset="2"/>
              <a:buChar char="®"/>
            </a:pPr>
            <a:r>
              <a:rPr lang="en-US" sz="2400">
                <a:solidFill>
                  <a:schemeClr val="accent2">
                    <a:lumMod val="50000"/>
                  </a:schemeClr>
                </a:solidFill>
                <a:cs typeface="Arial" pitchFamily="34" charset="0"/>
              </a:rPr>
              <a:t>Hy vọng gì về cổ phiếu X trong tuần tiếp theo?</a:t>
            </a:r>
          </a:p>
          <a:p>
            <a:pPr lvl="1" algn="just">
              <a:spcAft>
                <a:spcPts val="683"/>
              </a:spcAft>
              <a:buClr>
                <a:srgbClr val="FF0066"/>
              </a:buClr>
              <a:buFont typeface="Wingdings 2" pitchFamily="18" charset="2"/>
              <a:buChar char="®"/>
            </a:pPr>
            <a:r>
              <a:rPr lang="en-US" sz="2400">
                <a:solidFill>
                  <a:schemeClr val="accent2">
                    <a:lumMod val="50000"/>
                  </a:schemeClr>
                </a:solidFill>
                <a:cs typeface="Arial" pitchFamily="34" charset="0"/>
              </a:rPr>
              <a:t>Trong tháng tiếp theo, sẽ có bao nhiêu khách hàng không trả được nợ của họ?</a:t>
            </a:r>
          </a:p>
          <a:p>
            <a:pPr lvl="1" algn="just">
              <a:spcAft>
                <a:spcPts val="683"/>
              </a:spcAft>
              <a:buClr>
                <a:srgbClr val="FF0066"/>
              </a:buClr>
              <a:buFont typeface="Wingdings 2" pitchFamily="18" charset="2"/>
              <a:buChar char="®"/>
            </a:pPr>
            <a:r>
              <a:rPr lang="en-US" sz="2400">
                <a:solidFill>
                  <a:schemeClr val="accent2">
                    <a:lumMod val="50000"/>
                  </a:schemeClr>
                </a:solidFill>
                <a:cs typeface="Arial" pitchFamily="34" charset="0"/>
              </a:rPr>
              <a:t>Những người mua sản phẩm Y có đặc trưng gì? </a:t>
            </a:r>
          </a:p>
          <a:p>
            <a:pPr marL="0" indent="0" algn="just">
              <a:buNone/>
              <a:defRPr/>
            </a:pPr>
            <a:r>
              <a:rPr lang="en-US" sz="2400">
                <a:solidFill>
                  <a:schemeClr val="accent2">
                    <a:lumMod val="50000"/>
                  </a:schemeClr>
                </a:solidFill>
                <a:cs typeface="Arial" pitchFamily="34" charset="0"/>
                <a:sym typeface="Wingdings"/>
              </a:rPr>
              <a:t>--&gt; </a:t>
            </a:r>
            <a:r>
              <a:rPr lang="en-US" sz="2400">
                <a:solidFill>
                  <a:schemeClr val="accent2">
                    <a:lumMod val="50000"/>
                  </a:schemeClr>
                </a:solidFill>
                <a:cs typeface="Arial" pitchFamily="34" charset="0"/>
              </a:rPr>
              <a:t>Giả thiết tri thức “</a:t>
            </a:r>
            <a:r>
              <a:rPr lang="en-US" sz="2400" i="1">
                <a:solidFill>
                  <a:schemeClr val="accent2">
                    <a:lumMod val="50000"/>
                  </a:schemeClr>
                </a:solidFill>
                <a:cs typeface="Arial" pitchFamily="34" charset="0"/>
              </a:rPr>
              <a:t>đầy đủ</a:t>
            </a:r>
            <a:r>
              <a:rPr lang="en-US" sz="2400">
                <a:solidFill>
                  <a:schemeClr val="accent2">
                    <a:lumMod val="50000"/>
                  </a:schemeClr>
                </a:solidFill>
                <a:cs typeface="Arial" pitchFamily="34" charset="0"/>
              </a:rPr>
              <a:t>” </a:t>
            </a:r>
            <a:r>
              <a:rPr lang="en-US" sz="2400" i="1">
                <a:solidFill>
                  <a:schemeClr val="accent2">
                    <a:lumMod val="50000"/>
                  </a:schemeClr>
                </a:solidFill>
                <a:cs typeface="Arial" pitchFamily="34" charset="0"/>
              </a:rPr>
              <a:t>không còn có tính cốt lõi</a:t>
            </a:r>
            <a:r>
              <a:rPr lang="en-US" sz="2400">
                <a:solidFill>
                  <a:schemeClr val="accent2">
                    <a:lumMod val="50000"/>
                  </a:schemeClr>
                </a:solidFill>
                <a:cs typeface="Arial" pitchFamily="34" charset="0"/>
              </a:rPr>
              <a:t>, cần bổ sung tri thức cho hệ thống </a:t>
            </a:r>
            <a:r>
              <a:rPr lang="en-US" sz="2400">
                <a:solidFill>
                  <a:schemeClr val="accent2">
                    <a:lumMod val="50000"/>
                  </a:schemeClr>
                </a:solidFill>
                <a:cs typeface="Arial" pitchFamily="34" charset="0"/>
                <a:sym typeface="Symbol" pitchFamily="18" charset="2"/>
              </a:rPr>
              <a:t>-&gt;</a:t>
            </a:r>
            <a:r>
              <a:rPr lang="en-US" sz="2400">
                <a:solidFill>
                  <a:schemeClr val="accent2">
                    <a:lumMod val="50000"/>
                  </a:schemeClr>
                </a:solidFill>
                <a:cs typeface="Arial" pitchFamily="34" charset="0"/>
              </a:rPr>
              <a:t> Nâng cấp miền tri thức!</a:t>
            </a: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85850"/>
            <a:ext cx="6066674"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Phân biệt Truy vấn dữ liệu và Khai phá dữ liệu </a:t>
            </a:r>
          </a:p>
        </p:txBody>
      </p:sp>
    </p:spTree>
    <p:extLst>
      <p:ext uri="{BB962C8B-B14F-4D97-AF65-F5344CB8AC3E}">
        <p14:creationId xmlns:p14="http://schemas.microsoft.com/office/powerpoint/2010/main" val="2845071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21</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pic>
        <p:nvPicPr>
          <p:cNvPr id="7" name="Picture 2"/>
          <p:cNvPicPr>
            <a:picLocks noGrp="1" noChangeAspect="1" noChangeArrowheads="1"/>
          </p:cNvPicPr>
          <p:nvPr>
            <p:ph idx="4294967295"/>
          </p:nvPr>
        </p:nvPicPr>
        <p:blipFill>
          <a:blip r:embed="rId3" cstate="print">
            <a:extLst>
              <a:ext uri="{28A0092B-C50C-407E-A947-70E740481C1C}">
                <a14:useLocalDpi xmlns:a14="http://schemas.microsoft.com/office/drawing/2010/main" val="0"/>
              </a:ext>
            </a:extLst>
          </a:blip>
          <a:stretch>
            <a:fillRect/>
          </a:stretch>
        </p:blipFill>
        <p:spPr bwMode="auto">
          <a:xfrm>
            <a:off x="10050463" y="1347788"/>
            <a:ext cx="236537" cy="16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85850"/>
            <a:ext cx="6066674" cy="457200"/>
          </a:xfrm>
          <a:prstGeom prst="roundRect">
            <a:avLst>
              <a:gd name="adj" fmla="val 16667"/>
            </a:avLst>
          </a:prstGeom>
          <a:solidFill>
            <a:schemeClr val="bg1"/>
          </a:solidFill>
          <a:ln w="9525">
            <a:solidFill>
              <a:schemeClr val="bg1"/>
            </a:solidFill>
            <a:round/>
            <a:headEnd/>
            <a:tailEnd/>
          </a:ln>
          <a:effectLst/>
        </p:spPr>
        <p:txBody>
          <a:bodyPr wrap="none" anchor="ctr"/>
          <a:lstStyle/>
          <a:p>
            <a:pPr>
              <a:defRPr/>
            </a:pPr>
            <a:r>
              <a:rPr lang="en-US" sz="2400" b="1" dirty="0" err="1">
                <a:solidFill>
                  <a:srgbClr val="FF0000"/>
                </a:solidFill>
                <a:effectLst>
                  <a:outerShdw blurRad="38100" dist="38100" dir="2700000" algn="tl">
                    <a:srgbClr val="000000"/>
                  </a:outerShdw>
                </a:effectLst>
              </a:rPr>
              <a:t>Các</a:t>
            </a:r>
            <a:r>
              <a:rPr lang="en-US" sz="2400" b="1" dirty="0">
                <a:solidFill>
                  <a:srgbClr val="FF0000"/>
                </a:solidFill>
                <a:effectLst>
                  <a:outerShdw blurRad="38100" dist="38100" dir="2700000" algn="tl">
                    <a:srgbClr val="000000"/>
                  </a:outerShdw>
                </a:effectLst>
              </a:rPr>
              <a:t> </a:t>
            </a:r>
            <a:r>
              <a:rPr lang="en-US" sz="2400" b="1" dirty="0" err="1">
                <a:solidFill>
                  <a:srgbClr val="FF0000"/>
                </a:solidFill>
                <a:effectLst>
                  <a:outerShdw blurRad="38100" dist="38100" dir="2700000" algn="tl">
                    <a:srgbClr val="000000"/>
                  </a:outerShdw>
                </a:effectLst>
              </a:rPr>
              <a:t>dạng</a:t>
            </a:r>
            <a:r>
              <a:rPr lang="en-US" sz="2400" b="1" dirty="0">
                <a:solidFill>
                  <a:srgbClr val="FF0000"/>
                </a:solidFill>
                <a:effectLst>
                  <a:outerShdw blurRad="38100" dist="38100" dir="2700000" algn="tl">
                    <a:srgbClr val="000000"/>
                  </a:outerShdw>
                </a:effectLst>
              </a:rPr>
              <a:t> </a:t>
            </a:r>
            <a:r>
              <a:rPr lang="en-US" sz="2400" b="1" dirty="0" err="1">
                <a:solidFill>
                  <a:srgbClr val="FF0000"/>
                </a:solidFill>
                <a:effectLst>
                  <a:outerShdw blurRad="38100" dist="38100" dir="2700000" algn="tl">
                    <a:srgbClr val="000000"/>
                  </a:outerShdw>
                </a:effectLst>
              </a:rPr>
              <a:t>dữ</a:t>
            </a:r>
            <a:r>
              <a:rPr lang="en-US" sz="2400" b="1" dirty="0">
                <a:solidFill>
                  <a:srgbClr val="FF0000"/>
                </a:solidFill>
                <a:effectLst>
                  <a:outerShdw blurRad="38100" dist="38100" dir="2700000" algn="tl">
                    <a:srgbClr val="000000"/>
                  </a:outerShdw>
                </a:effectLst>
              </a:rPr>
              <a:t> </a:t>
            </a:r>
            <a:r>
              <a:rPr lang="en-US" sz="2400" b="1" dirty="0" err="1">
                <a:solidFill>
                  <a:srgbClr val="FF0000"/>
                </a:solidFill>
                <a:effectLst>
                  <a:outerShdw blurRad="38100" dist="38100" dir="2700000" algn="tl">
                    <a:srgbClr val="000000"/>
                  </a:outerShdw>
                </a:effectLst>
              </a:rPr>
              <a:t>liệu</a:t>
            </a:r>
            <a:r>
              <a:rPr lang="en-US" sz="2400" b="1" dirty="0">
                <a:solidFill>
                  <a:srgbClr val="FF0000"/>
                </a:solidFill>
                <a:effectLst>
                  <a:outerShdw blurRad="38100" dist="38100" dir="2700000" algn="tl">
                    <a:srgbClr val="000000"/>
                  </a:outerShdw>
                </a:effectLst>
              </a:rPr>
              <a:t> </a:t>
            </a:r>
            <a:r>
              <a:rPr lang="en-US" sz="2400" b="1" dirty="0" err="1">
                <a:solidFill>
                  <a:srgbClr val="FF0000"/>
                </a:solidFill>
                <a:effectLst>
                  <a:outerShdw blurRad="38100" dist="38100" dir="2700000" algn="tl">
                    <a:srgbClr val="000000"/>
                  </a:outerShdw>
                </a:effectLst>
              </a:rPr>
              <a:t>khai</a:t>
            </a:r>
            <a:r>
              <a:rPr lang="en-US" sz="2400" b="1" dirty="0">
                <a:solidFill>
                  <a:srgbClr val="FF0000"/>
                </a:solidFill>
                <a:effectLst>
                  <a:outerShdw blurRad="38100" dist="38100" dir="2700000" algn="tl">
                    <a:srgbClr val="000000"/>
                  </a:outerShdw>
                </a:effectLst>
              </a:rPr>
              <a:t> </a:t>
            </a:r>
            <a:r>
              <a:rPr lang="en-US" sz="2400" b="1" dirty="0" err="1">
                <a:solidFill>
                  <a:srgbClr val="FF0000"/>
                </a:solidFill>
                <a:effectLst>
                  <a:outerShdw blurRad="38100" dist="38100" dir="2700000" algn="tl">
                    <a:srgbClr val="000000"/>
                  </a:outerShdw>
                </a:effectLst>
              </a:rPr>
              <a:t>phá</a:t>
            </a:r>
            <a:endParaRPr lang="en-US" sz="2400" b="1" dirty="0">
              <a:solidFill>
                <a:srgbClr val="FF0000"/>
              </a:solidFill>
              <a:effectLst>
                <a:outerShdw blurRad="38100" dist="38100" dir="2700000" algn="tl">
                  <a:srgbClr val="000000"/>
                </a:outerShdw>
              </a:effectLst>
            </a:endParaRP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436" y="1556792"/>
            <a:ext cx="7382392" cy="5069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8519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22</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graphicFrame>
        <p:nvGraphicFramePr>
          <p:cNvPr id="10" name="Content Placeholder 9"/>
          <p:cNvGraphicFramePr>
            <a:graphicFrameLocks noGrp="1"/>
          </p:cNvGraphicFramePr>
          <p:nvPr>
            <p:ph idx="4294967295"/>
            <p:extLst>
              <p:ext uri="{D42A27DB-BD31-4B8C-83A1-F6EECF244321}">
                <p14:modId xmlns:p14="http://schemas.microsoft.com/office/powerpoint/2010/main" val="3520918738"/>
              </p:ext>
            </p:extLst>
          </p:nvPr>
        </p:nvGraphicFramePr>
        <p:xfrm>
          <a:off x="928688" y="1347788"/>
          <a:ext cx="9358312" cy="46014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44978" y="908720"/>
            <a:ext cx="3829895" cy="523220"/>
          </a:xfrm>
          <a:prstGeom prst="rect">
            <a:avLst/>
          </a:prstGeom>
        </p:spPr>
        <p:txBody>
          <a:bodyPr wrap="none">
            <a:spAutoFit/>
          </a:bodyPr>
          <a:lstStyle/>
          <a:p>
            <a:pPr marL="457200" lvl="1" indent="-457200" algn="just">
              <a:spcBef>
                <a:spcPct val="30000"/>
              </a:spcBef>
              <a:buClr>
                <a:srgbClr val="FF0066"/>
              </a:buClr>
              <a:buFont typeface="Wingdings 2" pitchFamily="18" charset="2"/>
              <a:buChar char="®"/>
            </a:pPr>
            <a:r>
              <a:rPr lang="en-US" altLang="en-US" sz="2800">
                <a:solidFill>
                  <a:schemeClr val="accent2">
                    <a:lumMod val="50000"/>
                  </a:schemeClr>
                </a:solidFill>
                <a:cs typeface="Arial" pitchFamily="34" charset="0"/>
              </a:rPr>
              <a:t>Các lĩnh vực liên quan</a:t>
            </a:r>
          </a:p>
        </p:txBody>
      </p:sp>
    </p:spTree>
    <p:extLst>
      <p:ext uri="{BB962C8B-B14F-4D97-AF65-F5344CB8AC3E}">
        <p14:creationId xmlns:p14="http://schemas.microsoft.com/office/powerpoint/2010/main" val="30909998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23</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563812"/>
            <a:ext cx="8994343" cy="5465588"/>
          </a:xfrm>
        </p:spPr>
        <p:txBody>
          <a:bodyPr>
            <a:noAutofit/>
          </a:bodyPr>
          <a:lstStyle/>
          <a:p>
            <a:pPr marL="168275" lvl="1" indent="0" algn="just">
              <a:spcBef>
                <a:spcPct val="30000"/>
              </a:spcBef>
              <a:buNone/>
            </a:pPr>
            <a:r>
              <a:rPr lang="en-US" altLang="en-US" sz="2800">
                <a:solidFill>
                  <a:srgbClr val="002060"/>
                </a:solidFill>
                <a:cs typeface="Arial" pitchFamily="34" charset="0"/>
              </a:rPr>
              <a:t>Khả năng đóng góp của công nghệ cơ sở dữ liệu:</a:t>
            </a:r>
          </a:p>
          <a:p>
            <a:pPr marL="457200" lvl="1" indent="-457200" algn="just">
              <a:spcBef>
                <a:spcPct val="30000"/>
              </a:spcBef>
              <a:buClr>
                <a:srgbClr val="FF0066"/>
              </a:buClr>
              <a:buFont typeface="Arial" pitchFamily="34" charset="0"/>
              <a:buChar char="•"/>
            </a:pPr>
            <a:r>
              <a:rPr lang="en-US" altLang="en-US" sz="2400">
                <a:solidFill>
                  <a:srgbClr val="002060"/>
                </a:solidFill>
                <a:cs typeface="Arial" pitchFamily="34" charset="0"/>
              </a:rPr>
              <a:t>Công nghệ cơ sở dữ liệu cho việc quản lý dữ liệu được khai phá.</a:t>
            </a:r>
          </a:p>
          <a:p>
            <a:pPr marL="1157288" lvl="1" indent="-323850" algn="just">
              <a:spcBef>
                <a:spcPct val="30000"/>
              </a:spcBef>
              <a:buClr>
                <a:srgbClr val="FF0066"/>
              </a:buClr>
            </a:pPr>
            <a:r>
              <a:rPr lang="en-US" altLang="en-US" sz="2200">
                <a:solidFill>
                  <a:srgbClr val="002060"/>
                </a:solidFill>
                <a:cs typeface="Arial" pitchFamily="34" charset="0"/>
              </a:rPr>
              <a:t>Dữ liệu rất lớn, có thể vượt quá khả năng của bộ nhớ chính (main memory).</a:t>
            </a:r>
          </a:p>
          <a:p>
            <a:pPr marL="1157288" lvl="1" indent="-323850" algn="just">
              <a:spcBef>
                <a:spcPct val="30000"/>
              </a:spcBef>
              <a:buClr>
                <a:srgbClr val="FF0066"/>
              </a:buClr>
            </a:pPr>
            <a:r>
              <a:rPr lang="en-US" altLang="en-US" sz="2200">
                <a:solidFill>
                  <a:srgbClr val="002060"/>
                </a:solidFill>
                <a:cs typeface="Arial" pitchFamily="34" charset="0"/>
              </a:rPr>
              <a:t>Dữ liệu được thu thập theo thời gian.</a:t>
            </a:r>
          </a:p>
          <a:p>
            <a:pPr marL="460375" indent="-460375" algn="just">
              <a:spcBef>
                <a:spcPct val="30000"/>
              </a:spcBef>
              <a:buClr>
                <a:srgbClr val="FF0066"/>
              </a:buClr>
            </a:pPr>
            <a:r>
              <a:rPr lang="en-US" altLang="en-US" sz="2400">
                <a:solidFill>
                  <a:srgbClr val="002060"/>
                </a:solidFill>
                <a:cs typeface="Arial" pitchFamily="34" charset="0"/>
              </a:rPr>
              <a:t>Các hệ cơ sở dữ liệu có khả năng xử lý hiệu quả lượng lớn dữ liệu với các cơ chế phân trang (paging) và hoán chuyển (swapping) dữ liệu vào/ra bộ nhớ chính.</a:t>
            </a:r>
          </a:p>
          <a:p>
            <a:pPr marL="460375" indent="-460375" algn="just">
              <a:spcBef>
                <a:spcPct val="30000"/>
              </a:spcBef>
              <a:buClr>
                <a:srgbClr val="FF0066"/>
              </a:buClr>
            </a:pPr>
            <a:r>
              <a:rPr lang="en-US" altLang="en-US" sz="2400">
                <a:solidFill>
                  <a:srgbClr val="002060"/>
                </a:solidFill>
                <a:cs typeface="Arial" pitchFamily="34" charset="0"/>
              </a:rPr>
              <a:t>Các hệ cơ sở dữ liệu hiện đại có khả năng xử lý nhiều loại dữ liệu phức tạp: spatial, temporal, spatiotemporal, multimedia, text, Web…</a:t>
            </a:r>
          </a:p>
          <a:p>
            <a:pPr marL="460375" indent="-460375" algn="just">
              <a:spcBef>
                <a:spcPct val="30000"/>
              </a:spcBef>
              <a:buClr>
                <a:srgbClr val="FF0066"/>
              </a:buClr>
            </a:pPr>
            <a:r>
              <a:rPr lang="en-US" altLang="en-US" sz="2400">
                <a:solidFill>
                  <a:srgbClr val="002060"/>
                </a:solidFill>
                <a:cs typeface="Arial" pitchFamily="34" charset="0"/>
              </a:rPr>
              <a:t>Các chức năng khác (xử lý đồng thời, bảo mật, hiệu năng, tối ưu hóa, …) của các hệ cơ sở dữ liệu đã được phát triển tốt.</a:t>
            </a:r>
          </a:p>
          <a:p>
            <a:endParaRPr lang="en-US" sz="280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66800"/>
            <a:ext cx="6066674"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Hệ thống cơ sở dữ liệu với khai phá dữ liệu </a:t>
            </a:r>
          </a:p>
        </p:txBody>
      </p:sp>
    </p:spTree>
    <p:extLst>
      <p:ext uri="{BB962C8B-B14F-4D97-AF65-F5344CB8AC3E}">
        <p14:creationId xmlns:p14="http://schemas.microsoft.com/office/powerpoint/2010/main" val="36862449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24</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635820"/>
            <a:ext cx="8994343" cy="4241452"/>
          </a:xfrm>
        </p:spPr>
        <p:txBody>
          <a:bodyPr>
            <a:noAutofit/>
          </a:bodyPr>
          <a:lstStyle/>
          <a:p>
            <a:pPr marL="457200" lvl="1" indent="-457200" algn="just">
              <a:spcBef>
                <a:spcPct val="30000"/>
              </a:spcBef>
              <a:buClr>
                <a:srgbClr val="FF0066"/>
              </a:buClr>
              <a:buFont typeface="Wingdings 2" pitchFamily="18" charset="2"/>
              <a:buChar char="®"/>
            </a:pPr>
            <a:r>
              <a:rPr lang="en-US" altLang="en-US" sz="2800">
                <a:solidFill>
                  <a:srgbClr val="002060"/>
                </a:solidFill>
                <a:cs typeface="Arial" pitchFamily="34" charset="0"/>
              </a:rPr>
              <a:t>Học máy:</a:t>
            </a:r>
          </a:p>
          <a:p>
            <a:pPr marL="912657" lvl="2" indent="-457200" algn="just">
              <a:spcBef>
                <a:spcPct val="30000"/>
              </a:spcBef>
              <a:buClr>
                <a:srgbClr val="FF0066"/>
              </a:buClr>
            </a:pPr>
            <a:r>
              <a:rPr lang="en-US" altLang="en-US" sz="2400">
                <a:solidFill>
                  <a:srgbClr val="002060"/>
                </a:solidFill>
                <a:cs typeface="Arial" pitchFamily="34" charset="0"/>
              </a:rPr>
              <a:t>Machine Learning.</a:t>
            </a:r>
          </a:p>
          <a:p>
            <a:pPr marL="912657" lvl="2" indent="-457200" algn="just">
              <a:spcBef>
                <a:spcPct val="30000"/>
              </a:spcBef>
              <a:buClr>
                <a:srgbClr val="FF0066"/>
              </a:buClr>
            </a:pPr>
            <a:r>
              <a:rPr lang="en-US" altLang="en-US" sz="2400">
                <a:solidFill>
                  <a:srgbClr val="002060"/>
                </a:solidFill>
                <a:cs typeface="Arial" pitchFamily="34" charset="0"/>
              </a:rPr>
              <a:t>Cách máy tính có thể học (nâng cao năng lực) dựa trên dữ liệu.</a:t>
            </a:r>
          </a:p>
          <a:p>
            <a:pPr marL="912657" lvl="2" indent="-457200" algn="just">
              <a:spcBef>
                <a:spcPct val="30000"/>
              </a:spcBef>
              <a:buClr>
                <a:srgbClr val="FF0066"/>
              </a:buClr>
            </a:pPr>
            <a:r>
              <a:rPr lang="en-US" altLang="en-US" sz="2400">
                <a:solidFill>
                  <a:srgbClr val="002060"/>
                </a:solidFill>
                <a:cs typeface="Arial" pitchFamily="34" charset="0"/>
              </a:rPr>
              <a:t>Các chương trình máy tính tự động học được các mẫu phức tạp và ra quyết định thông minh dựa trên dữ liệu. Ví dụ </a:t>
            </a:r>
            <a:r>
              <a:rPr lang="en-US" altLang="en-US" sz="2400" i="1">
                <a:solidFill>
                  <a:srgbClr val="002060"/>
                </a:solidFill>
                <a:cs typeface="Arial" pitchFamily="34" charset="0"/>
              </a:rPr>
              <a:t>“học được chữ viết tay trên thư thông qua một tập ví dụ”</a:t>
            </a:r>
          </a:p>
          <a:p>
            <a:pPr marL="912657" lvl="2" indent="-457200" algn="just">
              <a:spcBef>
                <a:spcPct val="30000"/>
              </a:spcBef>
              <a:buClr>
                <a:srgbClr val="FF0066"/>
              </a:buClr>
            </a:pPr>
            <a:r>
              <a:rPr lang="en-US" altLang="en-US" sz="2400">
                <a:solidFill>
                  <a:srgbClr val="002060"/>
                </a:solidFill>
                <a:cs typeface="Arial" pitchFamily="34" charset="0"/>
              </a:rPr>
              <a:t>Là một lĩnh vực nghiên cứu phát triển nhanh.</a:t>
            </a: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85850"/>
            <a:ext cx="6066674"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dirty="0" err="1">
                <a:solidFill>
                  <a:srgbClr val="D3E026"/>
                </a:solidFill>
                <a:effectLst>
                  <a:outerShdw blurRad="38100" dist="38100" dir="2700000" algn="tl">
                    <a:srgbClr val="000000"/>
                  </a:outerShdw>
                </a:effectLst>
              </a:rPr>
              <a:t>Học</a:t>
            </a:r>
            <a:r>
              <a:rPr lang="en-US" sz="2400" b="1" dirty="0">
                <a:solidFill>
                  <a:srgbClr val="D3E026"/>
                </a:solidFill>
                <a:effectLst>
                  <a:outerShdw blurRad="38100" dist="38100" dir="2700000" algn="tl">
                    <a:srgbClr val="000000"/>
                  </a:outerShdw>
                </a:effectLst>
              </a:rPr>
              <a:t> </a:t>
            </a:r>
            <a:r>
              <a:rPr lang="en-US" sz="2400" b="1" dirty="0" err="1">
                <a:solidFill>
                  <a:srgbClr val="D3E026"/>
                </a:solidFill>
                <a:effectLst>
                  <a:outerShdw blurRad="38100" dist="38100" dir="2700000" algn="tl">
                    <a:srgbClr val="000000"/>
                  </a:outerShdw>
                </a:effectLst>
              </a:rPr>
              <a:t>máy</a:t>
            </a:r>
            <a:r>
              <a:rPr lang="en-US" sz="2400" b="1" dirty="0">
                <a:solidFill>
                  <a:srgbClr val="D3E026"/>
                </a:solidFill>
                <a:effectLst>
                  <a:outerShdw blurRad="38100" dist="38100" dir="2700000" algn="tl">
                    <a:srgbClr val="000000"/>
                  </a:outerShdw>
                </a:effectLst>
              </a:rPr>
              <a:t> </a:t>
            </a:r>
            <a:r>
              <a:rPr lang="en-US" sz="2400" b="1" dirty="0" err="1">
                <a:solidFill>
                  <a:srgbClr val="D3E026"/>
                </a:solidFill>
                <a:effectLst>
                  <a:outerShdw blurRad="38100" dist="38100" dir="2700000" algn="tl">
                    <a:srgbClr val="000000"/>
                  </a:outerShdw>
                </a:effectLst>
              </a:rPr>
              <a:t>với</a:t>
            </a:r>
            <a:r>
              <a:rPr lang="en-US" sz="2400" b="1" dirty="0">
                <a:solidFill>
                  <a:srgbClr val="D3E026"/>
                </a:solidFill>
                <a:effectLst>
                  <a:outerShdw blurRad="38100" dist="38100" dir="2700000" algn="tl">
                    <a:srgbClr val="000000"/>
                  </a:outerShdw>
                </a:effectLst>
              </a:rPr>
              <a:t> </a:t>
            </a:r>
            <a:r>
              <a:rPr lang="en-US" sz="2400" b="1" dirty="0" err="1">
                <a:solidFill>
                  <a:srgbClr val="D3E026"/>
                </a:solidFill>
                <a:effectLst>
                  <a:outerShdw blurRad="38100" dist="38100" dir="2700000" algn="tl">
                    <a:srgbClr val="000000"/>
                  </a:outerShdw>
                </a:effectLst>
              </a:rPr>
              <a:t>khai</a:t>
            </a:r>
            <a:r>
              <a:rPr lang="en-US" sz="2400" b="1" dirty="0">
                <a:solidFill>
                  <a:srgbClr val="D3E026"/>
                </a:solidFill>
                <a:effectLst>
                  <a:outerShdw blurRad="38100" dist="38100" dir="2700000" algn="tl">
                    <a:srgbClr val="000000"/>
                  </a:outerShdw>
                </a:effectLst>
              </a:rPr>
              <a:t> </a:t>
            </a:r>
            <a:r>
              <a:rPr lang="en-US" sz="2400" b="1" dirty="0" err="1">
                <a:solidFill>
                  <a:srgbClr val="D3E026"/>
                </a:solidFill>
                <a:effectLst>
                  <a:outerShdw blurRad="38100" dist="38100" dir="2700000" algn="tl">
                    <a:srgbClr val="000000"/>
                  </a:outerShdw>
                </a:effectLst>
              </a:rPr>
              <a:t>phá</a:t>
            </a:r>
            <a:r>
              <a:rPr lang="en-US" sz="2400" b="1" dirty="0">
                <a:solidFill>
                  <a:srgbClr val="D3E026"/>
                </a:solidFill>
                <a:effectLst>
                  <a:outerShdw blurRad="38100" dist="38100" dir="2700000" algn="tl">
                    <a:srgbClr val="000000"/>
                  </a:outerShdw>
                </a:effectLst>
              </a:rPr>
              <a:t> </a:t>
            </a:r>
            <a:r>
              <a:rPr lang="en-US" sz="2400" b="1" dirty="0" err="1">
                <a:solidFill>
                  <a:srgbClr val="D3E026"/>
                </a:solidFill>
                <a:effectLst>
                  <a:outerShdw blurRad="38100" dist="38100" dir="2700000" algn="tl">
                    <a:srgbClr val="000000"/>
                  </a:outerShdw>
                </a:effectLst>
              </a:rPr>
              <a:t>dữ</a:t>
            </a:r>
            <a:r>
              <a:rPr lang="en-US" sz="2400" b="1" dirty="0">
                <a:solidFill>
                  <a:srgbClr val="D3E026"/>
                </a:solidFill>
                <a:effectLst>
                  <a:outerShdw blurRad="38100" dist="38100" dir="2700000" algn="tl">
                    <a:srgbClr val="000000"/>
                  </a:outerShdw>
                </a:effectLst>
              </a:rPr>
              <a:t> </a:t>
            </a:r>
            <a:r>
              <a:rPr lang="en-US" sz="2400" b="1" dirty="0" err="1">
                <a:solidFill>
                  <a:srgbClr val="D3E026"/>
                </a:solidFill>
                <a:effectLst>
                  <a:outerShdw blurRad="38100" dist="38100" dir="2700000" algn="tl">
                    <a:srgbClr val="000000"/>
                  </a:outerShdw>
                </a:effectLst>
              </a:rPr>
              <a:t>liệu</a:t>
            </a:r>
            <a:r>
              <a:rPr lang="en-US" sz="2400" b="1" dirty="0">
                <a:solidFill>
                  <a:srgbClr val="D3E026"/>
                </a:solidFill>
                <a:effectLst>
                  <a:outerShdw blurRad="38100" dist="38100" dir="2700000" algn="tl">
                    <a:srgbClr val="000000"/>
                  </a:outerShdw>
                </a:effectLst>
              </a:rPr>
              <a:t> </a:t>
            </a:r>
          </a:p>
        </p:txBody>
      </p:sp>
    </p:spTree>
    <p:extLst>
      <p:ext uri="{BB962C8B-B14F-4D97-AF65-F5344CB8AC3E}">
        <p14:creationId xmlns:p14="http://schemas.microsoft.com/office/powerpoint/2010/main" val="5171875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25</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347788"/>
            <a:ext cx="9358312" cy="161925"/>
          </a:xfrm>
        </p:spPr>
        <p:txBody>
          <a:bodyPr>
            <a:noAutofit/>
          </a:bodyPr>
          <a:lstStyle/>
          <a:p>
            <a:pPr marL="457200" lvl="1" indent="-457200" algn="just">
              <a:spcBef>
                <a:spcPct val="30000"/>
              </a:spcBef>
              <a:buClr>
                <a:srgbClr val="FF0066"/>
              </a:buClr>
              <a:buFont typeface="Wingdings 2" pitchFamily="18" charset="2"/>
              <a:buChar char="®"/>
            </a:pPr>
            <a:r>
              <a:rPr lang="en-US" altLang="en-US" sz="2800">
                <a:solidFill>
                  <a:schemeClr val="accent2">
                    <a:lumMod val="50000"/>
                  </a:schemeClr>
                </a:solidFill>
                <a:cs typeface="Arial" pitchFamily="34" charset="0"/>
              </a:rPr>
              <a:t>Một số nội dung học máy với khai phá dữ liệu:</a:t>
            </a:r>
          </a:p>
          <a:p>
            <a:pPr marL="912657" lvl="2" indent="-457200" algn="just">
              <a:spcBef>
                <a:spcPct val="30000"/>
              </a:spcBef>
              <a:buClr>
                <a:srgbClr val="FF0066"/>
              </a:buClr>
            </a:pPr>
            <a:r>
              <a:rPr lang="en-US" altLang="en-US" sz="2400">
                <a:solidFill>
                  <a:schemeClr val="accent2">
                    <a:lumMod val="50000"/>
                  </a:schemeClr>
                </a:solidFill>
                <a:cs typeface="Arial" pitchFamily="34" charset="0"/>
              </a:rPr>
              <a:t>Học giám sát (supervised learning): dữ liệu huấn luyện đã được gán nhãn.</a:t>
            </a:r>
            <a:endParaRPr lang="en-US" altLang="en-US" sz="2800">
              <a:solidFill>
                <a:schemeClr val="accent2">
                  <a:lumMod val="50000"/>
                </a:schemeClr>
              </a:solidFill>
              <a:cs typeface="Arial" pitchFamily="34" charset="0"/>
            </a:endParaRPr>
          </a:p>
          <a:p>
            <a:pPr marL="912657" lvl="2" indent="-457200" algn="just">
              <a:spcBef>
                <a:spcPct val="30000"/>
              </a:spcBef>
              <a:buClr>
                <a:srgbClr val="FF0066"/>
              </a:buClr>
            </a:pPr>
            <a:r>
              <a:rPr lang="en-US" altLang="en-US" sz="2400">
                <a:solidFill>
                  <a:schemeClr val="accent2">
                    <a:lumMod val="50000"/>
                  </a:schemeClr>
                </a:solidFill>
                <a:cs typeface="Arial" pitchFamily="34" charset="0"/>
              </a:rPr>
              <a:t>Học không giám sát (unsupervised learning): dữ liệu huấn luyện không được gán nhãn.</a:t>
            </a:r>
          </a:p>
          <a:p>
            <a:pPr marL="912657" lvl="2" indent="-457200" algn="just">
              <a:spcBef>
                <a:spcPct val="30000"/>
              </a:spcBef>
              <a:buClr>
                <a:srgbClr val="FF0066"/>
              </a:buClr>
            </a:pPr>
            <a:r>
              <a:rPr lang="en-US" altLang="en-US" sz="2400">
                <a:solidFill>
                  <a:schemeClr val="accent2">
                    <a:lumMod val="50000"/>
                  </a:schemeClr>
                </a:solidFill>
                <a:cs typeface="Arial" pitchFamily="34" charset="0"/>
              </a:rPr>
              <a:t>Học bán giám sát (semi-supervised learning): sử dụng cả dữ liệu huấn luyện được gán nhãn và dữ liệu huấn luyện không gán nhãn.</a:t>
            </a:r>
          </a:p>
          <a:p>
            <a:pPr marL="912657" lvl="2" indent="-457200" algn="just">
              <a:spcBef>
                <a:spcPct val="30000"/>
              </a:spcBef>
              <a:buClr>
                <a:srgbClr val="FF0066"/>
              </a:buClr>
            </a:pPr>
            <a:r>
              <a:rPr lang="en-US" altLang="en-US" sz="2400">
                <a:solidFill>
                  <a:schemeClr val="accent2">
                    <a:lumMod val="50000"/>
                  </a:schemeClr>
                </a:solidFill>
                <a:cs typeface="Arial" pitchFamily="34" charset="0"/>
              </a:rPr>
              <a:t>Học tăng cường (Reinforcement learning).</a:t>
            </a:r>
            <a:endParaRPr lang="en-US" altLang="en-US" sz="2800" b="1">
              <a:solidFill>
                <a:schemeClr val="accent2">
                  <a:lumMod val="50000"/>
                </a:schemeClr>
              </a:solidFill>
              <a:cs typeface="Arial" pitchFamily="34" charset="0"/>
            </a:endParaRPr>
          </a:p>
          <a:p>
            <a:pPr marL="912657" lvl="2" indent="-457200" algn="just">
              <a:spcBef>
                <a:spcPct val="30000"/>
              </a:spcBef>
              <a:buClr>
                <a:srgbClr val="FF0066"/>
              </a:buClr>
            </a:pPr>
            <a:endParaRPr lang="en-US" altLang="en-US" sz="2400">
              <a:solidFill>
                <a:schemeClr val="accent2">
                  <a:lumMod val="50000"/>
                </a:schemeClr>
              </a:solidFill>
              <a:cs typeface="Arial" pitchFamily="34" charset="0"/>
            </a:endParaRPr>
          </a:p>
          <a:p>
            <a:pPr marL="0" indent="0">
              <a:buNone/>
            </a:pPr>
            <a:endParaRPr 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85850"/>
            <a:ext cx="6066674"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Học máy với khai phá dữ liệu </a:t>
            </a:r>
          </a:p>
        </p:txBody>
      </p:sp>
    </p:spTree>
    <p:extLst>
      <p:ext uri="{BB962C8B-B14F-4D97-AF65-F5344CB8AC3E}">
        <p14:creationId xmlns:p14="http://schemas.microsoft.com/office/powerpoint/2010/main" val="22709218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26</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347788"/>
            <a:ext cx="9358312" cy="161925"/>
          </a:xfrm>
        </p:spPr>
        <p:txBody>
          <a:bodyPr>
            <a:noAutofit/>
          </a:bodyPr>
          <a:lstStyle/>
          <a:p>
            <a:pPr marL="457200" lvl="1" indent="-457200" algn="just">
              <a:spcBef>
                <a:spcPct val="30000"/>
              </a:spcBef>
              <a:buClr>
                <a:srgbClr val="FF0066"/>
              </a:buClr>
              <a:buFont typeface="Wingdings 2" pitchFamily="18" charset="2"/>
              <a:buChar char="®"/>
            </a:pPr>
            <a:r>
              <a:rPr lang="en-US" altLang="en-US" sz="2800">
                <a:solidFill>
                  <a:schemeClr val="accent2">
                    <a:lumMod val="50000"/>
                  </a:schemeClr>
                </a:solidFill>
                <a:cs typeface="Arial" pitchFamily="34" charset="0"/>
              </a:rPr>
              <a:t>Một số nội dung học máy với khai phá dữ liệu:</a:t>
            </a:r>
          </a:p>
          <a:p>
            <a:pPr marL="0" lvl="1" indent="0" algn="just">
              <a:spcBef>
                <a:spcPct val="30000"/>
              </a:spcBef>
              <a:buClr>
                <a:srgbClr val="FF0066"/>
              </a:buClr>
              <a:buNone/>
            </a:pPr>
            <a:endParaRPr lang="en-US" altLang="en-US" sz="2400">
              <a:solidFill>
                <a:schemeClr val="accent2">
                  <a:lumMod val="50000"/>
                </a:schemeClr>
              </a:solidFill>
              <a:cs typeface="Arial" pitchFamily="34" charset="0"/>
            </a:endParaRPr>
          </a:p>
          <a:p>
            <a:pPr marL="0" indent="0">
              <a:buNone/>
            </a:pPr>
            <a:endParaRPr 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85850"/>
            <a:ext cx="6066674"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Học máy với khai phá dữ liệu </a:t>
            </a:r>
          </a:p>
        </p:txBody>
      </p:sp>
      <p:sp>
        <p:nvSpPr>
          <p:cNvPr id="8" name="Rectangle 3"/>
          <p:cNvSpPr txBox="1">
            <a:spLocks noChangeArrowheads="1"/>
          </p:cNvSpPr>
          <p:nvPr/>
        </p:nvSpPr>
        <p:spPr>
          <a:xfrm>
            <a:off x="399966" y="1749100"/>
            <a:ext cx="8763000" cy="4704236"/>
          </a:xfrm>
          <a:prstGeom prst="rect">
            <a:avLst/>
          </a:prstGeom>
        </p:spPr>
        <p:txBody>
          <a:bodyPr vert="horz" lIns="104104" tIns="52052" rIns="104104" bIns="52052" rtlCol="0">
            <a:normAutofit/>
          </a:bodyPr>
          <a:lst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indent="0">
              <a:buNone/>
            </a:pPr>
            <a:endParaRPr lang="en-US" altLang="en-US" sz="2400"/>
          </a:p>
        </p:txBody>
      </p:sp>
      <p:sp>
        <p:nvSpPr>
          <p:cNvPr id="10" name="Text Box 4"/>
          <p:cNvSpPr txBox="1">
            <a:spLocks noChangeArrowheads="1"/>
          </p:cNvSpPr>
          <p:nvPr/>
        </p:nvSpPr>
        <p:spPr bwMode="auto">
          <a:xfrm>
            <a:off x="6838661" y="2920585"/>
            <a:ext cx="1322798" cy="4001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0">
                <a:latin typeface="Times" pitchFamily="18" charset="0"/>
              </a:rPr>
              <a:t>Supervised</a:t>
            </a:r>
          </a:p>
        </p:txBody>
      </p:sp>
      <p:sp>
        <p:nvSpPr>
          <p:cNvPr id="11" name="Text Box 5"/>
          <p:cNvSpPr txBox="1">
            <a:spLocks noChangeArrowheads="1"/>
          </p:cNvSpPr>
          <p:nvPr/>
        </p:nvSpPr>
        <p:spPr bwMode="auto">
          <a:xfrm>
            <a:off x="3616770" y="2164731"/>
            <a:ext cx="2069797" cy="4001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0">
                <a:solidFill>
                  <a:srgbClr val="FF3300"/>
                </a:solidFill>
                <a:latin typeface="Times" pitchFamily="18" charset="0"/>
              </a:rPr>
              <a:t>Machine Learning</a:t>
            </a:r>
          </a:p>
        </p:txBody>
      </p:sp>
      <p:sp>
        <p:nvSpPr>
          <p:cNvPr id="12" name="Text Box 6"/>
          <p:cNvSpPr txBox="1">
            <a:spLocks noChangeArrowheads="1"/>
          </p:cNvSpPr>
          <p:nvPr/>
        </p:nvSpPr>
        <p:spPr bwMode="auto">
          <a:xfrm>
            <a:off x="954189" y="2853774"/>
            <a:ext cx="1593706" cy="4001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0">
                <a:latin typeface="Times" pitchFamily="18" charset="0"/>
              </a:rPr>
              <a:t>Unsupervised</a:t>
            </a:r>
          </a:p>
        </p:txBody>
      </p:sp>
      <p:sp>
        <p:nvSpPr>
          <p:cNvPr id="13" name="Text Box 7"/>
          <p:cNvSpPr txBox="1">
            <a:spLocks noChangeArrowheads="1"/>
          </p:cNvSpPr>
          <p:nvPr/>
        </p:nvSpPr>
        <p:spPr bwMode="auto">
          <a:xfrm>
            <a:off x="3613109" y="3232427"/>
            <a:ext cx="1941512" cy="4001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0">
                <a:latin typeface="Times" pitchFamily="18" charset="0"/>
              </a:rPr>
              <a:t>Reinforcement</a:t>
            </a:r>
          </a:p>
        </p:txBody>
      </p:sp>
      <p:sp>
        <p:nvSpPr>
          <p:cNvPr id="14" name="Line 8"/>
          <p:cNvSpPr>
            <a:spLocks noChangeShapeType="1"/>
          </p:cNvSpPr>
          <p:nvPr/>
        </p:nvSpPr>
        <p:spPr bwMode="auto">
          <a:xfrm flipH="1">
            <a:off x="1658854" y="2555286"/>
            <a:ext cx="2922588" cy="248807"/>
          </a:xfrm>
          <a:prstGeom prst="line">
            <a:avLst/>
          </a:prstGeom>
          <a:noFill/>
          <a:ln w="381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9"/>
          <p:cNvSpPr>
            <a:spLocks noChangeShapeType="1"/>
          </p:cNvSpPr>
          <p:nvPr/>
        </p:nvSpPr>
        <p:spPr bwMode="auto">
          <a:xfrm>
            <a:off x="4581442" y="2555286"/>
            <a:ext cx="0" cy="698500"/>
          </a:xfrm>
          <a:prstGeom prst="line">
            <a:avLst/>
          </a:prstGeom>
          <a:noFill/>
          <a:ln w="381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0"/>
          <p:cNvSpPr>
            <a:spLocks noChangeShapeType="1"/>
          </p:cNvSpPr>
          <p:nvPr/>
        </p:nvSpPr>
        <p:spPr bwMode="auto">
          <a:xfrm>
            <a:off x="4581441" y="2555286"/>
            <a:ext cx="3010327" cy="360770"/>
          </a:xfrm>
          <a:prstGeom prst="line">
            <a:avLst/>
          </a:prstGeom>
          <a:noFill/>
          <a:ln w="381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Text Box 11"/>
          <p:cNvSpPr txBox="1">
            <a:spLocks noChangeArrowheads="1"/>
          </p:cNvSpPr>
          <p:nvPr/>
        </p:nvSpPr>
        <p:spPr bwMode="auto">
          <a:xfrm>
            <a:off x="492819" y="3183671"/>
            <a:ext cx="226857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b="0">
                <a:latin typeface="Times" pitchFamily="18" charset="0"/>
              </a:rPr>
              <a:t>“Natural groupings”</a:t>
            </a:r>
          </a:p>
        </p:txBody>
      </p:sp>
      <p:pic>
        <p:nvPicPr>
          <p:cNvPr id="18" name="Picture 12" descr="group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901" y="3583781"/>
            <a:ext cx="2124075" cy="134143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3" descr="groupingSup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6755" y="3325224"/>
            <a:ext cx="2200275" cy="138906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4" descr="groupingRein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7354" y="3642723"/>
            <a:ext cx="2209800" cy="139567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 descr="fern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9966" y="4911400"/>
            <a:ext cx="1258888" cy="124707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7" descr="fernIsodat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85967" y="4974900"/>
            <a:ext cx="1209675" cy="118274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853633" y="5038400"/>
            <a:ext cx="1316038"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1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247459" y="5292400"/>
            <a:ext cx="1577975" cy="947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847767" y="4911400"/>
            <a:ext cx="968375" cy="1128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945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27</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3. Khai phá dữ liệu và các lĩnh vực liên quan</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556792"/>
            <a:ext cx="8751316" cy="502830"/>
          </a:xfrm>
        </p:spPr>
        <p:txBody>
          <a:bodyPr>
            <a:noAutofit/>
          </a:bodyPr>
          <a:lstStyle/>
          <a:p>
            <a:pPr marL="457200" lvl="1" indent="-457200" algn="just">
              <a:spcBef>
                <a:spcPct val="30000"/>
              </a:spcBef>
              <a:buClr>
                <a:srgbClr val="FF0066"/>
              </a:buClr>
              <a:buFont typeface="Wingdings 2" pitchFamily="18" charset="2"/>
              <a:buChar char="®"/>
            </a:pPr>
            <a:r>
              <a:rPr lang="en-US" altLang="en-US" sz="2600">
                <a:solidFill>
                  <a:schemeClr val="accent2">
                    <a:lumMod val="50000"/>
                  </a:schemeClr>
                </a:solidFill>
                <a:cs typeface="Arial" pitchFamily="34" charset="0"/>
              </a:rPr>
              <a:t>Dữ liệu: 3D cubes,distribution charts, curves, surfaces, link graphs, image frames and movies, parallel coordinates.</a:t>
            </a:r>
          </a:p>
          <a:p>
            <a:pPr marL="457200" lvl="1" indent="-457200" algn="just">
              <a:spcBef>
                <a:spcPct val="30000"/>
              </a:spcBef>
              <a:buClr>
                <a:srgbClr val="FF0066"/>
              </a:buClr>
              <a:buFont typeface="Wingdings 2" pitchFamily="18" charset="2"/>
              <a:buChar char="®"/>
            </a:pPr>
            <a:r>
              <a:rPr lang="en-US" altLang="en-US" sz="2600">
                <a:solidFill>
                  <a:schemeClr val="accent2">
                    <a:lumMod val="50000"/>
                  </a:schemeClr>
                </a:solidFill>
                <a:cs typeface="Arial" pitchFamily="34" charset="0"/>
              </a:rPr>
              <a:t>Kết quả (tri thức): pie charts, scatter plots, box plots, association rules, parallel coordinates, dendograms, temporal evolution.</a:t>
            </a:r>
          </a:p>
          <a:p>
            <a:pPr marL="912657" lvl="2" indent="-457200" algn="just">
              <a:spcBef>
                <a:spcPct val="30000"/>
              </a:spcBef>
              <a:buClr>
                <a:srgbClr val="FF0066"/>
              </a:buClr>
            </a:pPr>
            <a:endParaRPr lang="en-US" altLang="en-US" sz="2600">
              <a:solidFill>
                <a:schemeClr val="accent2">
                  <a:lumMod val="50000"/>
                </a:schemeClr>
              </a:solidFill>
              <a:cs typeface="Arial" pitchFamily="34" charset="0"/>
            </a:endParaRPr>
          </a:p>
          <a:p>
            <a:pPr marL="0" indent="0">
              <a:buNone/>
            </a:pPr>
            <a:endParaRPr lang="en-US" sz="26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6" name="AutoShape 4"/>
          <p:cNvSpPr>
            <a:spLocks noChangeArrowheads="1"/>
          </p:cNvSpPr>
          <p:nvPr/>
        </p:nvSpPr>
        <p:spPr bwMode="auto">
          <a:xfrm>
            <a:off x="444978" y="1085850"/>
            <a:ext cx="6066674"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Trực quan hóa với khai phá dữ liệu </a:t>
            </a:r>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7955" y="4036644"/>
            <a:ext cx="2514600" cy="180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descr="twtopic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88755" y="4417644"/>
            <a:ext cx="2667000" cy="142213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755" y="4036645"/>
            <a:ext cx="3048000" cy="1829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8"/>
          <p:cNvSpPr txBox="1">
            <a:spLocks noChangeArrowheads="1"/>
          </p:cNvSpPr>
          <p:nvPr/>
        </p:nvSpPr>
        <p:spPr bwMode="auto">
          <a:xfrm>
            <a:off x="1283356" y="5866239"/>
            <a:ext cx="10871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0">
                <a:latin typeface="Times" pitchFamily="18" charset="0"/>
              </a:rPr>
              <a:t>Pie chart</a:t>
            </a:r>
          </a:p>
        </p:txBody>
      </p:sp>
      <p:sp>
        <p:nvSpPr>
          <p:cNvPr id="12" name="Text Box 9"/>
          <p:cNvSpPr txBox="1">
            <a:spLocks noChangeArrowheads="1"/>
          </p:cNvSpPr>
          <p:nvPr/>
        </p:nvSpPr>
        <p:spPr bwMode="auto">
          <a:xfrm>
            <a:off x="4015443" y="5853010"/>
            <a:ext cx="22092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0">
                <a:latin typeface="Times" pitchFamily="18" charset="0"/>
              </a:rPr>
              <a:t>Parallel coordinates</a:t>
            </a:r>
          </a:p>
        </p:txBody>
      </p:sp>
      <p:sp>
        <p:nvSpPr>
          <p:cNvPr id="13" name="Text Box 10"/>
          <p:cNvSpPr txBox="1">
            <a:spLocks noChangeArrowheads="1"/>
          </p:cNvSpPr>
          <p:nvPr/>
        </p:nvSpPr>
        <p:spPr bwMode="auto">
          <a:xfrm>
            <a:off x="6693555" y="5866239"/>
            <a:ext cx="21929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0">
                <a:latin typeface="Times" pitchFamily="18" charset="0"/>
              </a:rPr>
              <a:t>Temporal evolution</a:t>
            </a:r>
          </a:p>
        </p:txBody>
      </p:sp>
    </p:spTree>
    <p:extLst>
      <p:ext uri="{BB962C8B-B14F-4D97-AF65-F5344CB8AC3E}">
        <p14:creationId xmlns:p14="http://schemas.microsoft.com/office/powerpoint/2010/main" val="30094568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28</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4. Các yếu tố cơ bản trong khai phá dữ liệu</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347788"/>
            <a:ext cx="9358312" cy="161925"/>
          </a:xfrm>
        </p:spPr>
        <p:txBody>
          <a:bodyPr>
            <a:noAutofit/>
          </a:bodyPr>
          <a:lstStyle/>
          <a:p>
            <a:pPr marL="457200" lvl="1" indent="-457200" algn="just">
              <a:spcBef>
                <a:spcPct val="30000"/>
              </a:spcBef>
              <a:buClr>
                <a:srgbClr val="FF0066"/>
              </a:buClr>
              <a:buFont typeface="Wingdings 2" pitchFamily="18" charset="2"/>
              <a:buChar char="®"/>
            </a:pPr>
            <a:r>
              <a:rPr lang="en-US" altLang="en-US" sz="2800">
                <a:solidFill>
                  <a:srgbClr val="002060"/>
                </a:solidFill>
                <a:cs typeface="Arial" pitchFamily="34" charset="0"/>
              </a:rPr>
              <a:t>Dữ liệu cụ thể sẽ được khai phá (task-relevant data)</a:t>
            </a:r>
          </a:p>
          <a:p>
            <a:pPr marL="457200" lvl="1" indent="-457200" algn="just">
              <a:spcBef>
                <a:spcPct val="30000"/>
              </a:spcBef>
              <a:buClr>
                <a:srgbClr val="FF0066"/>
              </a:buClr>
              <a:buFont typeface="Wingdings 2" pitchFamily="18" charset="2"/>
              <a:buChar char="®"/>
            </a:pPr>
            <a:r>
              <a:rPr lang="en-US" altLang="en-US" sz="2800">
                <a:solidFill>
                  <a:srgbClr val="002060"/>
                </a:solidFill>
                <a:cs typeface="Arial" pitchFamily="34" charset="0"/>
              </a:rPr>
              <a:t>Loại tri thức sẽ đạt được (kind of knowledge)</a:t>
            </a:r>
          </a:p>
          <a:p>
            <a:pPr marL="457200" lvl="1" indent="-457200" algn="just">
              <a:spcBef>
                <a:spcPct val="30000"/>
              </a:spcBef>
              <a:buClr>
                <a:srgbClr val="FF0066"/>
              </a:buClr>
              <a:buFont typeface="Wingdings 2" pitchFamily="18" charset="2"/>
              <a:buChar char="®"/>
            </a:pPr>
            <a:r>
              <a:rPr lang="en-US" altLang="en-US" sz="2800">
                <a:solidFill>
                  <a:srgbClr val="002060"/>
                </a:solidFill>
                <a:cs typeface="Arial" pitchFamily="34" charset="0"/>
              </a:rPr>
              <a:t>Tri thức nền (background knowledge)</a:t>
            </a:r>
          </a:p>
          <a:p>
            <a:pPr marL="457200" lvl="1" indent="-457200" algn="just">
              <a:spcBef>
                <a:spcPct val="30000"/>
              </a:spcBef>
              <a:buClr>
                <a:srgbClr val="FF0066"/>
              </a:buClr>
              <a:buFont typeface="Wingdings 2" pitchFamily="18" charset="2"/>
              <a:buChar char="®"/>
            </a:pPr>
            <a:r>
              <a:rPr lang="en-US" altLang="en-US" sz="2800">
                <a:solidFill>
                  <a:srgbClr val="002060"/>
                </a:solidFill>
                <a:cs typeface="Arial" pitchFamily="34" charset="0"/>
              </a:rPr>
              <a:t>Các độ đo (interestingness measures)</a:t>
            </a:r>
          </a:p>
          <a:p>
            <a:pPr marL="457200" lvl="1" indent="-457200" algn="just">
              <a:spcBef>
                <a:spcPct val="30000"/>
              </a:spcBef>
              <a:buClr>
                <a:srgbClr val="FF0066"/>
              </a:buClr>
              <a:buFont typeface="Wingdings 2" pitchFamily="18" charset="2"/>
              <a:buChar char="®"/>
            </a:pPr>
            <a:r>
              <a:rPr lang="en-US" altLang="en-US" sz="2800">
                <a:solidFill>
                  <a:srgbClr val="002060"/>
                </a:solidFill>
                <a:cs typeface="Arial" pitchFamily="34" charset="0"/>
              </a:rPr>
              <a:t>Các kỹ thuật biểu diễn tri thức/trực quan hóa mẫu (pattern visualization and knowledge presentation)</a:t>
            </a:r>
          </a:p>
          <a:p>
            <a:pPr marL="912657" lvl="2" indent="-457200" algn="just">
              <a:spcBef>
                <a:spcPct val="30000"/>
              </a:spcBef>
              <a:buClr>
                <a:srgbClr val="FF0066"/>
              </a:buClr>
            </a:pPr>
            <a:endParaRPr lang="en-US" altLang="en-US" sz="2800">
              <a:solidFill>
                <a:srgbClr val="002060"/>
              </a:solidFill>
              <a:cs typeface="Arial" pitchFamily="34" charset="0"/>
            </a:endParaRPr>
          </a:p>
          <a:p>
            <a:pPr marL="0" indent="0">
              <a:buNone/>
            </a:pPr>
            <a:endParaRPr lang="en-US" sz="280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01699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29</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4. Các yếu tố cơ bản trong khai phá dữ liệu</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347788"/>
            <a:ext cx="9358312" cy="161925"/>
          </a:xfrm>
        </p:spPr>
        <p:txBody>
          <a:bodyPr>
            <a:noAutofit/>
          </a:bodyPr>
          <a:lstStyle/>
          <a:p>
            <a:pPr marL="457200" lvl="1" indent="-457200" algn="just">
              <a:spcBef>
                <a:spcPct val="30000"/>
              </a:spcBef>
              <a:buClr>
                <a:srgbClr val="FF0066"/>
              </a:buClr>
              <a:buFont typeface="Wingdings 2" pitchFamily="18" charset="2"/>
              <a:buChar char="®"/>
            </a:pPr>
            <a:r>
              <a:rPr lang="en-US" altLang="en-US" sz="2800">
                <a:solidFill>
                  <a:srgbClr val="002060"/>
                </a:solidFill>
                <a:cs typeface="Arial" pitchFamily="34" charset="0"/>
              </a:rPr>
              <a:t>Dữ liệu cụ thể sẽ được khai phá (task-relevant data)</a:t>
            </a:r>
          </a:p>
          <a:p>
            <a:pPr marL="912657" lvl="2" indent="-457200" algn="just">
              <a:spcBef>
                <a:spcPct val="30000"/>
              </a:spcBef>
              <a:buClr>
                <a:srgbClr val="FF0066"/>
              </a:buClr>
            </a:pPr>
            <a:r>
              <a:rPr lang="en-US" altLang="en-US" sz="2400">
                <a:solidFill>
                  <a:srgbClr val="002060"/>
                </a:solidFill>
                <a:cs typeface="Arial" pitchFamily="34" charset="0"/>
              </a:rPr>
              <a:t>Phần dữ liệu từ các dữ liệu nguồn được quan tâm.</a:t>
            </a:r>
          </a:p>
          <a:p>
            <a:pPr marL="912657" lvl="2" indent="-457200" algn="just">
              <a:spcBef>
                <a:spcPct val="30000"/>
              </a:spcBef>
              <a:buClr>
                <a:srgbClr val="FF0066"/>
              </a:buClr>
            </a:pPr>
            <a:r>
              <a:rPr lang="en-US" altLang="en-US" sz="2400">
                <a:solidFill>
                  <a:srgbClr val="002060"/>
                </a:solidFill>
                <a:cs typeface="Arial" pitchFamily="34" charset="0"/>
              </a:rPr>
              <a:t>Tương ứng với các thuộc tính hay chiều dữ liệu được quan tâm.</a:t>
            </a:r>
          </a:p>
          <a:p>
            <a:pPr marL="912657" lvl="2" indent="-457200" algn="just">
              <a:spcBef>
                <a:spcPct val="30000"/>
              </a:spcBef>
              <a:buClr>
                <a:srgbClr val="FF0066"/>
              </a:buClr>
            </a:pPr>
            <a:r>
              <a:rPr lang="en-US" altLang="en-US" sz="2400">
                <a:solidFill>
                  <a:srgbClr val="002060"/>
                </a:solidFill>
                <a:cs typeface="Arial" pitchFamily="34" charset="0"/>
              </a:rPr>
              <a:t>Bao gồm: tên kho dữ liệu/cơ sở dữ liệu, các bảng dữ liệu hay các khối dữ liệu, các điều kiện chọn dữ liệu, các thuộc tính hay chiều dữ liệu được tâm, các tiêu chí gom nhóm dữ liệu.</a:t>
            </a:r>
          </a:p>
          <a:p>
            <a:pPr marL="912657" lvl="2" indent="-457200" algn="just">
              <a:spcBef>
                <a:spcPct val="30000"/>
              </a:spcBef>
              <a:buClr>
                <a:srgbClr val="FF0066"/>
              </a:buClr>
            </a:pPr>
            <a:endParaRPr lang="en-US" altLang="en-US" sz="2800">
              <a:solidFill>
                <a:srgbClr val="002060"/>
              </a:solidFill>
              <a:cs typeface="Arial" pitchFamily="34" charset="0"/>
            </a:endParaRPr>
          </a:p>
          <a:p>
            <a:pPr marL="0" indent="0">
              <a:buNone/>
            </a:pPr>
            <a:endParaRPr lang="en-US" sz="280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8611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30</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4. Các yếu tố cơ bản trong khai phá dữ liệu</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347788"/>
            <a:ext cx="9358312" cy="161925"/>
          </a:xfrm>
        </p:spPr>
        <p:txBody>
          <a:bodyPr>
            <a:noAutofit/>
          </a:bodyPr>
          <a:lstStyle/>
          <a:p>
            <a:pPr marL="457200" lvl="1" indent="-457200" algn="just">
              <a:spcBef>
                <a:spcPct val="30000"/>
              </a:spcBef>
              <a:buClr>
                <a:srgbClr val="FF0066"/>
              </a:buClr>
              <a:buFont typeface="Wingdings 2" pitchFamily="18" charset="2"/>
              <a:buChar char="®"/>
            </a:pPr>
            <a:r>
              <a:rPr lang="en-US" altLang="en-US" sz="2800" dirty="0" err="1">
                <a:solidFill>
                  <a:srgbClr val="002060"/>
                </a:solidFill>
                <a:cs typeface="Arial" pitchFamily="34" charset="0"/>
              </a:rPr>
              <a:t>Loại</a:t>
            </a:r>
            <a:r>
              <a:rPr lang="en-US" altLang="en-US" sz="2800" dirty="0">
                <a:solidFill>
                  <a:srgbClr val="002060"/>
                </a:solidFill>
                <a:cs typeface="Arial" pitchFamily="34" charset="0"/>
              </a:rPr>
              <a:t> tri </a:t>
            </a:r>
            <a:r>
              <a:rPr lang="en-US" altLang="en-US" sz="2800" dirty="0" err="1">
                <a:solidFill>
                  <a:srgbClr val="002060"/>
                </a:solidFill>
                <a:cs typeface="Arial" pitchFamily="34" charset="0"/>
              </a:rPr>
              <a:t>thức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sẽ</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đạt</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được</a:t>
            </a:r>
            <a:r>
              <a:rPr lang="en-US" altLang="en-US" sz="2800" dirty="0">
                <a:solidFill>
                  <a:srgbClr val="002060"/>
                </a:solidFill>
                <a:cs typeface="Arial" pitchFamily="34" charset="0"/>
              </a:rPr>
              <a:t> (kind of knowledge)</a:t>
            </a:r>
          </a:p>
          <a:p>
            <a:pPr marL="912657" lvl="2" indent="-457200" algn="just">
              <a:spcBef>
                <a:spcPct val="30000"/>
              </a:spcBef>
              <a:buClr>
                <a:srgbClr val="FF0066"/>
              </a:buClr>
            </a:pPr>
            <a:r>
              <a:rPr lang="en-US" altLang="en-US" sz="2400" dirty="0">
                <a:solidFill>
                  <a:srgbClr val="002060"/>
                </a:solidFill>
                <a:cs typeface="Arial" pitchFamily="34" charset="0"/>
              </a:rPr>
              <a:t>Bao </a:t>
            </a:r>
            <a:r>
              <a:rPr lang="en-US" altLang="en-US" sz="2400" dirty="0" err="1">
                <a:solidFill>
                  <a:srgbClr val="002060"/>
                </a:solidFill>
                <a:cs typeface="Arial" pitchFamily="34" charset="0"/>
              </a:rPr>
              <a:t>gồm</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đặc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trưng</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hóa</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dữ</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liệu</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phân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biệt</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hóa</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dữ</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liệu</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mô</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hình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phân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tích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kết</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hợp</a:t>
            </a:r>
            <a:r>
              <a:rPr lang="en-US" altLang="en-US" sz="2400" dirty="0">
                <a:solidFill>
                  <a:srgbClr val="002060"/>
                </a:solidFill>
                <a:cs typeface="Arial" pitchFamily="34" charset="0"/>
              </a:rPr>
              <a:t> hay </a:t>
            </a:r>
            <a:r>
              <a:rPr lang="en-US" altLang="en-US" sz="2400" dirty="0" err="1">
                <a:solidFill>
                  <a:srgbClr val="002060"/>
                </a:solidFill>
                <a:cs typeface="Arial" pitchFamily="34" charset="0"/>
              </a:rPr>
              <a:t>tương</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quan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mô</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hình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phân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lớp</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mô</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hình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dự</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đoán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mô</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hình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gom</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cụm</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mô</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hình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phân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tích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phần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tử</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biên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mô</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hình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phân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tích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tiến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hóa</a:t>
            </a:r>
            <a:r>
              <a:rPr lang="en-US" altLang="en-US" sz="2400" dirty="0">
                <a:solidFill>
                  <a:srgbClr val="002060"/>
                </a:solidFill>
                <a:cs typeface="Arial" pitchFamily="34" charset="0"/>
              </a:rPr>
              <a:t>.</a:t>
            </a:r>
          </a:p>
          <a:p>
            <a:pPr marL="912657" lvl="2" indent="-457200" algn="just">
              <a:spcBef>
                <a:spcPct val="30000"/>
              </a:spcBef>
              <a:buClr>
                <a:srgbClr val="FF0066"/>
              </a:buClr>
            </a:pPr>
            <a:r>
              <a:rPr lang="en-US" altLang="en-US" sz="2400" dirty="0" err="1">
                <a:solidFill>
                  <a:srgbClr val="002060"/>
                </a:solidFill>
                <a:cs typeface="Arial" pitchFamily="34" charset="0"/>
              </a:rPr>
              <a:t>Tương</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ứng</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với</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tác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vụ</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khai</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phá</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dữ</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liệu</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cụ</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thể</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sẽ</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được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thực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thi</a:t>
            </a:r>
            <a:r>
              <a:rPr lang="en-US" altLang="en-US" sz="2400" dirty="0">
                <a:solidFill>
                  <a:srgbClr val="002060"/>
                </a:solidFill>
                <a:cs typeface="Arial" pitchFamily="34" charset="0"/>
              </a:rPr>
              <a:t>.</a:t>
            </a:r>
          </a:p>
          <a:p>
            <a:pPr marL="912657" lvl="2" indent="-457200" algn="just">
              <a:spcBef>
                <a:spcPct val="30000"/>
              </a:spcBef>
              <a:buClr>
                <a:srgbClr val="FF0066"/>
              </a:buClr>
            </a:pPr>
            <a:endParaRPr lang="en-US" altLang="en-US" sz="2300" dirty="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2149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31</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4. Các yếu tố cơ bản trong khai phá dữ liệu</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347788"/>
            <a:ext cx="9358312" cy="3521372"/>
          </a:xfrm>
        </p:spPr>
        <p:txBody>
          <a:bodyPr>
            <a:noAutofit/>
          </a:bodyPr>
          <a:lstStyle/>
          <a:p>
            <a:pPr marL="457200" lvl="1" indent="-457200" algn="just">
              <a:spcBef>
                <a:spcPct val="30000"/>
              </a:spcBef>
              <a:buClr>
                <a:srgbClr val="FF0066"/>
              </a:buClr>
              <a:buFont typeface="Wingdings" panose="05000000000000000000" pitchFamily="2" charset="2"/>
              <a:buChar char="v"/>
            </a:pPr>
            <a:r>
              <a:rPr lang="en-US" altLang="en-US" sz="2800" dirty="0">
                <a:solidFill>
                  <a:srgbClr val="002060"/>
                </a:solidFill>
                <a:cs typeface="Arial" pitchFamily="34" charset="0"/>
              </a:rPr>
              <a:t>Tri </a:t>
            </a:r>
            <a:r>
              <a:rPr lang="en-US" altLang="en-US" sz="2800" dirty="0" err="1">
                <a:solidFill>
                  <a:srgbClr val="002060"/>
                </a:solidFill>
                <a:cs typeface="Arial" pitchFamily="34" charset="0"/>
              </a:rPr>
              <a:t>thức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nền</a:t>
            </a:r>
            <a:r>
              <a:rPr lang="en-US" altLang="en-US" sz="2800" dirty="0">
                <a:solidFill>
                  <a:srgbClr val="002060"/>
                </a:solidFill>
                <a:cs typeface="Arial" pitchFamily="34" charset="0"/>
              </a:rPr>
              <a:t> (background knowledge)</a:t>
            </a:r>
          </a:p>
          <a:p>
            <a:pPr marL="912657" lvl="2" indent="-457200" algn="just">
              <a:spcBef>
                <a:spcPct val="30000"/>
              </a:spcBef>
              <a:buClr>
                <a:srgbClr val="FF0066"/>
              </a:buClr>
              <a:buFont typeface="Arial" panose="020B0604020202020204" pitchFamily="34" charset="0"/>
              <a:buChar char="•"/>
            </a:pPr>
            <a:r>
              <a:rPr lang="en-US" altLang="en-US" sz="2400" dirty="0" err="1">
                <a:solidFill>
                  <a:srgbClr val="002060"/>
                </a:solidFill>
                <a:cs typeface="Arial" pitchFamily="34" charset="0"/>
              </a:rPr>
              <a:t>Tương</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ứng</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với</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lĩnh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vực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cụ</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thể</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sẽ</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được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khai</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phá</a:t>
            </a:r>
            <a:r>
              <a:rPr lang="en-US" altLang="en-US" sz="2400" dirty="0">
                <a:solidFill>
                  <a:srgbClr val="002060"/>
                </a:solidFill>
                <a:cs typeface="Arial" pitchFamily="34" charset="0"/>
              </a:rPr>
              <a:t>.</a:t>
            </a:r>
          </a:p>
          <a:p>
            <a:pPr marL="912657" lvl="2" indent="-457200" algn="just">
              <a:spcBef>
                <a:spcPct val="30000"/>
              </a:spcBef>
              <a:buClr>
                <a:srgbClr val="FF0066"/>
              </a:buClr>
              <a:buFont typeface="Arial" panose="020B0604020202020204" pitchFamily="34" charset="0"/>
              <a:buChar char="•"/>
            </a:pPr>
            <a:r>
              <a:rPr lang="en-US" altLang="en-US" sz="2400" dirty="0" err="1">
                <a:solidFill>
                  <a:srgbClr val="002060"/>
                </a:solidFill>
                <a:cs typeface="Arial" pitchFamily="34" charset="0"/>
              </a:rPr>
              <a:t>Hỗ</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trợ</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khai</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phá</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dữ</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liệu</a:t>
            </a:r>
            <a:r>
              <a:rPr lang="en-US" altLang="en-US" sz="2400" dirty="0">
                <a:solidFill>
                  <a:srgbClr val="002060"/>
                </a:solidFill>
                <a:cs typeface="Arial" pitchFamily="34" charset="0"/>
              </a:rPr>
              <a:t> ở </a:t>
            </a:r>
            <a:r>
              <a:rPr lang="en-US" altLang="en-US" sz="2400" dirty="0" err="1">
                <a:solidFill>
                  <a:srgbClr val="002060"/>
                </a:solidFill>
                <a:cs typeface="Arial" pitchFamily="34" charset="0"/>
              </a:rPr>
              <a:t>nhiều</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mức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trừu</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tượng</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khác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nhau</a:t>
            </a:r>
            <a:endParaRPr lang="en-US" altLang="en-US" sz="2400" dirty="0">
              <a:solidFill>
                <a:srgbClr val="002060"/>
              </a:solidFill>
              <a:cs typeface="Arial" pitchFamily="34" charset="0"/>
            </a:endParaRPr>
          </a:p>
          <a:p>
            <a:pPr marL="457200" lvl="1" indent="-457200">
              <a:spcBef>
                <a:spcPct val="50000"/>
              </a:spcBef>
              <a:buClr>
                <a:srgbClr val="FF0066"/>
              </a:buClr>
              <a:buFont typeface="Wingdings" panose="05000000000000000000" pitchFamily="2" charset="2"/>
              <a:buChar char="v"/>
            </a:pPr>
            <a:r>
              <a:rPr lang="en-US" altLang="en-US" sz="2800" dirty="0" err="1">
                <a:solidFill>
                  <a:srgbClr val="002060"/>
                </a:solidFill>
                <a:cs typeface="Arial" pitchFamily="34" charset="0"/>
              </a:rPr>
              <a:t>Đánh</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giá</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các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mẫu</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được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tìm</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thấy</a:t>
            </a:r>
            <a:r>
              <a:rPr lang="en-US" altLang="en-US" sz="2800" dirty="0">
                <a:solidFill>
                  <a:srgbClr val="002060"/>
                </a:solidFill>
                <a:cs typeface="Arial" pitchFamily="34" charset="0"/>
              </a:rPr>
              <a:t>.</a:t>
            </a:r>
          </a:p>
          <a:p>
            <a:pPr marL="457200" lvl="1" indent="-457200">
              <a:spcBef>
                <a:spcPct val="50000"/>
              </a:spcBef>
              <a:buClr>
                <a:srgbClr val="FF0066"/>
              </a:buClr>
              <a:buFont typeface="Wingdings" panose="05000000000000000000" pitchFamily="2" charset="2"/>
              <a:buChar char="v"/>
            </a:pPr>
            <a:r>
              <a:rPr lang="en-US" altLang="en-US" sz="2800" dirty="0">
                <a:solidFill>
                  <a:srgbClr val="002060"/>
                </a:solidFill>
                <a:cs typeface="Arial" pitchFamily="34" charset="0"/>
              </a:rPr>
              <a:t>Bao </a:t>
            </a:r>
            <a:r>
              <a:rPr lang="en-US" altLang="en-US" sz="2800" dirty="0" err="1">
                <a:solidFill>
                  <a:srgbClr val="002060"/>
                </a:solidFill>
                <a:cs typeface="Arial" pitchFamily="34" charset="0"/>
              </a:rPr>
              <a:t>gồm</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các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phân</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cấp</a:t>
            </a:r>
            <a:r>
              <a:rPr lang="en-US" altLang="en-US" sz="2800" dirty="0">
                <a:solidFill>
                  <a:srgbClr val="002060"/>
                </a:solidFill>
                <a:cs typeface="Arial" pitchFamily="34" charset="0"/>
              </a:rPr>
              <a:t> ý </a:t>
            </a:r>
            <a:r>
              <a:rPr lang="en-US" altLang="en-US" sz="2800" dirty="0" err="1">
                <a:solidFill>
                  <a:srgbClr val="002060"/>
                </a:solidFill>
                <a:cs typeface="Arial" pitchFamily="34" charset="0"/>
              </a:rPr>
              <a:t>niệm</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niềm</a:t>
            </a:r>
            <a:r>
              <a:rPr lang="en-US" altLang="en-US" sz="2800" dirty="0">
                <a:solidFill>
                  <a:srgbClr val="002060"/>
                </a:solidFill>
                <a:cs typeface="Arial" pitchFamily="34" charset="0"/>
              </a:rPr>
              <a:t> tin </a:t>
            </a:r>
            <a:r>
              <a:rPr lang="en-US" altLang="en-US" sz="2800" dirty="0" err="1">
                <a:solidFill>
                  <a:srgbClr val="002060"/>
                </a:solidFill>
                <a:cs typeface="Arial" pitchFamily="34" charset="0"/>
              </a:rPr>
              <a:t>của</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người</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sử</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dụng</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về</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các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mối</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quan</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hệ</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của</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dữ</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liệu</a:t>
            </a:r>
            <a:r>
              <a:rPr lang="en-US" altLang="en-US" sz="2800" dirty="0">
                <a:solidFill>
                  <a:srgbClr val="002060"/>
                </a:solidFill>
                <a:cs typeface="Arial" pitchFamily="34" charset="0"/>
              </a:rPr>
              <a:t>.</a:t>
            </a:r>
          </a:p>
          <a:p>
            <a:pPr marL="912657" lvl="2" indent="-457200" algn="just">
              <a:spcBef>
                <a:spcPct val="30000"/>
              </a:spcBef>
              <a:buClr>
                <a:srgbClr val="FF0066"/>
              </a:buClr>
              <a:buFont typeface="Wingdings" panose="05000000000000000000" pitchFamily="2" charset="2"/>
              <a:buChar char="v"/>
            </a:pPr>
            <a:endParaRPr lang="en-US" sz="2800" dirty="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199152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32</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4. Các yếu tố cơ bản trong khai phá dữ liệu</a:t>
            </a:r>
            <a:endParaRPr lang="vi-VN" sz="2800" baseline="30000">
              <a:solidFill>
                <a:schemeClr val="accent6">
                  <a:lumMod val="75000"/>
                </a:schemeClr>
              </a:solidFill>
              <a:latin typeface="Arial" pitchFamily="34" charset="0"/>
              <a:cs typeface="Arial" pitchFamily="34" charset="0"/>
            </a:endParaRPr>
          </a:p>
        </p:txBody>
      </p:sp>
      <p:sp>
        <p:nvSpPr>
          <p:cNvPr id="9" name="Content Placeholder 8"/>
          <p:cNvSpPr>
            <a:spLocks noGrp="1"/>
          </p:cNvSpPr>
          <p:nvPr>
            <p:ph idx="4294967295"/>
          </p:nvPr>
        </p:nvSpPr>
        <p:spPr>
          <a:xfrm>
            <a:off x="928688" y="1347788"/>
            <a:ext cx="8823324" cy="3377356"/>
          </a:xfrm>
        </p:spPr>
        <p:txBody>
          <a:bodyPr>
            <a:noAutofit/>
          </a:bodyPr>
          <a:lstStyle/>
          <a:p>
            <a:pPr marL="457200" lvl="1" indent="-457200" algn="just">
              <a:spcBef>
                <a:spcPct val="30000"/>
              </a:spcBef>
              <a:buClr>
                <a:srgbClr val="FF0066"/>
              </a:buClr>
              <a:buFont typeface="Wingdings 2" pitchFamily="18" charset="2"/>
              <a:buChar char="®"/>
            </a:pPr>
            <a:r>
              <a:rPr lang="en-US" altLang="en-US" sz="2800" dirty="0" err="1">
                <a:solidFill>
                  <a:srgbClr val="002060"/>
                </a:solidFill>
                <a:cs typeface="Arial" pitchFamily="34" charset="0"/>
              </a:rPr>
              <a:t>Các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kỹ</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thuật</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biểu</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diễn</a:t>
            </a:r>
            <a:r>
              <a:rPr lang="en-US" altLang="en-US" sz="2800" dirty="0">
                <a:solidFill>
                  <a:srgbClr val="002060"/>
                </a:solidFill>
                <a:cs typeface="Arial" pitchFamily="34" charset="0"/>
              </a:rPr>
              <a:t> tri </a:t>
            </a:r>
            <a:r>
              <a:rPr lang="en-US" altLang="en-US" sz="2800" dirty="0" err="1">
                <a:solidFill>
                  <a:srgbClr val="002060"/>
                </a:solidFill>
                <a:cs typeface="Arial" pitchFamily="34" charset="0"/>
              </a:rPr>
              <a:t>thức</a:t>
            </a:r>
            <a:r>
              <a:rPr lang="en-US" altLang="en-US" sz="2800" dirty="0">
                <a:solidFill>
                  <a:srgbClr val="002060"/>
                </a:solidFill>
                <a:cs typeface="Arial" pitchFamily="34" charset="0"/>
              </a:rPr>
              <a:t>/</a:t>
            </a:r>
            <a:r>
              <a:rPr lang="en-US" altLang="en-US" sz="2800" dirty="0" err="1">
                <a:solidFill>
                  <a:srgbClr val="002060"/>
                </a:solidFill>
                <a:cs typeface="Arial" pitchFamily="34" charset="0"/>
              </a:rPr>
              <a:t>trực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quan</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hóa</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mẫu</a:t>
            </a:r>
            <a:r>
              <a:rPr lang="en-US" altLang="en-US" sz="2800" dirty="0">
                <a:solidFill>
                  <a:srgbClr val="002060"/>
                </a:solidFill>
                <a:cs typeface="Arial" pitchFamily="34" charset="0"/>
              </a:rPr>
              <a:t> (pattern visualization and knowledge presentation)</a:t>
            </a:r>
          </a:p>
          <a:p>
            <a:pPr marL="912657" lvl="2" indent="-457200" algn="just">
              <a:spcBef>
                <a:spcPct val="30000"/>
              </a:spcBef>
              <a:buClr>
                <a:srgbClr val="FF0066"/>
              </a:buClr>
              <a:buFont typeface="Arial" panose="020B0604020202020204" pitchFamily="34" charset="0"/>
              <a:buChar char="•"/>
            </a:pPr>
            <a:r>
              <a:rPr lang="en-US" altLang="en-US" sz="2400" dirty="0" err="1">
                <a:solidFill>
                  <a:srgbClr val="002060"/>
                </a:solidFill>
                <a:cs typeface="Arial" pitchFamily="34" charset="0"/>
              </a:rPr>
              <a:t>Xác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định</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dạng</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các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mẫu</a:t>
            </a:r>
            <a:r>
              <a:rPr lang="en-US" altLang="en-US" sz="2400" dirty="0">
                <a:solidFill>
                  <a:srgbClr val="002060"/>
                </a:solidFill>
                <a:cs typeface="Arial" pitchFamily="34" charset="0"/>
              </a:rPr>
              <a:t>/tri </a:t>
            </a:r>
            <a:r>
              <a:rPr lang="en-US" altLang="en-US" sz="2400" dirty="0" err="1">
                <a:solidFill>
                  <a:srgbClr val="002060"/>
                </a:solidFill>
                <a:cs typeface="Arial" pitchFamily="34" charset="0"/>
              </a:rPr>
              <a:t>thức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được</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tìm</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thấy</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để</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thể</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hiện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đến</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người</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sử</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dụng</a:t>
            </a:r>
            <a:r>
              <a:rPr lang="en-US" altLang="en-US" sz="2400" dirty="0">
                <a:solidFill>
                  <a:srgbClr val="002060"/>
                </a:solidFill>
                <a:cs typeface="Arial" pitchFamily="34" charset="0"/>
              </a:rPr>
              <a:t>.</a:t>
            </a:r>
          </a:p>
          <a:p>
            <a:pPr marL="912657" lvl="2" indent="-457200" algn="just">
              <a:spcBef>
                <a:spcPct val="30000"/>
              </a:spcBef>
              <a:buClr>
                <a:srgbClr val="FF0066"/>
              </a:buClr>
              <a:buFont typeface="Arial" panose="020B0604020202020204" pitchFamily="34" charset="0"/>
              <a:buChar char="•"/>
            </a:pPr>
            <a:r>
              <a:rPr lang="en-US" altLang="en-US" sz="2400" dirty="0">
                <a:solidFill>
                  <a:srgbClr val="002060"/>
                </a:solidFill>
                <a:cs typeface="Arial" pitchFamily="34" charset="0"/>
              </a:rPr>
              <a:t>Bao </a:t>
            </a:r>
            <a:r>
              <a:rPr lang="en-US" altLang="en-US" sz="2400" dirty="0" err="1">
                <a:solidFill>
                  <a:srgbClr val="002060"/>
                </a:solidFill>
                <a:cs typeface="Arial" pitchFamily="34" charset="0"/>
              </a:rPr>
              <a:t>gồm</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luật</a:t>
            </a:r>
            <a:r>
              <a:rPr lang="en-US" altLang="en-US" sz="2400" dirty="0">
                <a:solidFill>
                  <a:srgbClr val="002060"/>
                </a:solidFill>
                <a:cs typeface="Arial" pitchFamily="34" charset="0"/>
              </a:rPr>
              <a:t> (rules), </a:t>
            </a:r>
            <a:r>
              <a:rPr lang="en-US" altLang="en-US" sz="2400" dirty="0" err="1">
                <a:solidFill>
                  <a:srgbClr val="002060"/>
                </a:solidFill>
                <a:cs typeface="Arial" pitchFamily="34" charset="0"/>
              </a:rPr>
              <a:t>bảng</a:t>
            </a:r>
            <a:r>
              <a:rPr lang="en-US" altLang="en-US" sz="2400" dirty="0">
                <a:solidFill>
                  <a:srgbClr val="002060"/>
                </a:solidFill>
                <a:cs typeface="Arial" pitchFamily="34" charset="0"/>
              </a:rPr>
              <a:t> (tables), </a:t>
            </a:r>
            <a:r>
              <a:rPr lang="en-US" altLang="en-US" sz="2400" dirty="0" err="1">
                <a:solidFill>
                  <a:srgbClr val="002060"/>
                </a:solidFill>
                <a:cs typeface="Arial" pitchFamily="34" charset="0"/>
              </a:rPr>
              <a:t>báo</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cáo</a:t>
            </a:r>
            <a:r>
              <a:rPr lang="en-US" altLang="en-US" sz="2400" dirty="0">
                <a:solidFill>
                  <a:srgbClr val="002060"/>
                </a:solidFill>
                <a:cs typeface="Arial" pitchFamily="34" charset="0"/>
              </a:rPr>
              <a:t> (reports), </a:t>
            </a:r>
            <a:r>
              <a:rPr lang="en-US" altLang="en-US" sz="2400" dirty="0" err="1">
                <a:solidFill>
                  <a:srgbClr val="002060"/>
                </a:solidFill>
                <a:cs typeface="Arial" pitchFamily="34" charset="0"/>
              </a:rPr>
              <a:t>biểu</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đồ</a:t>
            </a:r>
            <a:r>
              <a:rPr lang="en-US" altLang="en-US" sz="2400" dirty="0">
                <a:solidFill>
                  <a:srgbClr val="002060"/>
                </a:solidFill>
                <a:cs typeface="Arial" pitchFamily="34" charset="0"/>
              </a:rPr>
              <a:t> (charts), </a:t>
            </a:r>
            <a:r>
              <a:rPr lang="en-US" altLang="en-US" sz="2400" dirty="0" err="1">
                <a:solidFill>
                  <a:srgbClr val="002060"/>
                </a:solidFill>
                <a:cs typeface="Arial" pitchFamily="34" charset="0"/>
              </a:rPr>
              <a:t>đồ</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thị</a:t>
            </a:r>
            <a:r>
              <a:rPr lang="en-US" altLang="en-US" sz="2400" dirty="0">
                <a:solidFill>
                  <a:srgbClr val="002060"/>
                </a:solidFill>
                <a:cs typeface="Arial" pitchFamily="34" charset="0"/>
              </a:rPr>
              <a:t> (graphs), </a:t>
            </a:r>
            <a:r>
              <a:rPr lang="en-US" altLang="en-US" sz="2400" dirty="0" err="1">
                <a:solidFill>
                  <a:srgbClr val="002060"/>
                </a:solidFill>
                <a:cs typeface="Arial" pitchFamily="34" charset="0"/>
              </a:rPr>
              <a:t>cây</a:t>
            </a:r>
            <a:r>
              <a:rPr lang="en-US" altLang="en-US" sz="2400" dirty="0">
                <a:solidFill>
                  <a:srgbClr val="002060"/>
                </a:solidFill>
                <a:cs typeface="Arial" pitchFamily="34" charset="0"/>
              </a:rPr>
              <a:t> (trees), </a:t>
            </a:r>
            <a:r>
              <a:rPr lang="en-US" altLang="en-US" sz="2400" dirty="0" err="1">
                <a:solidFill>
                  <a:srgbClr val="002060"/>
                </a:solidFill>
                <a:cs typeface="Arial" pitchFamily="34" charset="0"/>
              </a:rPr>
              <a:t>và</a:t>
            </a:r>
            <a:r>
              <a:rPr lang="en-US" altLang="en-US" sz="2400" dirty="0">
                <a:solidFill>
                  <a:srgbClr val="002060"/>
                </a:solidFill>
                <a:cs typeface="Arial" pitchFamily="34" charset="0"/>
              </a:rPr>
              <a:t> </a:t>
            </a:r>
            <a:r>
              <a:rPr lang="en-US" altLang="en-US" sz="2400" dirty="0" err="1">
                <a:solidFill>
                  <a:srgbClr val="002060"/>
                </a:solidFill>
                <a:cs typeface="Arial" pitchFamily="34" charset="0"/>
              </a:rPr>
              <a:t>khối</a:t>
            </a:r>
            <a:r>
              <a:rPr lang="en-US" altLang="en-US" sz="2400" dirty="0">
                <a:solidFill>
                  <a:srgbClr val="002060"/>
                </a:solidFill>
                <a:cs typeface="Arial" pitchFamily="34" charset="0"/>
              </a:rPr>
              <a:t> (cubes).</a:t>
            </a:r>
          </a:p>
          <a:p>
            <a:pPr marL="912657" lvl="2" indent="-457200" algn="just">
              <a:spcBef>
                <a:spcPct val="30000"/>
              </a:spcBef>
              <a:buClr>
                <a:srgbClr val="FF0066"/>
              </a:buClr>
            </a:pPr>
            <a:endParaRPr lang="en-US" sz="2800" dirty="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7743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33</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5. Ứng dụng khai phá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3060" y="1686818"/>
            <a:ext cx="7992888" cy="437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38359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34</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5. Ứng dụng khai phá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AutoShape 3"/>
          <p:cNvSpPr>
            <a:spLocks noChangeArrowheads="1"/>
          </p:cNvSpPr>
          <p:nvPr/>
        </p:nvSpPr>
        <p:spPr bwMode="auto">
          <a:xfrm>
            <a:off x="457200" y="1086853"/>
            <a:ext cx="73152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Ứng dụng: Gợi ý và quảng cáo trực tuyến</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772816"/>
            <a:ext cx="8382000" cy="4794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983705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35</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5. Ứng dụng khai phá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9" name="AutoShape 3"/>
          <p:cNvSpPr>
            <a:spLocks noChangeArrowheads="1"/>
          </p:cNvSpPr>
          <p:nvPr/>
        </p:nvSpPr>
        <p:spPr bwMode="auto">
          <a:xfrm>
            <a:off x="457200" y="1066800"/>
            <a:ext cx="46482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Phân tích xu hướng thông tin</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676400"/>
            <a:ext cx="8534400" cy="468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97688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36</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5. Ứng dụng khai phá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8" name="AutoShape 3"/>
          <p:cNvSpPr>
            <a:spLocks noChangeArrowheads="1"/>
          </p:cNvSpPr>
          <p:nvPr/>
        </p:nvSpPr>
        <p:spPr bwMode="auto">
          <a:xfrm>
            <a:off x="457536" y="1066800"/>
            <a:ext cx="5562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Phân tích và nhận biết nội dung ảnh</a:t>
            </a: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524000"/>
            <a:ext cx="8348663" cy="443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17712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37</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5. Ứng dụng khai phá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9" name="AutoShape 3"/>
          <p:cNvSpPr>
            <a:spLocks noChangeArrowheads="1"/>
          </p:cNvSpPr>
          <p:nvPr/>
        </p:nvSpPr>
        <p:spPr bwMode="auto">
          <a:xfrm>
            <a:off x="457200" y="1066800"/>
            <a:ext cx="5562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Khai phá và phân tích quan điểm</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 y="1700808"/>
            <a:ext cx="8715375" cy="4623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447490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38</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5. Ứng dụng khai phá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8" name="AutoShape 3"/>
          <p:cNvSpPr>
            <a:spLocks noChangeArrowheads="1"/>
          </p:cNvSpPr>
          <p:nvPr/>
        </p:nvSpPr>
        <p:spPr bwMode="auto">
          <a:xfrm>
            <a:off x="388938" y="1066800"/>
            <a:ext cx="5562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Phân tích đánh giá người dùng</a:t>
            </a: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020" y="1524000"/>
            <a:ext cx="6983412" cy="3929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42743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39</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5. Ứng dụng khai phá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9" name="AutoShape 3"/>
          <p:cNvSpPr>
            <a:spLocks noChangeArrowheads="1"/>
          </p:cNvSpPr>
          <p:nvPr/>
        </p:nvSpPr>
        <p:spPr bwMode="auto">
          <a:xfrm>
            <a:off x="457200" y="1066800"/>
            <a:ext cx="5562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Quản lý và cảnh báo danh tiếng</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996" y="1524000"/>
            <a:ext cx="7723212" cy="4368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09301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40</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5. Ứng dụng khai phá dữ liệu</a:t>
            </a:r>
            <a:endParaRPr lang="vi-VN" sz="2800" baseline="30000">
              <a:solidFill>
                <a:schemeClr val="accent6">
                  <a:lumMod val="75000"/>
                </a:schemeClr>
              </a:solidFill>
              <a:latin typeface="Arial" pitchFamily="34" charset="0"/>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8" name="AutoShape 3"/>
          <p:cNvSpPr>
            <a:spLocks noChangeArrowheads="1"/>
          </p:cNvSpPr>
          <p:nvPr/>
        </p:nvSpPr>
        <p:spPr bwMode="auto">
          <a:xfrm>
            <a:off x="466586" y="1134979"/>
            <a:ext cx="5562600" cy="457200"/>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sz="2400" b="1">
                <a:solidFill>
                  <a:srgbClr val="D3E026"/>
                </a:solidFill>
                <a:effectLst>
                  <a:outerShdw blurRad="38100" dist="38100" dir="2700000" algn="tl">
                    <a:srgbClr val="000000"/>
                  </a:outerShdw>
                </a:effectLst>
              </a:rPr>
              <a:t>Phân tích và dự báo thủy văn</a:t>
            </a: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586" y="1592178"/>
            <a:ext cx="8349322" cy="4509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07453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41</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6. Quy trình và các kỹ thuật khai phá dữ liệu</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8651081" cy="3953420"/>
          </a:xfrm>
        </p:spPr>
        <p:txBody>
          <a:bodyPr>
            <a:normAutofit lnSpcReduction="10000"/>
          </a:bodyPr>
          <a:lstStyle/>
          <a:p>
            <a:pPr algn="just">
              <a:spcAft>
                <a:spcPts val="683"/>
              </a:spcAft>
              <a:buClr>
                <a:srgbClr val="FF0066"/>
              </a:buClr>
              <a:buFont typeface="Wingdings 2" pitchFamily="18" charset="2"/>
              <a:buChar char="®"/>
            </a:pPr>
            <a:r>
              <a:rPr lang="en-US" altLang="en-US" sz="2800">
                <a:solidFill>
                  <a:schemeClr val="accent2">
                    <a:lumMod val="50000"/>
                  </a:schemeClr>
                </a:solidFill>
                <a:cs typeface="Arial" pitchFamily="34" charset="0"/>
              </a:rPr>
              <a:t>Quy trình khai phá dữ liệu là một chuỗi lặp (iterative) (và tương tác(interactive)) gồm các bước (giai đoạn) bắt đầu với dữ liệu thô (raw data) và kết thúc với tri thức (knowledge of interest) đáp ứng được sự quan tâm của người sử dụng.</a:t>
            </a:r>
          </a:p>
          <a:p>
            <a:pPr marL="969807" lvl="2" indent="-514350" algn="just">
              <a:spcAft>
                <a:spcPts val="683"/>
              </a:spcAft>
              <a:buClr>
                <a:srgbClr val="FF0066"/>
              </a:buClr>
              <a:buFont typeface="Arial" panose="020B0604020202020204" pitchFamily="34" charset="0"/>
              <a:buChar char="•"/>
            </a:pPr>
            <a:r>
              <a:rPr lang="en-US" altLang="en-US" sz="2400">
                <a:solidFill>
                  <a:schemeClr val="accent2">
                    <a:lumMod val="50000"/>
                  </a:schemeClr>
                </a:solidFill>
                <a:cs typeface="Arial" pitchFamily="34" charset="0"/>
              </a:rPr>
              <a:t>Cross Industry Standard Process for Data Mining (CRISP-DM at www.crisp-dm.org)</a:t>
            </a:r>
          </a:p>
          <a:p>
            <a:pPr marL="969807" lvl="2" indent="-514350" algn="just">
              <a:spcAft>
                <a:spcPts val="683"/>
              </a:spcAft>
              <a:buClr>
                <a:srgbClr val="FF0066"/>
              </a:buClr>
              <a:buFont typeface="Arial" panose="020B0604020202020204" pitchFamily="34" charset="0"/>
              <a:buChar char="•"/>
            </a:pPr>
            <a:r>
              <a:rPr lang="en-US" altLang="en-US" sz="2400">
                <a:solidFill>
                  <a:schemeClr val="accent2">
                    <a:lumMod val="50000"/>
                  </a:schemeClr>
                </a:solidFill>
                <a:cs typeface="Arial" pitchFamily="34" charset="0"/>
              </a:rPr>
              <a:t>SEMMA (Sample, Explore, Modify, Model, Assess) at the SAS </a:t>
            </a:r>
            <a:r>
              <a:rPr lang="en-US" altLang="en-US" sz="2300">
                <a:solidFill>
                  <a:schemeClr val="accent2">
                    <a:lumMod val="50000"/>
                  </a:schemeClr>
                </a:solidFill>
                <a:cs typeface="Arial" pitchFamily="34" charset="0"/>
              </a:rPr>
              <a:t>Institute</a:t>
            </a: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3618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42</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6. Quy trình và các kỹ thuật khai phá dữ liệu</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8651081" cy="2945308"/>
          </a:xfrm>
        </p:spPr>
        <p:txBody>
          <a:bodyPr>
            <a:normAutofit fontScale="92500"/>
          </a:bodyPr>
          <a:lstStyle/>
          <a:p>
            <a:pPr algn="just">
              <a:spcAft>
                <a:spcPts val="683"/>
              </a:spcAft>
              <a:buClr>
                <a:srgbClr val="FF0066"/>
              </a:buClr>
              <a:buFont typeface="Wingdings 2" pitchFamily="18" charset="2"/>
              <a:buChar char="®"/>
            </a:pPr>
            <a:r>
              <a:rPr lang="en-US" altLang="en-US" sz="2800">
                <a:solidFill>
                  <a:srgbClr val="002060"/>
                </a:solidFill>
                <a:cs typeface="Arial" pitchFamily="34" charset="0"/>
              </a:rPr>
              <a:t>Sự cần thiết của một quy trình khai phá dữ liệu</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Cách thức tiến hành (hoạch định và quản lý) dự án khai phá dữ liệu có hệ thống.</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Đảm bảo nỗ lực dành cho một dự án khai phá dữ liệu được tối ưu hóa.</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Việc đánh giá và cập nhật các mô hình trong dự án được diễn ra liên tục.</a:t>
            </a: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6917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43</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6. Quy trình và các kỹ thuật khai phá dữ liệu</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8391276" cy="4601492"/>
          </a:xfrm>
        </p:spPr>
        <p:txBody>
          <a:bodyPr>
            <a:normAutofit/>
          </a:bodyPr>
          <a:lstStyle/>
          <a:p>
            <a:pPr algn="just">
              <a:spcAft>
                <a:spcPts val="683"/>
              </a:spcAft>
              <a:buClr>
                <a:srgbClr val="FF0066"/>
              </a:buClr>
              <a:buFont typeface="Wingdings 2" pitchFamily="18" charset="2"/>
              <a:buChar char="®"/>
            </a:pPr>
            <a:r>
              <a:rPr lang="en-US" altLang="en-US" sz="2800">
                <a:solidFill>
                  <a:srgbClr val="002060"/>
                </a:solidFill>
                <a:cs typeface="Arial" pitchFamily="34" charset="0"/>
              </a:rPr>
              <a:t>Quy trình CRISP-DM </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Được khởi xướng từ 09/1996 và được hỗ trợ bởi hơn 200 thành viên.</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Chuẩn mở.</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Hỗ trợ công nghiệp/ứng dụng và công cụ khai phá dữ liệu hiện có.</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Tập trung vào các vấn đề nghiệp vụ cũng như phân tích kỹ thuật.</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Tạo ra một khung thức hướng dẫn qui trình khai phá dữ liệu.</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Có nền tảng kinh nghiệm từ các lĩnh vực ứng dụng.</a:t>
            </a: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276109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44</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6. Quy trình và các kỹ thuật khai phá dữ liệu</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algn="just">
              <a:spcAft>
                <a:spcPts val="683"/>
              </a:spcAft>
              <a:buClr>
                <a:srgbClr val="FF0066"/>
              </a:buClr>
              <a:buFont typeface="Wingdings 2" pitchFamily="18" charset="2"/>
              <a:buChar char="®"/>
            </a:pPr>
            <a:r>
              <a:rPr lang="en-US" altLang="en-US" sz="2800">
                <a:solidFill>
                  <a:schemeClr val="accent2">
                    <a:lumMod val="50000"/>
                  </a:schemeClr>
                </a:solidFill>
                <a:cs typeface="Arial" pitchFamily="34" charset="0"/>
              </a:rPr>
              <a:t>Quy trình CRISP-DM </a:t>
            </a:r>
          </a:p>
          <a:p>
            <a:pPr marL="0" indent="0" algn="just">
              <a:spcAft>
                <a:spcPts val="683"/>
              </a:spcAft>
              <a:buClr>
                <a:srgbClr val="FF0066"/>
              </a:buClr>
              <a:buNone/>
            </a:pPr>
            <a:endParaRPr lang="en-US" altLang="en-US" sz="28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graphicFrame>
        <p:nvGraphicFramePr>
          <p:cNvPr id="6" name="Object 5"/>
          <p:cNvGraphicFramePr>
            <a:graphicFrameLocks noGrp="1" noChangeAspect="1"/>
          </p:cNvGraphicFramePr>
          <p:nvPr>
            <p:extLst>
              <p:ext uri="{D42A27DB-BD31-4B8C-83A1-F6EECF244321}">
                <p14:modId xmlns:p14="http://schemas.microsoft.com/office/powerpoint/2010/main" val="3116252236"/>
              </p:ext>
            </p:extLst>
          </p:nvPr>
        </p:nvGraphicFramePr>
        <p:xfrm>
          <a:off x="1327076" y="1844825"/>
          <a:ext cx="5688632" cy="4304952"/>
        </p:xfrm>
        <a:graphic>
          <a:graphicData uri="http://schemas.openxmlformats.org/presentationml/2006/ole">
            <mc:AlternateContent xmlns:mc="http://schemas.openxmlformats.org/markup-compatibility/2006">
              <mc:Choice xmlns:v="urn:schemas-microsoft-com:vml" Requires="v">
                <p:oleObj spid="_x0000_s4105" name="Bitmap Image" r:id="rId4" imgW="3566469" imgH="3238781" progId="PBrush">
                  <p:embed/>
                </p:oleObj>
              </mc:Choice>
              <mc:Fallback>
                <p:oleObj name="Bitmap Image" r:id="rId4" imgW="3566469" imgH="3238781" progId="PBrush">
                  <p:embed/>
                  <p:pic>
                    <p:nvPicPr>
                      <p:cNvPr id="0"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7076" y="1844825"/>
                        <a:ext cx="5688632" cy="430495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4905261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45</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6. Quy trình và các kỹ thuật khai phá dữ liệu</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8247260" cy="3881412"/>
          </a:xfrm>
        </p:spPr>
        <p:txBody>
          <a:bodyPr>
            <a:normAutofit fontScale="92500" lnSpcReduction="10000"/>
          </a:bodyPr>
          <a:lstStyle/>
          <a:p>
            <a:pPr algn="just">
              <a:spcAft>
                <a:spcPts val="683"/>
              </a:spcAft>
              <a:buClr>
                <a:srgbClr val="FF0066"/>
              </a:buClr>
              <a:buFont typeface="Wingdings 2" pitchFamily="18" charset="2"/>
              <a:buChar char="®"/>
            </a:pPr>
            <a:r>
              <a:rPr lang="en-US" altLang="en-US" sz="2800">
                <a:solidFill>
                  <a:srgbClr val="002060"/>
                </a:solidFill>
                <a:cs typeface="Arial" pitchFamily="34" charset="0"/>
              </a:rPr>
              <a:t>Quy trình CRISP-DM là một quy trình lặp, có khả năng quay lui (backtracking) gồm 6 giai đoạn:</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Tìm hiểu nghiệp vụ (Business understanding)</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Tìm hiểu dữ liệu (Data understanding)</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Chuẩn bị dữ liệu (Data preparation)</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Mô hình hoá (Modeling)</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Đánh giá (Evaluation)</a:t>
            </a:r>
          </a:p>
          <a:p>
            <a:pPr lvl="1" algn="just">
              <a:spcAft>
                <a:spcPts val="683"/>
              </a:spcAft>
              <a:buClr>
                <a:srgbClr val="FF0066"/>
              </a:buClr>
              <a:buFont typeface="Arial" pitchFamily="34" charset="0"/>
              <a:buChar char="•"/>
            </a:pPr>
            <a:r>
              <a:rPr lang="en-US" altLang="en-US" sz="2400">
                <a:solidFill>
                  <a:srgbClr val="002060"/>
                </a:solidFill>
                <a:cs typeface="Arial" pitchFamily="34" charset="0"/>
              </a:rPr>
              <a:t>Triển khai (Deployment)</a:t>
            </a:r>
          </a:p>
          <a:p>
            <a:pPr marL="520523" lvl="1" indent="0" algn="just">
              <a:spcAft>
                <a:spcPts val="683"/>
              </a:spcAft>
              <a:buClr>
                <a:srgbClr val="FF0066"/>
              </a:buClr>
              <a:buNone/>
            </a:pPr>
            <a:endParaRPr lang="en-US" altLang="en-US" sz="240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520908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46</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6. Quy trình và các kỹ thuật khai phá dữ liệu</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algn="just">
              <a:spcAft>
                <a:spcPts val="683"/>
              </a:spcAft>
              <a:buClr>
                <a:srgbClr val="FF0066"/>
              </a:buClr>
              <a:buFont typeface="Wingdings 2" pitchFamily="18" charset="2"/>
              <a:buChar char="®"/>
            </a:pPr>
            <a:r>
              <a:rPr lang="en-US" altLang="en-US" sz="2800">
                <a:solidFill>
                  <a:schemeClr val="accent2">
                    <a:lumMod val="50000"/>
                  </a:schemeClr>
                </a:solidFill>
                <a:cs typeface="Arial" pitchFamily="34" charset="0"/>
              </a:rPr>
              <a:t>Các kỹ thuật khai phá</a:t>
            </a:r>
          </a:p>
          <a:p>
            <a:pPr marL="520523" lvl="1" indent="0" algn="just">
              <a:spcAft>
                <a:spcPts val="683"/>
              </a:spcAft>
              <a:buClr>
                <a:srgbClr val="FF0066"/>
              </a:buClr>
              <a:buNone/>
            </a:pPr>
            <a:endParaRPr lang="en-US" altLang="en-US" sz="24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012" y="1772815"/>
            <a:ext cx="9442570" cy="4311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38254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47</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6. Quy trình và các kỹ thuật khai phá dữ liệu</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9358312" cy="161925"/>
          </a:xfrm>
        </p:spPr>
        <p:txBody>
          <a:bodyPr>
            <a:normAutofit fontScale="25000" lnSpcReduction="20000"/>
          </a:bodyPr>
          <a:lstStyle/>
          <a:p>
            <a:pPr algn="just">
              <a:spcAft>
                <a:spcPts val="683"/>
              </a:spcAft>
              <a:buClr>
                <a:srgbClr val="FF0066"/>
              </a:buClr>
              <a:buFont typeface="Wingdings 2" pitchFamily="18" charset="2"/>
              <a:buChar char="®"/>
            </a:pPr>
            <a:r>
              <a:rPr lang="en-US" altLang="en-US" sz="2800">
                <a:solidFill>
                  <a:schemeClr val="accent2">
                    <a:lumMod val="50000"/>
                  </a:schemeClr>
                </a:solidFill>
                <a:cs typeface="Arial" pitchFamily="34" charset="0"/>
              </a:rPr>
              <a:t>Các kỹ thuật khai phá</a:t>
            </a:r>
          </a:p>
          <a:p>
            <a:pPr marL="520523" lvl="1" indent="0" algn="just">
              <a:spcAft>
                <a:spcPts val="683"/>
              </a:spcAft>
              <a:buClr>
                <a:srgbClr val="FF0066"/>
              </a:buClr>
              <a:buNone/>
            </a:pPr>
            <a:endParaRPr lang="en-US" altLang="en-US" sz="24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012" y="1529744"/>
            <a:ext cx="8350378" cy="4536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25393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48</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Tóm tắt</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8"/>
            <a:ext cx="8535292" cy="4457476"/>
          </a:xfrm>
        </p:spPr>
        <p:txBody>
          <a:bodyPr>
            <a:normAutofit fontScale="85000" lnSpcReduction="20000"/>
          </a:bodyPr>
          <a:lstStyle/>
          <a:p>
            <a:pPr algn="just">
              <a:spcAft>
                <a:spcPts val="683"/>
              </a:spcAft>
              <a:buClr>
                <a:srgbClr val="FF0066"/>
              </a:buClr>
              <a:buFont typeface="Wingdings 2" pitchFamily="18" charset="2"/>
              <a:buChar char="®"/>
            </a:pPr>
            <a:r>
              <a:rPr lang="en-US" altLang="en-US" sz="3000">
                <a:solidFill>
                  <a:srgbClr val="002060"/>
                </a:solidFill>
                <a:cs typeface="Arial" pitchFamily="34" charset="0"/>
              </a:rPr>
              <a:t>Khai ph</a:t>
            </a:r>
            <a:r>
              <a:rPr lang="th-TH" altLang="en-US" sz="3000">
                <a:solidFill>
                  <a:srgbClr val="002060"/>
                </a:solidFill>
                <a:cs typeface="Arial" pitchFamily="34" charset="0"/>
              </a:rPr>
              <a:t>á</a:t>
            </a:r>
            <a:r>
              <a:rPr lang="en-US" altLang="en-US" sz="3000">
                <a:solidFill>
                  <a:srgbClr val="002060"/>
                </a:solidFill>
                <a:cs typeface="Arial" pitchFamily="34" charset="0"/>
              </a:rPr>
              <a:t> d</a:t>
            </a:r>
            <a:r>
              <a:rPr lang="th-TH" altLang="en-US" sz="3000">
                <a:solidFill>
                  <a:srgbClr val="002060"/>
                </a:solidFill>
                <a:cs typeface="Arial" pitchFamily="34" charset="0"/>
              </a:rPr>
              <a:t>ữ</a:t>
            </a:r>
            <a:r>
              <a:rPr lang="en-US" altLang="en-US" sz="3000">
                <a:solidFill>
                  <a:srgbClr val="002060"/>
                </a:solidFill>
                <a:cs typeface="Arial" pitchFamily="34" charset="0"/>
              </a:rPr>
              <a:t> li</a:t>
            </a:r>
            <a:r>
              <a:rPr lang="th-TH" altLang="en-US" sz="3000">
                <a:solidFill>
                  <a:srgbClr val="002060"/>
                </a:solidFill>
                <a:cs typeface="Arial" pitchFamily="34" charset="0"/>
              </a:rPr>
              <a:t>ệ</a:t>
            </a:r>
            <a:r>
              <a:rPr lang="en-US" altLang="en-US" sz="3000">
                <a:solidFill>
                  <a:srgbClr val="002060"/>
                </a:solidFill>
                <a:cs typeface="Arial" pitchFamily="34" charset="0"/>
              </a:rPr>
              <a:t>u l</a:t>
            </a:r>
            <a:r>
              <a:rPr lang="th-TH" altLang="en-US" sz="3000">
                <a:solidFill>
                  <a:srgbClr val="002060"/>
                </a:solidFill>
                <a:cs typeface="Arial" pitchFamily="34" charset="0"/>
              </a:rPr>
              <a:t>à</a:t>
            </a:r>
            <a:r>
              <a:rPr lang="en-US" altLang="en-US" sz="3000">
                <a:solidFill>
                  <a:srgbClr val="002060"/>
                </a:solidFill>
                <a:cs typeface="Arial" pitchFamily="34" charset="0"/>
              </a:rPr>
              <a:t> qu</a:t>
            </a:r>
            <a:r>
              <a:rPr lang="th-TH" altLang="en-US" sz="3000">
                <a:solidFill>
                  <a:srgbClr val="002060"/>
                </a:solidFill>
                <a:cs typeface="Arial" pitchFamily="34" charset="0"/>
              </a:rPr>
              <a:t>á</a:t>
            </a:r>
            <a:r>
              <a:rPr lang="en-US" altLang="en-US" sz="3000">
                <a:solidFill>
                  <a:srgbClr val="002060"/>
                </a:solidFill>
                <a:cs typeface="Arial" pitchFamily="34" charset="0"/>
              </a:rPr>
              <a:t> tr</a:t>
            </a:r>
            <a:r>
              <a:rPr lang="th-TH" altLang="en-US" sz="3000">
                <a:solidFill>
                  <a:srgbClr val="002060"/>
                </a:solidFill>
                <a:cs typeface="Arial" pitchFamily="34" charset="0"/>
              </a:rPr>
              <a:t>ì</a:t>
            </a:r>
            <a:r>
              <a:rPr lang="en-US" altLang="en-US" sz="3000">
                <a:solidFill>
                  <a:srgbClr val="002060"/>
                </a:solidFill>
                <a:cs typeface="Arial" pitchFamily="34" charset="0"/>
              </a:rPr>
              <a:t>nh kh</a:t>
            </a:r>
            <a:r>
              <a:rPr lang="th-TH" altLang="en-US" sz="3000">
                <a:solidFill>
                  <a:srgbClr val="002060"/>
                </a:solidFill>
                <a:cs typeface="Arial" pitchFamily="34" charset="0"/>
              </a:rPr>
              <a:t>á</a:t>
            </a:r>
            <a:r>
              <a:rPr lang="en-US" altLang="en-US" sz="3000">
                <a:solidFill>
                  <a:srgbClr val="002060"/>
                </a:solidFill>
                <a:cs typeface="Arial" pitchFamily="34" charset="0"/>
              </a:rPr>
              <a:t>m ph</a:t>
            </a:r>
            <a:r>
              <a:rPr lang="th-TH" altLang="en-US" sz="3000">
                <a:solidFill>
                  <a:srgbClr val="002060"/>
                </a:solidFill>
                <a:cs typeface="Arial" pitchFamily="34" charset="0"/>
              </a:rPr>
              <a:t>á</a:t>
            </a:r>
            <a:r>
              <a:rPr lang="en-US" altLang="en-US" sz="3000">
                <a:solidFill>
                  <a:srgbClr val="002060"/>
                </a:solidFill>
                <a:cs typeface="Arial" pitchFamily="34" charset="0"/>
              </a:rPr>
              <a:t> ra c</a:t>
            </a:r>
            <a:r>
              <a:rPr lang="th-TH" altLang="en-US" sz="3000">
                <a:solidFill>
                  <a:srgbClr val="002060"/>
                </a:solidFill>
                <a:cs typeface="Arial" pitchFamily="34" charset="0"/>
              </a:rPr>
              <a:t>á</a:t>
            </a:r>
            <a:r>
              <a:rPr lang="en-US" altLang="en-US" sz="3000">
                <a:solidFill>
                  <a:srgbClr val="002060"/>
                </a:solidFill>
                <a:cs typeface="Arial" pitchFamily="34" charset="0"/>
              </a:rPr>
              <a:t>c mẫu </a:t>
            </a:r>
            <a:r>
              <a:rPr lang="th-TH" altLang="en-US" sz="3000">
                <a:solidFill>
                  <a:srgbClr val="002060"/>
                </a:solidFill>
                <a:cs typeface="Arial" pitchFamily="34" charset="0"/>
              </a:rPr>
              <a:t>đượ</a:t>
            </a:r>
            <a:r>
              <a:rPr lang="en-US" altLang="en-US" sz="3000">
                <a:solidFill>
                  <a:srgbClr val="002060"/>
                </a:solidFill>
                <a:cs typeface="Arial" pitchFamily="34" charset="0"/>
              </a:rPr>
              <a:t>c quan t</a:t>
            </a:r>
            <a:r>
              <a:rPr lang="th-TH" altLang="en-US" sz="3000">
                <a:solidFill>
                  <a:srgbClr val="002060"/>
                </a:solidFill>
                <a:cs typeface="Arial" pitchFamily="34" charset="0"/>
              </a:rPr>
              <a:t>â</a:t>
            </a:r>
            <a:r>
              <a:rPr lang="en-US" altLang="en-US" sz="3000">
                <a:solidFill>
                  <a:srgbClr val="002060"/>
                </a:solidFill>
                <a:cs typeface="Arial" pitchFamily="34" charset="0"/>
              </a:rPr>
              <a:t>m t</a:t>
            </a:r>
            <a:r>
              <a:rPr lang="th-TH" altLang="en-US" sz="3000">
                <a:solidFill>
                  <a:srgbClr val="002060"/>
                </a:solidFill>
                <a:cs typeface="Arial" pitchFamily="34" charset="0"/>
              </a:rPr>
              <a:t>ừ</a:t>
            </a:r>
            <a:r>
              <a:rPr lang="en-US" altLang="en-US" sz="3000">
                <a:solidFill>
                  <a:srgbClr val="002060"/>
                </a:solidFill>
                <a:cs typeface="Arial" pitchFamily="34" charset="0"/>
              </a:rPr>
              <a:t> l</a:t>
            </a:r>
            <a:r>
              <a:rPr lang="th-TH" altLang="en-US" sz="3000">
                <a:solidFill>
                  <a:srgbClr val="002060"/>
                </a:solidFill>
                <a:cs typeface="Arial" pitchFamily="34" charset="0"/>
              </a:rPr>
              <a:t>ượ</a:t>
            </a:r>
            <a:r>
              <a:rPr lang="en-US" altLang="en-US" sz="3000">
                <a:solidFill>
                  <a:srgbClr val="002060"/>
                </a:solidFill>
                <a:cs typeface="Arial" pitchFamily="34" charset="0"/>
              </a:rPr>
              <a:t>ng l</a:t>
            </a:r>
            <a:r>
              <a:rPr lang="th-TH" altLang="en-US" sz="3000">
                <a:solidFill>
                  <a:srgbClr val="002060"/>
                </a:solidFill>
                <a:cs typeface="Arial" pitchFamily="34" charset="0"/>
              </a:rPr>
              <a:t>ớ</a:t>
            </a:r>
            <a:r>
              <a:rPr lang="en-US" altLang="en-US" sz="3000">
                <a:solidFill>
                  <a:srgbClr val="002060"/>
                </a:solidFill>
                <a:cs typeface="Arial" pitchFamily="34" charset="0"/>
              </a:rPr>
              <a:t>n d</a:t>
            </a:r>
            <a:r>
              <a:rPr lang="th-TH" altLang="en-US" sz="3000">
                <a:solidFill>
                  <a:srgbClr val="002060"/>
                </a:solidFill>
                <a:cs typeface="Arial" pitchFamily="34" charset="0"/>
              </a:rPr>
              <a:t>ữ</a:t>
            </a:r>
            <a:r>
              <a:rPr lang="en-US" altLang="en-US" sz="3000">
                <a:solidFill>
                  <a:srgbClr val="002060"/>
                </a:solidFill>
                <a:cs typeface="Arial" pitchFamily="34" charset="0"/>
              </a:rPr>
              <a:t> li</a:t>
            </a:r>
            <a:r>
              <a:rPr lang="th-TH" altLang="en-US" sz="3000">
                <a:solidFill>
                  <a:srgbClr val="002060"/>
                </a:solidFill>
                <a:cs typeface="Arial" pitchFamily="34" charset="0"/>
              </a:rPr>
              <a:t>ệ</a:t>
            </a:r>
            <a:r>
              <a:rPr lang="en-US" altLang="en-US" sz="3000">
                <a:solidFill>
                  <a:srgbClr val="002060"/>
                </a:solidFill>
                <a:cs typeface="Arial" pitchFamily="34" charset="0"/>
              </a:rPr>
              <a:t>u.</a:t>
            </a:r>
          </a:p>
          <a:p>
            <a:pPr lvl="1" algn="just">
              <a:spcBef>
                <a:spcPct val="30000"/>
              </a:spcBef>
              <a:buClr>
                <a:srgbClr val="FF0066"/>
              </a:buClr>
              <a:buFont typeface="Arial" pitchFamily="34" charset="0"/>
              <a:buChar char="•"/>
            </a:pPr>
            <a:r>
              <a:rPr lang="en-US" altLang="en-US" sz="2600" smtClean="0">
                <a:solidFill>
                  <a:srgbClr val="002060"/>
                </a:solidFill>
                <a:cs typeface="Arial" pitchFamily="34" charset="0"/>
              </a:rPr>
              <a:t>Mẫu </a:t>
            </a:r>
            <a:r>
              <a:rPr lang="en-US" altLang="en-US" sz="2600">
                <a:solidFill>
                  <a:srgbClr val="002060"/>
                </a:solidFill>
                <a:cs typeface="Arial" pitchFamily="34" charset="0"/>
              </a:rPr>
              <a:t>kết quả khai phá được là những mẫu thể hiện tri thức nếu chúng dễ hiểu, hợp lệ với một mức độ chắc chắn, hữu dụng, và mới đối với người dùng.</a:t>
            </a:r>
          </a:p>
          <a:p>
            <a:pPr lvl="1" algn="just">
              <a:spcBef>
                <a:spcPct val="30000"/>
              </a:spcBef>
              <a:buClr>
                <a:srgbClr val="FF0066"/>
              </a:buClr>
              <a:buFont typeface="Arial" pitchFamily="34" charset="0"/>
              <a:buChar char="•"/>
            </a:pPr>
            <a:r>
              <a:rPr lang="en-US" altLang="en-US" sz="2600">
                <a:solidFill>
                  <a:srgbClr val="002060"/>
                </a:solidFill>
                <a:cs typeface="Arial" pitchFamily="34" charset="0"/>
              </a:rPr>
              <a:t>Lượng lớn dữ liệu từ các cơ sở dữ liệu truyền thống/hiện đại, kho dữ liệu, hay từ các nguồn thông tin khác (spatial, time series, text, multimedia, web, …).</a:t>
            </a:r>
          </a:p>
          <a:p>
            <a:pPr lvl="1" algn="just">
              <a:spcBef>
                <a:spcPct val="30000"/>
              </a:spcBef>
              <a:buClr>
                <a:srgbClr val="FF0066"/>
              </a:buClr>
              <a:buFont typeface="Arial" pitchFamily="34" charset="0"/>
              <a:buChar char="•"/>
            </a:pPr>
            <a:r>
              <a:rPr lang="en-US" altLang="en-US" sz="2600">
                <a:solidFill>
                  <a:srgbClr val="002060"/>
                </a:solidFill>
                <a:cs typeface="Arial" pitchFamily="34" charset="0"/>
              </a:rPr>
              <a:t>Các tác vụ khai phá dữ liệu bao gồm khai phá mô tả lớp/khái niệm (đặc trưng hóa và phân biệt hóa dữ liệu), khai phá luật kết hợp/tương quan, phân lớp, dự đoán, gom cụm, phân tích xu hướng, phân tích độ lệch và phần tử biên, phân tích độ tương tự, …</a:t>
            </a:r>
          </a:p>
          <a:p>
            <a:pPr lvl="1" algn="just">
              <a:spcAft>
                <a:spcPts val="683"/>
              </a:spcAft>
              <a:buClr>
                <a:srgbClr val="FF0066"/>
              </a:buClr>
              <a:buFont typeface="Arial" pitchFamily="34" charset="0"/>
              <a:buChar char="•"/>
            </a:pPr>
            <a:endParaRPr lang="en-US" altLang="en-US" sz="260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001334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27808B0-DB8A-471C-82EF-CF06681341D9}" type="slidenum">
              <a:rPr lang="vi-VN" smtClean="0"/>
              <a:t>49</a:t>
            </a:fld>
            <a:endParaRPr lang="vi-VN"/>
          </a:p>
        </p:txBody>
      </p:sp>
      <p:sp>
        <p:nvSpPr>
          <p:cNvPr id="2" name="Title 1"/>
          <p:cNvSpPr>
            <a:spLocks noGrp="1"/>
          </p:cNvSpPr>
          <p:nvPr>
            <p:ph type="title" idx="4294967295"/>
          </p:nvPr>
        </p:nvSpPr>
        <p:spPr>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Tóm tắt</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4294967295"/>
          </p:nvPr>
        </p:nvSpPr>
        <p:spPr>
          <a:xfrm>
            <a:off x="928688" y="1347787"/>
            <a:ext cx="8751316" cy="4742011"/>
          </a:xfrm>
        </p:spPr>
        <p:txBody>
          <a:bodyPr>
            <a:normAutofit fontScale="85000" lnSpcReduction="20000"/>
          </a:bodyPr>
          <a:lstStyle/>
          <a:p>
            <a:pPr>
              <a:spcAft>
                <a:spcPts val="683"/>
              </a:spcAft>
              <a:buClr>
                <a:srgbClr val="FF0066"/>
              </a:buClr>
              <a:buFont typeface="Wingdings 2" pitchFamily="18" charset="2"/>
              <a:buChar char="®"/>
            </a:pPr>
            <a:r>
              <a:rPr lang="en-US" altLang="en-US" sz="2800" dirty="0" err="1">
                <a:solidFill>
                  <a:srgbClr val="002060"/>
                </a:solidFill>
                <a:cs typeface="Arial" pitchFamily="34" charset="0"/>
              </a:rPr>
              <a:t>Khai</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ph</a:t>
            </a:r>
            <a:r>
              <a:rPr lang="th-TH" altLang="en-US" sz="2800" dirty="0">
                <a:solidFill>
                  <a:srgbClr val="002060"/>
                </a:solidFill>
                <a:cs typeface="Arial" pitchFamily="34" charset="0"/>
              </a:rPr>
              <a:t>á</a:t>
            </a:r>
            <a:r>
              <a:rPr lang="en-US" altLang="en-US" sz="2800" dirty="0">
                <a:solidFill>
                  <a:srgbClr val="002060"/>
                </a:solidFill>
                <a:cs typeface="Arial" pitchFamily="34" charset="0"/>
              </a:rPr>
              <a:t> d</a:t>
            </a:r>
            <a:r>
              <a:rPr lang="th-TH" altLang="en-US" sz="2800" dirty="0">
                <a:solidFill>
                  <a:srgbClr val="002060"/>
                </a:solidFill>
                <a:cs typeface="Arial" pitchFamily="34" charset="0"/>
              </a:rPr>
              <a:t>ữ</a:t>
            </a:r>
            <a:r>
              <a:rPr lang="en-US" altLang="en-US" sz="2800" dirty="0">
                <a:solidFill>
                  <a:srgbClr val="002060"/>
                </a:solidFill>
                <a:cs typeface="Arial" pitchFamily="34" charset="0"/>
              </a:rPr>
              <a:t> li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a:t>
            </a:r>
            <a:r>
              <a:rPr lang="th-TH" altLang="en-US" sz="2800" dirty="0">
                <a:solidFill>
                  <a:srgbClr val="002060"/>
                </a:solidFill>
                <a:cs typeface="Arial" pitchFamily="34" charset="0"/>
              </a:rPr>
              <a:t>đượ</a:t>
            </a:r>
            <a:r>
              <a:rPr lang="en-US" altLang="en-US" sz="2800" dirty="0">
                <a:solidFill>
                  <a:srgbClr val="002060"/>
                </a:solidFill>
                <a:cs typeface="Arial" pitchFamily="34" charset="0"/>
              </a:rPr>
              <a:t>c </a:t>
            </a:r>
            <a:r>
              <a:rPr lang="en-US" altLang="en-US" sz="2800" dirty="0" err="1">
                <a:solidFill>
                  <a:srgbClr val="002060"/>
                </a:solidFill>
                <a:cs typeface="Arial" pitchFamily="34" charset="0"/>
              </a:rPr>
              <a:t>xem</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nh</a:t>
            </a:r>
            <a:r>
              <a:rPr lang="th-TH" altLang="en-US" sz="2800" dirty="0">
                <a:solidFill>
                  <a:srgbClr val="002060"/>
                </a:solidFill>
                <a:cs typeface="Arial" pitchFamily="34" charset="0"/>
              </a:rPr>
              <a:t>ư</a:t>
            </a:r>
            <a:r>
              <a:rPr lang="en-US" altLang="en-US" sz="2800" dirty="0">
                <a:solidFill>
                  <a:srgbClr val="002060"/>
                </a:solidFill>
                <a:cs typeface="Arial" pitchFamily="34" charset="0"/>
              </a:rPr>
              <a:t> l</a:t>
            </a:r>
            <a:r>
              <a:rPr lang="th-TH" altLang="en-US" sz="2800" dirty="0">
                <a:solidFill>
                  <a:srgbClr val="002060"/>
                </a:solidFill>
                <a:cs typeface="Arial" pitchFamily="34" charset="0"/>
              </a:rPr>
              <a:t>à</a:t>
            </a:r>
            <a:r>
              <a:rPr lang="en-US" altLang="en-US" sz="2800" dirty="0">
                <a:solidFill>
                  <a:srgbClr val="002060"/>
                </a:solidFill>
                <a:cs typeface="Arial" pitchFamily="34" charset="0"/>
              </a:rPr>
              <a:t> m</a:t>
            </a:r>
            <a:r>
              <a:rPr lang="th-TH" altLang="en-US" sz="2800" dirty="0">
                <a:solidFill>
                  <a:srgbClr val="002060"/>
                </a:solidFill>
                <a:cs typeface="Arial" pitchFamily="34" charset="0"/>
              </a:rPr>
              <a:t>ộ</a:t>
            </a:r>
            <a:r>
              <a:rPr lang="en-US" altLang="en-US" sz="2800" dirty="0">
                <a:solidFill>
                  <a:srgbClr val="002060"/>
                </a:solidFill>
                <a:cs typeface="Arial" pitchFamily="34" charset="0"/>
              </a:rPr>
              <a:t>t </a:t>
            </a:r>
            <a:r>
              <a:rPr lang="en-US" altLang="en-US" sz="2800" dirty="0" err="1">
                <a:solidFill>
                  <a:srgbClr val="002060"/>
                </a:solidFill>
                <a:cs typeface="Arial" pitchFamily="34" charset="0"/>
              </a:rPr>
              <a:t>ph</a:t>
            </a:r>
            <a:r>
              <a:rPr lang="th-TH" altLang="en-US" sz="2800" dirty="0">
                <a:solidFill>
                  <a:srgbClr val="002060"/>
                </a:solidFill>
                <a:cs typeface="Arial" pitchFamily="34" charset="0"/>
              </a:rPr>
              <a:t>ầ</a:t>
            </a:r>
            <a:r>
              <a:rPr lang="en-US" altLang="en-US" sz="2800" dirty="0">
                <a:solidFill>
                  <a:srgbClr val="002060"/>
                </a:solidFill>
                <a:cs typeface="Arial" pitchFamily="34" charset="0"/>
              </a:rPr>
              <a:t>n c</a:t>
            </a:r>
            <a:r>
              <a:rPr lang="th-TH" altLang="en-US" sz="2800" dirty="0">
                <a:solidFill>
                  <a:srgbClr val="002060"/>
                </a:solidFill>
                <a:cs typeface="Arial" pitchFamily="34" charset="0"/>
              </a:rPr>
              <a:t>ủ</a:t>
            </a:r>
            <a:r>
              <a:rPr lang="en-US" altLang="en-US" sz="2800" dirty="0">
                <a:solidFill>
                  <a:srgbClr val="002060"/>
                </a:solidFill>
                <a:cs typeface="Arial" pitchFamily="34" charset="0"/>
              </a:rPr>
              <a:t>a </a:t>
            </a:r>
            <a:r>
              <a:rPr lang="en-US" altLang="en-US" sz="2800" dirty="0" err="1">
                <a:solidFill>
                  <a:srgbClr val="002060"/>
                </a:solidFill>
                <a:cs typeface="Arial" pitchFamily="34" charset="0"/>
              </a:rPr>
              <a:t>qu</a:t>
            </a:r>
            <a:r>
              <a:rPr lang="th-TH" altLang="en-US" sz="2800" dirty="0">
                <a:solidFill>
                  <a:srgbClr val="002060"/>
                </a:solidFill>
                <a:cs typeface="Arial" pitchFamily="34" charset="0"/>
              </a:rPr>
              <a:t>á</a:t>
            </a:r>
            <a:r>
              <a:rPr lang="en-US" altLang="en-US" sz="2800" dirty="0">
                <a:solidFill>
                  <a:srgbClr val="002060"/>
                </a:solidFill>
                <a:cs typeface="Arial" pitchFamily="34" charset="0"/>
              </a:rPr>
              <a:t> tr</a:t>
            </a:r>
            <a:r>
              <a:rPr lang="th-TH" altLang="en-US" sz="2800" dirty="0">
                <a:solidFill>
                  <a:srgbClr val="002060"/>
                </a:solidFill>
                <a:cs typeface="Arial" pitchFamily="34" charset="0"/>
              </a:rPr>
              <a:t>ì</a:t>
            </a:r>
            <a:r>
              <a:rPr lang="en-US" altLang="en-US" sz="2800" dirty="0" err="1">
                <a:solidFill>
                  <a:srgbClr val="002060"/>
                </a:solidFill>
                <a:cs typeface="Arial" pitchFamily="34" charset="0"/>
              </a:rPr>
              <a:t>nh</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kh</a:t>
            </a:r>
            <a:r>
              <a:rPr lang="th-TH" altLang="en-US" sz="2800" dirty="0">
                <a:solidFill>
                  <a:srgbClr val="002060"/>
                </a:solidFill>
                <a:cs typeface="Arial" pitchFamily="34" charset="0"/>
              </a:rPr>
              <a:t>á</a:t>
            </a:r>
            <a:r>
              <a:rPr lang="en-US" altLang="en-US" sz="2800" dirty="0">
                <a:solidFill>
                  <a:srgbClr val="002060"/>
                </a:solidFill>
                <a:cs typeface="Arial" pitchFamily="34" charset="0"/>
              </a:rPr>
              <a:t>m </a:t>
            </a:r>
            <a:r>
              <a:rPr lang="en-US" altLang="en-US" sz="2800" dirty="0" err="1">
                <a:solidFill>
                  <a:srgbClr val="002060"/>
                </a:solidFill>
                <a:cs typeface="Arial" pitchFamily="34" charset="0"/>
              </a:rPr>
              <a:t>ph</a:t>
            </a:r>
            <a:r>
              <a:rPr lang="th-TH" altLang="en-US" sz="2800" dirty="0">
                <a:solidFill>
                  <a:srgbClr val="002060"/>
                </a:solidFill>
                <a:cs typeface="Arial" pitchFamily="34" charset="0"/>
              </a:rPr>
              <a:t>á</a:t>
            </a:r>
            <a:r>
              <a:rPr lang="en-US" altLang="en-US" sz="2800" dirty="0">
                <a:solidFill>
                  <a:srgbClr val="002060"/>
                </a:solidFill>
                <a:cs typeface="Arial" pitchFamily="34" charset="0"/>
              </a:rPr>
              <a:t> tri </a:t>
            </a:r>
            <a:r>
              <a:rPr lang="en-US" altLang="en-US" sz="2800" dirty="0" err="1">
                <a:solidFill>
                  <a:srgbClr val="002060"/>
                </a:solidFill>
                <a:cs typeface="Arial" pitchFamily="34" charset="0"/>
              </a:rPr>
              <a:t>th</a:t>
            </a:r>
            <a:r>
              <a:rPr lang="th-TH" altLang="en-US" sz="2800" dirty="0">
                <a:solidFill>
                  <a:srgbClr val="002060"/>
                </a:solidFill>
                <a:cs typeface="Arial" pitchFamily="34" charset="0"/>
              </a:rPr>
              <a:t>ứ</a:t>
            </a:r>
            <a:r>
              <a:rPr lang="en-US" altLang="en-US" sz="2800" dirty="0">
                <a:solidFill>
                  <a:srgbClr val="002060"/>
                </a:solidFill>
                <a:cs typeface="Arial" pitchFamily="34" charset="0"/>
              </a:rPr>
              <a:t>c. </a:t>
            </a:r>
          </a:p>
          <a:p>
            <a:pPr>
              <a:spcAft>
                <a:spcPts val="683"/>
              </a:spcAft>
              <a:buClr>
                <a:srgbClr val="FF0066"/>
              </a:buClr>
              <a:buFont typeface="Wingdings 2" pitchFamily="18" charset="2"/>
              <a:buChar char="®"/>
            </a:pPr>
            <a:r>
              <a:rPr lang="en-US" altLang="en-US" sz="2800">
                <a:solidFill>
                  <a:srgbClr val="002060"/>
                </a:solidFill>
                <a:cs typeface="Arial" pitchFamily="34" charset="0"/>
              </a:rPr>
              <a:t>Qu</a:t>
            </a:r>
            <a:r>
              <a:rPr lang="th-TH" altLang="en-US" sz="2800" dirty="0">
                <a:solidFill>
                  <a:srgbClr val="002060"/>
                </a:solidFill>
                <a:cs typeface="Arial" pitchFamily="34" charset="0"/>
              </a:rPr>
              <a:t>á</a:t>
            </a:r>
            <a:r>
              <a:rPr lang="en-US" altLang="en-US" sz="2800" dirty="0">
                <a:solidFill>
                  <a:srgbClr val="002060"/>
                </a:solidFill>
                <a:cs typeface="Arial" pitchFamily="34" charset="0"/>
              </a:rPr>
              <a:t> tr</a:t>
            </a:r>
            <a:r>
              <a:rPr lang="th-TH" altLang="en-US" sz="2800" dirty="0">
                <a:solidFill>
                  <a:srgbClr val="002060"/>
                </a:solidFill>
                <a:cs typeface="Arial" pitchFamily="34" charset="0"/>
              </a:rPr>
              <a:t>ì</a:t>
            </a:r>
            <a:r>
              <a:rPr lang="en-US" altLang="en-US" sz="2800" dirty="0" err="1">
                <a:solidFill>
                  <a:srgbClr val="002060"/>
                </a:solidFill>
                <a:cs typeface="Arial" pitchFamily="34" charset="0"/>
              </a:rPr>
              <a:t>nh</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kh</a:t>
            </a:r>
            <a:r>
              <a:rPr lang="th-TH" altLang="en-US" sz="2800" dirty="0">
                <a:solidFill>
                  <a:srgbClr val="002060"/>
                </a:solidFill>
                <a:cs typeface="Arial" pitchFamily="34" charset="0"/>
              </a:rPr>
              <a:t>á</a:t>
            </a:r>
            <a:r>
              <a:rPr lang="en-US" altLang="en-US" sz="2800" dirty="0">
                <a:solidFill>
                  <a:srgbClr val="002060"/>
                </a:solidFill>
                <a:cs typeface="Arial" pitchFamily="34" charset="0"/>
              </a:rPr>
              <a:t>m </a:t>
            </a:r>
            <a:r>
              <a:rPr lang="en-US" altLang="en-US" sz="2800" dirty="0" err="1">
                <a:solidFill>
                  <a:srgbClr val="002060"/>
                </a:solidFill>
                <a:cs typeface="Arial" pitchFamily="34" charset="0"/>
              </a:rPr>
              <a:t>ph</a:t>
            </a:r>
            <a:r>
              <a:rPr lang="th-TH" altLang="en-US" sz="2800" dirty="0">
                <a:solidFill>
                  <a:srgbClr val="002060"/>
                </a:solidFill>
                <a:cs typeface="Arial" pitchFamily="34" charset="0"/>
              </a:rPr>
              <a:t>á</a:t>
            </a:r>
            <a:r>
              <a:rPr lang="en-US" altLang="en-US" sz="2800" dirty="0">
                <a:solidFill>
                  <a:srgbClr val="002060"/>
                </a:solidFill>
                <a:cs typeface="Arial" pitchFamily="34" charset="0"/>
              </a:rPr>
              <a:t> tri </a:t>
            </a:r>
            <a:r>
              <a:rPr lang="en-US" altLang="en-US" sz="2800" dirty="0" err="1">
                <a:solidFill>
                  <a:srgbClr val="002060"/>
                </a:solidFill>
                <a:cs typeface="Arial" pitchFamily="34" charset="0"/>
              </a:rPr>
              <a:t>th</a:t>
            </a:r>
            <a:r>
              <a:rPr lang="th-TH" altLang="en-US" sz="2800" dirty="0">
                <a:solidFill>
                  <a:srgbClr val="002060"/>
                </a:solidFill>
                <a:cs typeface="Arial" pitchFamily="34" charset="0"/>
              </a:rPr>
              <a:t>ứ</a:t>
            </a:r>
            <a:r>
              <a:rPr lang="en-US" altLang="en-US" sz="2800" dirty="0">
                <a:solidFill>
                  <a:srgbClr val="002060"/>
                </a:solidFill>
                <a:cs typeface="Arial" pitchFamily="34" charset="0"/>
              </a:rPr>
              <a:t>c l</a:t>
            </a:r>
            <a:r>
              <a:rPr lang="th-TH" altLang="en-US" sz="2800" dirty="0">
                <a:solidFill>
                  <a:srgbClr val="002060"/>
                </a:solidFill>
                <a:cs typeface="Arial" pitchFamily="34" charset="0"/>
              </a:rPr>
              <a:t>à</a:t>
            </a:r>
            <a:r>
              <a:rPr lang="en-US" altLang="en-US" sz="2800" dirty="0">
                <a:solidFill>
                  <a:srgbClr val="002060"/>
                </a:solidFill>
                <a:cs typeface="Arial" pitchFamily="34" charset="0"/>
              </a:rPr>
              <a:t> m</a:t>
            </a:r>
            <a:r>
              <a:rPr lang="th-TH" altLang="en-US" sz="2800" dirty="0">
                <a:solidFill>
                  <a:srgbClr val="002060"/>
                </a:solidFill>
                <a:cs typeface="Arial" pitchFamily="34" charset="0"/>
              </a:rPr>
              <a:t>ộ</a:t>
            </a:r>
            <a:r>
              <a:rPr lang="en-US" altLang="en-US" sz="2800" dirty="0">
                <a:solidFill>
                  <a:srgbClr val="002060"/>
                </a:solidFill>
                <a:cs typeface="Arial" pitchFamily="34" charset="0"/>
              </a:rPr>
              <a:t>t chu</a:t>
            </a:r>
            <a:r>
              <a:rPr lang="th-TH" altLang="en-US" sz="2800" dirty="0">
                <a:solidFill>
                  <a:srgbClr val="002060"/>
                </a:solidFill>
                <a:cs typeface="Arial" pitchFamily="34" charset="0"/>
              </a:rPr>
              <a:t>ỗ</a:t>
            </a:r>
            <a:r>
              <a:rPr lang="en-US" altLang="en-US" sz="2800" dirty="0" err="1">
                <a:solidFill>
                  <a:srgbClr val="002060"/>
                </a:solidFill>
                <a:cs typeface="Arial" pitchFamily="34" charset="0"/>
              </a:rPr>
              <a:t>i</a:t>
            </a:r>
            <a:r>
              <a:rPr lang="en-US" altLang="en-US" sz="2800" dirty="0">
                <a:solidFill>
                  <a:srgbClr val="002060"/>
                </a:solidFill>
                <a:cs typeface="Arial" pitchFamily="34" charset="0"/>
              </a:rPr>
              <a:t> l</a:t>
            </a:r>
            <a:r>
              <a:rPr lang="th-TH" altLang="en-US" sz="2800" dirty="0">
                <a:solidFill>
                  <a:srgbClr val="002060"/>
                </a:solidFill>
                <a:cs typeface="Arial" pitchFamily="34" charset="0"/>
              </a:rPr>
              <a:t>ặ</a:t>
            </a:r>
            <a:r>
              <a:rPr lang="en-US" altLang="en-US" sz="2800" dirty="0">
                <a:solidFill>
                  <a:srgbClr val="002060"/>
                </a:solidFill>
                <a:cs typeface="Arial" pitchFamily="34" charset="0"/>
              </a:rPr>
              <a:t>p g</a:t>
            </a:r>
            <a:r>
              <a:rPr lang="th-TH" altLang="en-US" sz="2800" dirty="0">
                <a:solidFill>
                  <a:srgbClr val="002060"/>
                </a:solidFill>
                <a:cs typeface="Arial" pitchFamily="34" charset="0"/>
              </a:rPr>
              <a:t>ồ</a:t>
            </a:r>
            <a:r>
              <a:rPr lang="en-US" altLang="en-US" sz="2800" dirty="0">
                <a:solidFill>
                  <a:srgbClr val="002060"/>
                </a:solidFill>
                <a:cs typeface="Arial" pitchFamily="34" charset="0"/>
              </a:rPr>
              <a:t>m c</a:t>
            </a:r>
            <a:r>
              <a:rPr lang="th-TH" altLang="en-US" sz="2800" dirty="0">
                <a:solidFill>
                  <a:srgbClr val="002060"/>
                </a:solidFill>
                <a:cs typeface="Arial" pitchFamily="34" charset="0"/>
              </a:rPr>
              <a:t>á</a:t>
            </a:r>
            <a:r>
              <a:rPr lang="en-US" altLang="en-US" sz="2800" dirty="0">
                <a:solidFill>
                  <a:srgbClr val="002060"/>
                </a:solidFill>
                <a:cs typeface="Arial" pitchFamily="34" charset="0"/>
              </a:rPr>
              <a:t>c b</a:t>
            </a:r>
            <a:r>
              <a:rPr lang="th-TH" altLang="en-US" sz="2800" dirty="0">
                <a:solidFill>
                  <a:srgbClr val="002060"/>
                </a:solidFill>
                <a:cs typeface="Arial" pitchFamily="34" charset="0"/>
              </a:rPr>
              <a:t>ướ</a:t>
            </a:r>
            <a:r>
              <a:rPr lang="en-US" altLang="en-US" sz="2800" dirty="0">
                <a:solidFill>
                  <a:srgbClr val="002060"/>
                </a:solidFill>
                <a:cs typeface="Arial" pitchFamily="34" charset="0"/>
              </a:rPr>
              <a:t>c: l</a:t>
            </a:r>
            <a:r>
              <a:rPr lang="th-TH" altLang="en-US" sz="2800" dirty="0">
                <a:solidFill>
                  <a:srgbClr val="002060"/>
                </a:solidFill>
                <a:cs typeface="Arial" pitchFamily="34" charset="0"/>
              </a:rPr>
              <a:t>à</a:t>
            </a:r>
            <a:r>
              <a:rPr lang="en-US" altLang="en-US" sz="2800" dirty="0">
                <a:solidFill>
                  <a:srgbClr val="002060"/>
                </a:solidFill>
                <a:cs typeface="Arial" pitchFamily="34" charset="0"/>
              </a:rPr>
              <a:t>m s</a:t>
            </a:r>
            <a:r>
              <a:rPr lang="th-TH" altLang="en-US" sz="2800" dirty="0">
                <a:solidFill>
                  <a:srgbClr val="002060"/>
                </a:solidFill>
                <a:cs typeface="Arial" pitchFamily="34" charset="0"/>
              </a:rPr>
              <a:t>ạ</a:t>
            </a:r>
            <a:r>
              <a:rPr lang="en-US" altLang="en-US" sz="2800" dirty="0" err="1">
                <a:solidFill>
                  <a:srgbClr val="002060"/>
                </a:solidFill>
                <a:cs typeface="Arial" pitchFamily="34" charset="0"/>
              </a:rPr>
              <a:t>ch</a:t>
            </a:r>
            <a:r>
              <a:rPr lang="en-US" altLang="en-US" sz="2800" dirty="0">
                <a:solidFill>
                  <a:srgbClr val="002060"/>
                </a:solidFill>
                <a:cs typeface="Arial" pitchFamily="34" charset="0"/>
              </a:rPr>
              <a:t> d</a:t>
            </a:r>
            <a:r>
              <a:rPr lang="th-TH" altLang="en-US" sz="2800" dirty="0">
                <a:solidFill>
                  <a:srgbClr val="002060"/>
                </a:solidFill>
                <a:cs typeface="Arial" pitchFamily="34" charset="0"/>
              </a:rPr>
              <a:t>ữ</a:t>
            </a:r>
            <a:r>
              <a:rPr lang="en-US" altLang="en-US" sz="2800" dirty="0">
                <a:solidFill>
                  <a:srgbClr val="002060"/>
                </a:solidFill>
                <a:cs typeface="Arial" pitchFamily="34" charset="0"/>
              </a:rPr>
              <a:t> li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t</a:t>
            </a:r>
            <a:r>
              <a:rPr lang="th-TH" altLang="en-US" sz="2800" dirty="0">
                <a:solidFill>
                  <a:srgbClr val="002060"/>
                </a:solidFill>
                <a:cs typeface="Arial" pitchFamily="34" charset="0"/>
              </a:rPr>
              <a:t>í</a:t>
            </a:r>
            <a:r>
              <a:rPr lang="en-US" altLang="en-US" sz="2800" dirty="0" err="1">
                <a:solidFill>
                  <a:srgbClr val="002060"/>
                </a:solidFill>
                <a:cs typeface="Arial" pitchFamily="34" charset="0"/>
              </a:rPr>
              <a:t>ch</a:t>
            </a:r>
            <a:r>
              <a:rPr lang="en-US" altLang="en-US" sz="2800" dirty="0">
                <a:solidFill>
                  <a:srgbClr val="002060"/>
                </a:solidFill>
                <a:cs typeface="Arial" pitchFamily="34" charset="0"/>
              </a:rPr>
              <a:t> h</a:t>
            </a:r>
            <a:r>
              <a:rPr lang="th-TH" altLang="en-US" sz="2800" dirty="0">
                <a:solidFill>
                  <a:srgbClr val="002060"/>
                </a:solidFill>
                <a:cs typeface="Arial" pitchFamily="34" charset="0"/>
              </a:rPr>
              <a:t>ợ</a:t>
            </a:r>
            <a:r>
              <a:rPr lang="en-US" altLang="en-US" sz="2800" dirty="0">
                <a:solidFill>
                  <a:srgbClr val="002060"/>
                </a:solidFill>
                <a:cs typeface="Arial" pitchFamily="34" charset="0"/>
              </a:rPr>
              <a:t>p d</a:t>
            </a:r>
            <a:r>
              <a:rPr lang="th-TH" altLang="en-US" sz="2800" dirty="0">
                <a:solidFill>
                  <a:srgbClr val="002060"/>
                </a:solidFill>
                <a:cs typeface="Arial" pitchFamily="34" charset="0"/>
              </a:rPr>
              <a:t>ữ</a:t>
            </a:r>
            <a:r>
              <a:rPr lang="en-US" altLang="en-US" sz="2800" dirty="0">
                <a:solidFill>
                  <a:srgbClr val="002060"/>
                </a:solidFill>
                <a:cs typeface="Arial" pitchFamily="34" charset="0"/>
              </a:rPr>
              <a:t> li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a:t>
            </a:r>
            <a:r>
              <a:rPr lang="en-US" altLang="en-US" sz="2800" dirty="0" err="1">
                <a:solidFill>
                  <a:srgbClr val="002060"/>
                </a:solidFill>
                <a:cs typeface="Arial" pitchFamily="34" charset="0"/>
              </a:rPr>
              <a:t>ch</a:t>
            </a:r>
            <a:r>
              <a:rPr lang="th-TH" altLang="en-US" sz="2800" dirty="0">
                <a:solidFill>
                  <a:srgbClr val="002060"/>
                </a:solidFill>
                <a:cs typeface="Arial" pitchFamily="34" charset="0"/>
              </a:rPr>
              <a:t>ọn</a:t>
            </a:r>
            <a:r>
              <a:rPr lang="en-US" altLang="en-US" sz="2800" dirty="0">
                <a:solidFill>
                  <a:srgbClr val="002060"/>
                </a:solidFill>
                <a:cs typeface="Arial" pitchFamily="34" charset="0"/>
              </a:rPr>
              <a:t> l</a:t>
            </a:r>
            <a:r>
              <a:rPr lang="th-TH" altLang="en-US" sz="2800" dirty="0">
                <a:solidFill>
                  <a:srgbClr val="002060"/>
                </a:solidFill>
                <a:cs typeface="Arial" pitchFamily="34" charset="0"/>
              </a:rPr>
              <a:t>ự</a:t>
            </a:r>
            <a:r>
              <a:rPr lang="en-US" altLang="en-US" sz="2800" dirty="0">
                <a:solidFill>
                  <a:srgbClr val="002060"/>
                </a:solidFill>
                <a:cs typeface="Arial" pitchFamily="34" charset="0"/>
              </a:rPr>
              <a:t>a d</a:t>
            </a:r>
            <a:r>
              <a:rPr lang="th-TH" altLang="en-US" sz="2800" dirty="0">
                <a:solidFill>
                  <a:srgbClr val="002060"/>
                </a:solidFill>
                <a:cs typeface="Arial" pitchFamily="34" charset="0"/>
              </a:rPr>
              <a:t>ữ</a:t>
            </a:r>
            <a:r>
              <a:rPr lang="en-US" altLang="en-US" sz="2800" dirty="0">
                <a:solidFill>
                  <a:srgbClr val="002060"/>
                </a:solidFill>
                <a:cs typeface="Arial" pitchFamily="34" charset="0"/>
              </a:rPr>
              <a:t> li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bi</a:t>
            </a:r>
            <a:r>
              <a:rPr lang="th-TH" altLang="en-US" sz="2800" dirty="0">
                <a:solidFill>
                  <a:srgbClr val="002060"/>
                </a:solidFill>
                <a:cs typeface="Arial" pitchFamily="34" charset="0"/>
              </a:rPr>
              <a:t>ế</a:t>
            </a:r>
            <a:r>
              <a:rPr lang="en-US" altLang="en-US" sz="2800" dirty="0">
                <a:solidFill>
                  <a:srgbClr val="002060"/>
                </a:solidFill>
                <a:cs typeface="Arial" pitchFamily="34" charset="0"/>
              </a:rPr>
              <a:t>n </a:t>
            </a:r>
            <a:r>
              <a:rPr lang="th-TH" altLang="en-US" sz="2800" dirty="0">
                <a:solidFill>
                  <a:srgbClr val="002060"/>
                </a:solidFill>
                <a:cs typeface="Arial" pitchFamily="34" charset="0"/>
              </a:rPr>
              <a:t>đổ</a:t>
            </a:r>
            <a:r>
              <a:rPr lang="en-US" altLang="en-US" sz="2800" dirty="0" err="1">
                <a:solidFill>
                  <a:srgbClr val="002060"/>
                </a:solidFill>
                <a:cs typeface="Arial" pitchFamily="34" charset="0"/>
              </a:rPr>
              <a:t>i</a:t>
            </a:r>
            <a:r>
              <a:rPr lang="en-US" altLang="en-US" sz="2800" dirty="0">
                <a:solidFill>
                  <a:srgbClr val="002060"/>
                </a:solidFill>
                <a:cs typeface="Arial" pitchFamily="34" charset="0"/>
              </a:rPr>
              <a:t> d</a:t>
            </a:r>
            <a:r>
              <a:rPr lang="th-TH" altLang="en-US" sz="2800" dirty="0">
                <a:solidFill>
                  <a:srgbClr val="002060"/>
                </a:solidFill>
                <a:cs typeface="Arial" pitchFamily="34" charset="0"/>
              </a:rPr>
              <a:t>ữ</a:t>
            </a:r>
            <a:r>
              <a:rPr lang="en-US" altLang="en-US" sz="2800" dirty="0">
                <a:solidFill>
                  <a:srgbClr val="002060"/>
                </a:solidFill>
                <a:cs typeface="Arial" pitchFamily="34" charset="0"/>
              </a:rPr>
              <a:t> li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a:t>
            </a:r>
            <a:r>
              <a:rPr lang="en-US" altLang="en-US" sz="2800" dirty="0" err="1">
                <a:solidFill>
                  <a:srgbClr val="002060"/>
                </a:solidFill>
                <a:cs typeface="Arial" pitchFamily="34" charset="0"/>
              </a:rPr>
              <a:t>khai</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ph</a:t>
            </a:r>
            <a:r>
              <a:rPr lang="th-TH" altLang="en-US" sz="2800" dirty="0">
                <a:solidFill>
                  <a:srgbClr val="002060"/>
                </a:solidFill>
                <a:cs typeface="Arial" pitchFamily="34" charset="0"/>
              </a:rPr>
              <a:t>á</a:t>
            </a:r>
            <a:r>
              <a:rPr lang="en-US" altLang="en-US" sz="2800" dirty="0">
                <a:solidFill>
                  <a:srgbClr val="002060"/>
                </a:solidFill>
                <a:cs typeface="Arial" pitchFamily="34" charset="0"/>
              </a:rPr>
              <a:t> d</a:t>
            </a:r>
            <a:r>
              <a:rPr lang="th-TH" altLang="en-US" sz="2800" dirty="0">
                <a:solidFill>
                  <a:srgbClr val="002060"/>
                </a:solidFill>
                <a:cs typeface="Arial" pitchFamily="34" charset="0"/>
              </a:rPr>
              <a:t>ữ</a:t>
            </a:r>
            <a:r>
              <a:rPr lang="en-US" altLang="en-US" sz="2800" dirty="0">
                <a:solidFill>
                  <a:srgbClr val="002060"/>
                </a:solidFill>
                <a:cs typeface="Arial" pitchFamily="34" charset="0"/>
              </a:rPr>
              <a:t> li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a:t>
            </a:r>
            <a:r>
              <a:rPr lang="th-TH" altLang="en-US" sz="2800" dirty="0">
                <a:solidFill>
                  <a:srgbClr val="002060"/>
                </a:solidFill>
                <a:cs typeface="Arial" pitchFamily="34" charset="0"/>
              </a:rPr>
              <a:t>đán</a:t>
            </a:r>
            <a:r>
              <a:rPr lang="en-US" altLang="en-US" sz="2800" dirty="0">
                <a:solidFill>
                  <a:srgbClr val="002060"/>
                </a:solidFill>
                <a:cs typeface="Arial" pitchFamily="34" charset="0"/>
              </a:rPr>
              <a:t>h </a:t>
            </a:r>
            <a:r>
              <a:rPr lang="en-US" altLang="en-US" sz="2800" dirty="0" err="1">
                <a:solidFill>
                  <a:srgbClr val="002060"/>
                </a:solidFill>
                <a:cs typeface="Arial" pitchFamily="34" charset="0"/>
              </a:rPr>
              <a:t>gi</a:t>
            </a:r>
            <a:r>
              <a:rPr lang="th-TH" altLang="en-US" sz="2800" dirty="0">
                <a:solidFill>
                  <a:srgbClr val="002060"/>
                </a:solidFill>
                <a:cs typeface="Arial" pitchFamily="34" charset="0"/>
              </a:rPr>
              <a:t>á</a:t>
            </a:r>
            <a:r>
              <a:rPr lang="en-US" altLang="en-US" sz="2800" dirty="0">
                <a:solidFill>
                  <a:srgbClr val="002060"/>
                </a:solidFill>
                <a:cs typeface="Arial" pitchFamily="34" charset="0"/>
              </a:rPr>
              <a:t> m</a:t>
            </a:r>
            <a:r>
              <a:rPr lang="th-TH" altLang="en-US" sz="2800" dirty="0">
                <a:solidFill>
                  <a:srgbClr val="002060"/>
                </a:solidFill>
                <a:cs typeface="Arial" pitchFamily="34" charset="0"/>
              </a:rPr>
              <a:t>ẫ</a:t>
            </a:r>
            <a:r>
              <a:rPr lang="en-US" altLang="en-US" sz="2800" dirty="0">
                <a:solidFill>
                  <a:srgbClr val="002060"/>
                </a:solidFill>
                <a:cs typeface="Arial" pitchFamily="34" charset="0"/>
              </a:rPr>
              <a:t>u, v</a:t>
            </a:r>
            <a:r>
              <a:rPr lang="th-TH" altLang="en-US" sz="2800" dirty="0">
                <a:solidFill>
                  <a:srgbClr val="002060"/>
                </a:solidFill>
                <a:cs typeface="Arial" pitchFamily="34" charset="0"/>
              </a:rPr>
              <a:t>à</a:t>
            </a:r>
            <a:r>
              <a:rPr lang="en-US" altLang="en-US" sz="2800" dirty="0">
                <a:solidFill>
                  <a:srgbClr val="002060"/>
                </a:solidFill>
                <a:cs typeface="Arial" pitchFamily="34" charset="0"/>
              </a:rPr>
              <a:t> bi</a:t>
            </a:r>
            <a:r>
              <a:rPr lang="th-TH" altLang="en-US" sz="2800" dirty="0">
                <a:solidFill>
                  <a:srgbClr val="002060"/>
                </a:solidFill>
                <a:cs typeface="Arial" pitchFamily="34" charset="0"/>
              </a:rPr>
              <a:t>ể</a:t>
            </a:r>
            <a:r>
              <a:rPr lang="en-US" altLang="en-US" sz="2800" dirty="0">
                <a:solidFill>
                  <a:srgbClr val="002060"/>
                </a:solidFill>
                <a:cs typeface="Arial" pitchFamily="34" charset="0"/>
              </a:rPr>
              <a:t>u di</a:t>
            </a:r>
            <a:r>
              <a:rPr lang="th-TH" altLang="en-US" sz="2800" dirty="0">
                <a:solidFill>
                  <a:srgbClr val="002060"/>
                </a:solidFill>
                <a:cs typeface="Arial" pitchFamily="34" charset="0"/>
              </a:rPr>
              <a:t>ễ</a:t>
            </a:r>
            <a:r>
              <a:rPr lang="en-US" altLang="en-US" sz="2800" dirty="0">
                <a:solidFill>
                  <a:srgbClr val="002060"/>
                </a:solidFill>
                <a:cs typeface="Arial" pitchFamily="34" charset="0"/>
              </a:rPr>
              <a:t>n tri </a:t>
            </a:r>
            <a:r>
              <a:rPr lang="en-US" altLang="en-US" sz="2800" dirty="0" err="1">
                <a:solidFill>
                  <a:srgbClr val="002060"/>
                </a:solidFill>
                <a:cs typeface="Arial" pitchFamily="34" charset="0"/>
              </a:rPr>
              <a:t>th</a:t>
            </a:r>
            <a:r>
              <a:rPr lang="th-TH" altLang="en-US" sz="2800" dirty="0">
                <a:solidFill>
                  <a:srgbClr val="002060"/>
                </a:solidFill>
                <a:cs typeface="Arial" pitchFamily="34" charset="0"/>
              </a:rPr>
              <a:t>ứ</a:t>
            </a:r>
            <a:r>
              <a:rPr lang="en-US" altLang="en-US" sz="2800" dirty="0">
                <a:solidFill>
                  <a:srgbClr val="002060"/>
                </a:solidFill>
                <a:cs typeface="Arial" pitchFamily="34" charset="0"/>
              </a:rPr>
              <a:t>c.</a:t>
            </a:r>
          </a:p>
          <a:p>
            <a:pPr>
              <a:spcAft>
                <a:spcPts val="683"/>
              </a:spcAft>
              <a:buClr>
                <a:srgbClr val="FF0066"/>
              </a:buClr>
              <a:buFont typeface="Wingdings 2" pitchFamily="18" charset="2"/>
              <a:buChar char="®"/>
            </a:pPr>
            <a:r>
              <a:rPr lang="en-US" altLang="en-US" sz="2800" dirty="0" err="1">
                <a:solidFill>
                  <a:srgbClr val="002060"/>
                </a:solidFill>
                <a:cs typeface="Arial" pitchFamily="34" charset="0"/>
              </a:rPr>
              <a:t>Nhiều</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lĩnh</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vực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khác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nhau</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có</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liên</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quan</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với</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khai</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phá</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dữ</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liệu</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công</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nghệ</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cơ</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sở</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dữ</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liệu</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lý</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thuyết</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thống</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kê</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học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máy</a:t>
            </a:r>
            <a:r>
              <a:rPr lang="en-US" altLang="en-US" sz="2800" dirty="0">
                <a:solidFill>
                  <a:srgbClr val="002060"/>
                </a:solidFill>
                <a:cs typeface="Arial" pitchFamily="34" charset="0"/>
              </a:rPr>
              <a:t>, khoa </a:t>
            </a:r>
            <a:r>
              <a:rPr lang="en-US" altLang="en-US" sz="2800" dirty="0" err="1">
                <a:solidFill>
                  <a:srgbClr val="002060"/>
                </a:solidFill>
                <a:cs typeface="Arial" pitchFamily="34" charset="0"/>
              </a:rPr>
              <a:t>học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thông</a:t>
            </a:r>
            <a:r>
              <a:rPr lang="en-US" altLang="en-US" sz="2800" dirty="0">
                <a:solidFill>
                  <a:srgbClr val="002060"/>
                </a:solidFill>
                <a:cs typeface="Arial" pitchFamily="34" charset="0"/>
              </a:rPr>
              <a:t> tin, </a:t>
            </a:r>
            <a:r>
              <a:rPr lang="en-US" altLang="en-US" sz="2800" dirty="0" err="1">
                <a:solidFill>
                  <a:srgbClr val="002060"/>
                </a:solidFill>
                <a:cs typeface="Arial" pitchFamily="34" charset="0"/>
              </a:rPr>
              <a:t>trực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quan</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hóa</a:t>
            </a:r>
            <a:r>
              <a:rPr lang="en-US" altLang="en-US" sz="2800" dirty="0">
                <a:solidFill>
                  <a:srgbClr val="002060"/>
                </a:solidFill>
                <a:cs typeface="Arial" pitchFamily="34" charset="0"/>
              </a:rPr>
              <a:t>, …</a:t>
            </a:r>
          </a:p>
          <a:p>
            <a:pPr>
              <a:spcAft>
                <a:spcPts val="683"/>
              </a:spcAft>
              <a:buClr>
                <a:srgbClr val="FF0066"/>
              </a:buClr>
              <a:buFont typeface="Wingdings 2" pitchFamily="18" charset="2"/>
              <a:buChar char="®"/>
            </a:pPr>
            <a:r>
              <a:rPr lang="en-US" altLang="en-US" sz="2800" dirty="0" err="1">
                <a:solidFill>
                  <a:srgbClr val="002060"/>
                </a:solidFill>
                <a:cs typeface="Arial" pitchFamily="34" charset="0"/>
              </a:rPr>
              <a:t>Các</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vấn</a:t>
            </a:r>
            <a:r>
              <a:rPr lang="en-US" altLang="en-US" sz="2800" dirty="0">
                <a:solidFill>
                  <a:srgbClr val="002060"/>
                </a:solidFill>
                <a:cs typeface="Arial" pitchFamily="34" charset="0"/>
              </a:rPr>
              <a:t> đ</a:t>
            </a:r>
            <a:r>
              <a:rPr lang="th-TH" altLang="en-US" sz="2800" dirty="0">
                <a:solidFill>
                  <a:srgbClr val="002060"/>
                </a:solidFill>
                <a:cs typeface="Arial" pitchFamily="34" charset="0"/>
              </a:rPr>
              <a:t>ề</a:t>
            </a:r>
            <a:r>
              <a:rPr lang="en-US" altLang="en-US" sz="2800" dirty="0">
                <a:solidFill>
                  <a:srgbClr val="002060"/>
                </a:solidFill>
                <a:cs typeface="Arial" pitchFamily="34" charset="0"/>
              </a:rPr>
              <a:t> li</a:t>
            </a:r>
            <a:r>
              <a:rPr lang="th-TH" altLang="en-US" sz="2800" dirty="0">
                <a:solidFill>
                  <a:srgbClr val="002060"/>
                </a:solidFill>
                <a:cs typeface="Arial" pitchFamily="34" charset="0"/>
              </a:rPr>
              <a:t>ê</a:t>
            </a:r>
            <a:r>
              <a:rPr lang="en-US" altLang="en-US" sz="2800" dirty="0">
                <a:solidFill>
                  <a:srgbClr val="002060"/>
                </a:solidFill>
                <a:cs typeface="Arial" pitchFamily="34" charset="0"/>
              </a:rPr>
              <a:t>n </a:t>
            </a:r>
            <a:r>
              <a:rPr lang="en-US" altLang="en-US" sz="2800" dirty="0" err="1">
                <a:solidFill>
                  <a:srgbClr val="002060"/>
                </a:solidFill>
                <a:cs typeface="Arial" pitchFamily="34" charset="0"/>
              </a:rPr>
              <a:t>quan</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ph</a:t>
            </a:r>
            <a:r>
              <a:rPr lang="th-TH" altLang="en-US" sz="2800" dirty="0">
                <a:solidFill>
                  <a:srgbClr val="002060"/>
                </a:solidFill>
                <a:cs typeface="Arial" pitchFamily="34" charset="0"/>
              </a:rPr>
              <a:t>ươ</a:t>
            </a:r>
            <a:r>
              <a:rPr lang="en-US" altLang="en-US" sz="2800" dirty="0">
                <a:solidFill>
                  <a:srgbClr val="002060"/>
                </a:solidFill>
                <a:cs typeface="Arial" pitchFamily="34" charset="0"/>
              </a:rPr>
              <a:t>ng </a:t>
            </a:r>
            <a:r>
              <a:rPr lang="en-US" altLang="en-US" sz="2800" dirty="0" err="1">
                <a:solidFill>
                  <a:srgbClr val="002060"/>
                </a:solidFill>
                <a:cs typeface="Arial" pitchFamily="34" charset="0"/>
              </a:rPr>
              <a:t>ph</a:t>
            </a:r>
            <a:r>
              <a:rPr lang="th-TH" altLang="en-US" sz="2800" dirty="0">
                <a:solidFill>
                  <a:srgbClr val="002060"/>
                </a:solidFill>
                <a:cs typeface="Arial" pitchFamily="34" charset="0"/>
              </a:rPr>
              <a:t>á</a:t>
            </a:r>
            <a:r>
              <a:rPr lang="en-US" altLang="en-US" sz="2800" dirty="0">
                <a:solidFill>
                  <a:srgbClr val="002060"/>
                </a:solidFill>
                <a:cs typeface="Arial" pitchFamily="34" charset="0"/>
              </a:rPr>
              <a:t>p </a:t>
            </a:r>
            <a:r>
              <a:rPr lang="en-US" altLang="en-US" sz="2800" dirty="0" err="1">
                <a:solidFill>
                  <a:srgbClr val="002060"/>
                </a:solidFill>
                <a:cs typeface="Arial" pitchFamily="34" charset="0"/>
              </a:rPr>
              <a:t>lu</a:t>
            </a:r>
            <a:r>
              <a:rPr lang="th-TH" altLang="en-US" sz="2800" dirty="0">
                <a:solidFill>
                  <a:srgbClr val="002060"/>
                </a:solidFill>
                <a:cs typeface="Arial" pitchFamily="34" charset="0"/>
              </a:rPr>
              <a:t>ậ</a:t>
            </a:r>
            <a:r>
              <a:rPr lang="en-US" altLang="en-US" sz="2800" dirty="0">
                <a:solidFill>
                  <a:srgbClr val="002060"/>
                </a:solidFill>
                <a:cs typeface="Arial" pitchFamily="34" charset="0"/>
              </a:rPr>
              <a:t>n </a:t>
            </a:r>
            <a:r>
              <a:rPr lang="en-US" altLang="en-US" sz="2800" dirty="0" err="1">
                <a:solidFill>
                  <a:srgbClr val="002060"/>
                </a:solidFill>
                <a:cs typeface="Arial" pitchFamily="34" charset="0"/>
              </a:rPr>
              <a:t>khai</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ph</a:t>
            </a:r>
            <a:r>
              <a:rPr lang="th-TH" altLang="en-US" sz="2800" dirty="0">
                <a:solidFill>
                  <a:srgbClr val="002060"/>
                </a:solidFill>
                <a:cs typeface="Arial" pitchFamily="34" charset="0"/>
              </a:rPr>
              <a:t>á</a:t>
            </a:r>
            <a:r>
              <a:rPr lang="en-US" altLang="en-US" sz="2800" dirty="0">
                <a:solidFill>
                  <a:srgbClr val="002060"/>
                </a:solidFill>
                <a:cs typeface="Arial" pitchFamily="34" charset="0"/>
              </a:rPr>
              <a:t> d</a:t>
            </a:r>
            <a:r>
              <a:rPr lang="th-TH" altLang="en-US" sz="2800" dirty="0">
                <a:solidFill>
                  <a:srgbClr val="002060"/>
                </a:solidFill>
                <a:cs typeface="Arial" pitchFamily="34" charset="0"/>
              </a:rPr>
              <a:t>ữ</a:t>
            </a:r>
            <a:r>
              <a:rPr lang="en-US" altLang="en-US" sz="2800" dirty="0">
                <a:solidFill>
                  <a:srgbClr val="002060"/>
                </a:solidFill>
                <a:cs typeface="Arial" pitchFamily="34" charset="0"/>
              </a:rPr>
              <a:t> li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a:t>
            </a:r>
            <a:r>
              <a:rPr lang="en-US" altLang="en-US" sz="2800" dirty="0" err="1">
                <a:solidFill>
                  <a:srgbClr val="002060"/>
                </a:solidFill>
                <a:cs typeface="Arial" pitchFamily="34" charset="0"/>
              </a:rPr>
              <a:t>vấn</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đề</a:t>
            </a:r>
            <a:r>
              <a:rPr lang="en-US" altLang="en-US" sz="2800" dirty="0">
                <a:solidFill>
                  <a:srgbClr val="002060"/>
                </a:solidFill>
                <a:cs typeface="Arial" pitchFamily="34" charset="0"/>
              </a:rPr>
              <a:t> t</a:t>
            </a:r>
            <a:r>
              <a:rPr lang="th-TH" altLang="en-US" sz="2800" dirty="0">
                <a:solidFill>
                  <a:srgbClr val="002060"/>
                </a:solidFill>
                <a:cs typeface="Arial" pitchFamily="34" charset="0"/>
              </a:rPr>
              <a:t>ươ</a:t>
            </a:r>
            <a:r>
              <a:rPr lang="en-US" altLang="en-US" sz="2800" dirty="0">
                <a:solidFill>
                  <a:srgbClr val="002060"/>
                </a:solidFill>
                <a:cs typeface="Arial" pitchFamily="34" charset="0"/>
              </a:rPr>
              <a:t>ng t</a:t>
            </a:r>
            <a:r>
              <a:rPr lang="th-TH" altLang="en-US" sz="2800" dirty="0">
                <a:solidFill>
                  <a:srgbClr val="002060"/>
                </a:solidFill>
                <a:cs typeface="Arial" pitchFamily="34" charset="0"/>
              </a:rPr>
              <a:t>á</a:t>
            </a:r>
            <a:r>
              <a:rPr lang="en-US" altLang="en-US" sz="2800" dirty="0">
                <a:solidFill>
                  <a:srgbClr val="002060"/>
                </a:solidFill>
                <a:cs typeface="Arial" pitchFamily="34" charset="0"/>
              </a:rPr>
              <a:t>c ng</a:t>
            </a:r>
            <a:r>
              <a:rPr lang="th-TH" altLang="en-US" sz="2800" dirty="0">
                <a:solidFill>
                  <a:srgbClr val="002060"/>
                </a:solidFill>
                <a:cs typeface="Arial" pitchFamily="34" charset="0"/>
              </a:rPr>
              <a:t>ườ</a:t>
            </a:r>
            <a:r>
              <a:rPr lang="en-US" altLang="en-US" sz="2800" dirty="0" err="1">
                <a:solidFill>
                  <a:srgbClr val="002060"/>
                </a:solidFill>
                <a:cs typeface="Arial" pitchFamily="34" charset="0"/>
              </a:rPr>
              <a:t>i</a:t>
            </a:r>
            <a:r>
              <a:rPr lang="en-US" altLang="en-US" sz="2800" dirty="0">
                <a:solidFill>
                  <a:srgbClr val="002060"/>
                </a:solidFill>
                <a:cs typeface="Arial" pitchFamily="34" charset="0"/>
              </a:rPr>
              <a:t> d</a:t>
            </a:r>
            <a:r>
              <a:rPr lang="th-TH" altLang="en-US" sz="2800" dirty="0">
                <a:solidFill>
                  <a:srgbClr val="002060"/>
                </a:solidFill>
                <a:cs typeface="Arial" pitchFamily="34" charset="0"/>
              </a:rPr>
              <a:t>ù</a:t>
            </a:r>
            <a:r>
              <a:rPr lang="en-US" altLang="en-US" sz="2800" dirty="0">
                <a:solidFill>
                  <a:srgbClr val="002060"/>
                </a:solidFill>
                <a:cs typeface="Arial" pitchFamily="34" charset="0"/>
              </a:rPr>
              <a:t>ng, </a:t>
            </a:r>
            <a:r>
              <a:rPr lang="en-US" altLang="en-US" sz="2800" dirty="0" err="1">
                <a:solidFill>
                  <a:srgbClr val="002060"/>
                </a:solidFill>
                <a:cs typeface="Arial" pitchFamily="34" charset="0"/>
              </a:rPr>
              <a:t>kh</a:t>
            </a:r>
            <a:r>
              <a:rPr lang="th-TH" altLang="en-US" sz="2800" dirty="0">
                <a:solidFill>
                  <a:srgbClr val="002060"/>
                </a:solidFill>
                <a:cs typeface="Arial" pitchFamily="34" charset="0"/>
              </a:rPr>
              <a:t>ả</a:t>
            </a:r>
            <a:r>
              <a:rPr lang="en-US" altLang="en-US" sz="2800" dirty="0">
                <a:solidFill>
                  <a:srgbClr val="002060"/>
                </a:solidFill>
                <a:cs typeface="Arial" pitchFamily="34" charset="0"/>
              </a:rPr>
              <a:t> n</a:t>
            </a:r>
            <a:r>
              <a:rPr lang="th-TH" altLang="en-US" sz="2800" dirty="0">
                <a:solidFill>
                  <a:srgbClr val="002060"/>
                </a:solidFill>
                <a:cs typeface="Arial" pitchFamily="34" charset="0"/>
              </a:rPr>
              <a:t>ă</a:t>
            </a:r>
            <a:r>
              <a:rPr lang="en-US" altLang="en-US" sz="2800" dirty="0">
                <a:solidFill>
                  <a:srgbClr val="002060"/>
                </a:solidFill>
                <a:cs typeface="Arial" pitchFamily="34" charset="0"/>
              </a:rPr>
              <a:t>ng co </a:t>
            </a:r>
            <a:r>
              <a:rPr lang="en-US" altLang="en-US" sz="2800" dirty="0" err="1">
                <a:solidFill>
                  <a:srgbClr val="002060"/>
                </a:solidFill>
                <a:cs typeface="Arial" pitchFamily="34" charset="0"/>
              </a:rPr>
              <a:t>giãn</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dữ</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liệu</a:t>
            </a:r>
            <a:r>
              <a:rPr lang="en-US" altLang="en-US" sz="2800" dirty="0">
                <a:solidFill>
                  <a:srgbClr val="002060"/>
                </a:solidFill>
                <a:cs typeface="Arial" pitchFamily="34" charset="0"/>
              </a:rPr>
              <a:t> v</a:t>
            </a:r>
            <a:r>
              <a:rPr lang="th-TH" altLang="en-US" sz="2800" dirty="0">
                <a:solidFill>
                  <a:srgbClr val="002060"/>
                </a:solidFill>
                <a:cs typeface="Arial" pitchFamily="34" charset="0"/>
              </a:rPr>
              <a:t>à</a:t>
            </a:r>
            <a:r>
              <a:rPr lang="en-US" altLang="en-US" sz="2800" dirty="0">
                <a:solidFill>
                  <a:srgbClr val="002060"/>
                </a:solidFill>
                <a:cs typeface="Arial" pitchFamily="34" charset="0"/>
              </a:rPr>
              <a:t> hi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a:t>
            </a:r>
            <a:r>
              <a:rPr lang="en-US" altLang="en-US" sz="2800" dirty="0" err="1">
                <a:solidFill>
                  <a:srgbClr val="002060"/>
                </a:solidFill>
                <a:cs typeface="Arial" pitchFamily="34" charset="0"/>
              </a:rPr>
              <a:t>su</a:t>
            </a:r>
            <a:r>
              <a:rPr lang="th-TH" altLang="en-US" sz="2800" dirty="0">
                <a:solidFill>
                  <a:srgbClr val="002060"/>
                </a:solidFill>
                <a:cs typeface="Arial" pitchFamily="34" charset="0"/>
              </a:rPr>
              <a:t>ấ</a:t>
            </a:r>
            <a:r>
              <a:rPr lang="en-US" altLang="en-US" sz="2800" dirty="0">
                <a:solidFill>
                  <a:srgbClr val="002060"/>
                </a:solidFill>
                <a:cs typeface="Arial" pitchFamily="34" charset="0"/>
              </a:rPr>
              <a:t>t, v</a:t>
            </a:r>
            <a:r>
              <a:rPr lang="th-TH" altLang="en-US" sz="2800" dirty="0">
                <a:solidFill>
                  <a:srgbClr val="002060"/>
                </a:solidFill>
                <a:cs typeface="Arial" pitchFamily="34" charset="0"/>
              </a:rPr>
              <a:t>ấ</a:t>
            </a:r>
            <a:r>
              <a:rPr lang="en-US" altLang="en-US" sz="2800" dirty="0">
                <a:solidFill>
                  <a:srgbClr val="002060"/>
                </a:solidFill>
                <a:cs typeface="Arial" pitchFamily="34" charset="0"/>
              </a:rPr>
              <a:t>n </a:t>
            </a:r>
            <a:r>
              <a:rPr lang="th-TH" altLang="en-US" sz="2800" dirty="0">
                <a:solidFill>
                  <a:srgbClr val="002060"/>
                </a:solidFill>
                <a:cs typeface="Arial" pitchFamily="34" charset="0"/>
              </a:rPr>
              <a:t>đề</a:t>
            </a:r>
            <a:r>
              <a:rPr lang="en-US" altLang="en-US" sz="2800" dirty="0">
                <a:solidFill>
                  <a:srgbClr val="002060"/>
                </a:solidFill>
                <a:cs typeface="Arial" pitchFamily="34" charset="0"/>
              </a:rPr>
              <a:t> x</a:t>
            </a:r>
            <a:r>
              <a:rPr lang="th-TH" altLang="en-US" sz="2800" dirty="0">
                <a:solidFill>
                  <a:srgbClr val="002060"/>
                </a:solidFill>
                <a:cs typeface="Arial" pitchFamily="34" charset="0"/>
              </a:rPr>
              <a:t>ử</a:t>
            </a:r>
            <a:r>
              <a:rPr lang="en-US" altLang="en-US" sz="2800" dirty="0">
                <a:solidFill>
                  <a:srgbClr val="002060"/>
                </a:solidFill>
                <a:cs typeface="Arial" pitchFamily="34" charset="0"/>
              </a:rPr>
              <a:t> l</a:t>
            </a:r>
            <a:r>
              <a:rPr lang="th-TH" altLang="en-US" sz="2800" dirty="0">
                <a:solidFill>
                  <a:srgbClr val="002060"/>
                </a:solidFill>
                <a:cs typeface="Arial" pitchFamily="34" charset="0"/>
              </a:rPr>
              <a:t>ý</a:t>
            </a:r>
            <a:r>
              <a:rPr lang="en-US" altLang="en-US" sz="2800" dirty="0">
                <a:solidFill>
                  <a:srgbClr val="002060"/>
                </a:solidFill>
                <a:cs typeface="Arial" pitchFamily="34" charset="0"/>
              </a:rPr>
              <a:t> l</a:t>
            </a:r>
            <a:r>
              <a:rPr lang="th-TH" altLang="en-US" sz="2800" dirty="0">
                <a:solidFill>
                  <a:srgbClr val="002060"/>
                </a:solidFill>
                <a:cs typeface="Arial" pitchFamily="34" charset="0"/>
              </a:rPr>
              <a:t>ượ</a:t>
            </a:r>
            <a:r>
              <a:rPr lang="en-US" altLang="en-US" sz="2800" dirty="0">
                <a:solidFill>
                  <a:srgbClr val="002060"/>
                </a:solidFill>
                <a:cs typeface="Arial" pitchFamily="34" charset="0"/>
              </a:rPr>
              <a:t>ng l</a:t>
            </a:r>
            <a:r>
              <a:rPr lang="th-TH" altLang="en-US" sz="2800" dirty="0">
                <a:solidFill>
                  <a:srgbClr val="002060"/>
                </a:solidFill>
                <a:cs typeface="Arial" pitchFamily="34" charset="0"/>
              </a:rPr>
              <a:t>ớ</a:t>
            </a:r>
            <a:r>
              <a:rPr lang="en-US" altLang="en-US" sz="2800" dirty="0">
                <a:solidFill>
                  <a:srgbClr val="002060"/>
                </a:solidFill>
                <a:cs typeface="Arial" pitchFamily="34" charset="0"/>
              </a:rPr>
              <a:t>n c</a:t>
            </a:r>
            <a:r>
              <a:rPr lang="th-TH" altLang="en-US" sz="2800" dirty="0">
                <a:solidFill>
                  <a:srgbClr val="002060"/>
                </a:solidFill>
                <a:cs typeface="Arial" pitchFamily="34" charset="0"/>
              </a:rPr>
              <a:t>á</a:t>
            </a:r>
            <a:r>
              <a:rPr lang="en-US" altLang="en-US" sz="2800" dirty="0">
                <a:solidFill>
                  <a:srgbClr val="002060"/>
                </a:solidFill>
                <a:cs typeface="Arial" pitchFamily="34" charset="0"/>
              </a:rPr>
              <a:t>c ki</a:t>
            </a:r>
            <a:r>
              <a:rPr lang="th-TH" altLang="en-US" sz="2800" dirty="0">
                <a:solidFill>
                  <a:srgbClr val="002060"/>
                </a:solidFill>
                <a:cs typeface="Arial" pitchFamily="34" charset="0"/>
              </a:rPr>
              <a:t>ể</a:t>
            </a:r>
            <a:r>
              <a:rPr lang="en-US" altLang="en-US" sz="2800" dirty="0">
                <a:solidFill>
                  <a:srgbClr val="002060"/>
                </a:solidFill>
                <a:cs typeface="Arial" pitchFamily="34" charset="0"/>
              </a:rPr>
              <a:t>u d</a:t>
            </a:r>
            <a:r>
              <a:rPr lang="th-TH" altLang="en-US" sz="2800" dirty="0">
                <a:solidFill>
                  <a:srgbClr val="002060"/>
                </a:solidFill>
                <a:cs typeface="Arial" pitchFamily="34" charset="0"/>
              </a:rPr>
              <a:t>ữ</a:t>
            </a:r>
            <a:r>
              <a:rPr lang="en-US" altLang="en-US" sz="2800" dirty="0">
                <a:solidFill>
                  <a:srgbClr val="002060"/>
                </a:solidFill>
                <a:cs typeface="Arial" pitchFamily="34" charset="0"/>
              </a:rPr>
              <a:t> li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a:t>
            </a:r>
            <a:r>
              <a:rPr lang="en-US" altLang="en-US" sz="2800" dirty="0" err="1">
                <a:solidFill>
                  <a:srgbClr val="002060"/>
                </a:solidFill>
                <a:cs typeface="Arial" pitchFamily="34" charset="0"/>
              </a:rPr>
              <a:t>kh</a:t>
            </a:r>
            <a:r>
              <a:rPr lang="th-TH" altLang="en-US" sz="2800" dirty="0">
                <a:solidFill>
                  <a:srgbClr val="002060"/>
                </a:solidFill>
                <a:cs typeface="Arial" pitchFamily="34" charset="0"/>
              </a:rPr>
              <a:t>á</a:t>
            </a:r>
            <a:r>
              <a:rPr lang="en-US" altLang="en-US" sz="2800" dirty="0">
                <a:solidFill>
                  <a:srgbClr val="002060"/>
                </a:solidFill>
                <a:cs typeface="Arial" pitchFamily="34" charset="0"/>
              </a:rPr>
              <a:t>c </a:t>
            </a:r>
            <a:r>
              <a:rPr lang="en-US" altLang="en-US" sz="2800" dirty="0" err="1">
                <a:solidFill>
                  <a:srgbClr val="002060"/>
                </a:solidFill>
                <a:cs typeface="Arial" pitchFamily="34" charset="0"/>
              </a:rPr>
              <a:t>nhau</a:t>
            </a:r>
            <a:r>
              <a:rPr lang="en-US" altLang="en-US" sz="2800" dirty="0">
                <a:solidFill>
                  <a:srgbClr val="002060"/>
                </a:solidFill>
                <a:cs typeface="Arial" pitchFamily="34" charset="0"/>
              </a:rPr>
              <a:t>, v</a:t>
            </a:r>
            <a:r>
              <a:rPr lang="th-TH" altLang="en-US" sz="2800" dirty="0">
                <a:solidFill>
                  <a:srgbClr val="002060"/>
                </a:solidFill>
                <a:cs typeface="Arial" pitchFamily="34" charset="0"/>
              </a:rPr>
              <a:t>ấ</a:t>
            </a:r>
            <a:r>
              <a:rPr lang="en-US" altLang="en-US" sz="2800" dirty="0">
                <a:solidFill>
                  <a:srgbClr val="002060"/>
                </a:solidFill>
                <a:cs typeface="Arial" pitchFamily="34" charset="0"/>
              </a:rPr>
              <a:t>n </a:t>
            </a:r>
            <a:r>
              <a:rPr lang="th-TH" altLang="en-US" sz="2800" dirty="0">
                <a:solidFill>
                  <a:srgbClr val="002060"/>
                </a:solidFill>
                <a:cs typeface="Arial" pitchFamily="34" charset="0"/>
              </a:rPr>
              <a:t>đề</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khai</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th</a:t>
            </a:r>
            <a:r>
              <a:rPr lang="th-TH" altLang="en-US" sz="2800" dirty="0">
                <a:solidFill>
                  <a:srgbClr val="002060"/>
                </a:solidFill>
                <a:cs typeface="Arial" pitchFamily="34" charset="0"/>
              </a:rPr>
              <a:t>á</a:t>
            </a:r>
            <a:r>
              <a:rPr lang="en-US" altLang="en-US" sz="2800" dirty="0">
                <a:solidFill>
                  <a:srgbClr val="002060"/>
                </a:solidFill>
                <a:cs typeface="Arial" pitchFamily="34" charset="0"/>
              </a:rPr>
              <a:t>c </a:t>
            </a:r>
            <a:r>
              <a:rPr lang="en-US" altLang="en-US" sz="2800" dirty="0" err="1">
                <a:solidFill>
                  <a:srgbClr val="002060"/>
                </a:solidFill>
                <a:cs typeface="Arial" pitchFamily="34" charset="0"/>
              </a:rPr>
              <a:t>c</a:t>
            </a:r>
            <a:r>
              <a:rPr lang="th-TH" altLang="en-US" sz="2800" dirty="0">
                <a:solidFill>
                  <a:srgbClr val="002060"/>
                </a:solidFill>
                <a:cs typeface="Arial" pitchFamily="34" charset="0"/>
              </a:rPr>
              <a:t>á</a:t>
            </a:r>
            <a:r>
              <a:rPr lang="en-US" altLang="en-US" sz="2800" dirty="0">
                <a:solidFill>
                  <a:srgbClr val="002060"/>
                </a:solidFill>
                <a:cs typeface="Arial" pitchFamily="34" charset="0"/>
              </a:rPr>
              <a:t>c </a:t>
            </a:r>
            <a:r>
              <a:rPr lang="th-TH" altLang="en-US" sz="2800" dirty="0">
                <a:solidFill>
                  <a:srgbClr val="002060"/>
                </a:solidFill>
                <a:cs typeface="Arial" pitchFamily="34" charset="0"/>
              </a:rPr>
              <a:t>ứ</a:t>
            </a:r>
            <a:r>
              <a:rPr lang="en-US" altLang="en-US" sz="2800" dirty="0">
                <a:solidFill>
                  <a:srgbClr val="002060"/>
                </a:solidFill>
                <a:cs typeface="Arial" pitchFamily="34" charset="0"/>
              </a:rPr>
              <a:t>ng d</a:t>
            </a:r>
            <a:r>
              <a:rPr lang="th-TH" altLang="en-US" sz="2800" dirty="0">
                <a:solidFill>
                  <a:srgbClr val="002060"/>
                </a:solidFill>
                <a:cs typeface="Arial" pitchFamily="34" charset="0"/>
              </a:rPr>
              <a:t>ụ</a:t>
            </a:r>
            <a:r>
              <a:rPr lang="en-US" altLang="en-US" sz="2800" dirty="0">
                <a:solidFill>
                  <a:srgbClr val="002060"/>
                </a:solidFill>
                <a:cs typeface="Arial" pitchFamily="34" charset="0"/>
              </a:rPr>
              <a:t>ng </a:t>
            </a:r>
            <a:r>
              <a:rPr lang="en-US" altLang="en-US" sz="2800" dirty="0" err="1">
                <a:solidFill>
                  <a:srgbClr val="002060"/>
                </a:solidFill>
                <a:cs typeface="Arial" pitchFamily="34" charset="0"/>
              </a:rPr>
              <a:t>khai</a:t>
            </a:r>
            <a:r>
              <a:rPr lang="en-US" altLang="en-US" sz="2800" dirty="0">
                <a:solidFill>
                  <a:srgbClr val="002060"/>
                </a:solidFill>
                <a:cs typeface="Arial" pitchFamily="34" charset="0"/>
              </a:rPr>
              <a:t> </a:t>
            </a:r>
            <a:r>
              <a:rPr lang="en-US" altLang="en-US" sz="2800" dirty="0" err="1">
                <a:solidFill>
                  <a:srgbClr val="002060"/>
                </a:solidFill>
                <a:cs typeface="Arial" pitchFamily="34" charset="0"/>
              </a:rPr>
              <a:t>ph</a:t>
            </a:r>
            <a:r>
              <a:rPr lang="th-TH" altLang="en-US" sz="2800" dirty="0">
                <a:solidFill>
                  <a:srgbClr val="002060"/>
                </a:solidFill>
                <a:cs typeface="Arial" pitchFamily="34" charset="0"/>
              </a:rPr>
              <a:t>á</a:t>
            </a:r>
            <a:r>
              <a:rPr lang="en-US" altLang="en-US" sz="2800" dirty="0">
                <a:solidFill>
                  <a:srgbClr val="002060"/>
                </a:solidFill>
                <a:cs typeface="Arial" pitchFamily="34" charset="0"/>
              </a:rPr>
              <a:t> d</a:t>
            </a:r>
            <a:r>
              <a:rPr lang="th-TH" altLang="en-US" sz="2800" dirty="0">
                <a:solidFill>
                  <a:srgbClr val="002060"/>
                </a:solidFill>
                <a:cs typeface="Arial" pitchFamily="34" charset="0"/>
              </a:rPr>
              <a:t>ữ</a:t>
            </a:r>
            <a:r>
              <a:rPr lang="en-US" altLang="en-US" sz="2800" dirty="0">
                <a:solidFill>
                  <a:srgbClr val="002060"/>
                </a:solidFill>
                <a:cs typeface="Arial" pitchFamily="34" charset="0"/>
              </a:rPr>
              <a:t> li</a:t>
            </a:r>
            <a:r>
              <a:rPr lang="th-TH" altLang="en-US" sz="2800" dirty="0">
                <a:solidFill>
                  <a:srgbClr val="002060"/>
                </a:solidFill>
                <a:cs typeface="Arial" pitchFamily="34" charset="0"/>
              </a:rPr>
              <a:t>ệ</a:t>
            </a:r>
            <a:r>
              <a:rPr lang="en-US" altLang="en-US" sz="2800" dirty="0">
                <a:solidFill>
                  <a:srgbClr val="002060"/>
                </a:solidFill>
                <a:cs typeface="Arial" pitchFamily="34" charset="0"/>
              </a:rPr>
              <a:t>u c</a:t>
            </a:r>
            <a:r>
              <a:rPr lang="th-TH" altLang="en-US" sz="2800" dirty="0">
                <a:solidFill>
                  <a:srgbClr val="002060"/>
                </a:solidFill>
                <a:cs typeface="Arial" pitchFamily="34" charset="0"/>
              </a:rPr>
              <a:t>ũ</a:t>
            </a:r>
            <a:r>
              <a:rPr lang="en-US" altLang="en-US" sz="2800" dirty="0">
                <a:solidFill>
                  <a:srgbClr val="002060"/>
                </a:solidFill>
                <a:cs typeface="Arial" pitchFamily="34" charset="0"/>
              </a:rPr>
              <a:t>ng </a:t>
            </a:r>
            <a:r>
              <a:rPr lang="en-US" altLang="en-US" sz="2800" dirty="0" err="1">
                <a:solidFill>
                  <a:srgbClr val="002060"/>
                </a:solidFill>
                <a:cs typeface="Arial" pitchFamily="34" charset="0"/>
              </a:rPr>
              <a:t>nh</a:t>
            </a:r>
            <a:r>
              <a:rPr lang="th-TH" altLang="en-US" sz="2800" dirty="0">
                <a:solidFill>
                  <a:srgbClr val="002060"/>
                </a:solidFill>
                <a:cs typeface="Arial" pitchFamily="34" charset="0"/>
              </a:rPr>
              <a:t>ư</a:t>
            </a:r>
            <a:r>
              <a:rPr lang="en-US" altLang="en-US" sz="2800" dirty="0">
                <a:solidFill>
                  <a:srgbClr val="002060"/>
                </a:solidFill>
                <a:cs typeface="Arial" pitchFamily="34" charset="0"/>
              </a:rPr>
              <a:t> s</a:t>
            </a:r>
            <a:r>
              <a:rPr lang="th-TH" altLang="en-US" sz="2800" dirty="0">
                <a:solidFill>
                  <a:srgbClr val="002060"/>
                </a:solidFill>
                <a:cs typeface="Arial" pitchFamily="34" charset="0"/>
              </a:rPr>
              <a:t>ự</a:t>
            </a:r>
            <a:r>
              <a:rPr lang="en-US" altLang="en-US" sz="2800" dirty="0">
                <a:solidFill>
                  <a:srgbClr val="002060"/>
                </a:solidFill>
                <a:cs typeface="Arial" pitchFamily="34" charset="0"/>
              </a:rPr>
              <a:t> </a:t>
            </a:r>
            <a:r>
              <a:rPr lang="th-TH" altLang="en-US" sz="2800" dirty="0">
                <a:solidFill>
                  <a:srgbClr val="002060"/>
                </a:solidFill>
                <a:cs typeface="Arial" pitchFamily="34" charset="0"/>
              </a:rPr>
              <a:t>ả</a:t>
            </a:r>
            <a:r>
              <a:rPr lang="en-US" altLang="en-US" sz="2800" dirty="0" err="1">
                <a:solidFill>
                  <a:srgbClr val="002060"/>
                </a:solidFill>
                <a:cs typeface="Arial" pitchFamily="34" charset="0"/>
              </a:rPr>
              <a:t>nh</a:t>
            </a:r>
            <a:r>
              <a:rPr lang="en-US" altLang="en-US" sz="2800" dirty="0">
                <a:solidFill>
                  <a:srgbClr val="002060"/>
                </a:solidFill>
                <a:cs typeface="Arial" pitchFamily="34" charset="0"/>
              </a:rPr>
              <a:t> h</a:t>
            </a:r>
            <a:r>
              <a:rPr lang="th-TH" altLang="en-US" sz="2800" dirty="0">
                <a:solidFill>
                  <a:srgbClr val="002060"/>
                </a:solidFill>
                <a:cs typeface="Arial" pitchFamily="34" charset="0"/>
              </a:rPr>
              <a:t>ưở</a:t>
            </a:r>
            <a:r>
              <a:rPr lang="en-US" altLang="en-US" sz="2800" dirty="0">
                <a:solidFill>
                  <a:srgbClr val="002060"/>
                </a:solidFill>
                <a:cs typeface="Arial" pitchFamily="34" charset="0"/>
              </a:rPr>
              <a:t>ng x</a:t>
            </a:r>
            <a:r>
              <a:rPr lang="th-TH" altLang="en-US" sz="2800" dirty="0">
                <a:solidFill>
                  <a:srgbClr val="002060"/>
                </a:solidFill>
                <a:cs typeface="Arial" pitchFamily="34" charset="0"/>
              </a:rPr>
              <a:t>ã</a:t>
            </a:r>
            <a:r>
              <a:rPr lang="en-US" altLang="en-US" sz="2800" dirty="0">
                <a:solidFill>
                  <a:srgbClr val="002060"/>
                </a:solidFill>
                <a:cs typeface="Arial" pitchFamily="34" charset="0"/>
              </a:rPr>
              <a:t> h</a:t>
            </a:r>
            <a:r>
              <a:rPr lang="th-TH" altLang="en-US" sz="2800" dirty="0">
                <a:solidFill>
                  <a:srgbClr val="002060"/>
                </a:solidFill>
                <a:cs typeface="Arial" pitchFamily="34" charset="0"/>
              </a:rPr>
              <a:t>ộ</a:t>
            </a:r>
            <a:r>
              <a:rPr lang="en-US" altLang="en-US" sz="2800" dirty="0" err="1">
                <a:solidFill>
                  <a:srgbClr val="002060"/>
                </a:solidFill>
                <a:cs typeface="Arial" pitchFamily="34" charset="0"/>
              </a:rPr>
              <a:t>i</a:t>
            </a:r>
            <a:r>
              <a:rPr lang="en-US" altLang="en-US" sz="2800" dirty="0">
                <a:solidFill>
                  <a:srgbClr val="002060"/>
                </a:solidFill>
                <a:cs typeface="Arial" pitchFamily="34" charset="0"/>
              </a:rPr>
              <a:t> c</a:t>
            </a:r>
            <a:r>
              <a:rPr lang="th-TH" altLang="en-US" sz="2800" dirty="0">
                <a:solidFill>
                  <a:srgbClr val="002060"/>
                </a:solidFill>
                <a:cs typeface="Arial" pitchFamily="34" charset="0"/>
              </a:rPr>
              <a:t>ủ</a:t>
            </a:r>
            <a:r>
              <a:rPr lang="en-US" altLang="en-US" sz="2800" dirty="0">
                <a:solidFill>
                  <a:srgbClr val="002060"/>
                </a:solidFill>
                <a:cs typeface="Arial" pitchFamily="34" charset="0"/>
              </a:rPr>
              <a:t>a </a:t>
            </a:r>
            <a:r>
              <a:rPr lang="en-US" altLang="en-US" sz="2800" dirty="0" err="1">
                <a:solidFill>
                  <a:srgbClr val="002060"/>
                </a:solidFill>
                <a:cs typeface="Arial" pitchFamily="34" charset="0"/>
              </a:rPr>
              <a:t>ch</a:t>
            </a:r>
            <a:r>
              <a:rPr lang="th-TH" altLang="en-US" sz="2800" dirty="0">
                <a:solidFill>
                  <a:srgbClr val="002060"/>
                </a:solidFill>
                <a:cs typeface="Arial" pitchFamily="34" charset="0"/>
              </a:rPr>
              <a:t>ú</a:t>
            </a:r>
            <a:r>
              <a:rPr lang="en-US" altLang="en-US" sz="2800" dirty="0">
                <a:solidFill>
                  <a:srgbClr val="002060"/>
                </a:solidFill>
                <a:cs typeface="Arial" pitchFamily="34" charset="0"/>
              </a:rPr>
              <a:t>ng.</a:t>
            </a:r>
            <a:endParaRPr lang="th-TH" altLang="en-US" sz="2800" dirty="0">
              <a:solidFill>
                <a:srgbClr val="002060"/>
              </a:solidFill>
              <a:cs typeface="Arial" pitchFamily="34" charset="0"/>
            </a:endParaRPr>
          </a:p>
          <a:p>
            <a:pPr>
              <a:spcAft>
                <a:spcPts val="683"/>
              </a:spcAft>
              <a:buClr>
                <a:srgbClr val="FF0066"/>
              </a:buClr>
              <a:buFont typeface="Wingdings 2" pitchFamily="18" charset="2"/>
              <a:buChar char="®"/>
            </a:pPr>
            <a:endParaRPr lang="en-US" altLang="en-US" sz="3000" dirty="0">
              <a:solidFill>
                <a:srgbClr val="002060"/>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53672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7808B0-DB8A-471C-82EF-CF06681341D9}" type="slidenum">
              <a:rPr lang="vi-VN" smtClean="0"/>
              <a:t>50</a:t>
            </a:fld>
            <a:endParaRPr lang="vi-V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169" y="1836016"/>
            <a:ext cx="5583051" cy="265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8897177"/>
      </p:ext>
    </p:extLst>
  </p:cSld>
  <p:clrMapOvr>
    <a:masterClrMapping/>
  </p:clrMapOvr>
  <p:timing>
    <p:tnLst>
      <p:par>
        <p:cTn id="1" dur="indefinite" restart="never" nodeType="tmRoot"/>
      </p:par>
    </p:tnLst>
  </p:timing>
</p:sld>
</file>

<file path=ppt/theme/theme1.xml><?xml version="1.0" encoding="utf-8"?>
<a:theme xmlns:a="http://schemas.openxmlformats.org/drawingml/2006/main" name="BAV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V theme" id="{7832964F-8B5A-4F31-A4CC-57B7E325E5E7}" vid="{7794FF63-DC0C-45CA-A72A-F474D0C367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23471</TotalTime>
  <Words>3218</Words>
  <Application>Microsoft Office PowerPoint</Application>
  <PresentationFormat>35mm Slides</PresentationFormat>
  <Paragraphs>374</Paragraphs>
  <Slides>50</Slides>
  <Notes>49</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3</vt:i4>
      </vt:variant>
      <vt:variant>
        <vt:lpstr>Slide Titles</vt:lpstr>
      </vt:variant>
      <vt:variant>
        <vt:i4>50</vt:i4>
      </vt:variant>
    </vt:vector>
  </HeadingPairs>
  <TitlesOfParts>
    <vt:vector size="69" baseType="lpstr">
      <vt:lpstr>游ゴシック</vt:lpstr>
      <vt:lpstr>Arial</vt:lpstr>
      <vt:lpstr>Calibri</vt:lpstr>
      <vt:lpstr>Comic Sans MS</vt:lpstr>
      <vt:lpstr>Impact</vt:lpstr>
      <vt:lpstr>Montserrat</vt:lpstr>
      <vt:lpstr>Montserrat ExtraBold</vt:lpstr>
      <vt:lpstr>Montserrat Medium</vt:lpstr>
      <vt:lpstr>Symbol</vt:lpstr>
      <vt:lpstr>Tahoma</vt:lpstr>
      <vt:lpstr>Times</vt:lpstr>
      <vt:lpstr>Times New Roman</vt:lpstr>
      <vt:lpstr>Verdana</vt:lpstr>
      <vt:lpstr>Wingdings</vt:lpstr>
      <vt:lpstr>Wingdings 2</vt:lpstr>
      <vt:lpstr>BAV theme</vt:lpstr>
      <vt:lpstr>VISIO</vt:lpstr>
      <vt:lpstr>Document</vt:lpstr>
      <vt:lpstr>Bitmap Image</vt:lpstr>
      <vt:lpstr>CHƯƠNG 1: TỔNG QUAN VỀ KHAI PHÁ DỮ LIỆU</vt:lpstr>
      <vt:lpstr>Nội dung chương học</vt:lpstr>
      <vt:lpstr>1. Các khái niệm cơ bản</vt:lpstr>
      <vt:lpstr>1. Các khái niệm cơ bản</vt:lpstr>
      <vt:lpstr>1. Các khái niệm cơ bản</vt:lpstr>
      <vt:lpstr>1. Các khái niệm cơ bản</vt:lpstr>
      <vt:lpstr>1. Các khái niệm cơ bản</vt:lpstr>
      <vt:lpstr>1. Các khái niệm cơ bản</vt:lpstr>
      <vt:lpstr>1. Các khái niệm cơ bản</vt:lpstr>
      <vt:lpstr>1. Các khái niệm cơ bản</vt:lpstr>
      <vt:lpstr>1. Các khái niệm cơ bản</vt:lpstr>
      <vt:lpstr>2. Quá trình khai phá tri thức</vt:lpstr>
      <vt:lpstr>2. Quá trình khai phá tri thức</vt:lpstr>
      <vt:lpstr>2. Quá trình khai phá tri thức</vt:lpstr>
      <vt:lpstr>2. Quá trình khai phá tri thức</vt:lpstr>
      <vt:lpstr>2. Quá trình khai phá tri thức</vt:lpstr>
      <vt:lpstr>3. Khai phá dữ liệu và các lĩnh vực liên quan</vt:lpstr>
      <vt:lpstr>3. Khai phá dữ liệu và các lĩnh vực liên quan</vt:lpstr>
      <vt:lpstr>3. Khai phá dữ liệu và các lĩnh vực liên quan</vt:lpstr>
      <vt:lpstr>3. Khai phá dữ liệu và các lĩnh vực liên quan</vt:lpstr>
      <vt:lpstr>3. Khai phá dữ liệu và các lĩnh vực liên quan</vt:lpstr>
      <vt:lpstr>3. Khai phá dữ liệu và các lĩnh vực liên quan</vt:lpstr>
      <vt:lpstr>3. Khai phá dữ liệu và các lĩnh vực liên quan</vt:lpstr>
      <vt:lpstr>3. Khai phá dữ liệu và các lĩnh vực liên quan</vt:lpstr>
      <vt:lpstr>3. Khai phá dữ liệu và các lĩnh vực liên quan</vt:lpstr>
      <vt:lpstr>3. Khai phá dữ liệu và các lĩnh vực liên quan</vt:lpstr>
      <vt:lpstr>3. Khai phá dữ liệu và các lĩnh vực liên quan</vt:lpstr>
      <vt:lpstr>4. Các yếu tố cơ bản trong khai phá dữ liệu</vt:lpstr>
      <vt:lpstr>4. Các yếu tố cơ bản trong khai phá dữ liệu</vt:lpstr>
      <vt:lpstr>4. Các yếu tố cơ bản trong khai phá dữ liệu</vt:lpstr>
      <vt:lpstr>4. Các yếu tố cơ bản trong khai phá dữ liệu</vt:lpstr>
      <vt:lpstr>4. Các yếu tố cơ bản trong khai phá dữ liệu</vt:lpstr>
      <vt:lpstr>5. Ứng dụng khai phá dữ liệu</vt:lpstr>
      <vt:lpstr>5. Ứng dụng khai phá dữ liệu</vt:lpstr>
      <vt:lpstr>5. Ứng dụng khai phá dữ liệu</vt:lpstr>
      <vt:lpstr>5. Ứng dụng khai phá dữ liệu</vt:lpstr>
      <vt:lpstr>5. Ứng dụng khai phá dữ liệu</vt:lpstr>
      <vt:lpstr>5. Ứng dụng khai phá dữ liệu</vt:lpstr>
      <vt:lpstr>5. Ứng dụng khai phá dữ liệu</vt:lpstr>
      <vt:lpstr>5. Ứng dụng khai phá dữ liệu</vt:lpstr>
      <vt:lpstr>6. Quy trình và các kỹ thuật khai phá dữ liệu</vt:lpstr>
      <vt:lpstr>6. Quy trình và các kỹ thuật khai phá dữ liệu</vt:lpstr>
      <vt:lpstr>6. Quy trình và các kỹ thuật khai phá dữ liệu</vt:lpstr>
      <vt:lpstr>6. Quy trình và các kỹ thuật khai phá dữ liệu</vt:lpstr>
      <vt:lpstr>6. Quy trình và các kỹ thuật khai phá dữ liệu</vt:lpstr>
      <vt:lpstr>6. Quy trình và các kỹ thuật khai phá dữ liệu</vt:lpstr>
      <vt:lpstr>6. Quy trình và các kỹ thuật khai phá dữ liệu</vt:lpstr>
      <vt:lpstr>Tóm tắt</vt:lpstr>
      <vt:lpstr>Tóm tắt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KỸ THUẬT KHAI PHÁ MẪU DẪY VÀ MẪU THỨ TỰ BỘ PHẬN TRONG KHAI PHÁ QUY TRÌNH</dc:title>
  <dc:creator>hungnd</dc:creator>
  <cp:lastModifiedBy>Lê Nhung</cp:lastModifiedBy>
  <cp:revision>1420</cp:revision>
  <dcterms:created xsi:type="dcterms:W3CDTF">2014-03-12T02:40:35Z</dcterms:created>
  <dcterms:modified xsi:type="dcterms:W3CDTF">2025-08-11T05:00:57Z</dcterms:modified>
</cp:coreProperties>
</file>