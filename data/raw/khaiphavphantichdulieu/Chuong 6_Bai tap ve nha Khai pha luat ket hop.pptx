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1"/>
    <p:sldMasterId id="2147483670" r:id="rId2"/>
  </p:sldMasterIdLst>
  <p:notesMasterIdLst>
    <p:notesMasterId r:id="rId6"/>
  </p:notesMasterIdLst>
  <p:handoutMasterIdLst>
    <p:handoutMasterId r:id="rId7"/>
  </p:handoutMasterIdLst>
  <p:sldIdLst>
    <p:sldId id="454" r:id="rId3"/>
    <p:sldId id="457" r:id="rId4"/>
    <p:sldId id="458" r:id="rId5"/>
  </p:sldIdLst>
  <p:sldSz cx="9144000" cy="5715000" type="screen16x10"/>
  <p:notesSz cx="7315200" cy="9601200"/>
  <p:defaultTextStyle>
    <a:defPPr>
      <a:defRPr lang="en-US"/>
    </a:defPPr>
    <a:lvl1pPr algn="l" rtl="0" eaLnBrk="0" fontAlgn="base" hangingPunct="0">
      <a:spcBef>
        <a:spcPct val="0"/>
      </a:spcBef>
      <a:spcAft>
        <a:spcPct val="0"/>
      </a:spcAft>
      <a:defRPr kern="1200">
        <a:solidFill>
          <a:schemeClr val="tx1"/>
        </a:solidFill>
        <a:latin typeface="Verdana"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80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0000CA"/>
    <a:srgbClr val="0B5CFF"/>
    <a:srgbClr val="ADADAD"/>
    <a:srgbClr val="E5E5E5"/>
    <a:srgbClr val="660066"/>
    <a:srgbClr val="A50021"/>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5149" autoAdjust="0"/>
  </p:normalViewPr>
  <p:slideViewPr>
    <p:cSldViewPr>
      <p:cViewPr varScale="1">
        <p:scale>
          <a:sx n="75" d="100"/>
          <a:sy n="75" d="100"/>
        </p:scale>
        <p:origin x="948" y="48"/>
      </p:cViewPr>
      <p:guideLst>
        <p:guide orient="horz" pos="2160"/>
        <p:guide pos="2880"/>
        <p:guide orient="horz" pos="180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688"/>
    </p:cViewPr>
  </p:sorterViewPr>
  <p:notesViewPr>
    <p:cSldViewPr>
      <p:cViewPr varScale="1">
        <p:scale>
          <a:sx n="57" d="100"/>
          <a:sy n="57" d="100"/>
        </p:scale>
        <p:origin x="-2520" y="-9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handoutMaster" Target="handoutMasters/handout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8242"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endParaRPr lang="en-US" altLang="en-US"/>
          </a:p>
        </p:txBody>
      </p:sp>
      <p:sp>
        <p:nvSpPr>
          <p:cNvPr id="138243" name="Rectangle 3"/>
          <p:cNvSpPr>
            <a:spLocks noGrp="1" noChangeArrowheads="1"/>
          </p:cNvSpPr>
          <p:nvPr>
            <p:ph type="dt" sz="quarter"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endParaRPr lang="en-US" altLang="en-US"/>
          </a:p>
        </p:txBody>
      </p:sp>
      <p:sp>
        <p:nvSpPr>
          <p:cNvPr id="138244" name="Rectangle 4"/>
          <p:cNvSpPr>
            <a:spLocks noGrp="1" noChangeArrowheads="1"/>
          </p:cNvSpPr>
          <p:nvPr>
            <p:ph type="ftr" sz="quarter" idx="2"/>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endParaRPr lang="en-US" altLang="en-US"/>
          </a:p>
        </p:txBody>
      </p:sp>
      <p:sp>
        <p:nvSpPr>
          <p:cNvPr id="138245" name="Rectangle 5"/>
          <p:cNvSpPr>
            <a:spLocks noGrp="1" noChangeArrowheads="1"/>
          </p:cNvSpPr>
          <p:nvPr>
            <p:ph type="sldNum" sz="quarter" idx="3"/>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fld id="{AD709F40-BFC6-41BB-A4E3-F6E69D19BAF8}" type="slidenum">
              <a:rPr lang="en-US" altLang="en-US"/>
              <a:pPr/>
              <a:t>‹#›</a:t>
            </a:fld>
            <a:endParaRPr lang="en-US" altLang="en-US"/>
          </a:p>
        </p:txBody>
      </p:sp>
    </p:spTree>
    <p:extLst>
      <p:ext uri="{BB962C8B-B14F-4D97-AF65-F5344CB8AC3E}">
        <p14:creationId xmlns:p14="http://schemas.microsoft.com/office/powerpoint/2010/main" val="4016291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538"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endParaRPr lang="en-US" altLang="en-US"/>
          </a:p>
        </p:txBody>
      </p:sp>
      <p:sp>
        <p:nvSpPr>
          <p:cNvPr id="65539" name="Rectangle 3"/>
          <p:cNvSpPr>
            <a:spLocks noGrp="1" noChangeArrowheads="1"/>
          </p:cNvSpPr>
          <p:nvPr>
            <p:ph type="dt"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endParaRPr lang="en-US" altLang="en-US"/>
          </a:p>
        </p:txBody>
      </p:sp>
      <p:sp>
        <p:nvSpPr>
          <p:cNvPr id="65540" name="Rectangle 4"/>
          <p:cNvSpPr>
            <a:spLocks noGrp="1" noRot="1" noChangeAspect="1" noChangeArrowheads="1" noTextEdit="1"/>
          </p:cNvSpPr>
          <p:nvPr>
            <p:ph type="sldImg" idx="2"/>
          </p:nvPr>
        </p:nvSpPr>
        <p:spPr bwMode="auto">
          <a:xfrm>
            <a:off x="779463" y="719138"/>
            <a:ext cx="5761037" cy="3602037"/>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5541" name="Rectangle 5"/>
          <p:cNvSpPr>
            <a:spLocks noGrp="1" noChangeArrowheads="1"/>
          </p:cNvSpPr>
          <p:nvPr>
            <p:ph type="body" sz="quarter" idx="3"/>
          </p:nvPr>
        </p:nvSpPr>
        <p:spPr bwMode="auto">
          <a:xfrm>
            <a:off x="731838" y="4560888"/>
            <a:ext cx="5851525" cy="432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5542" name="Rectangle 6"/>
          <p:cNvSpPr>
            <a:spLocks noGrp="1" noChangeArrowheads="1"/>
          </p:cNvSpPr>
          <p:nvPr>
            <p:ph type="ftr" sz="quarter" idx="4"/>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endParaRPr lang="en-US" altLang="en-US"/>
          </a:p>
        </p:txBody>
      </p:sp>
      <p:sp>
        <p:nvSpPr>
          <p:cNvPr id="65543" name="Rectangle 7"/>
          <p:cNvSpPr>
            <a:spLocks noGrp="1" noChangeArrowheads="1"/>
          </p:cNvSpPr>
          <p:nvPr>
            <p:ph type="sldNum" sz="quarter" idx="5"/>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fld id="{6EB3C3C7-6574-4751-9D41-DBA972B58F64}" type="slidenum">
              <a:rPr lang="en-US" altLang="en-US"/>
              <a:pPr/>
              <a:t>‹#›</a:t>
            </a:fld>
            <a:endParaRPr lang="en-US" altLang="en-US"/>
          </a:p>
        </p:txBody>
      </p:sp>
    </p:spTree>
    <p:extLst>
      <p:ext uri="{BB962C8B-B14F-4D97-AF65-F5344CB8AC3E}">
        <p14:creationId xmlns:p14="http://schemas.microsoft.com/office/powerpoint/2010/main" val="57632963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10595" name="Rectangle 3"/>
          <p:cNvSpPr>
            <a:spLocks noGrp="1" noChangeArrowheads="1"/>
          </p:cNvSpPr>
          <p:nvPr>
            <p:ph type="subTitle" idx="1"/>
          </p:nvPr>
        </p:nvSpPr>
        <p:spPr>
          <a:xfrm>
            <a:off x="1371600" y="2725208"/>
            <a:ext cx="6400800" cy="1841500"/>
          </a:xfrm>
        </p:spPr>
        <p:txBody>
          <a:bodyPr/>
          <a:lstStyle>
            <a:lvl1pPr marL="0" indent="0" algn="ctr">
              <a:buFont typeface="Wingdings" pitchFamily="2" charset="2"/>
              <a:buNone/>
              <a:defRPr sz="3000"/>
            </a:lvl1pPr>
          </a:lstStyle>
          <a:p>
            <a:pPr lvl="0"/>
            <a:r>
              <a:rPr lang="en-US" altLang="en-US" noProof="0"/>
              <a:t>Click to edit Master subtitle style</a:t>
            </a:r>
          </a:p>
        </p:txBody>
      </p:sp>
      <p:sp>
        <p:nvSpPr>
          <p:cNvPr id="110596" name="Rectangle 4"/>
          <p:cNvSpPr>
            <a:spLocks noGrp="1" noChangeArrowheads="1"/>
          </p:cNvSpPr>
          <p:nvPr>
            <p:ph type="dt" sz="half" idx="2"/>
          </p:nvPr>
        </p:nvSpPr>
        <p:spPr/>
        <p:txBody>
          <a:bodyPr/>
          <a:lstStyle>
            <a:lvl1pPr>
              <a:defRPr/>
            </a:lvl1pPr>
          </a:lstStyle>
          <a:p>
            <a:endParaRPr lang="en-US" altLang="en-US"/>
          </a:p>
        </p:txBody>
      </p:sp>
      <p:sp>
        <p:nvSpPr>
          <p:cNvPr id="110597" name="Rectangle 5"/>
          <p:cNvSpPr>
            <a:spLocks noGrp="1" noChangeArrowheads="1"/>
          </p:cNvSpPr>
          <p:nvPr>
            <p:ph type="ftr" sz="quarter" idx="3"/>
          </p:nvPr>
        </p:nvSpPr>
        <p:spPr/>
        <p:txBody>
          <a:bodyPr/>
          <a:lstStyle>
            <a:lvl1pPr>
              <a:defRPr/>
            </a:lvl1pPr>
          </a:lstStyle>
          <a:p>
            <a:endParaRPr lang="en-US" altLang="en-US"/>
          </a:p>
        </p:txBody>
      </p:sp>
      <p:sp>
        <p:nvSpPr>
          <p:cNvPr id="110598" name="Rectangle 6"/>
          <p:cNvSpPr>
            <a:spLocks noGrp="1" noChangeArrowheads="1"/>
          </p:cNvSpPr>
          <p:nvPr>
            <p:ph type="sldNum" sz="quarter" idx="4"/>
          </p:nvPr>
        </p:nvSpPr>
        <p:spPr>
          <a:xfrm>
            <a:off x="6553200" y="5207000"/>
            <a:ext cx="2133600" cy="381000"/>
          </a:xfrm>
        </p:spPr>
        <p:txBody>
          <a:bodyPr/>
          <a:lstStyle>
            <a:lvl1pPr>
              <a:defRPr/>
            </a:lvl1pPr>
          </a:lstStyle>
          <a:p>
            <a:fld id="{5F3A5A14-025E-4DD4-8C4B-8ABB993BC977}" type="slidenum">
              <a:rPr lang="en-US" altLang="en-US"/>
              <a:pPr/>
              <a:t>‹#›</a:t>
            </a:fld>
            <a:endParaRPr lang="en-US" altLang="en-US"/>
          </a:p>
        </p:txBody>
      </p:sp>
      <p:sp>
        <p:nvSpPr>
          <p:cNvPr id="110600" name="Rectangle 8"/>
          <p:cNvSpPr>
            <a:spLocks noChangeArrowheads="1"/>
          </p:cNvSpPr>
          <p:nvPr/>
        </p:nvSpPr>
        <p:spPr bwMode="auto">
          <a:xfrm>
            <a:off x="228600" y="2407710"/>
            <a:ext cx="2870200" cy="168011"/>
          </a:xfrm>
          <a:prstGeom prst="rect">
            <a:avLst/>
          </a:prstGeom>
          <a:solidFill>
            <a:srgbClr val="00007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0602" name="Rectangle 10"/>
          <p:cNvSpPr>
            <a:spLocks noChangeArrowheads="1"/>
          </p:cNvSpPr>
          <p:nvPr/>
        </p:nvSpPr>
        <p:spPr bwMode="auto">
          <a:xfrm>
            <a:off x="3048002" y="2407710"/>
            <a:ext cx="5795963" cy="168011"/>
          </a:xfrm>
          <a:prstGeom prst="rect">
            <a:avLst/>
          </a:prstGeom>
          <a:gradFill rotWithShape="1">
            <a:gsLst>
              <a:gs pos="0">
                <a:srgbClr val="0B5CFF">
                  <a:gamma/>
                  <a:shade val="46275"/>
                  <a:invGamma/>
                </a:srgbClr>
              </a:gs>
              <a:gs pos="100000">
                <a:srgbClr val="0B5CFF"/>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6072" y="0"/>
            <a:ext cx="706938" cy="54614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6EDAA403-461D-4862-8EAF-2192C96AADC1}" type="slidenum">
              <a:rPr lang="en-US" altLang="en-US"/>
              <a:pPr/>
              <a:t>‹#›</a:t>
            </a:fld>
            <a:endParaRPr lang="en-US" altLang="en-US"/>
          </a:p>
        </p:txBody>
      </p:sp>
    </p:spTree>
    <p:extLst>
      <p:ext uri="{BB962C8B-B14F-4D97-AF65-F5344CB8AC3E}">
        <p14:creationId xmlns:p14="http://schemas.microsoft.com/office/powerpoint/2010/main" val="3644649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9"/>
            <a:ext cx="7772400" cy="1135063"/>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503C31CD-6DD0-4118-B3D8-AC901CABB81D}" type="slidenum">
              <a:rPr lang="en-US" altLang="en-US"/>
              <a:pPr/>
              <a:t>‹#›</a:t>
            </a:fld>
            <a:endParaRPr lang="en-US" altLang="en-US"/>
          </a:p>
        </p:txBody>
      </p:sp>
    </p:spTree>
    <p:extLst>
      <p:ext uri="{BB962C8B-B14F-4D97-AF65-F5344CB8AC3E}">
        <p14:creationId xmlns:p14="http://schemas.microsoft.com/office/powerpoint/2010/main" val="2623182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6500"/>
            <a:ext cx="4152900" cy="406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2500" y="1206500"/>
            <a:ext cx="4152900" cy="406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5BC3D4BF-4B68-4DD0-9B9F-A0A26E91912E}" type="slidenum">
              <a:rPr lang="en-US" altLang="en-US"/>
              <a:pPr/>
              <a:t>‹#›</a:t>
            </a:fld>
            <a:endParaRPr lang="en-US" altLang="en-US"/>
          </a:p>
        </p:txBody>
      </p:sp>
    </p:spTree>
    <p:extLst>
      <p:ext uri="{BB962C8B-B14F-4D97-AF65-F5344CB8AC3E}">
        <p14:creationId xmlns:p14="http://schemas.microsoft.com/office/powerpoint/2010/main" val="3278481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865"/>
            <a:ext cx="8229600" cy="9525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279261"/>
            <a:ext cx="4041775" cy="53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ltLang="en-US"/>
          </a:p>
        </p:txBody>
      </p:sp>
      <p:sp>
        <p:nvSpPr>
          <p:cNvPr id="8" name="Footer Placeholder 7"/>
          <p:cNvSpPr>
            <a:spLocks noGrp="1"/>
          </p:cNvSpPr>
          <p:nvPr>
            <p:ph type="ftr" sz="quarter" idx="11"/>
          </p:nvPr>
        </p:nvSpPr>
        <p:spPr/>
        <p:txBody>
          <a:bodyPr/>
          <a:lstStyle>
            <a:lvl1pPr>
              <a:defRPr/>
            </a:lvl1pPr>
          </a:lstStyle>
          <a:p>
            <a:endParaRPr lang="en-US" altLang="en-US"/>
          </a:p>
        </p:txBody>
      </p:sp>
      <p:sp>
        <p:nvSpPr>
          <p:cNvPr id="9" name="Slide Number Placeholder 8"/>
          <p:cNvSpPr>
            <a:spLocks noGrp="1"/>
          </p:cNvSpPr>
          <p:nvPr>
            <p:ph type="sldNum" sz="quarter" idx="12"/>
          </p:nvPr>
        </p:nvSpPr>
        <p:spPr/>
        <p:txBody>
          <a:bodyPr/>
          <a:lstStyle>
            <a:lvl1pPr>
              <a:defRPr/>
            </a:lvl1pPr>
          </a:lstStyle>
          <a:p>
            <a:fld id="{6121B6CA-4169-4C13-AFB5-0010161C157C}" type="slidenum">
              <a:rPr lang="en-US" altLang="en-US"/>
              <a:pPr/>
              <a:t>‹#›</a:t>
            </a:fld>
            <a:endParaRPr lang="en-US" altLang="en-US"/>
          </a:p>
        </p:txBody>
      </p:sp>
    </p:spTree>
    <p:extLst>
      <p:ext uri="{BB962C8B-B14F-4D97-AF65-F5344CB8AC3E}">
        <p14:creationId xmlns:p14="http://schemas.microsoft.com/office/powerpoint/2010/main" val="871029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ltLang="en-US"/>
          </a:p>
        </p:txBody>
      </p:sp>
      <p:sp>
        <p:nvSpPr>
          <p:cNvPr id="4" name="Footer Placeholder 3"/>
          <p:cNvSpPr>
            <a:spLocks noGrp="1"/>
          </p:cNvSpPr>
          <p:nvPr>
            <p:ph type="ftr" sz="quarter" idx="11"/>
          </p:nvPr>
        </p:nvSpPr>
        <p:spPr/>
        <p:txBody>
          <a:bodyPr/>
          <a:lstStyle>
            <a:lvl1pPr>
              <a:defRPr/>
            </a:lvl1pPr>
          </a:lstStyle>
          <a:p>
            <a:endParaRPr lang="en-US" altLang="en-US"/>
          </a:p>
        </p:txBody>
      </p:sp>
      <p:sp>
        <p:nvSpPr>
          <p:cNvPr id="5" name="Slide Number Placeholder 4"/>
          <p:cNvSpPr>
            <a:spLocks noGrp="1"/>
          </p:cNvSpPr>
          <p:nvPr>
            <p:ph type="sldNum" sz="quarter" idx="12"/>
          </p:nvPr>
        </p:nvSpPr>
        <p:spPr/>
        <p:txBody>
          <a:bodyPr/>
          <a:lstStyle>
            <a:lvl1pPr>
              <a:defRPr/>
            </a:lvl1pPr>
          </a:lstStyle>
          <a:p>
            <a:fld id="{64094846-C8E7-4830-95AA-F3402742291D}" type="slidenum">
              <a:rPr lang="en-US" altLang="en-US"/>
              <a:pPr/>
              <a:t>‹#›</a:t>
            </a:fld>
            <a:endParaRPr lang="en-US" altLang="en-US"/>
          </a:p>
        </p:txBody>
      </p:sp>
    </p:spTree>
    <p:extLst>
      <p:ext uri="{BB962C8B-B14F-4D97-AF65-F5344CB8AC3E}">
        <p14:creationId xmlns:p14="http://schemas.microsoft.com/office/powerpoint/2010/main" val="2334301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en-US"/>
          </a:p>
        </p:txBody>
      </p:sp>
      <p:sp>
        <p:nvSpPr>
          <p:cNvPr id="3" name="Footer Placeholder 2"/>
          <p:cNvSpPr>
            <a:spLocks noGrp="1"/>
          </p:cNvSpPr>
          <p:nvPr>
            <p:ph type="ftr" sz="quarter" idx="11"/>
          </p:nvPr>
        </p:nvSpPr>
        <p:spPr/>
        <p:txBody>
          <a:bodyPr/>
          <a:lstStyle>
            <a:lvl1pPr>
              <a:defRPr/>
            </a:lvl1pPr>
          </a:lstStyle>
          <a:p>
            <a:endParaRPr lang="en-US" altLang="en-US"/>
          </a:p>
        </p:txBody>
      </p:sp>
      <p:sp>
        <p:nvSpPr>
          <p:cNvPr id="4" name="Slide Number Placeholder 3"/>
          <p:cNvSpPr>
            <a:spLocks noGrp="1"/>
          </p:cNvSpPr>
          <p:nvPr>
            <p:ph type="sldNum" sz="quarter" idx="12"/>
          </p:nvPr>
        </p:nvSpPr>
        <p:spPr/>
        <p:txBody>
          <a:bodyPr/>
          <a:lstStyle>
            <a:lvl1pPr>
              <a:defRPr/>
            </a:lvl1pPr>
          </a:lstStyle>
          <a:p>
            <a:fld id="{C0F43AFB-B9EE-4F2C-BF9B-BEA059241462}" type="slidenum">
              <a:rPr lang="en-US" altLang="en-US"/>
              <a:pPr/>
              <a:t>‹#›</a:t>
            </a:fld>
            <a:endParaRPr lang="en-US" altLang="en-US"/>
          </a:p>
        </p:txBody>
      </p:sp>
    </p:spTree>
    <p:extLst>
      <p:ext uri="{BB962C8B-B14F-4D97-AF65-F5344CB8AC3E}">
        <p14:creationId xmlns:p14="http://schemas.microsoft.com/office/powerpoint/2010/main" val="169571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27542"/>
            <a:ext cx="3008313" cy="968375"/>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27544"/>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195919"/>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DD784662-3C29-40F5-9BB1-616C55C00B2D}" type="slidenum">
              <a:rPr lang="en-US" altLang="en-US"/>
              <a:pPr/>
              <a:t>‹#›</a:t>
            </a:fld>
            <a:endParaRPr lang="en-US" altLang="en-US"/>
          </a:p>
        </p:txBody>
      </p:sp>
    </p:spTree>
    <p:extLst>
      <p:ext uri="{BB962C8B-B14F-4D97-AF65-F5344CB8AC3E}">
        <p14:creationId xmlns:p14="http://schemas.microsoft.com/office/powerpoint/2010/main" val="2860281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472782"/>
            <a:ext cx="5486400" cy="6707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EB97BB34-D797-4FF0-AB39-CEB744E097B9}" type="slidenum">
              <a:rPr lang="en-US" altLang="en-US"/>
              <a:pPr/>
              <a:t>‹#›</a:t>
            </a:fld>
            <a:endParaRPr lang="en-US" altLang="en-US"/>
          </a:p>
        </p:txBody>
      </p:sp>
    </p:spTree>
    <p:extLst>
      <p:ext uri="{BB962C8B-B14F-4D97-AF65-F5344CB8AC3E}">
        <p14:creationId xmlns:p14="http://schemas.microsoft.com/office/powerpoint/2010/main" val="628776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3FDDB9A5-F3E5-4620-851E-3CDCDCF027F5}" type="slidenum">
              <a:rPr lang="en-US" altLang="en-US"/>
              <a:pPr/>
              <a:t>‹#›</a:t>
            </a:fld>
            <a:endParaRPr lang="en-US" altLang="en-US"/>
          </a:p>
        </p:txBody>
      </p:sp>
    </p:spTree>
    <p:extLst>
      <p:ext uri="{BB962C8B-B14F-4D97-AF65-F5344CB8AC3E}">
        <p14:creationId xmlns:p14="http://schemas.microsoft.com/office/powerpoint/2010/main" val="3615724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63500"/>
            <a:ext cx="2133600" cy="5207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3500"/>
            <a:ext cx="6248400" cy="5207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42022309-C026-4828-A046-B1384128365C}" type="slidenum">
              <a:rPr lang="en-US" altLang="en-US"/>
              <a:pPr/>
              <a:t>‹#›</a:t>
            </a:fld>
            <a:endParaRPr lang="en-US" altLang="en-US"/>
          </a:p>
        </p:txBody>
      </p:sp>
    </p:spTree>
    <p:extLst>
      <p:ext uri="{BB962C8B-B14F-4D97-AF65-F5344CB8AC3E}">
        <p14:creationId xmlns:p14="http://schemas.microsoft.com/office/powerpoint/2010/main" val="10716703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0"/>
            <a:ext cx="8534400" cy="847990"/>
          </a:xfrm>
        </p:spPr>
        <p:txBody>
          <a:bodyPr/>
          <a:lstStyle/>
          <a:p>
            <a:r>
              <a:rPr lang="en-US"/>
              <a:t>Click to edit Master title style</a:t>
            </a:r>
          </a:p>
        </p:txBody>
      </p:sp>
      <p:sp>
        <p:nvSpPr>
          <p:cNvPr id="3" name="Text Placeholder 2"/>
          <p:cNvSpPr>
            <a:spLocks noGrp="1"/>
          </p:cNvSpPr>
          <p:nvPr>
            <p:ph type="body" sz="half" idx="1"/>
          </p:nvPr>
        </p:nvSpPr>
        <p:spPr>
          <a:xfrm>
            <a:off x="457200" y="1206500"/>
            <a:ext cx="4152900" cy="406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2500" y="1206500"/>
            <a:ext cx="4152900" cy="406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5207000"/>
            <a:ext cx="2133600" cy="381000"/>
          </a:xfrm>
        </p:spPr>
        <p:txBody>
          <a:bodyPr/>
          <a:lstStyle>
            <a:lvl1pPr>
              <a:defRPr/>
            </a:lvl1pPr>
          </a:lstStyle>
          <a:p>
            <a:endParaRPr lang="en-US" altLang="en-US"/>
          </a:p>
        </p:txBody>
      </p:sp>
      <p:sp>
        <p:nvSpPr>
          <p:cNvPr id="6" name="Footer Placeholder 5"/>
          <p:cNvSpPr>
            <a:spLocks noGrp="1"/>
          </p:cNvSpPr>
          <p:nvPr>
            <p:ph type="ftr" sz="quarter" idx="11"/>
          </p:nvPr>
        </p:nvSpPr>
        <p:spPr>
          <a:xfrm>
            <a:off x="3124200" y="5207000"/>
            <a:ext cx="2895600" cy="381000"/>
          </a:xfrm>
        </p:spPr>
        <p:txBody>
          <a:bodyPr/>
          <a:lstStyle>
            <a:lvl1pPr>
              <a:defRPr/>
            </a:lvl1pPr>
          </a:lstStyle>
          <a:p>
            <a:endParaRPr lang="en-US" altLang="en-US"/>
          </a:p>
        </p:txBody>
      </p:sp>
      <p:sp>
        <p:nvSpPr>
          <p:cNvPr id="7" name="Slide Number Placeholder 6"/>
          <p:cNvSpPr>
            <a:spLocks noGrp="1"/>
          </p:cNvSpPr>
          <p:nvPr>
            <p:ph type="sldNum" sz="quarter" idx="12"/>
          </p:nvPr>
        </p:nvSpPr>
        <p:spPr>
          <a:xfrm>
            <a:off x="6934200" y="5397500"/>
            <a:ext cx="2133600" cy="254000"/>
          </a:xfrm>
        </p:spPr>
        <p:txBody>
          <a:bodyPr/>
          <a:lstStyle>
            <a:lvl1pPr>
              <a:defRPr/>
            </a:lvl1pPr>
          </a:lstStyle>
          <a:p>
            <a:fld id="{0F7F4AE7-255B-443B-882F-A11D2FB7E3EC}" type="slidenum">
              <a:rPr lang="en-US" altLang="en-US"/>
              <a:pPr/>
              <a:t>‹#›</a:t>
            </a:fld>
            <a:endParaRPr lang="en-US" altLang="en-US"/>
          </a:p>
        </p:txBody>
      </p:sp>
    </p:spTree>
    <p:extLst>
      <p:ext uri="{BB962C8B-B14F-4D97-AF65-F5344CB8AC3E}">
        <p14:creationId xmlns:p14="http://schemas.microsoft.com/office/powerpoint/2010/main" val="1763018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63500"/>
            <a:ext cx="8534400" cy="847990"/>
          </a:xfrm>
        </p:spPr>
        <p:txBody>
          <a:bodyPr/>
          <a:lstStyle/>
          <a:p>
            <a:r>
              <a:rPr lang="en-US"/>
              <a:t>Click to edit Master title style</a:t>
            </a:r>
          </a:p>
        </p:txBody>
      </p:sp>
      <p:sp>
        <p:nvSpPr>
          <p:cNvPr id="3" name="Content Placeholder 2"/>
          <p:cNvSpPr>
            <a:spLocks noGrp="1"/>
          </p:cNvSpPr>
          <p:nvPr>
            <p:ph sz="quarter" idx="1"/>
          </p:nvPr>
        </p:nvSpPr>
        <p:spPr>
          <a:xfrm>
            <a:off x="457200" y="1206500"/>
            <a:ext cx="4152900" cy="1968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2500" y="1206500"/>
            <a:ext cx="4152900" cy="1968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 y="3302000"/>
            <a:ext cx="4152900" cy="1968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762500" y="3302000"/>
            <a:ext cx="4152900" cy="1968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5207000"/>
            <a:ext cx="2133600" cy="381000"/>
          </a:xfrm>
        </p:spPr>
        <p:txBody>
          <a:bodyPr/>
          <a:lstStyle>
            <a:lvl1pPr>
              <a:defRPr/>
            </a:lvl1pPr>
          </a:lstStyle>
          <a:p>
            <a:endParaRPr lang="en-US" altLang="en-US"/>
          </a:p>
        </p:txBody>
      </p:sp>
      <p:sp>
        <p:nvSpPr>
          <p:cNvPr id="8" name="Footer Placeholder 7"/>
          <p:cNvSpPr>
            <a:spLocks noGrp="1"/>
          </p:cNvSpPr>
          <p:nvPr>
            <p:ph type="ftr" sz="quarter" idx="11"/>
          </p:nvPr>
        </p:nvSpPr>
        <p:spPr>
          <a:xfrm>
            <a:off x="3124200" y="5207000"/>
            <a:ext cx="2895600" cy="381000"/>
          </a:xfrm>
        </p:spPr>
        <p:txBody>
          <a:bodyPr/>
          <a:lstStyle>
            <a:lvl1pPr>
              <a:defRPr/>
            </a:lvl1pPr>
          </a:lstStyle>
          <a:p>
            <a:endParaRPr lang="en-US" altLang="en-US"/>
          </a:p>
        </p:txBody>
      </p:sp>
      <p:sp>
        <p:nvSpPr>
          <p:cNvPr id="9" name="Slide Number Placeholder 8"/>
          <p:cNvSpPr>
            <a:spLocks noGrp="1"/>
          </p:cNvSpPr>
          <p:nvPr>
            <p:ph type="sldNum" sz="quarter" idx="12"/>
          </p:nvPr>
        </p:nvSpPr>
        <p:spPr>
          <a:xfrm>
            <a:off x="6934200" y="5397500"/>
            <a:ext cx="2133600" cy="254000"/>
          </a:xfrm>
        </p:spPr>
        <p:txBody>
          <a:bodyPr/>
          <a:lstStyle>
            <a:lvl1pPr>
              <a:defRPr/>
            </a:lvl1pPr>
          </a:lstStyle>
          <a:p>
            <a:fld id="{1855D887-86EF-42A9-88A4-CC08B53E5D5C}" type="slidenum">
              <a:rPr lang="en-US" altLang="en-US"/>
              <a:pPr/>
              <a:t>‹#›</a:t>
            </a:fld>
            <a:endParaRPr lang="en-US" altLang="en-US"/>
          </a:p>
        </p:txBody>
      </p:sp>
    </p:spTree>
    <p:extLst>
      <p:ext uri="{BB962C8B-B14F-4D97-AF65-F5344CB8AC3E}">
        <p14:creationId xmlns:p14="http://schemas.microsoft.com/office/powerpoint/2010/main" val="21170078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0"/>
            <a:ext cx="8534400" cy="847990"/>
          </a:xfrm>
        </p:spPr>
        <p:txBody>
          <a:bodyPr/>
          <a:lstStyle/>
          <a:p>
            <a:r>
              <a:rPr lang="en-US"/>
              <a:t>Click to edit Master title style</a:t>
            </a:r>
          </a:p>
        </p:txBody>
      </p:sp>
      <p:sp>
        <p:nvSpPr>
          <p:cNvPr id="3" name="Text Placeholder 2"/>
          <p:cNvSpPr>
            <a:spLocks noGrp="1"/>
          </p:cNvSpPr>
          <p:nvPr>
            <p:ph type="body" sz="half" idx="1"/>
          </p:nvPr>
        </p:nvSpPr>
        <p:spPr>
          <a:xfrm>
            <a:off x="457200" y="1206500"/>
            <a:ext cx="4152900" cy="406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2500" y="1206500"/>
            <a:ext cx="4152900" cy="1968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762500" y="3302000"/>
            <a:ext cx="4152900" cy="1968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457200" y="5207000"/>
            <a:ext cx="2133600" cy="381000"/>
          </a:xfrm>
        </p:spPr>
        <p:txBody>
          <a:bodyPr/>
          <a:lstStyle>
            <a:lvl1pPr>
              <a:defRPr/>
            </a:lvl1pPr>
          </a:lstStyle>
          <a:p>
            <a:endParaRPr lang="en-US" altLang="en-US"/>
          </a:p>
        </p:txBody>
      </p:sp>
      <p:sp>
        <p:nvSpPr>
          <p:cNvPr id="7" name="Footer Placeholder 6"/>
          <p:cNvSpPr>
            <a:spLocks noGrp="1"/>
          </p:cNvSpPr>
          <p:nvPr>
            <p:ph type="ftr" sz="quarter" idx="11"/>
          </p:nvPr>
        </p:nvSpPr>
        <p:spPr>
          <a:xfrm>
            <a:off x="3124200" y="5207000"/>
            <a:ext cx="2895600" cy="381000"/>
          </a:xfrm>
        </p:spPr>
        <p:txBody>
          <a:bodyPr/>
          <a:lstStyle>
            <a:lvl1pPr>
              <a:defRPr/>
            </a:lvl1pPr>
          </a:lstStyle>
          <a:p>
            <a:endParaRPr lang="en-US" altLang="en-US"/>
          </a:p>
        </p:txBody>
      </p:sp>
      <p:sp>
        <p:nvSpPr>
          <p:cNvPr id="8" name="Slide Number Placeholder 7"/>
          <p:cNvSpPr>
            <a:spLocks noGrp="1"/>
          </p:cNvSpPr>
          <p:nvPr>
            <p:ph type="sldNum" sz="quarter" idx="12"/>
          </p:nvPr>
        </p:nvSpPr>
        <p:spPr>
          <a:xfrm>
            <a:off x="6934200" y="5397500"/>
            <a:ext cx="2133600" cy="254000"/>
          </a:xfrm>
        </p:spPr>
        <p:txBody>
          <a:bodyPr/>
          <a:lstStyle>
            <a:lvl1pPr>
              <a:defRPr/>
            </a:lvl1pPr>
          </a:lstStyle>
          <a:p>
            <a:fld id="{8BE41E68-21B9-49DE-A093-51A78E69493A}" type="slidenum">
              <a:rPr lang="en-US" altLang="en-US"/>
              <a:pPr/>
              <a:t>‹#›</a:t>
            </a:fld>
            <a:endParaRPr lang="en-US" altLang="en-US"/>
          </a:p>
        </p:txBody>
      </p:sp>
    </p:spTree>
    <p:extLst>
      <p:ext uri="{BB962C8B-B14F-4D97-AF65-F5344CB8AC3E}">
        <p14:creationId xmlns:p14="http://schemas.microsoft.com/office/powerpoint/2010/main" val="23569346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001698"/>
            <a:ext cx="6858000" cy="137980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753EEB16-F73A-4AC0-9870-0710A15F04F3}" type="datetimeFigureOut">
              <a:rPr lang="en-GB" smtClean="0"/>
              <a:t>15/11/2023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68B67C-B339-491A-B21D-26689A5D1002}" type="slidenum">
              <a:rPr lang="en-GB" smtClean="0"/>
              <a:t>‹#›</a:t>
            </a:fld>
            <a:endParaRPr lang="en-GB"/>
          </a:p>
        </p:txBody>
      </p:sp>
    </p:spTree>
    <p:extLst>
      <p:ext uri="{BB962C8B-B14F-4D97-AF65-F5344CB8AC3E}">
        <p14:creationId xmlns:p14="http://schemas.microsoft.com/office/powerpoint/2010/main" val="3900338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53EEB16-F73A-4AC0-9870-0710A15F04F3}" type="datetimeFigureOut">
              <a:rPr lang="en-GB" smtClean="0"/>
              <a:t>15/11/2023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68B67C-B339-491A-B21D-26689A5D1002}" type="slidenum">
              <a:rPr lang="en-GB" smtClean="0"/>
              <a:t>‹#›</a:t>
            </a:fld>
            <a:endParaRPr lang="en-GB"/>
          </a:p>
        </p:txBody>
      </p:sp>
    </p:spTree>
    <p:extLst>
      <p:ext uri="{BB962C8B-B14F-4D97-AF65-F5344CB8AC3E}">
        <p14:creationId xmlns:p14="http://schemas.microsoft.com/office/powerpoint/2010/main" val="25112379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4"/>
            <a:ext cx="7886700" cy="2377281"/>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3824555"/>
            <a:ext cx="7886700" cy="1250156"/>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3EEB16-F73A-4AC0-9870-0710A15F04F3}" type="datetimeFigureOut">
              <a:rPr lang="en-GB" smtClean="0"/>
              <a:t>15/11/2023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68B67C-B339-491A-B21D-26689A5D1002}" type="slidenum">
              <a:rPr lang="en-GB" smtClean="0"/>
              <a:t>‹#›</a:t>
            </a:fld>
            <a:endParaRPr lang="en-GB"/>
          </a:p>
        </p:txBody>
      </p:sp>
    </p:spTree>
    <p:extLst>
      <p:ext uri="{BB962C8B-B14F-4D97-AF65-F5344CB8AC3E}">
        <p14:creationId xmlns:p14="http://schemas.microsoft.com/office/powerpoint/2010/main" val="314870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521354"/>
            <a:ext cx="3867150" cy="3626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521354"/>
            <a:ext cx="3867150" cy="3626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753EEB16-F73A-4AC0-9870-0710A15F04F3}" type="datetimeFigureOut">
              <a:rPr lang="en-GB" smtClean="0"/>
              <a:t>15/11/2023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168B67C-B339-491A-B21D-26689A5D1002}" type="slidenum">
              <a:rPr lang="en-GB" smtClean="0"/>
              <a:t>‹#›</a:t>
            </a:fld>
            <a:endParaRPr lang="en-GB"/>
          </a:p>
        </p:txBody>
      </p:sp>
    </p:spTree>
    <p:extLst>
      <p:ext uri="{BB962C8B-B14F-4D97-AF65-F5344CB8AC3E}">
        <p14:creationId xmlns:p14="http://schemas.microsoft.com/office/powerpoint/2010/main" val="4724673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04273"/>
            <a:ext cx="7886700" cy="1104636"/>
          </a:xfrm>
        </p:spPr>
        <p:txBody>
          <a:bodyPr/>
          <a:lstStyle/>
          <a:p>
            <a:r>
              <a:rPr lang="en-US"/>
              <a:t>Click to edit Master title style</a:t>
            </a:r>
            <a:endParaRPr lang="en-GB"/>
          </a:p>
        </p:txBody>
      </p:sp>
      <p:sp>
        <p:nvSpPr>
          <p:cNvPr id="3" name="Text Placeholder 2"/>
          <p:cNvSpPr>
            <a:spLocks noGrp="1"/>
          </p:cNvSpPr>
          <p:nvPr>
            <p:ph type="body" idx="1"/>
          </p:nvPr>
        </p:nvSpPr>
        <p:spPr>
          <a:xfrm>
            <a:off x="630240" y="1400969"/>
            <a:ext cx="3868737" cy="68659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40" y="2087563"/>
            <a:ext cx="3868737" cy="3070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400969"/>
            <a:ext cx="3887788" cy="68659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087563"/>
            <a:ext cx="3887788" cy="3070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753EEB16-F73A-4AC0-9870-0710A15F04F3}" type="datetimeFigureOut">
              <a:rPr lang="en-GB" smtClean="0"/>
              <a:t>15/11/2023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168B67C-B339-491A-B21D-26689A5D1002}" type="slidenum">
              <a:rPr lang="en-GB" smtClean="0"/>
              <a:t>‹#›</a:t>
            </a:fld>
            <a:endParaRPr lang="en-GB"/>
          </a:p>
        </p:txBody>
      </p:sp>
    </p:spTree>
    <p:extLst>
      <p:ext uri="{BB962C8B-B14F-4D97-AF65-F5344CB8AC3E}">
        <p14:creationId xmlns:p14="http://schemas.microsoft.com/office/powerpoint/2010/main" val="14004767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753EEB16-F73A-4AC0-9870-0710A15F04F3}" type="datetimeFigureOut">
              <a:rPr lang="en-GB" smtClean="0"/>
              <a:t>15/11/2023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168B67C-B339-491A-B21D-26689A5D1002}" type="slidenum">
              <a:rPr lang="en-GB" smtClean="0"/>
              <a:t>‹#›</a:t>
            </a:fld>
            <a:endParaRPr lang="en-GB"/>
          </a:p>
        </p:txBody>
      </p:sp>
    </p:spTree>
    <p:extLst>
      <p:ext uri="{BB962C8B-B14F-4D97-AF65-F5344CB8AC3E}">
        <p14:creationId xmlns:p14="http://schemas.microsoft.com/office/powerpoint/2010/main" val="16944193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3EEB16-F73A-4AC0-9870-0710A15F04F3}" type="datetimeFigureOut">
              <a:rPr lang="en-GB" smtClean="0"/>
              <a:t>15/11/2023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168B67C-B339-491A-B21D-26689A5D1002}" type="slidenum">
              <a:rPr lang="en-GB" smtClean="0"/>
              <a:t>‹#›</a:t>
            </a:fld>
            <a:endParaRPr lang="en-GB"/>
          </a:p>
        </p:txBody>
      </p:sp>
    </p:spTree>
    <p:extLst>
      <p:ext uri="{BB962C8B-B14F-4D97-AF65-F5344CB8AC3E}">
        <p14:creationId xmlns:p14="http://schemas.microsoft.com/office/powerpoint/2010/main" val="5391036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40" y="381000"/>
            <a:ext cx="2949575" cy="13335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822856"/>
            <a:ext cx="4629150" cy="406135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40" y="1714500"/>
            <a:ext cx="2949575" cy="317632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3EEB16-F73A-4AC0-9870-0710A15F04F3}" type="datetimeFigureOut">
              <a:rPr lang="en-GB" smtClean="0"/>
              <a:t>15/11/2023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168B67C-B339-491A-B21D-26689A5D1002}" type="slidenum">
              <a:rPr lang="en-GB" smtClean="0"/>
              <a:t>‹#›</a:t>
            </a:fld>
            <a:endParaRPr lang="en-GB"/>
          </a:p>
        </p:txBody>
      </p:sp>
    </p:spTree>
    <p:extLst>
      <p:ext uri="{BB962C8B-B14F-4D97-AF65-F5344CB8AC3E}">
        <p14:creationId xmlns:p14="http://schemas.microsoft.com/office/powerpoint/2010/main" val="3594840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40" y="381000"/>
            <a:ext cx="2949575" cy="13335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822856"/>
            <a:ext cx="4629150" cy="406135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630240" y="1714500"/>
            <a:ext cx="2949575" cy="317632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3EEB16-F73A-4AC0-9870-0710A15F04F3}" type="datetimeFigureOut">
              <a:rPr lang="en-GB" smtClean="0"/>
              <a:t>15/11/2023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168B67C-B339-491A-B21D-26689A5D1002}" type="slidenum">
              <a:rPr lang="en-GB" smtClean="0"/>
              <a:t>‹#›</a:t>
            </a:fld>
            <a:endParaRPr lang="en-GB"/>
          </a:p>
        </p:txBody>
      </p:sp>
    </p:spTree>
    <p:extLst>
      <p:ext uri="{BB962C8B-B14F-4D97-AF65-F5344CB8AC3E}">
        <p14:creationId xmlns:p14="http://schemas.microsoft.com/office/powerpoint/2010/main" val="6437794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53EEB16-F73A-4AC0-9870-0710A15F04F3}" type="datetimeFigureOut">
              <a:rPr lang="en-GB" smtClean="0"/>
              <a:t>15/11/2023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68B67C-B339-491A-B21D-26689A5D1002}" type="slidenum">
              <a:rPr lang="en-GB" smtClean="0"/>
              <a:t>‹#›</a:t>
            </a:fld>
            <a:endParaRPr lang="en-GB"/>
          </a:p>
        </p:txBody>
      </p:sp>
    </p:spTree>
    <p:extLst>
      <p:ext uri="{BB962C8B-B14F-4D97-AF65-F5344CB8AC3E}">
        <p14:creationId xmlns:p14="http://schemas.microsoft.com/office/powerpoint/2010/main" val="19869049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04271"/>
            <a:ext cx="1971675" cy="484319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2" y="304271"/>
            <a:ext cx="5762625" cy="484319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53EEB16-F73A-4AC0-9870-0710A15F04F3}" type="datetimeFigureOut">
              <a:rPr lang="en-GB" smtClean="0"/>
              <a:t>15/11/2023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68B67C-B339-491A-B21D-26689A5D1002}" type="slidenum">
              <a:rPr lang="en-GB" smtClean="0"/>
              <a:t>‹#›</a:t>
            </a:fld>
            <a:endParaRPr lang="en-GB"/>
          </a:p>
        </p:txBody>
      </p:sp>
    </p:spTree>
    <p:extLst>
      <p:ext uri="{BB962C8B-B14F-4D97-AF65-F5344CB8AC3E}">
        <p14:creationId xmlns:p14="http://schemas.microsoft.com/office/powerpoint/2010/main" val="3409665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bwMode="auto">
          <a:xfrm>
            <a:off x="228600" y="25642"/>
            <a:ext cx="8534400" cy="546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9571" name="Rectangle 3"/>
          <p:cNvSpPr>
            <a:spLocks noGrp="1" noChangeArrowheads="1"/>
          </p:cNvSpPr>
          <p:nvPr>
            <p:ph type="body" idx="1"/>
          </p:nvPr>
        </p:nvSpPr>
        <p:spPr bwMode="auto">
          <a:xfrm>
            <a:off x="457200" y="1206500"/>
            <a:ext cx="8458200" cy="406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9572" name="Rectangle 4"/>
          <p:cNvSpPr>
            <a:spLocks noGrp="1" noChangeArrowheads="1"/>
          </p:cNvSpPr>
          <p:nvPr>
            <p:ph type="dt" sz="half" idx="2"/>
          </p:nvPr>
        </p:nvSpPr>
        <p:spPr bwMode="auto">
          <a:xfrm>
            <a:off x="457200" y="5207000"/>
            <a:ext cx="2133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lvl1pPr>
          </a:lstStyle>
          <a:p>
            <a:endParaRPr lang="en-US" altLang="en-US"/>
          </a:p>
        </p:txBody>
      </p:sp>
      <p:sp>
        <p:nvSpPr>
          <p:cNvPr id="109573" name="Rectangle 5"/>
          <p:cNvSpPr>
            <a:spLocks noGrp="1" noChangeArrowheads="1"/>
          </p:cNvSpPr>
          <p:nvPr>
            <p:ph type="ftr" sz="quarter" idx="3"/>
          </p:nvPr>
        </p:nvSpPr>
        <p:spPr bwMode="auto">
          <a:xfrm>
            <a:off x="3124200" y="5207000"/>
            <a:ext cx="2895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lvl1pPr>
          </a:lstStyle>
          <a:p>
            <a:endParaRPr lang="en-US" altLang="en-US"/>
          </a:p>
        </p:txBody>
      </p:sp>
      <p:sp>
        <p:nvSpPr>
          <p:cNvPr id="109574" name="Rectangle 6"/>
          <p:cNvSpPr>
            <a:spLocks noGrp="1" noChangeArrowheads="1"/>
          </p:cNvSpPr>
          <p:nvPr>
            <p:ph type="sldNum" sz="quarter" idx="4"/>
          </p:nvPr>
        </p:nvSpPr>
        <p:spPr bwMode="auto">
          <a:xfrm>
            <a:off x="6934200" y="5397500"/>
            <a:ext cx="21336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lvl1pPr>
          </a:lstStyle>
          <a:p>
            <a:fld id="{8012C7A7-953A-46CB-B5F5-CA928302C244}" type="slidenum">
              <a:rPr lang="en-US" altLang="en-US"/>
              <a:pPr/>
              <a:t>‹#›</a:t>
            </a:fld>
            <a:endParaRPr lang="en-US" altLang="en-US"/>
          </a:p>
        </p:txBody>
      </p:sp>
      <p:sp>
        <p:nvSpPr>
          <p:cNvPr id="109575" name="Rectangle 7"/>
          <p:cNvSpPr>
            <a:spLocks noChangeArrowheads="1"/>
          </p:cNvSpPr>
          <p:nvPr/>
        </p:nvSpPr>
        <p:spPr bwMode="auto">
          <a:xfrm>
            <a:off x="0" y="0"/>
            <a:ext cx="228600" cy="1905000"/>
          </a:xfrm>
          <a:prstGeom prst="rect">
            <a:avLst/>
          </a:prstGeom>
          <a:solidFill>
            <a:srgbClr val="00007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th-TH" altLang="en-US" sz="2400">
              <a:latin typeface="Times New Roman" pitchFamily="18" charset="0"/>
            </a:endParaRPr>
          </a:p>
        </p:txBody>
      </p:sp>
      <p:sp>
        <p:nvSpPr>
          <p:cNvPr id="109576" name="Line 8"/>
          <p:cNvSpPr>
            <a:spLocks noChangeShapeType="1"/>
          </p:cNvSpPr>
          <p:nvPr/>
        </p:nvSpPr>
        <p:spPr bwMode="auto">
          <a:xfrm>
            <a:off x="304800" y="952500"/>
            <a:ext cx="8610600" cy="0"/>
          </a:xfrm>
          <a:prstGeom prst="line">
            <a:avLst/>
          </a:prstGeom>
          <a:noFill/>
          <a:ln w="19050">
            <a:solidFill>
              <a:srgbClr val="00007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9577" name="Rectangle 9"/>
          <p:cNvSpPr>
            <a:spLocks noChangeArrowheads="1"/>
          </p:cNvSpPr>
          <p:nvPr/>
        </p:nvSpPr>
        <p:spPr bwMode="auto">
          <a:xfrm>
            <a:off x="0" y="1905000"/>
            <a:ext cx="228600" cy="3847042"/>
          </a:xfrm>
          <a:prstGeom prst="rect">
            <a:avLst/>
          </a:prstGeom>
          <a:gradFill rotWithShape="1">
            <a:gsLst>
              <a:gs pos="0">
                <a:srgbClr val="0B5CFF">
                  <a:gamma/>
                  <a:shade val="46275"/>
                  <a:invGamma/>
                </a:srgbClr>
              </a:gs>
              <a:gs pos="100000">
                <a:srgbClr val="0B5CFF"/>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th-TH" altLang="en-US" sz="2400">
              <a:latin typeface="Times New Roman" pitchFamily="18" charset="0"/>
            </a:endParaRPr>
          </a:p>
        </p:txBody>
      </p:sp>
      <p:pic>
        <p:nvPicPr>
          <p:cNvPr id="10" name="Picture 9"/>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06810" y="25642"/>
            <a:ext cx="848076" cy="546147"/>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hf hdr="0" ftr="0" dt="0"/>
  <p:txStyles>
    <p:titleStyle>
      <a:lvl1pPr algn="l" rtl="0" fontAlgn="base">
        <a:spcBef>
          <a:spcPct val="0"/>
        </a:spcBef>
        <a:spcAft>
          <a:spcPct val="0"/>
        </a:spcAft>
        <a:defRPr sz="4000">
          <a:solidFill>
            <a:srgbClr val="0000CA"/>
          </a:solidFill>
          <a:latin typeface="+mj-lt"/>
          <a:ea typeface="+mj-ea"/>
          <a:cs typeface="+mj-cs"/>
        </a:defRPr>
      </a:lvl1pPr>
      <a:lvl2pPr algn="l" rtl="0" fontAlgn="base">
        <a:spcBef>
          <a:spcPct val="0"/>
        </a:spcBef>
        <a:spcAft>
          <a:spcPct val="0"/>
        </a:spcAft>
        <a:defRPr sz="4000">
          <a:solidFill>
            <a:srgbClr val="0000CA"/>
          </a:solidFill>
          <a:latin typeface="Verdana" pitchFamily="34" charset="0"/>
        </a:defRPr>
      </a:lvl2pPr>
      <a:lvl3pPr algn="l" rtl="0" fontAlgn="base">
        <a:spcBef>
          <a:spcPct val="0"/>
        </a:spcBef>
        <a:spcAft>
          <a:spcPct val="0"/>
        </a:spcAft>
        <a:defRPr sz="4000">
          <a:solidFill>
            <a:srgbClr val="0000CA"/>
          </a:solidFill>
          <a:latin typeface="Verdana" pitchFamily="34" charset="0"/>
        </a:defRPr>
      </a:lvl3pPr>
      <a:lvl4pPr algn="l" rtl="0" fontAlgn="base">
        <a:spcBef>
          <a:spcPct val="0"/>
        </a:spcBef>
        <a:spcAft>
          <a:spcPct val="0"/>
        </a:spcAft>
        <a:defRPr sz="4000">
          <a:solidFill>
            <a:srgbClr val="0000CA"/>
          </a:solidFill>
          <a:latin typeface="Verdana" pitchFamily="34" charset="0"/>
        </a:defRPr>
      </a:lvl4pPr>
      <a:lvl5pPr algn="l" rtl="0" fontAlgn="base">
        <a:spcBef>
          <a:spcPct val="0"/>
        </a:spcBef>
        <a:spcAft>
          <a:spcPct val="0"/>
        </a:spcAft>
        <a:defRPr sz="4000">
          <a:solidFill>
            <a:srgbClr val="0000CA"/>
          </a:solidFill>
          <a:latin typeface="Verdana" pitchFamily="34" charset="0"/>
        </a:defRPr>
      </a:lvl5pPr>
      <a:lvl6pPr marL="457200" algn="l" rtl="0" fontAlgn="base">
        <a:spcBef>
          <a:spcPct val="0"/>
        </a:spcBef>
        <a:spcAft>
          <a:spcPct val="0"/>
        </a:spcAft>
        <a:defRPr sz="4000">
          <a:solidFill>
            <a:srgbClr val="0000CA"/>
          </a:solidFill>
          <a:latin typeface="Verdana" pitchFamily="34" charset="0"/>
        </a:defRPr>
      </a:lvl6pPr>
      <a:lvl7pPr marL="914400" algn="l" rtl="0" fontAlgn="base">
        <a:spcBef>
          <a:spcPct val="0"/>
        </a:spcBef>
        <a:spcAft>
          <a:spcPct val="0"/>
        </a:spcAft>
        <a:defRPr sz="4000">
          <a:solidFill>
            <a:srgbClr val="0000CA"/>
          </a:solidFill>
          <a:latin typeface="Verdana" pitchFamily="34" charset="0"/>
        </a:defRPr>
      </a:lvl7pPr>
      <a:lvl8pPr marL="1371600" algn="l" rtl="0" fontAlgn="base">
        <a:spcBef>
          <a:spcPct val="0"/>
        </a:spcBef>
        <a:spcAft>
          <a:spcPct val="0"/>
        </a:spcAft>
        <a:defRPr sz="4000">
          <a:solidFill>
            <a:srgbClr val="0000CA"/>
          </a:solidFill>
          <a:latin typeface="Verdana" pitchFamily="34" charset="0"/>
        </a:defRPr>
      </a:lvl8pPr>
      <a:lvl9pPr marL="1828800" algn="l" rtl="0" fontAlgn="base">
        <a:spcBef>
          <a:spcPct val="0"/>
        </a:spcBef>
        <a:spcAft>
          <a:spcPct val="0"/>
        </a:spcAft>
        <a:defRPr sz="4000">
          <a:solidFill>
            <a:srgbClr val="0000CA"/>
          </a:solidFill>
          <a:latin typeface="Verdana" pitchFamily="34" charset="0"/>
        </a:defRPr>
      </a:lvl9pPr>
    </p:titleStyle>
    <p:bodyStyle>
      <a:lvl1pPr marL="342900" indent="-342900" algn="l" rtl="0" fontAlgn="base">
        <a:spcBef>
          <a:spcPct val="20000"/>
        </a:spcBef>
        <a:spcAft>
          <a:spcPct val="0"/>
        </a:spcAft>
        <a:buClr>
          <a:srgbClr val="0000CA"/>
        </a:buClr>
        <a:buSzPct val="75000"/>
        <a:buFont typeface="Wingdings" pitchFamily="2" charset="2"/>
        <a:buChar char="p"/>
        <a:defRPr sz="2800">
          <a:solidFill>
            <a:schemeClr val="tx1"/>
          </a:solidFill>
          <a:latin typeface="+mn-lt"/>
          <a:ea typeface="+mn-ea"/>
          <a:cs typeface="+mn-cs"/>
        </a:defRPr>
      </a:lvl1pPr>
      <a:lvl2pPr marL="742950" indent="-285750" algn="l" rtl="0" fontAlgn="base">
        <a:spcBef>
          <a:spcPct val="20000"/>
        </a:spcBef>
        <a:spcAft>
          <a:spcPct val="0"/>
        </a:spcAft>
        <a:buClr>
          <a:srgbClr val="0000CA"/>
        </a:buClr>
        <a:buSzPct val="75000"/>
        <a:buFont typeface="Wingdings" pitchFamily="2" charset="2"/>
        <a:buChar char="n"/>
        <a:defRPr sz="2400">
          <a:solidFill>
            <a:schemeClr val="tx1"/>
          </a:solidFill>
          <a:latin typeface="+mn-lt"/>
        </a:defRPr>
      </a:lvl2pPr>
      <a:lvl3pPr marL="1143000" indent="-228600" algn="l" rtl="0" fontAlgn="base">
        <a:spcBef>
          <a:spcPct val="20000"/>
        </a:spcBef>
        <a:spcAft>
          <a:spcPct val="0"/>
        </a:spcAft>
        <a:buClr>
          <a:srgbClr val="0000CA"/>
        </a:buClr>
        <a:buSzPct val="65000"/>
        <a:buFont typeface="Wingdings" pitchFamily="2" charset="2"/>
        <a:buChar char="p"/>
        <a:defRPr sz="2000">
          <a:solidFill>
            <a:schemeClr val="tx1"/>
          </a:solidFill>
          <a:latin typeface="+mn-lt"/>
        </a:defRPr>
      </a:lvl3pPr>
      <a:lvl4pPr marL="1600200" indent="-228600" algn="l" rtl="0" fontAlgn="base">
        <a:spcBef>
          <a:spcPct val="20000"/>
        </a:spcBef>
        <a:spcAft>
          <a:spcPct val="0"/>
        </a:spcAft>
        <a:buClr>
          <a:srgbClr val="0000CA"/>
        </a:buClr>
        <a:buFont typeface="Wingdings" pitchFamily="2" charset="2"/>
        <a:buChar char="§"/>
        <a:defRPr>
          <a:solidFill>
            <a:schemeClr val="tx1"/>
          </a:solidFill>
          <a:latin typeface="+mn-lt"/>
        </a:defRPr>
      </a:lvl4pPr>
      <a:lvl5pPr marL="2057400" indent="-228600" algn="l" rtl="0" fontAlgn="base">
        <a:spcBef>
          <a:spcPct val="20000"/>
        </a:spcBef>
        <a:spcAft>
          <a:spcPct val="0"/>
        </a:spcAft>
        <a:buClr>
          <a:srgbClr val="0000CA"/>
        </a:buClr>
        <a:buSzPct val="80000"/>
        <a:buFont typeface="Wingdings" pitchFamily="2" charset="2"/>
        <a:buChar char="§"/>
        <a:defRPr>
          <a:solidFill>
            <a:schemeClr val="tx1"/>
          </a:solidFill>
          <a:latin typeface="+mn-lt"/>
        </a:defRPr>
      </a:lvl5pPr>
      <a:lvl6pPr marL="2514600" indent="-228600" algn="l" rtl="0" fontAlgn="base">
        <a:spcBef>
          <a:spcPct val="20000"/>
        </a:spcBef>
        <a:spcAft>
          <a:spcPct val="0"/>
        </a:spcAft>
        <a:buClr>
          <a:srgbClr val="0000CA"/>
        </a:buClr>
        <a:buSzPct val="80000"/>
        <a:buFont typeface="Wingdings" pitchFamily="2" charset="2"/>
        <a:buChar char="§"/>
        <a:defRPr>
          <a:solidFill>
            <a:schemeClr val="tx1"/>
          </a:solidFill>
          <a:latin typeface="+mn-lt"/>
        </a:defRPr>
      </a:lvl6pPr>
      <a:lvl7pPr marL="2971800" indent="-228600" algn="l" rtl="0" fontAlgn="base">
        <a:spcBef>
          <a:spcPct val="20000"/>
        </a:spcBef>
        <a:spcAft>
          <a:spcPct val="0"/>
        </a:spcAft>
        <a:buClr>
          <a:srgbClr val="0000CA"/>
        </a:buClr>
        <a:buSzPct val="80000"/>
        <a:buFont typeface="Wingdings" pitchFamily="2" charset="2"/>
        <a:buChar char="§"/>
        <a:defRPr>
          <a:solidFill>
            <a:schemeClr val="tx1"/>
          </a:solidFill>
          <a:latin typeface="+mn-lt"/>
        </a:defRPr>
      </a:lvl7pPr>
      <a:lvl8pPr marL="3429000" indent="-228600" algn="l" rtl="0" fontAlgn="base">
        <a:spcBef>
          <a:spcPct val="20000"/>
        </a:spcBef>
        <a:spcAft>
          <a:spcPct val="0"/>
        </a:spcAft>
        <a:buClr>
          <a:srgbClr val="0000CA"/>
        </a:buClr>
        <a:buSzPct val="80000"/>
        <a:buFont typeface="Wingdings" pitchFamily="2" charset="2"/>
        <a:buChar char="§"/>
        <a:defRPr>
          <a:solidFill>
            <a:schemeClr val="tx1"/>
          </a:solidFill>
          <a:latin typeface="+mn-lt"/>
        </a:defRPr>
      </a:lvl8pPr>
      <a:lvl9pPr marL="3886200" indent="-228600" algn="l" rtl="0" fontAlgn="base">
        <a:spcBef>
          <a:spcPct val="20000"/>
        </a:spcBef>
        <a:spcAft>
          <a:spcPct val="0"/>
        </a:spcAft>
        <a:buClr>
          <a:srgbClr val="0000CA"/>
        </a:buClr>
        <a:buSzPct val="80000"/>
        <a:buFont typeface="Wingdings" pitchFamily="2" charset="2"/>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4273"/>
            <a:ext cx="7886700" cy="1104636"/>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5296960"/>
            <a:ext cx="20574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fld id="{753EEB16-F73A-4AC0-9870-0710A15F04F3}" type="datetimeFigureOut">
              <a:rPr lang="en-GB" smtClean="0"/>
              <a:t>15/11/2023</a:t>
            </a:fld>
            <a:endParaRPr lang="en-GB"/>
          </a:p>
        </p:txBody>
      </p:sp>
      <p:sp>
        <p:nvSpPr>
          <p:cNvPr id="5" name="Footer Placeholder 4"/>
          <p:cNvSpPr>
            <a:spLocks noGrp="1"/>
          </p:cNvSpPr>
          <p:nvPr>
            <p:ph type="ftr" sz="quarter" idx="3"/>
          </p:nvPr>
        </p:nvSpPr>
        <p:spPr>
          <a:xfrm>
            <a:off x="3028950" y="5296960"/>
            <a:ext cx="3086100" cy="304271"/>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5296960"/>
            <a:ext cx="20574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4168B67C-B339-491A-B21D-26689A5D1002}" type="slidenum">
              <a:rPr lang="en-GB" smtClean="0"/>
              <a:t>‹#›</a:t>
            </a:fld>
            <a:endParaRPr lang="en-GB"/>
          </a:p>
        </p:txBody>
      </p:sp>
    </p:spTree>
    <p:extLst>
      <p:ext uri="{BB962C8B-B14F-4D97-AF65-F5344CB8AC3E}">
        <p14:creationId xmlns:p14="http://schemas.microsoft.com/office/powerpoint/2010/main" val="928681799"/>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ED72A14-00FF-4319-AA8C-63EF3077DE68}" type="slidenum">
              <a:rPr lang="en-US" altLang="en-US"/>
              <a:pPr/>
              <a:t>1</a:t>
            </a:fld>
            <a:endParaRPr lang="en-US" altLang="en-US"/>
          </a:p>
        </p:txBody>
      </p:sp>
      <p:sp>
        <p:nvSpPr>
          <p:cNvPr id="700418" name="Rectangle 2"/>
          <p:cNvSpPr>
            <a:spLocks noGrp="1" noChangeArrowheads="1"/>
          </p:cNvSpPr>
          <p:nvPr>
            <p:ph type="title" idx="4294967295"/>
          </p:nvPr>
        </p:nvSpPr>
        <p:spPr>
          <a:xfrm>
            <a:off x="228600" y="-25226"/>
            <a:ext cx="8763000" cy="723726"/>
          </a:xfrm>
        </p:spPr>
        <p:txBody>
          <a:bodyPr/>
          <a:lstStyle/>
          <a:p>
            <a:r>
              <a:rPr lang="en-US" altLang="en-US" sz="2800">
                <a:solidFill>
                  <a:srgbClr val="FF0000"/>
                </a:solidFill>
              </a:rPr>
              <a:t>Bài tập 1</a:t>
            </a:r>
          </a:p>
        </p:txBody>
      </p:sp>
      <p:sp>
        <p:nvSpPr>
          <p:cNvPr id="700419" name="Rectangle 3"/>
          <p:cNvSpPr>
            <a:spLocks noGrp="1" noChangeArrowheads="1"/>
          </p:cNvSpPr>
          <p:nvPr>
            <p:ph type="body" idx="1"/>
          </p:nvPr>
        </p:nvSpPr>
        <p:spPr>
          <a:xfrm>
            <a:off x="152400" y="1206500"/>
            <a:ext cx="8991600" cy="4445000"/>
          </a:xfrm>
        </p:spPr>
        <p:txBody>
          <a:bodyPr/>
          <a:lstStyle/>
          <a:p>
            <a:pPr>
              <a:lnSpc>
                <a:spcPct val="90000"/>
              </a:lnSpc>
              <a:spcBef>
                <a:spcPct val="50000"/>
              </a:spcBef>
              <a:buFont typeface="Wingdings" panose="05000000000000000000" pitchFamily="2" charset="2"/>
              <a:buChar char="v"/>
            </a:pPr>
            <a:r>
              <a:rPr lang="en-US" sz="1800"/>
              <a:t>Cho cơ sở dữ liệu giao dịch bán hàng gồm 5 giao dịch:</a:t>
            </a:r>
          </a:p>
          <a:p>
            <a:pPr>
              <a:lnSpc>
                <a:spcPct val="90000"/>
              </a:lnSpc>
              <a:spcBef>
                <a:spcPct val="50000"/>
              </a:spcBef>
              <a:buFont typeface="Wingdings" panose="05000000000000000000" pitchFamily="2" charset="2"/>
              <a:buChar char="v"/>
            </a:pPr>
            <a:endParaRPr lang="en-US" sz="1800"/>
          </a:p>
          <a:p>
            <a:pPr>
              <a:lnSpc>
                <a:spcPct val="90000"/>
              </a:lnSpc>
              <a:spcBef>
                <a:spcPct val="50000"/>
              </a:spcBef>
              <a:buFont typeface="Wingdings" panose="05000000000000000000" pitchFamily="2" charset="2"/>
              <a:buChar char="v"/>
            </a:pPr>
            <a:endParaRPr lang="en-US" sz="1800"/>
          </a:p>
          <a:p>
            <a:pPr>
              <a:lnSpc>
                <a:spcPct val="90000"/>
              </a:lnSpc>
              <a:spcBef>
                <a:spcPct val="50000"/>
              </a:spcBef>
              <a:buFont typeface="Wingdings" panose="05000000000000000000" pitchFamily="2" charset="2"/>
              <a:buChar char="v"/>
            </a:pPr>
            <a:endParaRPr lang="en-US" sz="1800"/>
          </a:p>
          <a:p>
            <a:pPr>
              <a:lnSpc>
                <a:spcPct val="90000"/>
              </a:lnSpc>
              <a:spcBef>
                <a:spcPct val="50000"/>
              </a:spcBef>
              <a:buFont typeface="Wingdings" panose="05000000000000000000" pitchFamily="2" charset="2"/>
              <a:buChar char="v"/>
            </a:pPr>
            <a:endParaRPr lang="en-US" sz="1800"/>
          </a:p>
          <a:p>
            <a:pPr>
              <a:lnSpc>
                <a:spcPct val="90000"/>
              </a:lnSpc>
              <a:spcBef>
                <a:spcPct val="50000"/>
              </a:spcBef>
              <a:buFont typeface="Wingdings" panose="05000000000000000000" pitchFamily="2" charset="2"/>
              <a:buChar char="v"/>
            </a:pPr>
            <a:endParaRPr lang="en-US" sz="1800"/>
          </a:p>
          <a:p>
            <a:pPr>
              <a:lnSpc>
                <a:spcPct val="90000"/>
              </a:lnSpc>
              <a:spcBef>
                <a:spcPct val="50000"/>
              </a:spcBef>
              <a:buFont typeface="Wingdings" panose="05000000000000000000" pitchFamily="2" charset="2"/>
              <a:buChar char="v"/>
            </a:pPr>
            <a:endParaRPr lang="en-US" sz="1800"/>
          </a:p>
          <a:p>
            <a:pPr>
              <a:lnSpc>
                <a:spcPct val="90000"/>
              </a:lnSpc>
              <a:spcBef>
                <a:spcPct val="50000"/>
              </a:spcBef>
              <a:buFont typeface="Wingdings" panose="05000000000000000000" pitchFamily="2" charset="2"/>
              <a:buChar char="v"/>
            </a:pPr>
            <a:endParaRPr lang="en-US" sz="1800"/>
          </a:p>
          <a:p>
            <a:pPr marL="457200" lvl="1" indent="0">
              <a:lnSpc>
                <a:spcPct val="90000"/>
              </a:lnSpc>
              <a:spcBef>
                <a:spcPct val="50000"/>
              </a:spcBef>
              <a:buNone/>
            </a:pPr>
            <a:r>
              <a:rPr lang="en-US" sz="1800" i="1" smtClean="0"/>
              <a:t>Áp dụng thuật toán brute force và apriori tìm tập mục phổ biến với minsup = 40%</a:t>
            </a:r>
            <a:endParaRPr lang="en-US" sz="1800" i="1" smtClean="0"/>
          </a:p>
          <a:p>
            <a:pPr marL="457200" lvl="1" indent="0">
              <a:lnSpc>
                <a:spcPct val="90000"/>
              </a:lnSpc>
              <a:spcBef>
                <a:spcPct val="50000"/>
              </a:spcBef>
              <a:buNone/>
            </a:pPr>
            <a:r>
              <a:rPr lang="en-US" sz="1800" i="1" smtClean="0"/>
              <a:t>Áp </a:t>
            </a:r>
            <a:r>
              <a:rPr lang="en-US" sz="1800" i="1"/>
              <a:t>dụng thuật toán Apriori tìm các luật kết hợp trong giao dịch bán hàng trên với min_supp = 40%; min_conf = 80%.</a:t>
            </a:r>
            <a:endParaRPr lang="en-US" sz="180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714500"/>
            <a:ext cx="5943600" cy="2202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7169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ED72A14-00FF-4319-AA8C-63EF3077DE68}" type="slidenum">
              <a:rPr lang="en-US" altLang="en-US"/>
              <a:pPr/>
              <a:t>2</a:t>
            </a:fld>
            <a:endParaRPr lang="en-US" altLang="en-US"/>
          </a:p>
        </p:txBody>
      </p:sp>
      <p:sp>
        <p:nvSpPr>
          <p:cNvPr id="700418" name="Rectangle 2"/>
          <p:cNvSpPr>
            <a:spLocks noGrp="1" noChangeArrowheads="1"/>
          </p:cNvSpPr>
          <p:nvPr>
            <p:ph type="title" idx="4294967295"/>
          </p:nvPr>
        </p:nvSpPr>
        <p:spPr>
          <a:xfrm>
            <a:off x="228600" y="-25226"/>
            <a:ext cx="8763000" cy="723726"/>
          </a:xfrm>
        </p:spPr>
        <p:txBody>
          <a:bodyPr/>
          <a:lstStyle/>
          <a:p>
            <a:r>
              <a:rPr lang="en-US" altLang="en-US" sz="2800">
                <a:solidFill>
                  <a:srgbClr val="FF0000"/>
                </a:solidFill>
              </a:rPr>
              <a:t>Bài tập 2</a:t>
            </a:r>
          </a:p>
        </p:txBody>
      </p:sp>
      <p:sp>
        <p:nvSpPr>
          <p:cNvPr id="700419" name="Rectangle 3"/>
          <p:cNvSpPr>
            <a:spLocks noGrp="1" noChangeArrowheads="1"/>
          </p:cNvSpPr>
          <p:nvPr>
            <p:ph type="body" idx="1"/>
          </p:nvPr>
        </p:nvSpPr>
        <p:spPr>
          <a:xfrm>
            <a:off x="152400" y="1206500"/>
            <a:ext cx="8991600" cy="4445000"/>
          </a:xfrm>
        </p:spPr>
        <p:txBody>
          <a:bodyPr/>
          <a:lstStyle/>
          <a:p>
            <a:pPr>
              <a:lnSpc>
                <a:spcPct val="90000"/>
              </a:lnSpc>
              <a:spcBef>
                <a:spcPct val="50000"/>
              </a:spcBef>
              <a:buFont typeface="Wingdings" panose="05000000000000000000" pitchFamily="2" charset="2"/>
              <a:buChar char="v"/>
            </a:pPr>
            <a:r>
              <a:rPr lang="en-US" sz="1800"/>
              <a:t>Cho cơ sở dữ liệu như sau:</a:t>
            </a:r>
          </a:p>
          <a:p>
            <a:pPr>
              <a:lnSpc>
                <a:spcPct val="90000"/>
              </a:lnSpc>
              <a:spcBef>
                <a:spcPct val="50000"/>
              </a:spcBef>
              <a:buFont typeface="Wingdings" panose="05000000000000000000" pitchFamily="2" charset="2"/>
              <a:buChar char="v"/>
            </a:pPr>
            <a:endParaRPr lang="en-US" sz="1800"/>
          </a:p>
          <a:p>
            <a:pPr>
              <a:lnSpc>
                <a:spcPct val="90000"/>
              </a:lnSpc>
              <a:spcBef>
                <a:spcPct val="50000"/>
              </a:spcBef>
              <a:buFont typeface="Wingdings" panose="05000000000000000000" pitchFamily="2" charset="2"/>
              <a:buChar char="v"/>
            </a:pPr>
            <a:endParaRPr lang="en-US" sz="1800"/>
          </a:p>
          <a:p>
            <a:pPr>
              <a:lnSpc>
                <a:spcPct val="90000"/>
              </a:lnSpc>
              <a:spcBef>
                <a:spcPct val="50000"/>
              </a:spcBef>
              <a:buFont typeface="Wingdings" panose="05000000000000000000" pitchFamily="2" charset="2"/>
              <a:buChar char="v"/>
            </a:pPr>
            <a:endParaRPr lang="en-US" sz="1800"/>
          </a:p>
          <a:p>
            <a:pPr>
              <a:lnSpc>
                <a:spcPct val="90000"/>
              </a:lnSpc>
              <a:spcBef>
                <a:spcPct val="50000"/>
              </a:spcBef>
              <a:buFont typeface="Wingdings" panose="05000000000000000000" pitchFamily="2" charset="2"/>
              <a:buChar char="v"/>
            </a:pPr>
            <a:endParaRPr lang="en-US" sz="1800"/>
          </a:p>
          <a:p>
            <a:pPr>
              <a:lnSpc>
                <a:spcPct val="90000"/>
              </a:lnSpc>
              <a:spcBef>
                <a:spcPct val="50000"/>
              </a:spcBef>
              <a:buFont typeface="Wingdings" panose="05000000000000000000" pitchFamily="2" charset="2"/>
              <a:buChar char="v"/>
            </a:pPr>
            <a:endParaRPr lang="en-US" sz="1800"/>
          </a:p>
          <a:p>
            <a:pPr>
              <a:lnSpc>
                <a:spcPct val="90000"/>
              </a:lnSpc>
              <a:spcBef>
                <a:spcPct val="50000"/>
              </a:spcBef>
              <a:buFont typeface="Wingdings" panose="05000000000000000000" pitchFamily="2" charset="2"/>
              <a:buChar char="v"/>
            </a:pPr>
            <a:endParaRPr lang="en-US" sz="1800"/>
          </a:p>
          <a:p>
            <a:pPr>
              <a:lnSpc>
                <a:spcPct val="90000"/>
              </a:lnSpc>
              <a:spcBef>
                <a:spcPct val="50000"/>
              </a:spcBef>
              <a:buFont typeface="Wingdings" panose="05000000000000000000" pitchFamily="2" charset="2"/>
              <a:buChar char="v"/>
            </a:pPr>
            <a:endParaRPr lang="en-US" sz="1800"/>
          </a:p>
          <a:p>
            <a:pPr marL="457200" lvl="1" indent="0">
              <a:lnSpc>
                <a:spcPct val="90000"/>
              </a:lnSpc>
              <a:spcBef>
                <a:spcPct val="50000"/>
              </a:spcBef>
              <a:buNone/>
            </a:pPr>
            <a:r>
              <a:rPr lang="en-US" sz="1800" i="1"/>
              <a:t>Hãy biến đổi tập dữ liệu đã cho về dạng dữ liệu phù hợp với bài toán khai phá luật kết hợp. Tìm các luật kết hợp với độ hỗ trợ tối thiểu min_supp=40%; Độ tin cậy tối thiểu min_conf=70%.</a:t>
            </a:r>
            <a:endParaRPr lang="en-US" sz="1800"/>
          </a:p>
        </p:txBody>
      </p:sp>
      <p:pic>
        <p:nvPicPr>
          <p:cNvPr id="3" name="Picture 2">
            <a:extLst>
              <a:ext uri="{FF2B5EF4-FFF2-40B4-BE49-F238E27FC236}">
                <a16:creationId xmlns:a16="http://schemas.microsoft.com/office/drawing/2014/main" id="{1CA67F78-309D-4C01-9BF0-B7C4C859F563}"/>
              </a:ext>
            </a:extLst>
          </p:cNvPr>
          <p:cNvPicPr>
            <a:picLocks noChangeAspect="1"/>
          </p:cNvPicPr>
          <p:nvPr/>
        </p:nvPicPr>
        <p:blipFill>
          <a:blip r:embed="rId2"/>
          <a:stretch>
            <a:fillRect/>
          </a:stretch>
        </p:blipFill>
        <p:spPr>
          <a:xfrm>
            <a:off x="1602486" y="1790700"/>
            <a:ext cx="5939028" cy="2438400"/>
          </a:xfrm>
          <a:prstGeom prst="rect">
            <a:avLst/>
          </a:prstGeom>
        </p:spPr>
      </p:pic>
    </p:spTree>
    <p:extLst>
      <p:ext uri="{BB962C8B-B14F-4D97-AF65-F5344CB8AC3E}">
        <p14:creationId xmlns:p14="http://schemas.microsoft.com/office/powerpoint/2010/main" val="3949531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ED72A14-00FF-4319-AA8C-63EF3077DE68}" type="slidenum">
              <a:rPr lang="en-US" altLang="en-US"/>
              <a:pPr/>
              <a:t>3</a:t>
            </a:fld>
            <a:endParaRPr lang="en-US" altLang="en-US"/>
          </a:p>
        </p:txBody>
      </p:sp>
      <p:sp>
        <p:nvSpPr>
          <p:cNvPr id="700418" name="Rectangle 2"/>
          <p:cNvSpPr>
            <a:spLocks noGrp="1" noChangeArrowheads="1"/>
          </p:cNvSpPr>
          <p:nvPr>
            <p:ph type="title" idx="4294967295"/>
          </p:nvPr>
        </p:nvSpPr>
        <p:spPr>
          <a:xfrm>
            <a:off x="228600" y="-25226"/>
            <a:ext cx="8763000" cy="723726"/>
          </a:xfrm>
        </p:spPr>
        <p:txBody>
          <a:bodyPr/>
          <a:lstStyle/>
          <a:p>
            <a:r>
              <a:rPr lang="en-US" altLang="en-US" sz="2800">
                <a:solidFill>
                  <a:srgbClr val="FF0000"/>
                </a:solidFill>
              </a:rPr>
              <a:t>Bài tập 3</a:t>
            </a:r>
          </a:p>
        </p:txBody>
      </p:sp>
      <p:sp>
        <p:nvSpPr>
          <p:cNvPr id="700419" name="Rectangle 3"/>
          <p:cNvSpPr>
            <a:spLocks noGrp="1" noChangeArrowheads="1"/>
          </p:cNvSpPr>
          <p:nvPr>
            <p:ph type="body" idx="1"/>
          </p:nvPr>
        </p:nvSpPr>
        <p:spPr>
          <a:xfrm>
            <a:off x="152400" y="1206500"/>
            <a:ext cx="8991600" cy="4445000"/>
          </a:xfrm>
        </p:spPr>
        <p:txBody>
          <a:bodyPr/>
          <a:lstStyle/>
          <a:p>
            <a:pPr>
              <a:lnSpc>
                <a:spcPct val="90000"/>
              </a:lnSpc>
              <a:spcBef>
                <a:spcPct val="50000"/>
              </a:spcBef>
              <a:buFont typeface="Wingdings" panose="05000000000000000000" pitchFamily="2" charset="2"/>
              <a:buChar char="v"/>
            </a:pPr>
            <a:r>
              <a:rPr lang="en-US" sz="1800"/>
              <a:t>Cho cơ sở dữ liệu như sau:</a:t>
            </a:r>
          </a:p>
          <a:p>
            <a:pPr>
              <a:lnSpc>
                <a:spcPct val="90000"/>
              </a:lnSpc>
              <a:spcBef>
                <a:spcPct val="50000"/>
              </a:spcBef>
              <a:buFont typeface="Wingdings" panose="05000000000000000000" pitchFamily="2" charset="2"/>
              <a:buChar char="v"/>
            </a:pPr>
            <a:endParaRPr lang="en-US" sz="1800"/>
          </a:p>
          <a:p>
            <a:pPr>
              <a:lnSpc>
                <a:spcPct val="90000"/>
              </a:lnSpc>
              <a:spcBef>
                <a:spcPct val="50000"/>
              </a:spcBef>
              <a:buFont typeface="Wingdings" panose="05000000000000000000" pitchFamily="2" charset="2"/>
              <a:buChar char="v"/>
            </a:pPr>
            <a:endParaRPr lang="en-US" sz="1800"/>
          </a:p>
          <a:p>
            <a:pPr>
              <a:lnSpc>
                <a:spcPct val="90000"/>
              </a:lnSpc>
              <a:spcBef>
                <a:spcPct val="50000"/>
              </a:spcBef>
              <a:buFont typeface="Wingdings" panose="05000000000000000000" pitchFamily="2" charset="2"/>
              <a:buChar char="v"/>
            </a:pPr>
            <a:endParaRPr lang="en-US" sz="1800"/>
          </a:p>
          <a:p>
            <a:pPr>
              <a:lnSpc>
                <a:spcPct val="90000"/>
              </a:lnSpc>
              <a:spcBef>
                <a:spcPct val="50000"/>
              </a:spcBef>
              <a:buFont typeface="Wingdings" panose="05000000000000000000" pitchFamily="2" charset="2"/>
              <a:buChar char="v"/>
            </a:pPr>
            <a:endParaRPr lang="en-US" sz="1800"/>
          </a:p>
          <a:p>
            <a:pPr>
              <a:lnSpc>
                <a:spcPct val="90000"/>
              </a:lnSpc>
              <a:spcBef>
                <a:spcPct val="50000"/>
              </a:spcBef>
              <a:buFont typeface="Wingdings" panose="05000000000000000000" pitchFamily="2" charset="2"/>
              <a:buChar char="v"/>
            </a:pPr>
            <a:endParaRPr lang="en-US" sz="1800"/>
          </a:p>
          <a:p>
            <a:pPr>
              <a:lnSpc>
                <a:spcPct val="90000"/>
              </a:lnSpc>
              <a:spcBef>
                <a:spcPct val="50000"/>
              </a:spcBef>
              <a:buFont typeface="Wingdings" panose="05000000000000000000" pitchFamily="2" charset="2"/>
              <a:buChar char="v"/>
            </a:pPr>
            <a:endParaRPr lang="en-US" sz="1800"/>
          </a:p>
          <a:p>
            <a:pPr>
              <a:lnSpc>
                <a:spcPct val="90000"/>
              </a:lnSpc>
              <a:spcBef>
                <a:spcPct val="50000"/>
              </a:spcBef>
              <a:buFont typeface="Wingdings" panose="05000000000000000000" pitchFamily="2" charset="2"/>
              <a:buChar char="v"/>
            </a:pPr>
            <a:endParaRPr lang="en-US" sz="1800"/>
          </a:p>
          <a:p>
            <a:pPr marL="457200" lvl="1" indent="0">
              <a:lnSpc>
                <a:spcPct val="90000"/>
              </a:lnSpc>
              <a:spcBef>
                <a:spcPct val="50000"/>
              </a:spcBef>
              <a:buNone/>
            </a:pPr>
            <a:r>
              <a:rPr lang="en-US" sz="1800" i="1"/>
              <a:t>Hãy biến đổi tập dữ liệu đã cho về dạng dữ liệu phù hợp với bài toán khai phá luật kết hợp. Tìm các luật kết hợp với độ hỗ trợ tối thiểu min_supp=40%; Độ tin cậy tối thiểu min_conf=70%.</a:t>
            </a:r>
            <a:endParaRPr lang="en-US" sz="1800"/>
          </a:p>
        </p:txBody>
      </p:sp>
      <p:graphicFrame>
        <p:nvGraphicFramePr>
          <p:cNvPr id="2" name="Table 3">
            <a:extLst>
              <a:ext uri="{FF2B5EF4-FFF2-40B4-BE49-F238E27FC236}">
                <a16:creationId xmlns:a16="http://schemas.microsoft.com/office/drawing/2014/main" id="{F2047134-014E-4E56-B463-869048026164}"/>
              </a:ext>
            </a:extLst>
          </p:cNvPr>
          <p:cNvGraphicFramePr>
            <a:graphicFrameLocks noGrp="1"/>
          </p:cNvGraphicFramePr>
          <p:nvPr>
            <p:extLst>
              <p:ext uri="{D42A27DB-BD31-4B8C-83A1-F6EECF244321}">
                <p14:modId xmlns:p14="http://schemas.microsoft.com/office/powerpoint/2010/main" val="3117711901"/>
              </p:ext>
            </p:extLst>
          </p:nvPr>
        </p:nvGraphicFramePr>
        <p:xfrm>
          <a:off x="1371600" y="1866900"/>
          <a:ext cx="6096000" cy="22250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536219555"/>
                    </a:ext>
                  </a:extLst>
                </a:gridCol>
                <a:gridCol w="1524000">
                  <a:extLst>
                    <a:ext uri="{9D8B030D-6E8A-4147-A177-3AD203B41FA5}">
                      <a16:colId xmlns:a16="http://schemas.microsoft.com/office/drawing/2014/main" val="2963547214"/>
                    </a:ext>
                  </a:extLst>
                </a:gridCol>
                <a:gridCol w="1524000">
                  <a:extLst>
                    <a:ext uri="{9D8B030D-6E8A-4147-A177-3AD203B41FA5}">
                      <a16:colId xmlns:a16="http://schemas.microsoft.com/office/drawing/2014/main" val="1020008027"/>
                    </a:ext>
                  </a:extLst>
                </a:gridCol>
                <a:gridCol w="1524000">
                  <a:extLst>
                    <a:ext uri="{9D8B030D-6E8A-4147-A177-3AD203B41FA5}">
                      <a16:colId xmlns:a16="http://schemas.microsoft.com/office/drawing/2014/main" val="3604841347"/>
                    </a:ext>
                  </a:extLst>
                </a:gridCol>
              </a:tblGrid>
              <a:tr h="370840">
                <a:tc>
                  <a:txBody>
                    <a:bodyPr/>
                    <a:lstStyle/>
                    <a:p>
                      <a:r>
                        <a:rPr lang="en-US"/>
                        <a:t>Mã KH</a:t>
                      </a:r>
                    </a:p>
                  </a:txBody>
                  <a:tcPr/>
                </a:tc>
                <a:tc>
                  <a:txBody>
                    <a:bodyPr/>
                    <a:lstStyle/>
                    <a:p>
                      <a:r>
                        <a:rPr lang="en-US"/>
                        <a:t>SP1</a:t>
                      </a:r>
                    </a:p>
                  </a:txBody>
                  <a:tcPr/>
                </a:tc>
                <a:tc>
                  <a:txBody>
                    <a:bodyPr/>
                    <a:lstStyle/>
                    <a:p>
                      <a:r>
                        <a:rPr lang="en-US"/>
                        <a:t>SP2</a:t>
                      </a:r>
                    </a:p>
                  </a:txBody>
                  <a:tcPr/>
                </a:tc>
                <a:tc>
                  <a:txBody>
                    <a:bodyPr/>
                    <a:lstStyle/>
                    <a:p>
                      <a:r>
                        <a:rPr lang="en-US"/>
                        <a:t>SP3</a:t>
                      </a:r>
                    </a:p>
                  </a:txBody>
                  <a:tcPr/>
                </a:tc>
                <a:extLst>
                  <a:ext uri="{0D108BD9-81ED-4DB2-BD59-A6C34878D82A}">
                    <a16:rowId xmlns:a16="http://schemas.microsoft.com/office/drawing/2014/main" val="4036369639"/>
                  </a:ext>
                </a:extLst>
              </a:tr>
              <a:tr h="370840">
                <a:tc>
                  <a:txBody>
                    <a:bodyPr/>
                    <a:lstStyle/>
                    <a:p>
                      <a:r>
                        <a:rPr lang="en-US"/>
                        <a:t>KH01</a:t>
                      </a:r>
                    </a:p>
                  </a:txBody>
                  <a:tcPr/>
                </a:tc>
                <a:tc>
                  <a:txBody>
                    <a:bodyPr/>
                    <a:lstStyle/>
                    <a:p>
                      <a:r>
                        <a:rPr lang="en-US"/>
                        <a:t>Bút</a:t>
                      </a:r>
                    </a:p>
                  </a:txBody>
                  <a:tcPr/>
                </a:tc>
                <a:tc>
                  <a:txBody>
                    <a:bodyPr/>
                    <a:lstStyle/>
                    <a:p>
                      <a:r>
                        <a:rPr lang="en-US"/>
                        <a:t>Vở</a:t>
                      </a:r>
                    </a:p>
                  </a:txBody>
                  <a:tcPr/>
                </a:tc>
                <a:tc>
                  <a:txBody>
                    <a:bodyPr/>
                    <a:lstStyle/>
                    <a:p>
                      <a:endParaRPr lang="en-US"/>
                    </a:p>
                  </a:txBody>
                  <a:tcPr/>
                </a:tc>
                <a:extLst>
                  <a:ext uri="{0D108BD9-81ED-4DB2-BD59-A6C34878D82A}">
                    <a16:rowId xmlns:a16="http://schemas.microsoft.com/office/drawing/2014/main" val="777298821"/>
                  </a:ext>
                </a:extLst>
              </a:tr>
              <a:tr h="370840">
                <a:tc>
                  <a:txBody>
                    <a:bodyPr/>
                    <a:lstStyle/>
                    <a:p>
                      <a:r>
                        <a:rPr lang="en-US"/>
                        <a:t>KH02</a:t>
                      </a:r>
                    </a:p>
                  </a:txBody>
                  <a:tcPr/>
                </a:tc>
                <a:tc>
                  <a:txBody>
                    <a:bodyPr/>
                    <a:lstStyle/>
                    <a:p>
                      <a:r>
                        <a:rPr lang="en-US"/>
                        <a:t>Vở</a:t>
                      </a:r>
                    </a:p>
                  </a:txBody>
                  <a:tcPr/>
                </a:tc>
                <a:tc>
                  <a:txBody>
                    <a:bodyPr/>
                    <a:lstStyle/>
                    <a:p>
                      <a:r>
                        <a:rPr lang="en-US"/>
                        <a:t>Giấy</a:t>
                      </a:r>
                    </a:p>
                  </a:txBody>
                  <a:tcPr/>
                </a:tc>
                <a:tc>
                  <a:txBody>
                    <a:bodyPr/>
                    <a:lstStyle/>
                    <a:p>
                      <a:r>
                        <a:rPr lang="en-US"/>
                        <a:t>Kéo</a:t>
                      </a:r>
                    </a:p>
                  </a:txBody>
                  <a:tcPr/>
                </a:tc>
                <a:extLst>
                  <a:ext uri="{0D108BD9-81ED-4DB2-BD59-A6C34878D82A}">
                    <a16:rowId xmlns:a16="http://schemas.microsoft.com/office/drawing/2014/main" val="3723951503"/>
                  </a:ext>
                </a:extLst>
              </a:tr>
              <a:tr h="370840">
                <a:tc>
                  <a:txBody>
                    <a:bodyPr/>
                    <a:lstStyle/>
                    <a:p>
                      <a:r>
                        <a:rPr lang="en-US"/>
                        <a:t>KH03</a:t>
                      </a:r>
                    </a:p>
                  </a:txBody>
                  <a:tcPr/>
                </a:tc>
                <a:tc>
                  <a:txBody>
                    <a:bodyPr/>
                    <a:lstStyle/>
                    <a:p>
                      <a:r>
                        <a:rPr lang="en-US"/>
                        <a:t>Giấy</a:t>
                      </a:r>
                    </a:p>
                  </a:txBody>
                  <a:tcPr/>
                </a:tc>
                <a:tc>
                  <a:txBody>
                    <a:bodyPr/>
                    <a:lstStyle/>
                    <a:p>
                      <a:r>
                        <a:rPr lang="en-US"/>
                        <a:t>Kéo</a:t>
                      </a:r>
                    </a:p>
                  </a:txBody>
                  <a:tcPr/>
                </a:tc>
                <a:tc>
                  <a:txBody>
                    <a:bodyPr/>
                    <a:lstStyle/>
                    <a:p>
                      <a:r>
                        <a:rPr lang="en-US"/>
                        <a:t>Hồ</a:t>
                      </a:r>
                    </a:p>
                  </a:txBody>
                  <a:tcPr/>
                </a:tc>
                <a:extLst>
                  <a:ext uri="{0D108BD9-81ED-4DB2-BD59-A6C34878D82A}">
                    <a16:rowId xmlns:a16="http://schemas.microsoft.com/office/drawing/2014/main" val="347369653"/>
                  </a:ext>
                </a:extLst>
              </a:tr>
              <a:tr h="370840">
                <a:tc>
                  <a:txBody>
                    <a:bodyPr/>
                    <a:lstStyle/>
                    <a:p>
                      <a:r>
                        <a:rPr lang="en-US"/>
                        <a:t>KH02</a:t>
                      </a:r>
                    </a:p>
                  </a:txBody>
                  <a:tcPr/>
                </a:tc>
                <a:tc>
                  <a:txBody>
                    <a:bodyPr/>
                    <a:lstStyle/>
                    <a:p>
                      <a:r>
                        <a:rPr lang="en-US"/>
                        <a:t>Hồ</a:t>
                      </a:r>
                    </a:p>
                  </a:txBody>
                  <a:tcPr/>
                </a:tc>
                <a:tc>
                  <a:txBody>
                    <a:bodyPr/>
                    <a:lstStyle/>
                    <a:p>
                      <a:r>
                        <a:rPr lang="en-US"/>
                        <a:t>Giấy</a:t>
                      </a:r>
                    </a:p>
                  </a:txBody>
                  <a:tcPr/>
                </a:tc>
                <a:tc>
                  <a:txBody>
                    <a:bodyPr/>
                    <a:lstStyle/>
                    <a:p>
                      <a:endParaRPr lang="en-US"/>
                    </a:p>
                  </a:txBody>
                  <a:tcPr/>
                </a:tc>
                <a:extLst>
                  <a:ext uri="{0D108BD9-81ED-4DB2-BD59-A6C34878D82A}">
                    <a16:rowId xmlns:a16="http://schemas.microsoft.com/office/drawing/2014/main" val="743066694"/>
                  </a:ext>
                </a:extLst>
              </a:tr>
              <a:tr h="370840">
                <a:tc>
                  <a:txBody>
                    <a:bodyPr/>
                    <a:lstStyle/>
                    <a:p>
                      <a:r>
                        <a:rPr lang="en-US"/>
                        <a:t>KH04</a:t>
                      </a:r>
                    </a:p>
                  </a:txBody>
                  <a:tcPr/>
                </a:tc>
                <a:tc>
                  <a:txBody>
                    <a:bodyPr/>
                    <a:lstStyle/>
                    <a:p>
                      <a:r>
                        <a:rPr lang="en-US"/>
                        <a:t>Bút</a:t>
                      </a:r>
                    </a:p>
                  </a:txBody>
                  <a:tcPr/>
                </a:tc>
                <a:tc>
                  <a:txBody>
                    <a:bodyPr/>
                    <a:lstStyle/>
                    <a:p>
                      <a:r>
                        <a:rPr lang="en-US"/>
                        <a:t>Giấy</a:t>
                      </a:r>
                    </a:p>
                  </a:txBody>
                  <a:tcPr/>
                </a:tc>
                <a:tc>
                  <a:txBody>
                    <a:bodyPr/>
                    <a:lstStyle/>
                    <a:p>
                      <a:r>
                        <a:rPr lang="en-US"/>
                        <a:t>Vở</a:t>
                      </a:r>
                    </a:p>
                  </a:txBody>
                  <a:tcPr/>
                </a:tc>
                <a:extLst>
                  <a:ext uri="{0D108BD9-81ED-4DB2-BD59-A6C34878D82A}">
                    <a16:rowId xmlns:a16="http://schemas.microsoft.com/office/drawing/2014/main" val="2434247444"/>
                  </a:ext>
                </a:extLst>
              </a:tr>
            </a:tbl>
          </a:graphicData>
        </a:graphic>
      </p:graphicFrame>
    </p:spTree>
    <p:extLst>
      <p:ext uri="{BB962C8B-B14F-4D97-AF65-F5344CB8AC3E}">
        <p14:creationId xmlns:p14="http://schemas.microsoft.com/office/powerpoint/2010/main" val="748516908"/>
      </p:ext>
    </p:extLst>
  </p:cSld>
  <p:clrMapOvr>
    <a:masterClrMapping/>
  </p:clrMapOvr>
</p:sld>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Level</Template>
  <TotalTime>13090</TotalTime>
  <Words>194</Words>
  <Application>Microsoft Office PowerPoint</Application>
  <PresentationFormat>On-screen Show (16:10)</PresentationFormat>
  <Paragraphs>56</Paragraphs>
  <Slides>3</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vt:i4>
      </vt:variant>
    </vt:vector>
  </HeadingPairs>
  <TitlesOfParts>
    <vt:vector size="11" baseType="lpstr">
      <vt:lpstr>Arial</vt:lpstr>
      <vt:lpstr>Calibri</vt:lpstr>
      <vt:lpstr>Calibri Light</vt:lpstr>
      <vt:lpstr>Times New Roman</vt:lpstr>
      <vt:lpstr>Verdana</vt:lpstr>
      <vt:lpstr>Wingdings</vt:lpstr>
      <vt:lpstr>Level</vt:lpstr>
      <vt:lpstr>Custom Design</vt:lpstr>
      <vt:lpstr>Bài tập 1</vt:lpstr>
      <vt:lpstr>Bài tập 2</vt:lpstr>
      <vt:lpstr>Bài tập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Association Rule Mining</dc:title>
  <dc:creator>hungnd vn</dc:creator>
  <cp:lastModifiedBy>Lê Nhung</cp:lastModifiedBy>
  <cp:revision>573</cp:revision>
  <dcterms:created xsi:type="dcterms:W3CDTF">2006-01-04T09:12:42Z</dcterms:created>
  <dcterms:modified xsi:type="dcterms:W3CDTF">2023-11-15T06:53:33Z</dcterms:modified>
</cp:coreProperties>
</file>