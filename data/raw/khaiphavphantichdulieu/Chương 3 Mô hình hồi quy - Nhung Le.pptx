
<file path=[Content_Types].xml><?xml version="1.0" encoding="utf-8"?>
<Types xmlns="http://schemas.openxmlformats.org/package/2006/content-types">
  <Default Extension="png" ContentType="image/png"/>
  <Default Extension="bin" ContentType="application/vnd.openxmlformats-officedocument.oleObject"/>
  <Default Extension="tmp" ContentType="image/png"/>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8" r:id="rId1"/>
  </p:sldMasterIdLst>
  <p:notesMasterIdLst>
    <p:notesMasterId r:id="rId45"/>
  </p:notesMasterIdLst>
  <p:handoutMasterIdLst>
    <p:handoutMasterId r:id="rId46"/>
  </p:handoutMasterIdLst>
  <p:sldIdLst>
    <p:sldId id="412" r:id="rId2"/>
    <p:sldId id="414" r:id="rId3"/>
    <p:sldId id="391" r:id="rId4"/>
    <p:sldId id="398" r:id="rId5"/>
    <p:sldId id="399" r:id="rId6"/>
    <p:sldId id="400" r:id="rId7"/>
    <p:sldId id="402" r:id="rId8"/>
    <p:sldId id="401" r:id="rId9"/>
    <p:sldId id="390" r:id="rId10"/>
    <p:sldId id="396" r:id="rId11"/>
    <p:sldId id="403" r:id="rId12"/>
    <p:sldId id="415" r:id="rId13"/>
    <p:sldId id="397" r:id="rId14"/>
    <p:sldId id="392" r:id="rId15"/>
    <p:sldId id="404" r:id="rId16"/>
    <p:sldId id="416" r:id="rId17"/>
    <p:sldId id="408" r:id="rId18"/>
    <p:sldId id="417" r:id="rId19"/>
    <p:sldId id="405" r:id="rId20"/>
    <p:sldId id="407" r:id="rId21"/>
    <p:sldId id="411" r:id="rId22"/>
    <p:sldId id="409" r:id="rId23"/>
    <p:sldId id="410" r:id="rId24"/>
    <p:sldId id="418" r:id="rId25"/>
    <p:sldId id="434" r:id="rId26"/>
    <p:sldId id="435" r:id="rId27"/>
    <p:sldId id="436" r:id="rId28"/>
    <p:sldId id="419" r:id="rId29"/>
    <p:sldId id="420" r:id="rId30"/>
    <p:sldId id="423" r:id="rId31"/>
    <p:sldId id="422" r:id="rId32"/>
    <p:sldId id="421" r:id="rId33"/>
    <p:sldId id="424" r:id="rId34"/>
    <p:sldId id="426" r:id="rId35"/>
    <p:sldId id="427" r:id="rId36"/>
    <p:sldId id="428" r:id="rId37"/>
    <p:sldId id="393" r:id="rId38"/>
    <p:sldId id="425" r:id="rId39"/>
    <p:sldId id="394" r:id="rId40"/>
    <p:sldId id="433" r:id="rId41"/>
    <p:sldId id="395" r:id="rId42"/>
    <p:sldId id="388" r:id="rId43"/>
    <p:sldId id="270" r:id="rId44"/>
  </p:sldIdLst>
  <p:sldSz cx="9144000" cy="5715000" type="screen16x10"/>
  <p:notesSz cx="7315200" cy="9601200"/>
  <p:defaultTextStyle>
    <a:defPPr>
      <a:defRPr lang="en-US"/>
    </a:defPPr>
    <a:lvl1pPr algn="l" rtl="0" eaLnBrk="0" fontAlgn="base" hangingPunct="0">
      <a:spcBef>
        <a:spcPct val="0"/>
      </a:spcBef>
      <a:spcAft>
        <a:spcPct val="0"/>
      </a:spcAft>
      <a:defRPr kern="1200">
        <a:solidFill>
          <a:schemeClr val="tx1"/>
        </a:solidFill>
        <a:latin typeface="Verdana"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itchFamily="34" charset="0"/>
        <a:ea typeface="+mn-ea"/>
        <a:cs typeface="+mn-cs"/>
      </a:defRPr>
    </a:lvl5pPr>
    <a:lvl6pPr marL="2286000" algn="l" defTabSz="914400" rtl="0" eaLnBrk="1" latinLnBrk="0" hangingPunct="1">
      <a:defRPr kern="1200">
        <a:solidFill>
          <a:schemeClr val="tx1"/>
        </a:solidFill>
        <a:latin typeface="Verdana" pitchFamily="34" charset="0"/>
        <a:ea typeface="+mn-ea"/>
        <a:cs typeface="+mn-cs"/>
      </a:defRPr>
    </a:lvl6pPr>
    <a:lvl7pPr marL="2743200" algn="l" defTabSz="914400" rtl="0" eaLnBrk="1" latinLnBrk="0" hangingPunct="1">
      <a:defRPr kern="1200">
        <a:solidFill>
          <a:schemeClr val="tx1"/>
        </a:solidFill>
        <a:latin typeface="Verdana" pitchFamily="34" charset="0"/>
        <a:ea typeface="+mn-ea"/>
        <a:cs typeface="+mn-cs"/>
      </a:defRPr>
    </a:lvl7pPr>
    <a:lvl8pPr marL="3200400" algn="l" defTabSz="914400" rtl="0" eaLnBrk="1" latinLnBrk="0" hangingPunct="1">
      <a:defRPr kern="1200">
        <a:solidFill>
          <a:schemeClr val="tx1"/>
        </a:solidFill>
        <a:latin typeface="Verdana" pitchFamily="34" charset="0"/>
        <a:ea typeface="+mn-ea"/>
        <a:cs typeface="+mn-cs"/>
      </a:defRPr>
    </a:lvl8pPr>
    <a:lvl9pPr marL="3657600" algn="l" defTabSz="914400" rtl="0" eaLnBrk="1" latinLnBrk="0" hangingPunct="1">
      <a:defRPr kern="1200">
        <a:solidFill>
          <a:schemeClr val="tx1"/>
        </a:solidFill>
        <a:latin typeface="Verdana"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180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A"/>
    <a:srgbClr val="0B5CFF"/>
    <a:srgbClr val="ADADAD"/>
    <a:srgbClr val="E5E5E5"/>
    <a:srgbClr val="660066"/>
    <a:srgbClr val="000066"/>
    <a:srgbClr val="A50021"/>
    <a:srgbClr val="00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1003" autoAdjust="0"/>
  </p:normalViewPr>
  <p:slideViewPr>
    <p:cSldViewPr>
      <p:cViewPr>
        <p:scale>
          <a:sx n="72" d="100"/>
          <a:sy n="72" d="100"/>
        </p:scale>
        <p:origin x="1048" y="36"/>
      </p:cViewPr>
      <p:guideLst>
        <p:guide orient="horz" pos="2160"/>
        <p:guide pos="2880"/>
        <p:guide orient="horz" pos="180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568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image" Target="../media/image1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image" Target="../media/image16.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9.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8242" name="Rectangle 2"/>
          <p:cNvSpPr>
            <a:spLocks noGrp="1" noChangeArrowheads="1"/>
          </p:cNvSpPr>
          <p:nvPr>
            <p:ph type="hdr" sz="quarter"/>
          </p:nvPr>
        </p:nvSpPr>
        <p:spPr bwMode="auto">
          <a:xfrm>
            <a:off x="0" y="0"/>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endParaRPr lang="en-US" altLang="en-US"/>
          </a:p>
        </p:txBody>
      </p:sp>
      <p:sp>
        <p:nvSpPr>
          <p:cNvPr id="138243" name="Rectangle 3"/>
          <p:cNvSpPr>
            <a:spLocks noGrp="1" noChangeArrowheads="1"/>
          </p:cNvSpPr>
          <p:nvPr>
            <p:ph type="dt" sz="quarter" idx="1"/>
          </p:nvPr>
        </p:nvSpPr>
        <p:spPr bwMode="auto">
          <a:xfrm>
            <a:off x="4143375" y="0"/>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endParaRPr lang="en-US" altLang="en-US"/>
          </a:p>
        </p:txBody>
      </p:sp>
      <p:sp>
        <p:nvSpPr>
          <p:cNvPr id="138244" name="Rectangle 4"/>
          <p:cNvSpPr>
            <a:spLocks noGrp="1" noChangeArrowheads="1"/>
          </p:cNvSpPr>
          <p:nvPr>
            <p:ph type="ftr" sz="quarter" idx="2"/>
          </p:nvPr>
        </p:nvSpPr>
        <p:spPr bwMode="auto">
          <a:xfrm>
            <a:off x="0" y="9120188"/>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endParaRPr lang="en-US" altLang="en-US"/>
          </a:p>
        </p:txBody>
      </p:sp>
      <p:sp>
        <p:nvSpPr>
          <p:cNvPr id="138245" name="Rectangle 5"/>
          <p:cNvSpPr>
            <a:spLocks noGrp="1" noChangeArrowheads="1"/>
          </p:cNvSpPr>
          <p:nvPr>
            <p:ph type="sldNum" sz="quarter" idx="3"/>
          </p:nvPr>
        </p:nvSpPr>
        <p:spPr bwMode="auto">
          <a:xfrm>
            <a:off x="4143375" y="9120188"/>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atin typeface="Arial" charset="0"/>
              </a:defRPr>
            </a:lvl1pPr>
          </a:lstStyle>
          <a:p>
            <a:fld id="{16814D4A-72E5-462F-BB92-D2514A7A7C6E}" type="slidenum">
              <a:rPr lang="en-US" altLang="en-US"/>
              <a:pPr/>
              <a:t>‹#›</a:t>
            </a:fld>
            <a:endParaRPr lang="en-US" altLang="en-US"/>
          </a:p>
        </p:txBody>
      </p:sp>
    </p:spTree>
    <p:extLst>
      <p:ext uri="{BB962C8B-B14F-4D97-AF65-F5344CB8AC3E}">
        <p14:creationId xmlns:p14="http://schemas.microsoft.com/office/powerpoint/2010/main" val="31148447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5538" name="Rectangle 2"/>
          <p:cNvSpPr>
            <a:spLocks noGrp="1" noChangeArrowheads="1"/>
          </p:cNvSpPr>
          <p:nvPr>
            <p:ph type="hdr" sz="quarter"/>
          </p:nvPr>
        </p:nvSpPr>
        <p:spPr bwMode="auto">
          <a:xfrm>
            <a:off x="0" y="0"/>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endParaRPr lang="en-US" altLang="en-US"/>
          </a:p>
        </p:txBody>
      </p:sp>
      <p:sp>
        <p:nvSpPr>
          <p:cNvPr id="65539" name="Rectangle 3"/>
          <p:cNvSpPr>
            <a:spLocks noGrp="1" noChangeArrowheads="1"/>
          </p:cNvSpPr>
          <p:nvPr>
            <p:ph type="dt" idx="1"/>
          </p:nvPr>
        </p:nvSpPr>
        <p:spPr bwMode="auto">
          <a:xfrm>
            <a:off x="4143375" y="0"/>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endParaRPr lang="en-US" altLang="en-US"/>
          </a:p>
        </p:txBody>
      </p:sp>
      <p:sp>
        <p:nvSpPr>
          <p:cNvPr id="65540" name="Rectangle 4"/>
          <p:cNvSpPr>
            <a:spLocks noGrp="1" noRot="1" noChangeAspect="1" noChangeArrowheads="1" noTextEdit="1"/>
          </p:cNvSpPr>
          <p:nvPr>
            <p:ph type="sldImg" idx="2"/>
          </p:nvPr>
        </p:nvSpPr>
        <p:spPr bwMode="auto">
          <a:xfrm>
            <a:off x="779463" y="719138"/>
            <a:ext cx="5761037" cy="3602037"/>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5541" name="Rectangle 5"/>
          <p:cNvSpPr>
            <a:spLocks noGrp="1" noChangeArrowheads="1"/>
          </p:cNvSpPr>
          <p:nvPr>
            <p:ph type="body" sz="quarter" idx="3"/>
          </p:nvPr>
        </p:nvSpPr>
        <p:spPr bwMode="auto">
          <a:xfrm>
            <a:off x="731838" y="4560888"/>
            <a:ext cx="5851525" cy="432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65542" name="Rectangle 6"/>
          <p:cNvSpPr>
            <a:spLocks noGrp="1" noChangeArrowheads="1"/>
          </p:cNvSpPr>
          <p:nvPr>
            <p:ph type="ftr" sz="quarter" idx="4"/>
          </p:nvPr>
        </p:nvSpPr>
        <p:spPr bwMode="auto">
          <a:xfrm>
            <a:off x="0" y="9120188"/>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endParaRPr lang="en-US" altLang="en-US"/>
          </a:p>
        </p:txBody>
      </p:sp>
      <p:sp>
        <p:nvSpPr>
          <p:cNvPr id="65543" name="Rectangle 7"/>
          <p:cNvSpPr>
            <a:spLocks noGrp="1" noChangeArrowheads="1"/>
          </p:cNvSpPr>
          <p:nvPr>
            <p:ph type="sldNum" sz="quarter" idx="5"/>
          </p:nvPr>
        </p:nvSpPr>
        <p:spPr bwMode="auto">
          <a:xfrm>
            <a:off x="4143375" y="9120188"/>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atin typeface="Arial" charset="0"/>
              </a:defRPr>
            </a:lvl1pPr>
          </a:lstStyle>
          <a:p>
            <a:fld id="{360EA21E-6A23-4762-9B5C-9C4328FBD06C}" type="slidenum">
              <a:rPr lang="en-US" altLang="en-US"/>
              <a:pPr/>
              <a:t>‹#›</a:t>
            </a:fld>
            <a:endParaRPr lang="en-US" altLang="en-US"/>
          </a:p>
        </p:txBody>
      </p:sp>
    </p:spTree>
    <p:extLst>
      <p:ext uri="{BB962C8B-B14F-4D97-AF65-F5344CB8AC3E}">
        <p14:creationId xmlns:p14="http://schemas.microsoft.com/office/powerpoint/2010/main" val="1750679526"/>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Image Placeholder 1"/>
          <p:cNvSpPr>
            <a:spLocks noGrp="1" noRot="1" noChangeAspect="1" noTextEdit="1"/>
          </p:cNvSpPr>
          <p:nvPr>
            <p:ph type="sldImg"/>
          </p:nvPr>
        </p:nvSpPr>
        <p:spPr>
          <a:ln/>
        </p:spPr>
      </p:sp>
      <p:sp>
        <p:nvSpPr>
          <p:cNvPr id="7171" name="Notes Placeholder 2"/>
          <p:cNvSpPr>
            <a:spLocks noGrp="1"/>
          </p:cNvSpPr>
          <p:nvPr>
            <p:ph type="body" idx="1"/>
          </p:nvPr>
        </p:nvSpPr>
        <p:spPr>
          <a:noFill/>
        </p:spPr>
        <p:txBody>
          <a:bodyPr/>
          <a:lstStyle/>
          <a:p>
            <a:r>
              <a:rPr lang="vi-VN" altLang="en-US" smtClean="0"/>
              <a:t>Các mô hình hồi quy tuyến tính tương đối đơn giản và cung cấp một công thức toán học dễ giải thích để đưa ra các dự đoán. Hồi quy tuyến tính là một kỹ thuật thống kê được sử dụng từ lâu và áp dụng dễ dàng cho phần mềm và tính toán. Các doanh nghiệp sử dụng nó để chuyển đổi dữ liệu thô một cách đáng tin cậy và có thể dự đoán được thành nghiệp vụ thông minh và thông tin chuyên sâu hữu ích. Các nhà khoa học trong nhiều lĩnh vực, bao gồm sinh học và các ngành khoa học hành vi, môi trường, và xã hội, sử dụng hồi quy tuyến tính để tiến hành phân tích dữ liệu sơ bộ và dự đoán các xu hướng tương lai. Nhiều phương pháp khoa học dữ liệu, chẳng hạn như máy học và trí tuệ nhân tạo, sử dụng hồi quy tuyến tính để giải quyết các bài toán phức tạp.</a:t>
            </a:r>
            <a:endParaRPr lang="en-US" altLang="en-US" smtClean="0"/>
          </a:p>
        </p:txBody>
      </p:sp>
      <p:sp>
        <p:nvSpPr>
          <p:cNvPr id="7172" name="Slide Number Placeholder 3"/>
          <p:cNvSpPr>
            <a:spLocks noGrp="1"/>
          </p:cNvSpPr>
          <p:nvPr>
            <p:ph type="sldNum" sz="quarter" idx="5"/>
          </p:nvPr>
        </p:nvSpPr>
        <p:spPr>
          <a:noFill/>
        </p:spPr>
        <p:txBody>
          <a:bodyPr/>
          <a:lstStyle>
            <a:lvl1pPr>
              <a:defRPr sz="2800">
                <a:solidFill>
                  <a:schemeClr val="tx2"/>
                </a:solidFill>
                <a:latin typeface="Times New Roman" panose="02020603050405020304" pitchFamily="18" charset="0"/>
              </a:defRPr>
            </a:lvl1pPr>
            <a:lvl2pPr marL="742950" indent="-285750">
              <a:defRPr sz="2800">
                <a:solidFill>
                  <a:schemeClr val="tx2"/>
                </a:solidFill>
                <a:latin typeface="Times New Roman" panose="02020603050405020304" pitchFamily="18" charset="0"/>
              </a:defRPr>
            </a:lvl2pPr>
            <a:lvl3pPr marL="1143000" indent="-228600">
              <a:defRPr sz="2800">
                <a:solidFill>
                  <a:schemeClr val="tx2"/>
                </a:solidFill>
                <a:latin typeface="Times New Roman" panose="02020603050405020304" pitchFamily="18" charset="0"/>
              </a:defRPr>
            </a:lvl3pPr>
            <a:lvl4pPr marL="1600200" indent="-228600">
              <a:defRPr sz="2800">
                <a:solidFill>
                  <a:schemeClr val="tx2"/>
                </a:solidFill>
                <a:latin typeface="Times New Roman" panose="02020603050405020304" pitchFamily="18" charset="0"/>
              </a:defRPr>
            </a:lvl4pPr>
            <a:lvl5pPr marL="2057400" indent="-228600">
              <a:defRPr sz="2800">
                <a:solidFill>
                  <a:schemeClr val="tx2"/>
                </a:solidFill>
                <a:latin typeface="Times New Roman" panose="02020603050405020304" pitchFamily="18" charset="0"/>
              </a:defRPr>
            </a:lvl5pPr>
            <a:lvl6pPr marL="2514600" indent="-228600" eaLnBrk="0" fontAlgn="base" hangingPunct="0">
              <a:spcBef>
                <a:spcPct val="0"/>
              </a:spcBef>
              <a:spcAft>
                <a:spcPct val="0"/>
              </a:spcAft>
              <a:defRPr sz="2800">
                <a:solidFill>
                  <a:schemeClr val="tx2"/>
                </a:solidFill>
                <a:latin typeface="Times New Roman" panose="02020603050405020304" pitchFamily="18" charset="0"/>
              </a:defRPr>
            </a:lvl6pPr>
            <a:lvl7pPr marL="2971800" indent="-228600" eaLnBrk="0" fontAlgn="base" hangingPunct="0">
              <a:spcBef>
                <a:spcPct val="0"/>
              </a:spcBef>
              <a:spcAft>
                <a:spcPct val="0"/>
              </a:spcAft>
              <a:defRPr sz="2800">
                <a:solidFill>
                  <a:schemeClr val="tx2"/>
                </a:solidFill>
                <a:latin typeface="Times New Roman" panose="02020603050405020304" pitchFamily="18" charset="0"/>
              </a:defRPr>
            </a:lvl7pPr>
            <a:lvl8pPr marL="3429000" indent="-228600" eaLnBrk="0" fontAlgn="base" hangingPunct="0">
              <a:spcBef>
                <a:spcPct val="0"/>
              </a:spcBef>
              <a:spcAft>
                <a:spcPct val="0"/>
              </a:spcAft>
              <a:defRPr sz="2800">
                <a:solidFill>
                  <a:schemeClr val="tx2"/>
                </a:solidFill>
                <a:latin typeface="Times New Roman" panose="02020603050405020304" pitchFamily="18" charset="0"/>
              </a:defRPr>
            </a:lvl8pPr>
            <a:lvl9pPr marL="3886200" indent="-228600" eaLnBrk="0" fontAlgn="base" hangingPunct="0">
              <a:spcBef>
                <a:spcPct val="0"/>
              </a:spcBef>
              <a:spcAft>
                <a:spcPct val="0"/>
              </a:spcAft>
              <a:defRPr sz="2800">
                <a:solidFill>
                  <a:schemeClr val="tx2"/>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31DBEBC7-BF7A-4401-9E08-D2A716B51681}"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9886664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B18E644-0938-4518-B2D8-F789F31CF58C}" type="slidenum">
              <a:rPr lang="en-US" altLang="en-US"/>
              <a:pPr/>
              <a:t>3</a:t>
            </a:fld>
            <a:endParaRPr lang="en-US" altLang="en-US"/>
          </a:p>
        </p:txBody>
      </p:sp>
      <p:sp>
        <p:nvSpPr>
          <p:cNvPr id="649218" name="Rectangle 2"/>
          <p:cNvSpPr>
            <a:spLocks noGrp="1" noRot="1" noChangeAspect="1" noChangeArrowheads="1" noTextEdit="1"/>
          </p:cNvSpPr>
          <p:nvPr>
            <p:ph type="sldImg"/>
          </p:nvPr>
        </p:nvSpPr>
        <p:spPr>
          <a:xfrm>
            <a:off x="779463" y="719138"/>
            <a:ext cx="5761037" cy="3602037"/>
          </a:xfrm>
          <a:ln/>
        </p:spPr>
      </p:sp>
      <p:sp>
        <p:nvSpPr>
          <p:cNvPr id="649219" name="Rectangle 3"/>
          <p:cNvSpPr>
            <a:spLocks noGrp="1" noChangeArrowheads="1"/>
          </p:cNvSpPr>
          <p:nvPr>
            <p:ph type="body" idx="1"/>
          </p:nvPr>
        </p:nvSpPr>
        <p:spPr/>
        <p:txBody>
          <a:bodyPr/>
          <a:lstStyle/>
          <a:p>
            <a:r>
              <a:rPr lang="en-US" altLang="en-US"/>
              <a:t>[1] Section 6.11 Prediction, Section 6.12.2 Predictor Error Measures</a:t>
            </a:r>
          </a:p>
          <a:p>
            <a:endParaRPr lang="en-US" altLang="en-US"/>
          </a:p>
          <a:p>
            <a:r>
              <a:rPr lang="en-US" altLang="en-US"/>
              <a:t>[2] Section 5.3.1 Multilayer Perceptrons for Regression and Classification, Section 6.3 Model Structures for Prediction, Section 7.3.1 Score Functions for Predictive Models, Chapter 11 Predictive Modeling for Regression</a:t>
            </a:r>
          </a:p>
          <a:p>
            <a:endParaRPr lang="en-US" altLang="en-US"/>
          </a:p>
          <a:p>
            <a:r>
              <a:rPr lang="en-US" altLang="en-US"/>
              <a:t>For further information, [3]: a version of a SVM (support vector machine) for regression</a:t>
            </a:r>
          </a:p>
          <a:p>
            <a:r>
              <a:rPr lang="en-US" altLang="en-US">
                <a:sym typeface="Wingdings" pitchFamily="2" charset="2"/>
              </a:rPr>
              <a:t> H. Drucker, C. J. C. Burges, L. Kaufman, A. Smola, V. Vapnik (1997). Support vector regression machines, Advances in Neural Information Processing Systems 9, NIPS, 155-161, Cambridge, MA: MIT Press.</a:t>
            </a:r>
            <a:endParaRPr lang="en-US" altLang="en-US"/>
          </a:p>
        </p:txBody>
      </p:sp>
    </p:spTree>
    <p:extLst>
      <p:ext uri="{BB962C8B-B14F-4D97-AF65-F5344CB8AC3E}">
        <p14:creationId xmlns:p14="http://schemas.microsoft.com/office/powerpoint/2010/main" val="36593102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1A2CA81-11D2-48CC-9674-11EB9A38242E}" type="slidenum">
              <a:rPr lang="en-US" altLang="en-US"/>
              <a:pPr/>
              <a:t>7</a:t>
            </a:fld>
            <a:endParaRPr lang="en-US" altLang="en-US"/>
          </a:p>
        </p:txBody>
      </p:sp>
      <p:sp>
        <p:nvSpPr>
          <p:cNvPr id="657410" name="Rectangle 2"/>
          <p:cNvSpPr>
            <a:spLocks noGrp="1" noRot="1" noChangeAspect="1" noChangeArrowheads="1" noTextEdit="1"/>
          </p:cNvSpPr>
          <p:nvPr>
            <p:ph type="sldImg"/>
          </p:nvPr>
        </p:nvSpPr>
        <p:spPr>
          <a:xfrm>
            <a:off x="779463" y="719138"/>
            <a:ext cx="5761037" cy="3602037"/>
          </a:xfrm>
          <a:ln/>
        </p:spPr>
      </p:sp>
      <p:sp>
        <p:nvSpPr>
          <p:cNvPr id="657411" name="Rectangle 3"/>
          <p:cNvSpPr>
            <a:spLocks noGrp="1" noChangeArrowheads="1"/>
          </p:cNvSpPr>
          <p:nvPr>
            <p:ph type="body" idx="1"/>
          </p:nvPr>
        </p:nvSpPr>
        <p:spPr/>
        <p:txBody>
          <a:bodyPr/>
          <a:lstStyle/>
          <a:p>
            <a:r>
              <a:rPr lang="en-US" altLang="en-US"/>
              <a:t>LVThS (Cao học ngành Hệ Thống Thông Tin Quản Lý): Khảo sát các yếu tố tác động đến xu hướng sử dụng quảng cáo trực tuyến tại Việt Nam</a:t>
            </a:r>
          </a:p>
          <a:p>
            <a:r>
              <a:rPr lang="en-US" altLang="en-US"/>
              <a:t>Học viên: Nguyễn Lê Anh Dũng</a:t>
            </a:r>
          </a:p>
          <a:p>
            <a:r>
              <a:rPr lang="en-US" altLang="en-US"/>
              <a:t>GVHD: TS. Nguyễn Quỳnh Mai</a:t>
            </a:r>
          </a:p>
        </p:txBody>
      </p:sp>
    </p:spTree>
    <p:extLst>
      <p:ext uri="{BB962C8B-B14F-4D97-AF65-F5344CB8AC3E}">
        <p14:creationId xmlns:p14="http://schemas.microsoft.com/office/powerpoint/2010/main" val="35586391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AFF93FD-EAAA-40DD-918F-C9FAD14F88B8}" type="slidenum">
              <a:rPr lang="en-US" altLang="en-US"/>
              <a:pPr/>
              <a:t>9</a:t>
            </a:fld>
            <a:endParaRPr lang="en-US" altLang="en-US"/>
          </a:p>
        </p:txBody>
      </p:sp>
      <p:sp>
        <p:nvSpPr>
          <p:cNvPr id="655362" name="Rectangle 2"/>
          <p:cNvSpPr>
            <a:spLocks noGrp="1" noRot="1" noChangeAspect="1" noChangeArrowheads="1" noTextEdit="1"/>
          </p:cNvSpPr>
          <p:nvPr>
            <p:ph type="sldImg"/>
          </p:nvPr>
        </p:nvSpPr>
        <p:spPr>
          <a:xfrm>
            <a:off x="779463" y="719138"/>
            <a:ext cx="5761037" cy="3602037"/>
          </a:xfrm>
          <a:ln/>
        </p:spPr>
      </p:sp>
      <p:sp>
        <p:nvSpPr>
          <p:cNvPr id="655363" name="Rectangle 3"/>
          <p:cNvSpPr>
            <a:spLocks noGrp="1" noChangeArrowheads="1"/>
          </p:cNvSpPr>
          <p:nvPr>
            <p:ph type="body" idx="1"/>
          </p:nvPr>
        </p:nvSpPr>
        <p:spPr/>
        <p:txBody>
          <a:bodyPr/>
          <a:lstStyle/>
          <a:p>
            <a:r>
              <a:rPr lang="en-US" altLang="en-US"/>
              <a:t>R. D. Snee, Validation of Regression Models: Methods and Examples, </a:t>
            </a:r>
            <a:r>
              <a:rPr lang="en-US" altLang="en-US" i="1"/>
              <a:t>Technometrics</a:t>
            </a:r>
            <a:r>
              <a:rPr lang="en-US" altLang="en-US"/>
              <a:t>, Vol. 19, No. 4. (Nov., 1977), pp. 415-428.</a:t>
            </a:r>
          </a:p>
          <a:p>
            <a:r>
              <a:rPr lang="en-US" altLang="en-US"/>
              <a:t>“regression analysis has received wide use in data analysis and the development of empirical models. After a regression model which gives an adequate fit to the data has been found, one proceeds to use the model for prediction, or control, or to learn about the mechanism which generated the data.”</a:t>
            </a:r>
          </a:p>
          <a:p>
            <a:endParaRPr lang="en-US" altLang="en-US"/>
          </a:p>
        </p:txBody>
      </p:sp>
    </p:spTree>
    <p:extLst>
      <p:ext uri="{BB962C8B-B14F-4D97-AF65-F5344CB8AC3E}">
        <p14:creationId xmlns:p14="http://schemas.microsoft.com/office/powerpoint/2010/main" val="16069507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B5DBA9C-F2E5-4E83-924A-0785A6F242E2}" type="slidenum">
              <a:rPr lang="en-US" altLang="en-US"/>
              <a:pPr/>
              <a:t>11</a:t>
            </a:fld>
            <a:endParaRPr lang="en-US" altLang="en-US"/>
          </a:p>
        </p:txBody>
      </p:sp>
      <p:sp>
        <p:nvSpPr>
          <p:cNvPr id="663554" name="Rectangle 2"/>
          <p:cNvSpPr>
            <a:spLocks noGrp="1" noRot="1" noChangeAspect="1" noChangeArrowheads="1" noTextEdit="1"/>
          </p:cNvSpPr>
          <p:nvPr>
            <p:ph type="sldImg"/>
          </p:nvPr>
        </p:nvSpPr>
        <p:spPr>
          <a:xfrm>
            <a:off x="779463" y="719138"/>
            <a:ext cx="5761037" cy="3602037"/>
          </a:xfrm>
          <a:ln/>
        </p:spPr>
      </p:sp>
      <p:sp>
        <p:nvSpPr>
          <p:cNvPr id="663555" name="Rectangle 3"/>
          <p:cNvSpPr>
            <a:spLocks noGrp="1" noChangeArrowheads="1"/>
          </p:cNvSpPr>
          <p:nvPr>
            <p:ph type="body" idx="1"/>
          </p:nvPr>
        </p:nvSpPr>
        <p:spPr/>
        <p:txBody>
          <a:bodyPr/>
          <a:lstStyle/>
          <a:p>
            <a:r>
              <a:rPr lang="en-US" altLang="en-US"/>
              <a:t>P. Giudici, Applied Data Mining – Statistical Methods for Business and Industry, John Wiley &amp; Sons Ltd, 2003.</a:t>
            </a:r>
          </a:p>
          <a:p>
            <a:endParaRPr lang="en-US" altLang="en-US"/>
          </a:p>
        </p:txBody>
      </p:sp>
    </p:spTree>
    <p:extLst>
      <p:ext uri="{BB962C8B-B14F-4D97-AF65-F5344CB8AC3E}">
        <p14:creationId xmlns:p14="http://schemas.microsoft.com/office/powerpoint/2010/main" val="28729872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17F7171-A8CC-4070-9902-35F46C1A0B2C}" type="slidenum">
              <a:rPr lang="en-US" altLang="en-US"/>
              <a:pPr/>
              <a:t>15</a:t>
            </a:fld>
            <a:endParaRPr lang="en-US" altLang="en-US"/>
          </a:p>
        </p:txBody>
      </p:sp>
      <p:sp>
        <p:nvSpPr>
          <p:cNvPr id="684034" name="Rectangle 2"/>
          <p:cNvSpPr>
            <a:spLocks noGrp="1" noRot="1" noChangeAspect="1" noChangeArrowheads="1" noTextEdit="1"/>
          </p:cNvSpPr>
          <p:nvPr>
            <p:ph type="sldImg"/>
          </p:nvPr>
        </p:nvSpPr>
        <p:spPr>
          <a:xfrm>
            <a:off x="779463" y="719138"/>
            <a:ext cx="5761037" cy="3602037"/>
          </a:xfrm>
          <a:ln/>
        </p:spPr>
      </p:sp>
      <p:sp>
        <p:nvSpPr>
          <p:cNvPr id="684035" name="Rectangle 3"/>
          <p:cNvSpPr>
            <a:spLocks noGrp="1" noChangeArrowheads="1"/>
          </p:cNvSpPr>
          <p:nvPr>
            <p:ph type="body" idx="1"/>
          </p:nvPr>
        </p:nvSpPr>
        <p:spPr/>
        <p:txBody>
          <a:bodyPr/>
          <a:lstStyle/>
          <a:p>
            <a:r>
              <a:rPr lang="en-US" altLang="en-US"/>
              <a:t>Wiki – Regression analysis</a:t>
            </a:r>
          </a:p>
        </p:txBody>
      </p:sp>
    </p:spTree>
    <p:extLst>
      <p:ext uri="{BB962C8B-B14F-4D97-AF65-F5344CB8AC3E}">
        <p14:creationId xmlns:p14="http://schemas.microsoft.com/office/powerpoint/2010/main" val="10067680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F174422-55B4-4605-98A2-E8E816A1C862}" type="slidenum">
              <a:rPr lang="en-US" altLang="en-US"/>
              <a:pPr/>
              <a:t>17</a:t>
            </a:fld>
            <a:endParaRPr lang="en-US" altLang="en-US"/>
          </a:p>
        </p:txBody>
      </p:sp>
      <p:sp>
        <p:nvSpPr>
          <p:cNvPr id="673794" name="Rectangle 2"/>
          <p:cNvSpPr>
            <a:spLocks noGrp="1" noRot="1" noChangeAspect="1" noChangeArrowheads="1" noTextEdit="1"/>
          </p:cNvSpPr>
          <p:nvPr>
            <p:ph type="sldImg"/>
          </p:nvPr>
        </p:nvSpPr>
        <p:spPr>
          <a:xfrm>
            <a:off x="779463" y="719138"/>
            <a:ext cx="5761037" cy="3602037"/>
          </a:xfrm>
          <a:ln/>
        </p:spPr>
      </p:sp>
      <p:sp>
        <p:nvSpPr>
          <p:cNvPr id="673795" name="Rectangle 3"/>
          <p:cNvSpPr>
            <a:spLocks noGrp="1" noChangeArrowheads="1"/>
          </p:cNvSpPr>
          <p:nvPr>
            <p:ph type="body" idx="1"/>
          </p:nvPr>
        </p:nvSpPr>
        <p:spPr/>
        <p:txBody>
          <a:bodyPr/>
          <a:lstStyle/>
          <a:p>
            <a:r>
              <a:rPr lang="en-US" altLang="en-US"/>
              <a:t>Giả định (assumptions): thành phần lỗi có phương sai (variance) là hằng số, tuân theo phân bố chuẩn (normal distribution)</a:t>
            </a:r>
          </a:p>
        </p:txBody>
      </p:sp>
    </p:spTree>
    <p:extLst>
      <p:ext uri="{BB962C8B-B14F-4D97-AF65-F5344CB8AC3E}">
        <p14:creationId xmlns:p14="http://schemas.microsoft.com/office/powerpoint/2010/main" val="17679046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613C396-65E9-4B99-B0F1-0E18D8808339}" type="slidenum">
              <a:rPr lang="en-US" altLang="en-US"/>
              <a:pPr/>
              <a:t>19</a:t>
            </a:fld>
            <a:endParaRPr lang="en-US" altLang="en-US"/>
          </a:p>
        </p:txBody>
      </p:sp>
      <p:sp>
        <p:nvSpPr>
          <p:cNvPr id="680962" name="Rectangle 2"/>
          <p:cNvSpPr>
            <a:spLocks noGrp="1" noRot="1" noChangeAspect="1" noChangeArrowheads="1" noTextEdit="1"/>
          </p:cNvSpPr>
          <p:nvPr>
            <p:ph type="sldImg"/>
          </p:nvPr>
        </p:nvSpPr>
        <p:spPr>
          <a:xfrm>
            <a:off x="779463" y="719138"/>
            <a:ext cx="5761037" cy="3602037"/>
          </a:xfrm>
          <a:ln/>
        </p:spPr>
      </p:sp>
      <p:sp>
        <p:nvSpPr>
          <p:cNvPr id="680963" name="Rectangle 3"/>
          <p:cNvSpPr>
            <a:spLocks noGrp="1" noChangeArrowheads="1"/>
          </p:cNvSpPr>
          <p:nvPr>
            <p:ph type="body" idx="1"/>
          </p:nvPr>
        </p:nvSpPr>
        <p:spPr/>
        <p:txBody>
          <a:bodyPr/>
          <a:lstStyle/>
          <a:p>
            <a:r>
              <a:rPr lang="en-US" altLang="en-US" b="1">
                <a:effectLst>
                  <a:outerShdw blurRad="38100" dist="38100" dir="2700000" algn="tl">
                    <a:srgbClr val="C0C0C0"/>
                  </a:outerShdw>
                </a:effectLst>
              </a:rPr>
              <a:t>LINEAR REGRESSION &amp; CORRELATION, </a:t>
            </a:r>
            <a:r>
              <a:rPr lang="en-US" altLang="en-US" b="1"/>
              <a:t>Siti Zanariah Satari, FIST/FSKKP, 2009</a:t>
            </a:r>
            <a:endParaRPr lang="en-US" altLang="en-US" b="1">
              <a:effectLst>
                <a:outerShdw blurRad="38100" dist="38100" dir="2700000" algn="tl">
                  <a:srgbClr val="C0C0C0"/>
                </a:outerShdw>
              </a:effectLst>
            </a:endParaRPr>
          </a:p>
          <a:p>
            <a:endParaRPr lang="en-US" altLang="en-US"/>
          </a:p>
        </p:txBody>
      </p:sp>
    </p:spTree>
    <p:extLst>
      <p:ext uri="{BB962C8B-B14F-4D97-AF65-F5344CB8AC3E}">
        <p14:creationId xmlns:p14="http://schemas.microsoft.com/office/powerpoint/2010/main" val="34222835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5E4F290-2357-4533-87B7-77E48A2CF506}" type="slidenum">
              <a:rPr lang="en-US" altLang="en-US"/>
              <a:pPr/>
              <a:t>20</a:t>
            </a:fld>
            <a:endParaRPr lang="en-US" altLang="en-US"/>
          </a:p>
        </p:txBody>
      </p:sp>
      <p:sp>
        <p:nvSpPr>
          <p:cNvPr id="681986" name="Rectangle 2"/>
          <p:cNvSpPr>
            <a:spLocks noGrp="1" noRot="1" noChangeAspect="1" noChangeArrowheads="1" noTextEdit="1"/>
          </p:cNvSpPr>
          <p:nvPr>
            <p:ph type="sldImg"/>
          </p:nvPr>
        </p:nvSpPr>
        <p:spPr>
          <a:xfrm>
            <a:off x="779463" y="719138"/>
            <a:ext cx="5761037" cy="3602037"/>
          </a:xfrm>
          <a:ln/>
        </p:spPr>
      </p:sp>
      <p:sp>
        <p:nvSpPr>
          <p:cNvPr id="681987" name="Rectangle 3"/>
          <p:cNvSpPr>
            <a:spLocks noGrp="1" noChangeArrowheads="1"/>
          </p:cNvSpPr>
          <p:nvPr>
            <p:ph type="body" idx="1"/>
          </p:nvPr>
        </p:nvSpPr>
        <p:spPr/>
        <p:txBody>
          <a:bodyPr/>
          <a:lstStyle/>
          <a:p>
            <a:r>
              <a:rPr lang="en-US" altLang="en-US" b="1">
                <a:effectLst>
                  <a:outerShdw blurRad="38100" dist="38100" dir="2700000" algn="tl">
                    <a:srgbClr val="C0C0C0"/>
                  </a:outerShdw>
                </a:effectLst>
              </a:rPr>
              <a:t>LINEAR REGRESSION &amp; CORRELATION, </a:t>
            </a:r>
            <a:r>
              <a:rPr lang="en-US" altLang="en-US" b="1"/>
              <a:t>Siti Zanariah Satari, FIST/FSKKP, 2009</a:t>
            </a:r>
            <a:endParaRPr lang="en-US" altLang="en-US" b="1">
              <a:effectLst>
                <a:outerShdw blurRad="38100" dist="38100" dir="2700000" algn="tl">
                  <a:srgbClr val="C0C0C0"/>
                </a:outerShdw>
              </a:effectLst>
            </a:endParaRPr>
          </a:p>
          <a:p>
            <a:endParaRPr lang="en-US" altLang="en-US"/>
          </a:p>
        </p:txBody>
      </p:sp>
    </p:spTree>
    <p:extLst>
      <p:ext uri="{BB962C8B-B14F-4D97-AF65-F5344CB8AC3E}">
        <p14:creationId xmlns:p14="http://schemas.microsoft.com/office/powerpoint/2010/main" val="33219629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26017FF-0D9C-4184-8A0E-9FE03F6AB9A9}" type="slidenum">
              <a:rPr lang="en-US" altLang="en-US"/>
              <a:pPr/>
              <a:t>21</a:t>
            </a:fld>
            <a:endParaRPr lang="en-US" altLang="en-US"/>
          </a:p>
        </p:txBody>
      </p:sp>
      <p:sp>
        <p:nvSpPr>
          <p:cNvPr id="683010" name="Rectangle 2"/>
          <p:cNvSpPr>
            <a:spLocks noGrp="1" noRot="1" noChangeAspect="1" noChangeArrowheads="1" noTextEdit="1"/>
          </p:cNvSpPr>
          <p:nvPr>
            <p:ph type="sldImg"/>
          </p:nvPr>
        </p:nvSpPr>
        <p:spPr>
          <a:xfrm>
            <a:off x="779463" y="719138"/>
            <a:ext cx="5761037" cy="3602037"/>
          </a:xfrm>
          <a:ln/>
        </p:spPr>
      </p:sp>
      <p:sp>
        <p:nvSpPr>
          <p:cNvPr id="683011" name="Rectangle 3"/>
          <p:cNvSpPr>
            <a:spLocks noGrp="1" noChangeArrowheads="1"/>
          </p:cNvSpPr>
          <p:nvPr>
            <p:ph type="body" idx="1"/>
          </p:nvPr>
        </p:nvSpPr>
        <p:spPr/>
        <p:txBody>
          <a:bodyPr/>
          <a:lstStyle/>
          <a:p>
            <a:r>
              <a:rPr lang="en-US" altLang="en-US" b="1">
                <a:effectLst>
                  <a:outerShdw blurRad="38100" dist="38100" dir="2700000" algn="tl">
                    <a:srgbClr val="C0C0C0"/>
                  </a:outerShdw>
                </a:effectLst>
              </a:rPr>
              <a:t>LINEAR REGRESSION &amp; CORRELATION, </a:t>
            </a:r>
            <a:r>
              <a:rPr lang="en-US" altLang="en-US" b="1"/>
              <a:t>Siti Zanariah Satari, FIST/FSKKP, 2009</a:t>
            </a:r>
            <a:endParaRPr lang="en-US" altLang="en-US" b="1">
              <a:effectLst>
                <a:outerShdw blurRad="38100" dist="38100" dir="2700000" algn="tl">
                  <a:srgbClr val="C0C0C0"/>
                </a:outerShdw>
              </a:effectLst>
            </a:endParaRPr>
          </a:p>
          <a:p>
            <a:endParaRPr lang="en-US" altLang="en-US"/>
          </a:p>
        </p:txBody>
      </p:sp>
    </p:spTree>
    <p:extLst>
      <p:ext uri="{BB962C8B-B14F-4D97-AF65-F5344CB8AC3E}">
        <p14:creationId xmlns:p14="http://schemas.microsoft.com/office/powerpoint/2010/main" val="41303371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C0AF3E4-612E-446E-80C1-6A220B993AF8}" type="slidenum">
              <a:rPr lang="en-US" altLang="en-US"/>
              <a:pPr/>
              <a:t>23</a:t>
            </a:fld>
            <a:endParaRPr lang="en-US" altLang="en-US"/>
          </a:p>
        </p:txBody>
      </p:sp>
      <p:sp>
        <p:nvSpPr>
          <p:cNvPr id="679938" name="Rectangle 2"/>
          <p:cNvSpPr>
            <a:spLocks noGrp="1" noRot="1" noChangeAspect="1" noChangeArrowheads="1" noTextEdit="1"/>
          </p:cNvSpPr>
          <p:nvPr>
            <p:ph type="sldImg"/>
          </p:nvPr>
        </p:nvSpPr>
        <p:spPr>
          <a:xfrm>
            <a:off x="779463" y="719138"/>
            <a:ext cx="5761037" cy="3602037"/>
          </a:xfrm>
          <a:ln/>
        </p:spPr>
      </p:sp>
      <p:sp>
        <p:nvSpPr>
          <p:cNvPr id="679939" name="Rectangle 3"/>
          <p:cNvSpPr>
            <a:spLocks noGrp="1" noChangeArrowheads="1"/>
          </p:cNvSpPr>
          <p:nvPr>
            <p:ph type="body" idx="1"/>
          </p:nvPr>
        </p:nvSpPr>
        <p:spPr/>
        <p:txBody>
          <a:bodyPr/>
          <a:lstStyle/>
          <a:p>
            <a:r>
              <a:rPr lang="en-US" altLang="en-US" b="1">
                <a:effectLst>
                  <a:outerShdw blurRad="38100" dist="38100" dir="2700000" algn="tl">
                    <a:srgbClr val="C0C0C0"/>
                  </a:outerShdw>
                </a:effectLst>
              </a:rPr>
              <a:t>LINEAR REGRESSION &amp; CORRELATION, </a:t>
            </a:r>
            <a:r>
              <a:rPr lang="en-US" altLang="en-US" b="1"/>
              <a:t>Siti Zanariah Satari, FIST/FSKKP, 2009</a:t>
            </a:r>
            <a:endParaRPr lang="en-US" altLang="en-US" b="1">
              <a:effectLst>
                <a:outerShdw blurRad="38100" dist="38100" dir="2700000" algn="tl">
                  <a:srgbClr val="C0C0C0"/>
                </a:outerShdw>
              </a:effectLst>
            </a:endParaRPr>
          </a:p>
        </p:txBody>
      </p:sp>
    </p:spTree>
    <p:extLst>
      <p:ext uri="{BB962C8B-B14F-4D97-AF65-F5344CB8AC3E}">
        <p14:creationId xmlns:p14="http://schemas.microsoft.com/office/powerpoint/2010/main" val="33516969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0" i="0" kern="1200" smtClean="0">
                <a:solidFill>
                  <a:schemeClr val="tx1"/>
                </a:solidFill>
                <a:effectLst/>
                <a:latin typeface="Arial" charset="0"/>
                <a:ea typeface="+mn-ea"/>
                <a:cs typeface="+mn-cs"/>
              </a:rPr>
              <a:t>Ví dụ như khi chúng ta đo lường sai số về cân nặng của những con voi và cân nặng của những con chuột thì khả năng rất cao là voi có sai số lớn hơn so với chuột. Nhưng sai số này lớn là do chúng ta chưa xét đến kích cỡ của voi và chuột.</a:t>
            </a:r>
            <a:endParaRPr lang="en-US"/>
          </a:p>
        </p:txBody>
      </p:sp>
      <p:sp>
        <p:nvSpPr>
          <p:cNvPr id="4" name="Slide Number Placeholder 3"/>
          <p:cNvSpPr>
            <a:spLocks noGrp="1"/>
          </p:cNvSpPr>
          <p:nvPr>
            <p:ph type="sldNum" sz="quarter" idx="10"/>
          </p:nvPr>
        </p:nvSpPr>
        <p:spPr/>
        <p:txBody>
          <a:bodyPr/>
          <a:lstStyle/>
          <a:p>
            <a:fld id="{360EA21E-6A23-4762-9B5C-9C4328FBD06C}" type="slidenum">
              <a:rPr lang="en-US" altLang="en-US" smtClean="0"/>
              <a:pPr/>
              <a:t>32</a:t>
            </a:fld>
            <a:endParaRPr lang="en-US" altLang="en-US"/>
          </a:p>
        </p:txBody>
      </p:sp>
    </p:spTree>
    <p:extLst>
      <p:ext uri="{BB962C8B-B14F-4D97-AF65-F5344CB8AC3E}">
        <p14:creationId xmlns:p14="http://schemas.microsoft.com/office/powerpoint/2010/main" val="40113209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2A15C5E-0714-43DA-8B29-FA022289DC8D}" type="slidenum">
              <a:rPr lang="en-US" altLang="en-US"/>
              <a:pPr/>
              <a:t>39</a:t>
            </a:fld>
            <a:endParaRPr lang="en-US" altLang="en-US"/>
          </a:p>
        </p:txBody>
      </p:sp>
      <p:sp>
        <p:nvSpPr>
          <p:cNvPr id="662530" name="Rectangle 2"/>
          <p:cNvSpPr>
            <a:spLocks noGrp="1" noRot="1" noChangeAspect="1" noChangeArrowheads="1" noTextEdit="1"/>
          </p:cNvSpPr>
          <p:nvPr>
            <p:ph type="sldImg"/>
          </p:nvPr>
        </p:nvSpPr>
        <p:spPr>
          <a:xfrm>
            <a:off x="779463" y="719138"/>
            <a:ext cx="5761037" cy="3602037"/>
          </a:xfrm>
          <a:ln/>
        </p:spPr>
      </p:sp>
      <p:sp>
        <p:nvSpPr>
          <p:cNvPr id="662531" name="Rectangle 3"/>
          <p:cNvSpPr>
            <a:spLocks noGrp="1" noChangeArrowheads="1"/>
          </p:cNvSpPr>
          <p:nvPr>
            <p:ph type="body" idx="1"/>
          </p:nvPr>
        </p:nvSpPr>
        <p:spPr/>
        <p:txBody>
          <a:bodyPr/>
          <a:lstStyle/>
          <a:p>
            <a:r>
              <a:rPr lang="en-US" altLang="en-US"/>
              <a:t>P. Giudici, Applied Data Mining – Statistical Methods for Business and Industry, John Wiley &amp; Sons Ltd, 2003.</a:t>
            </a:r>
          </a:p>
        </p:txBody>
      </p:sp>
    </p:spTree>
    <p:extLst>
      <p:ext uri="{BB962C8B-B14F-4D97-AF65-F5344CB8AC3E}">
        <p14:creationId xmlns:p14="http://schemas.microsoft.com/office/powerpoint/2010/main" val="9190192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34AC63D-E89C-4983-931D-DE635C7C1014}" type="slidenum">
              <a:rPr lang="en-US" altLang="en-US"/>
              <a:pPr/>
              <a:t>43</a:t>
            </a:fld>
            <a:endParaRPr lang="en-US" altLang="en-US"/>
          </a:p>
        </p:txBody>
      </p:sp>
      <p:sp>
        <p:nvSpPr>
          <p:cNvPr id="226306" name="Rectangle 2"/>
          <p:cNvSpPr>
            <a:spLocks noGrp="1" noRot="1" noChangeAspect="1" noChangeArrowheads="1" noTextEdit="1"/>
          </p:cNvSpPr>
          <p:nvPr>
            <p:ph type="sldImg"/>
          </p:nvPr>
        </p:nvSpPr>
        <p:spPr>
          <a:xfrm>
            <a:off x="779463" y="719138"/>
            <a:ext cx="5761037" cy="3602037"/>
          </a:xfrm>
          <a:ln/>
        </p:spPr>
      </p:sp>
      <p:sp>
        <p:nvSpPr>
          <p:cNvPr id="226307"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132810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6"/>
        <p:cNvGrpSpPr/>
        <p:nvPr/>
      </p:nvGrpSpPr>
      <p:grpSpPr>
        <a:xfrm>
          <a:off x="0" y="0"/>
          <a:ext cx="0" cy="0"/>
          <a:chOff x="0" y="0"/>
          <a:chExt cx="0" cy="0"/>
        </a:xfrm>
      </p:grpSpPr>
      <p:sp>
        <p:nvSpPr>
          <p:cNvPr id="3" name="Google Shape;7;p15">
            <a:extLst>
              <a:ext uri="{FF2B5EF4-FFF2-40B4-BE49-F238E27FC236}">
                <a16:creationId xmlns:a16="http://schemas.microsoft.com/office/drawing/2014/main" id="{1C1C9FC5-3A89-E7F2-CA83-DB3C4B806A20}"/>
              </a:ext>
            </a:extLst>
          </p:cNvPr>
          <p:cNvSpPr txBox="1">
            <a:spLocks noGrp="1"/>
          </p:cNvSpPr>
          <p:nvPr>
            <p:ph idx="1"/>
          </p:nvPr>
        </p:nvSpPr>
        <p:spPr>
          <a:xfrm>
            <a:off x="511498" y="1123642"/>
            <a:ext cx="8317979" cy="143437"/>
          </a:xfrm>
          <a:prstGeom prst="rect">
            <a:avLst/>
          </a:prstGeom>
          <a:noFill/>
          <a:ln>
            <a:noFill/>
          </a:ln>
        </p:spPr>
        <p:txBody>
          <a:bodyPr spcFirstLastPara="1" wrap="square" lIns="0" tIns="0" rIns="0" bIns="0" anchor="t" anchorCtr="0">
            <a:spAutoFit/>
          </a:bodyPr>
          <a:lstStyle>
            <a:lvl1pPr marL="207935" marR="0" lvl="0" indent="-103967" algn="l" rtl="0">
              <a:lnSpc>
                <a:spcPct val="100000"/>
              </a:lnSpc>
              <a:spcBef>
                <a:spcPts val="0"/>
              </a:spcBef>
              <a:spcAft>
                <a:spcPts val="0"/>
              </a:spcAft>
              <a:buClr>
                <a:srgbClr val="000000"/>
              </a:buClr>
              <a:buSzPts val="1400"/>
              <a:buFont typeface="Arial"/>
              <a:buNone/>
              <a:defRPr sz="932" b="1" i="0" u="none" strike="noStrike" cap="none">
                <a:solidFill>
                  <a:srgbClr val="292A75"/>
                </a:solidFill>
                <a:latin typeface="Tahoma"/>
                <a:ea typeface="Tahoma"/>
                <a:cs typeface="Tahoma"/>
                <a:sym typeface="Tahoma"/>
              </a:defRPr>
            </a:lvl1pPr>
            <a:lvl2pPr marL="415869" marR="0" lvl="1" indent="-103967" algn="l" rtl="0">
              <a:lnSpc>
                <a:spcPct val="100000"/>
              </a:lnSpc>
              <a:spcBef>
                <a:spcPts val="0"/>
              </a:spcBef>
              <a:spcAft>
                <a:spcPts val="0"/>
              </a:spcAft>
              <a:buClr>
                <a:srgbClr val="000000"/>
              </a:buClr>
              <a:buSzPts val="1400"/>
              <a:buFont typeface="Arial"/>
              <a:buNone/>
              <a:defRPr sz="819" b="0" i="0" u="none" strike="noStrike" cap="none">
                <a:solidFill>
                  <a:srgbClr val="000000"/>
                </a:solidFill>
                <a:latin typeface="Calibri"/>
                <a:ea typeface="Calibri"/>
                <a:cs typeface="Calibri"/>
                <a:sym typeface="Calibri"/>
              </a:defRPr>
            </a:lvl2pPr>
            <a:lvl3pPr marL="623804" marR="0" lvl="2" indent="-103967" algn="l" rtl="0">
              <a:lnSpc>
                <a:spcPct val="100000"/>
              </a:lnSpc>
              <a:spcBef>
                <a:spcPts val="0"/>
              </a:spcBef>
              <a:spcAft>
                <a:spcPts val="0"/>
              </a:spcAft>
              <a:buClr>
                <a:srgbClr val="000000"/>
              </a:buClr>
              <a:buSzPts val="1400"/>
              <a:buFont typeface="Arial"/>
              <a:buNone/>
              <a:defRPr sz="819" b="0" i="0" u="none" strike="noStrike" cap="none">
                <a:solidFill>
                  <a:srgbClr val="000000"/>
                </a:solidFill>
                <a:latin typeface="Calibri"/>
                <a:ea typeface="Calibri"/>
                <a:cs typeface="Calibri"/>
                <a:sym typeface="Calibri"/>
              </a:defRPr>
            </a:lvl3pPr>
            <a:lvl4pPr marL="831738" marR="0" lvl="3" indent="-103967" algn="l" rtl="0">
              <a:lnSpc>
                <a:spcPct val="100000"/>
              </a:lnSpc>
              <a:spcBef>
                <a:spcPts val="0"/>
              </a:spcBef>
              <a:spcAft>
                <a:spcPts val="0"/>
              </a:spcAft>
              <a:buClr>
                <a:srgbClr val="000000"/>
              </a:buClr>
              <a:buSzPts val="1400"/>
              <a:buFont typeface="Arial"/>
              <a:buNone/>
              <a:defRPr sz="819" b="0" i="0" u="none" strike="noStrike" cap="none">
                <a:solidFill>
                  <a:srgbClr val="000000"/>
                </a:solidFill>
                <a:latin typeface="Calibri"/>
                <a:ea typeface="Calibri"/>
                <a:cs typeface="Calibri"/>
                <a:sym typeface="Calibri"/>
              </a:defRPr>
            </a:lvl4pPr>
            <a:lvl5pPr marL="1039673" marR="0" lvl="4" indent="-103967" algn="l" rtl="0">
              <a:lnSpc>
                <a:spcPct val="100000"/>
              </a:lnSpc>
              <a:spcBef>
                <a:spcPts val="0"/>
              </a:spcBef>
              <a:spcAft>
                <a:spcPts val="0"/>
              </a:spcAft>
              <a:buClr>
                <a:srgbClr val="000000"/>
              </a:buClr>
              <a:buSzPts val="1400"/>
              <a:buFont typeface="Arial"/>
              <a:buNone/>
              <a:defRPr sz="819" b="0" i="0" u="none" strike="noStrike" cap="none">
                <a:solidFill>
                  <a:srgbClr val="000000"/>
                </a:solidFill>
                <a:latin typeface="Calibri"/>
                <a:ea typeface="Calibri"/>
                <a:cs typeface="Calibri"/>
                <a:sym typeface="Calibri"/>
              </a:defRPr>
            </a:lvl5pPr>
            <a:lvl6pPr marL="1247607" marR="0" lvl="5" indent="-103967" algn="l" rtl="0">
              <a:lnSpc>
                <a:spcPct val="100000"/>
              </a:lnSpc>
              <a:spcBef>
                <a:spcPts val="0"/>
              </a:spcBef>
              <a:spcAft>
                <a:spcPts val="0"/>
              </a:spcAft>
              <a:buClr>
                <a:srgbClr val="000000"/>
              </a:buClr>
              <a:buSzPts val="1400"/>
              <a:buFont typeface="Arial"/>
              <a:buNone/>
              <a:defRPr sz="819" b="0" i="0" u="none" strike="noStrike" cap="none">
                <a:solidFill>
                  <a:srgbClr val="000000"/>
                </a:solidFill>
                <a:latin typeface="Calibri"/>
                <a:ea typeface="Calibri"/>
                <a:cs typeface="Calibri"/>
                <a:sym typeface="Calibri"/>
              </a:defRPr>
            </a:lvl6pPr>
            <a:lvl7pPr marL="1455542" marR="0" lvl="6" indent="-103967" algn="l" rtl="0">
              <a:lnSpc>
                <a:spcPct val="100000"/>
              </a:lnSpc>
              <a:spcBef>
                <a:spcPts val="0"/>
              </a:spcBef>
              <a:spcAft>
                <a:spcPts val="0"/>
              </a:spcAft>
              <a:buClr>
                <a:srgbClr val="000000"/>
              </a:buClr>
              <a:buSzPts val="1400"/>
              <a:buFont typeface="Arial"/>
              <a:buNone/>
              <a:defRPr sz="819" b="0" i="0" u="none" strike="noStrike" cap="none">
                <a:solidFill>
                  <a:srgbClr val="000000"/>
                </a:solidFill>
                <a:latin typeface="Calibri"/>
                <a:ea typeface="Calibri"/>
                <a:cs typeface="Calibri"/>
                <a:sym typeface="Calibri"/>
              </a:defRPr>
            </a:lvl7pPr>
            <a:lvl8pPr marL="1663476" marR="0" lvl="7" indent="-103967" algn="l" rtl="0">
              <a:lnSpc>
                <a:spcPct val="100000"/>
              </a:lnSpc>
              <a:spcBef>
                <a:spcPts val="0"/>
              </a:spcBef>
              <a:spcAft>
                <a:spcPts val="0"/>
              </a:spcAft>
              <a:buClr>
                <a:srgbClr val="000000"/>
              </a:buClr>
              <a:buSzPts val="1400"/>
              <a:buFont typeface="Arial"/>
              <a:buNone/>
              <a:defRPr sz="819" b="0" i="0" u="none" strike="noStrike" cap="none">
                <a:solidFill>
                  <a:srgbClr val="000000"/>
                </a:solidFill>
                <a:latin typeface="Calibri"/>
                <a:ea typeface="Calibri"/>
                <a:cs typeface="Calibri"/>
                <a:sym typeface="Calibri"/>
              </a:defRPr>
            </a:lvl8pPr>
            <a:lvl9pPr marL="1871411" marR="0" lvl="8" indent="-103967" algn="l" rtl="0">
              <a:lnSpc>
                <a:spcPct val="100000"/>
              </a:lnSpc>
              <a:spcBef>
                <a:spcPts val="0"/>
              </a:spcBef>
              <a:spcAft>
                <a:spcPts val="0"/>
              </a:spcAft>
              <a:buClr>
                <a:srgbClr val="000000"/>
              </a:buClr>
              <a:buSzPts val="1400"/>
              <a:buFont typeface="Arial"/>
              <a:buNone/>
              <a:defRPr sz="819" b="0" i="0" u="none" strike="noStrike" cap="none">
                <a:solidFill>
                  <a:srgbClr val="000000"/>
                </a:solidFill>
                <a:latin typeface="Calibri"/>
                <a:ea typeface="Calibri"/>
                <a:cs typeface="Calibri"/>
                <a:sym typeface="Calibri"/>
              </a:defRPr>
            </a:lvl9pPr>
          </a:lstStyle>
          <a:p>
            <a:pPr lvl="0"/>
            <a:r>
              <a:rPr lang="en-US" smtClean="0"/>
              <a:t>Edit Master text styles</a:t>
            </a:r>
          </a:p>
        </p:txBody>
      </p:sp>
    </p:spTree>
    <p:extLst>
      <p:ext uri="{BB962C8B-B14F-4D97-AF65-F5344CB8AC3E}">
        <p14:creationId xmlns:p14="http://schemas.microsoft.com/office/powerpoint/2010/main" val="3482686401"/>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1"/>
        <p:cNvGrpSpPr/>
        <p:nvPr/>
      </p:nvGrpSpPr>
      <p:grpSpPr>
        <a:xfrm>
          <a:off x="0" y="0"/>
          <a:ext cx="0" cy="0"/>
          <a:chOff x="0" y="0"/>
          <a:chExt cx="0" cy="0"/>
        </a:xfrm>
      </p:grpSpPr>
      <p:sp>
        <p:nvSpPr>
          <p:cNvPr id="3" name="Google Shape;7;p15">
            <a:extLst>
              <a:ext uri="{FF2B5EF4-FFF2-40B4-BE49-F238E27FC236}">
                <a16:creationId xmlns:a16="http://schemas.microsoft.com/office/drawing/2014/main" id="{3A6A0657-C8E6-4E42-745A-DD61416B27DF}"/>
              </a:ext>
            </a:extLst>
          </p:cNvPr>
          <p:cNvSpPr txBox="1">
            <a:spLocks noGrp="1"/>
          </p:cNvSpPr>
          <p:nvPr>
            <p:ph idx="1"/>
          </p:nvPr>
        </p:nvSpPr>
        <p:spPr>
          <a:xfrm>
            <a:off x="511498" y="1123642"/>
            <a:ext cx="8317979" cy="143437"/>
          </a:xfrm>
          <a:prstGeom prst="rect">
            <a:avLst/>
          </a:prstGeom>
          <a:noFill/>
          <a:ln>
            <a:noFill/>
          </a:ln>
        </p:spPr>
        <p:txBody>
          <a:bodyPr spcFirstLastPara="1" wrap="square" lIns="0" tIns="0" rIns="0" bIns="0" anchor="t" anchorCtr="0">
            <a:spAutoFit/>
          </a:bodyPr>
          <a:lstStyle>
            <a:lvl1pPr marL="207935" marR="0" lvl="0" indent="-103967" algn="l" rtl="0">
              <a:lnSpc>
                <a:spcPct val="100000"/>
              </a:lnSpc>
              <a:spcBef>
                <a:spcPts val="0"/>
              </a:spcBef>
              <a:spcAft>
                <a:spcPts val="0"/>
              </a:spcAft>
              <a:buClr>
                <a:srgbClr val="000000"/>
              </a:buClr>
              <a:buSzPts val="1400"/>
              <a:buFont typeface="Arial"/>
              <a:buNone/>
              <a:defRPr sz="932" b="1" i="0" u="none" strike="noStrike" cap="none">
                <a:solidFill>
                  <a:srgbClr val="292A75"/>
                </a:solidFill>
                <a:latin typeface="Tahoma"/>
                <a:ea typeface="Tahoma"/>
                <a:cs typeface="Tahoma"/>
                <a:sym typeface="Tahoma"/>
              </a:defRPr>
            </a:lvl1pPr>
            <a:lvl2pPr marL="415869" marR="0" lvl="1" indent="-103967" algn="l" rtl="0">
              <a:lnSpc>
                <a:spcPct val="100000"/>
              </a:lnSpc>
              <a:spcBef>
                <a:spcPts val="0"/>
              </a:spcBef>
              <a:spcAft>
                <a:spcPts val="0"/>
              </a:spcAft>
              <a:buClr>
                <a:srgbClr val="000000"/>
              </a:buClr>
              <a:buSzPts val="1400"/>
              <a:buFont typeface="Arial"/>
              <a:buNone/>
              <a:defRPr sz="819" b="0" i="0" u="none" strike="noStrike" cap="none">
                <a:solidFill>
                  <a:srgbClr val="000000"/>
                </a:solidFill>
                <a:latin typeface="Calibri"/>
                <a:ea typeface="Calibri"/>
                <a:cs typeface="Calibri"/>
                <a:sym typeface="Calibri"/>
              </a:defRPr>
            </a:lvl2pPr>
            <a:lvl3pPr marL="623804" marR="0" lvl="2" indent="-103967" algn="l" rtl="0">
              <a:lnSpc>
                <a:spcPct val="100000"/>
              </a:lnSpc>
              <a:spcBef>
                <a:spcPts val="0"/>
              </a:spcBef>
              <a:spcAft>
                <a:spcPts val="0"/>
              </a:spcAft>
              <a:buClr>
                <a:srgbClr val="000000"/>
              </a:buClr>
              <a:buSzPts val="1400"/>
              <a:buFont typeface="Arial"/>
              <a:buNone/>
              <a:defRPr sz="819" b="0" i="0" u="none" strike="noStrike" cap="none">
                <a:solidFill>
                  <a:srgbClr val="000000"/>
                </a:solidFill>
                <a:latin typeface="Calibri"/>
                <a:ea typeface="Calibri"/>
                <a:cs typeface="Calibri"/>
                <a:sym typeface="Calibri"/>
              </a:defRPr>
            </a:lvl3pPr>
            <a:lvl4pPr marL="831738" marR="0" lvl="3" indent="-103967" algn="l" rtl="0">
              <a:lnSpc>
                <a:spcPct val="100000"/>
              </a:lnSpc>
              <a:spcBef>
                <a:spcPts val="0"/>
              </a:spcBef>
              <a:spcAft>
                <a:spcPts val="0"/>
              </a:spcAft>
              <a:buClr>
                <a:srgbClr val="000000"/>
              </a:buClr>
              <a:buSzPts val="1400"/>
              <a:buFont typeface="Arial"/>
              <a:buNone/>
              <a:defRPr sz="819" b="0" i="0" u="none" strike="noStrike" cap="none">
                <a:solidFill>
                  <a:srgbClr val="000000"/>
                </a:solidFill>
                <a:latin typeface="Calibri"/>
                <a:ea typeface="Calibri"/>
                <a:cs typeface="Calibri"/>
                <a:sym typeface="Calibri"/>
              </a:defRPr>
            </a:lvl4pPr>
            <a:lvl5pPr marL="1039673" marR="0" lvl="4" indent="-103967" algn="l" rtl="0">
              <a:lnSpc>
                <a:spcPct val="100000"/>
              </a:lnSpc>
              <a:spcBef>
                <a:spcPts val="0"/>
              </a:spcBef>
              <a:spcAft>
                <a:spcPts val="0"/>
              </a:spcAft>
              <a:buClr>
                <a:srgbClr val="000000"/>
              </a:buClr>
              <a:buSzPts val="1400"/>
              <a:buFont typeface="Arial"/>
              <a:buNone/>
              <a:defRPr sz="819" b="0" i="0" u="none" strike="noStrike" cap="none">
                <a:solidFill>
                  <a:srgbClr val="000000"/>
                </a:solidFill>
                <a:latin typeface="Calibri"/>
                <a:ea typeface="Calibri"/>
                <a:cs typeface="Calibri"/>
                <a:sym typeface="Calibri"/>
              </a:defRPr>
            </a:lvl5pPr>
            <a:lvl6pPr marL="1247607" marR="0" lvl="5" indent="-103967" algn="l" rtl="0">
              <a:lnSpc>
                <a:spcPct val="100000"/>
              </a:lnSpc>
              <a:spcBef>
                <a:spcPts val="0"/>
              </a:spcBef>
              <a:spcAft>
                <a:spcPts val="0"/>
              </a:spcAft>
              <a:buClr>
                <a:srgbClr val="000000"/>
              </a:buClr>
              <a:buSzPts val="1400"/>
              <a:buFont typeface="Arial"/>
              <a:buNone/>
              <a:defRPr sz="819" b="0" i="0" u="none" strike="noStrike" cap="none">
                <a:solidFill>
                  <a:srgbClr val="000000"/>
                </a:solidFill>
                <a:latin typeface="Calibri"/>
                <a:ea typeface="Calibri"/>
                <a:cs typeface="Calibri"/>
                <a:sym typeface="Calibri"/>
              </a:defRPr>
            </a:lvl6pPr>
            <a:lvl7pPr marL="1455542" marR="0" lvl="6" indent="-103967" algn="l" rtl="0">
              <a:lnSpc>
                <a:spcPct val="100000"/>
              </a:lnSpc>
              <a:spcBef>
                <a:spcPts val="0"/>
              </a:spcBef>
              <a:spcAft>
                <a:spcPts val="0"/>
              </a:spcAft>
              <a:buClr>
                <a:srgbClr val="000000"/>
              </a:buClr>
              <a:buSzPts val="1400"/>
              <a:buFont typeface="Arial"/>
              <a:buNone/>
              <a:defRPr sz="819" b="0" i="0" u="none" strike="noStrike" cap="none">
                <a:solidFill>
                  <a:srgbClr val="000000"/>
                </a:solidFill>
                <a:latin typeface="Calibri"/>
                <a:ea typeface="Calibri"/>
                <a:cs typeface="Calibri"/>
                <a:sym typeface="Calibri"/>
              </a:defRPr>
            </a:lvl7pPr>
            <a:lvl8pPr marL="1663476" marR="0" lvl="7" indent="-103967" algn="l" rtl="0">
              <a:lnSpc>
                <a:spcPct val="100000"/>
              </a:lnSpc>
              <a:spcBef>
                <a:spcPts val="0"/>
              </a:spcBef>
              <a:spcAft>
                <a:spcPts val="0"/>
              </a:spcAft>
              <a:buClr>
                <a:srgbClr val="000000"/>
              </a:buClr>
              <a:buSzPts val="1400"/>
              <a:buFont typeface="Arial"/>
              <a:buNone/>
              <a:defRPr sz="819" b="0" i="0" u="none" strike="noStrike" cap="none">
                <a:solidFill>
                  <a:srgbClr val="000000"/>
                </a:solidFill>
                <a:latin typeface="Calibri"/>
                <a:ea typeface="Calibri"/>
                <a:cs typeface="Calibri"/>
                <a:sym typeface="Calibri"/>
              </a:defRPr>
            </a:lvl8pPr>
            <a:lvl9pPr marL="1871411" marR="0" lvl="8" indent="-103967" algn="l" rtl="0">
              <a:lnSpc>
                <a:spcPct val="100000"/>
              </a:lnSpc>
              <a:spcBef>
                <a:spcPts val="0"/>
              </a:spcBef>
              <a:spcAft>
                <a:spcPts val="0"/>
              </a:spcAft>
              <a:buClr>
                <a:srgbClr val="000000"/>
              </a:buClr>
              <a:buSzPts val="1400"/>
              <a:buFont typeface="Arial"/>
              <a:buNone/>
              <a:defRPr sz="819" b="0" i="0" u="none" strike="noStrike" cap="none">
                <a:solidFill>
                  <a:srgbClr val="000000"/>
                </a:solidFill>
                <a:latin typeface="Calibri"/>
                <a:ea typeface="Calibri"/>
                <a:cs typeface="Calibri"/>
                <a:sym typeface="Calibri"/>
              </a:defRPr>
            </a:lvl9pPr>
          </a:lstStyle>
          <a:p>
            <a:pPr lvl="0"/>
            <a:r>
              <a:rPr lang="en-US" smtClean="0"/>
              <a:t>Edit Master text styles</a:t>
            </a:r>
          </a:p>
        </p:txBody>
      </p:sp>
    </p:spTree>
    <p:extLst>
      <p:ext uri="{BB962C8B-B14F-4D97-AF65-F5344CB8AC3E}">
        <p14:creationId xmlns:p14="http://schemas.microsoft.com/office/powerpoint/2010/main" val="1274703319"/>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bwMode="gray">
          <a:xfrm>
            <a:off x="1149350" y="1777382"/>
            <a:ext cx="7239074" cy="1319609"/>
          </a:xfrm>
        </p:spPr>
        <p:txBody>
          <a:bodyPr/>
          <a:lstStyle>
            <a:lvl1pPr algn="ctr">
              <a:defRPr sz="3667" i="0">
                <a:solidFill>
                  <a:srgbClr val="003399"/>
                </a:solidFill>
                <a:effectLst>
                  <a:outerShdw blurRad="38100" dist="38100" dir="2700000" algn="tl">
                    <a:srgbClr val="000000">
                      <a:alpha val="43137"/>
                    </a:srgbClr>
                  </a:outerShdw>
                </a:effectLst>
                <a:latin typeface="Cambria" pitchFamily="18" charset="0"/>
              </a:defRPr>
            </a:lvl1pPr>
          </a:lstStyle>
          <a:p>
            <a:pPr lvl="0"/>
            <a:r>
              <a:rPr lang="en-US" noProof="0" smtClean="0"/>
              <a:t>Click to edit Master title style</a:t>
            </a:r>
          </a:p>
        </p:txBody>
      </p:sp>
      <p:sp>
        <p:nvSpPr>
          <p:cNvPr id="3075" name="Rectangle 3"/>
          <p:cNvSpPr>
            <a:spLocks noGrp="1" noChangeArrowheads="1"/>
          </p:cNvSpPr>
          <p:nvPr>
            <p:ph type="subTitle" idx="1"/>
          </p:nvPr>
        </p:nvSpPr>
        <p:spPr bwMode="gray">
          <a:xfrm>
            <a:off x="1149350" y="3690607"/>
            <a:ext cx="7239074" cy="607053"/>
          </a:xfrm>
        </p:spPr>
        <p:txBody>
          <a:bodyPr/>
          <a:lstStyle>
            <a:lvl1pPr marL="0" indent="0" algn="ctr">
              <a:buFont typeface="Wingdings" pitchFamily="2" charset="2"/>
              <a:buNone/>
              <a:defRPr sz="1833" b="1">
                <a:solidFill>
                  <a:schemeClr val="tx1"/>
                </a:solidFill>
              </a:defRPr>
            </a:lvl1pPr>
          </a:lstStyle>
          <a:p>
            <a:pPr lvl="0"/>
            <a:r>
              <a:rPr lang="en-US" noProof="0" smtClean="0"/>
              <a:t>Click to edit Master subtitle style</a:t>
            </a:r>
          </a:p>
        </p:txBody>
      </p:sp>
    </p:spTree>
    <p:extLst>
      <p:ext uri="{BB962C8B-B14F-4D97-AF65-F5344CB8AC3E}">
        <p14:creationId xmlns:p14="http://schemas.microsoft.com/office/powerpoint/2010/main" val="32463093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600200" y="180710"/>
            <a:ext cx="6781800" cy="847990"/>
          </a:xfrm>
        </p:spPr>
        <p:txBody>
          <a:bodyPr/>
          <a:lstStyle>
            <a:lvl1pPr>
              <a:defRPr sz="2800" b="1">
                <a:solidFill>
                  <a:schemeClr val="accent6">
                    <a:lumMod val="75000"/>
                  </a:schemeClr>
                </a:solidFill>
              </a:defRPr>
            </a:lvl1pPr>
          </a:lstStyle>
          <a:p>
            <a:r>
              <a:rPr lang="en-US" smtClean="0"/>
              <a:t>Click to edit Master title style</a:t>
            </a:r>
            <a:endParaRPr lang="en-US"/>
          </a:p>
        </p:txBody>
      </p:sp>
      <p:sp>
        <p:nvSpPr>
          <p:cNvPr id="3" name="Content Placeholder 2"/>
          <p:cNvSpPr>
            <a:spLocks noGrp="1"/>
          </p:cNvSpPr>
          <p:nvPr>
            <p:ph idx="1"/>
          </p:nvPr>
        </p:nvSpPr>
        <p:spPr/>
        <p:txBody>
          <a:bodyPr/>
          <a:lstStyle>
            <a:lvl1pPr>
              <a:defRPr>
                <a:latin typeface="Times New Roman (Heading)"/>
              </a:defRPr>
            </a:lvl1pPr>
            <a:lvl2pPr>
              <a:defRPr>
                <a:latin typeface="Times New Roman (Heading)"/>
              </a:defRPr>
            </a:lvl2pPr>
            <a:lvl3pPr>
              <a:defRPr>
                <a:latin typeface="Times New Roman (Heading)"/>
              </a:defRPr>
            </a:lvl3pPr>
            <a:lvl4pPr>
              <a:defRPr>
                <a:latin typeface="Times New Roman (Heading)"/>
              </a:defRPr>
            </a:lvl4pPr>
            <a:lvl5pPr>
              <a:defRPr>
                <a:latin typeface="Times New Roman (Heading)"/>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ltLang="en-US"/>
          </a:p>
        </p:txBody>
      </p:sp>
      <p:sp>
        <p:nvSpPr>
          <p:cNvPr id="5" name="Footer Placeholder 4"/>
          <p:cNvSpPr>
            <a:spLocks noGrp="1"/>
          </p:cNvSpPr>
          <p:nvPr>
            <p:ph type="ftr" sz="quarter" idx="11"/>
          </p:nvPr>
        </p:nvSpPr>
        <p:spPr/>
        <p:txBody>
          <a:bodyPr/>
          <a:lstStyle>
            <a:lvl1pPr>
              <a:defRPr/>
            </a:lvl1pPr>
          </a:lstStyle>
          <a:p>
            <a:endParaRPr lang="en-US" altLang="en-US"/>
          </a:p>
        </p:txBody>
      </p:sp>
      <p:sp>
        <p:nvSpPr>
          <p:cNvPr id="6" name="Slide Number Placeholder 5"/>
          <p:cNvSpPr>
            <a:spLocks noGrp="1"/>
          </p:cNvSpPr>
          <p:nvPr>
            <p:ph type="sldNum" sz="quarter" idx="12"/>
          </p:nvPr>
        </p:nvSpPr>
        <p:spPr/>
        <p:txBody>
          <a:bodyPr/>
          <a:lstStyle>
            <a:lvl1pPr>
              <a:defRPr/>
            </a:lvl1pPr>
          </a:lstStyle>
          <a:p>
            <a:fld id="{F5311510-7DD5-4730-B8D5-500690970B83}" type="slidenum">
              <a:rPr lang="en-US" altLang="en-US"/>
              <a:pPr/>
              <a:t>‹#›</a:t>
            </a:fld>
            <a:endParaRPr lang="en-US" altLang="en-US"/>
          </a:p>
        </p:txBody>
      </p:sp>
    </p:spTree>
    <p:extLst>
      <p:ext uri="{BB962C8B-B14F-4D97-AF65-F5344CB8AC3E}">
        <p14:creationId xmlns:p14="http://schemas.microsoft.com/office/powerpoint/2010/main" val="39999024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206500"/>
            <a:ext cx="4152900" cy="406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762500" y="1206500"/>
            <a:ext cx="4152900" cy="406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endParaRPr lang="en-US" altLang="en-US"/>
          </a:p>
        </p:txBody>
      </p:sp>
      <p:sp>
        <p:nvSpPr>
          <p:cNvPr id="6" name="Footer Placeholder 5"/>
          <p:cNvSpPr>
            <a:spLocks noGrp="1"/>
          </p:cNvSpPr>
          <p:nvPr>
            <p:ph type="ftr" sz="quarter" idx="11"/>
          </p:nvPr>
        </p:nvSpPr>
        <p:spPr/>
        <p:txBody>
          <a:bodyPr/>
          <a:lstStyle>
            <a:lvl1pPr>
              <a:defRPr/>
            </a:lvl1pPr>
          </a:lstStyle>
          <a:p>
            <a:endParaRPr lang="en-US" altLang="en-US"/>
          </a:p>
        </p:txBody>
      </p:sp>
      <p:sp>
        <p:nvSpPr>
          <p:cNvPr id="7" name="Slide Number Placeholder 6"/>
          <p:cNvSpPr>
            <a:spLocks noGrp="1"/>
          </p:cNvSpPr>
          <p:nvPr>
            <p:ph type="sldNum" sz="quarter" idx="12"/>
          </p:nvPr>
        </p:nvSpPr>
        <p:spPr/>
        <p:txBody>
          <a:bodyPr/>
          <a:lstStyle>
            <a:lvl1pPr>
              <a:defRPr/>
            </a:lvl1pPr>
          </a:lstStyle>
          <a:p>
            <a:fld id="{3170AE47-621E-4358-A28B-722BF3D102C9}" type="slidenum">
              <a:rPr lang="en-US" altLang="en-US"/>
              <a:pPr/>
              <a:t>‹#›</a:t>
            </a:fld>
            <a:endParaRPr lang="en-US" altLang="en-US"/>
          </a:p>
        </p:txBody>
      </p:sp>
    </p:spTree>
    <p:extLst>
      <p:ext uri="{BB962C8B-B14F-4D97-AF65-F5344CB8AC3E}">
        <p14:creationId xmlns:p14="http://schemas.microsoft.com/office/powerpoint/2010/main" val="32554814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63500"/>
            <a:ext cx="8534400" cy="84799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206500"/>
            <a:ext cx="4152900" cy="4064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762500" y="1206500"/>
            <a:ext cx="4152900" cy="19685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762500" y="3302000"/>
            <a:ext cx="4152900" cy="19685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Date Placeholder 5"/>
          <p:cNvSpPr>
            <a:spLocks noGrp="1"/>
          </p:cNvSpPr>
          <p:nvPr>
            <p:ph type="dt" sz="half" idx="10"/>
          </p:nvPr>
        </p:nvSpPr>
        <p:spPr>
          <a:xfrm>
            <a:off x="457200" y="5207000"/>
            <a:ext cx="2133600" cy="381000"/>
          </a:xfrm>
        </p:spPr>
        <p:txBody>
          <a:bodyPr/>
          <a:lstStyle>
            <a:lvl1pPr>
              <a:defRPr/>
            </a:lvl1pPr>
          </a:lstStyle>
          <a:p>
            <a:endParaRPr lang="en-US" altLang="en-US"/>
          </a:p>
        </p:txBody>
      </p:sp>
      <p:sp>
        <p:nvSpPr>
          <p:cNvPr id="7" name="Footer Placeholder 6"/>
          <p:cNvSpPr>
            <a:spLocks noGrp="1"/>
          </p:cNvSpPr>
          <p:nvPr>
            <p:ph type="ftr" sz="quarter" idx="11"/>
          </p:nvPr>
        </p:nvSpPr>
        <p:spPr>
          <a:xfrm>
            <a:off x="3124200" y="5207000"/>
            <a:ext cx="2895600" cy="381000"/>
          </a:xfrm>
        </p:spPr>
        <p:txBody>
          <a:bodyPr/>
          <a:lstStyle>
            <a:lvl1pPr>
              <a:defRPr/>
            </a:lvl1pPr>
          </a:lstStyle>
          <a:p>
            <a:endParaRPr lang="en-US" altLang="en-US"/>
          </a:p>
        </p:txBody>
      </p:sp>
      <p:sp>
        <p:nvSpPr>
          <p:cNvPr id="8" name="Slide Number Placeholder 7"/>
          <p:cNvSpPr>
            <a:spLocks noGrp="1"/>
          </p:cNvSpPr>
          <p:nvPr>
            <p:ph type="sldNum" sz="quarter" idx="12"/>
          </p:nvPr>
        </p:nvSpPr>
        <p:spPr>
          <a:xfrm>
            <a:off x="6934200" y="5397500"/>
            <a:ext cx="2133600" cy="254000"/>
          </a:xfrm>
        </p:spPr>
        <p:txBody>
          <a:bodyPr/>
          <a:lstStyle>
            <a:lvl1pPr>
              <a:defRPr/>
            </a:lvl1pPr>
          </a:lstStyle>
          <a:p>
            <a:fld id="{84E069DF-546B-49D5-9FAA-F7BBE99600D0}" type="slidenum">
              <a:rPr lang="en-US" altLang="en-US"/>
              <a:pPr/>
              <a:t>‹#›</a:t>
            </a:fld>
            <a:endParaRPr lang="en-US" altLang="en-US"/>
          </a:p>
        </p:txBody>
      </p:sp>
    </p:spTree>
    <p:extLst>
      <p:ext uri="{BB962C8B-B14F-4D97-AF65-F5344CB8AC3E}">
        <p14:creationId xmlns:p14="http://schemas.microsoft.com/office/powerpoint/2010/main" val="31489449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63500"/>
            <a:ext cx="8534400" cy="84799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206500"/>
            <a:ext cx="4152900" cy="4064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762500" y="1206500"/>
            <a:ext cx="4152900" cy="4064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457200" y="5207000"/>
            <a:ext cx="2133600" cy="381000"/>
          </a:xfrm>
        </p:spPr>
        <p:txBody>
          <a:bodyPr/>
          <a:lstStyle>
            <a:lvl1pPr>
              <a:defRPr/>
            </a:lvl1pPr>
          </a:lstStyle>
          <a:p>
            <a:endParaRPr lang="en-US" altLang="en-US"/>
          </a:p>
        </p:txBody>
      </p:sp>
      <p:sp>
        <p:nvSpPr>
          <p:cNvPr id="6" name="Footer Placeholder 5"/>
          <p:cNvSpPr>
            <a:spLocks noGrp="1"/>
          </p:cNvSpPr>
          <p:nvPr>
            <p:ph type="ftr" sz="quarter" idx="11"/>
          </p:nvPr>
        </p:nvSpPr>
        <p:spPr>
          <a:xfrm>
            <a:off x="3124200" y="5207000"/>
            <a:ext cx="2895600" cy="381000"/>
          </a:xfrm>
        </p:spPr>
        <p:txBody>
          <a:bodyPr/>
          <a:lstStyle>
            <a:lvl1pPr>
              <a:defRPr/>
            </a:lvl1pPr>
          </a:lstStyle>
          <a:p>
            <a:endParaRPr lang="en-US" altLang="en-US"/>
          </a:p>
        </p:txBody>
      </p:sp>
      <p:sp>
        <p:nvSpPr>
          <p:cNvPr id="7" name="Slide Number Placeholder 6"/>
          <p:cNvSpPr>
            <a:spLocks noGrp="1"/>
          </p:cNvSpPr>
          <p:nvPr>
            <p:ph type="sldNum" sz="quarter" idx="12"/>
          </p:nvPr>
        </p:nvSpPr>
        <p:spPr>
          <a:xfrm>
            <a:off x="6934200" y="5397500"/>
            <a:ext cx="2133600" cy="254000"/>
          </a:xfrm>
        </p:spPr>
        <p:txBody>
          <a:bodyPr/>
          <a:lstStyle>
            <a:lvl1pPr>
              <a:defRPr/>
            </a:lvl1pPr>
          </a:lstStyle>
          <a:p>
            <a:fld id="{A5278D05-0D73-476F-A038-A107B7C70C7D}" type="slidenum">
              <a:rPr lang="en-US" altLang="en-US"/>
              <a:pPr/>
              <a:t>‹#›</a:t>
            </a:fld>
            <a:endParaRPr lang="en-US" altLang="en-US"/>
          </a:p>
        </p:txBody>
      </p:sp>
    </p:spTree>
    <p:extLst>
      <p:ext uri="{BB962C8B-B14F-4D97-AF65-F5344CB8AC3E}">
        <p14:creationId xmlns:p14="http://schemas.microsoft.com/office/powerpoint/2010/main" val="29698778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63500"/>
            <a:ext cx="8534400" cy="84799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457200" y="1206500"/>
            <a:ext cx="8458200" cy="4064000"/>
          </a:xfrm>
        </p:spPr>
        <p:txBody>
          <a:bodyPr/>
          <a:lstStyle/>
          <a:p>
            <a:endParaRPr lang="en-US"/>
          </a:p>
        </p:txBody>
      </p:sp>
      <p:sp>
        <p:nvSpPr>
          <p:cNvPr id="4" name="Date Placeholder 3"/>
          <p:cNvSpPr>
            <a:spLocks noGrp="1"/>
          </p:cNvSpPr>
          <p:nvPr>
            <p:ph type="dt" sz="half" idx="10"/>
          </p:nvPr>
        </p:nvSpPr>
        <p:spPr>
          <a:xfrm>
            <a:off x="457200" y="5207000"/>
            <a:ext cx="2133600" cy="381000"/>
          </a:xfrm>
        </p:spPr>
        <p:txBody>
          <a:bodyPr/>
          <a:lstStyle>
            <a:lvl1pPr>
              <a:defRPr/>
            </a:lvl1pPr>
          </a:lstStyle>
          <a:p>
            <a:endParaRPr lang="en-US" altLang="en-US"/>
          </a:p>
        </p:txBody>
      </p:sp>
      <p:sp>
        <p:nvSpPr>
          <p:cNvPr id="5" name="Footer Placeholder 4"/>
          <p:cNvSpPr>
            <a:spLocks noGrp="1"/>
          </p:cNvSpPr>
          <p:nvPr>
            <p:ph type="ftr" sz="quarter" idx="11"/>
          </p:nvPr>
        </p:nvSpPr>
        <p:spPr>
          <a:xfrm>
            <a:off x="3124200" y="5207000"/>
            <a:ext cx="2895600" cy="381000"/>
          </a:xfrm>
        </p:spPr>
        <p:txBody>
          <a:bodyPr/>
          <a:lstStyle>
            <a:lvl1pPr>
              <a:defRPr/>
            </a:lvl1pPr>
          </a:lstStyle>
          <a:p>
            <a:endParaRPr lang="en-US" altLang="en-US"/>
          </a:p>
        </p:txBody>
      </p:sp>
      <p:sp>
        <p:nvSpPr>
          <p:cNvPr id="6" name="Slide Number Placeholder 5"/>
          <p:cNvSpPr>
            <a:spLocks noGrp="1"/>
          </p:cNvSpPr>
          <p:nvPr>
            <p:ph type="sldNum" sz="quarter" idx="12"/>
          </p:nvPr>
        </p:nvSpPr>
        <p:spPr>
          <a:xfrm>
            <a:off x="6934200" y="5397500"/>
            <a:ext cx="2133600" cy="254000"/>
          </a:xfrm>
        </p:spPr>
        <p:txBody>
          <a:bodyPr/>
          <a:lstStyle>
            <a:lvl1pPr>
              <a:defRPr/>
            </a:lvl1pPr>
          </a:lstStyle>
          <a:p>
            <a:fld id="{21BDEF3C-59E1-4FFB-9A4E-1C42A66DB7B5}" type="slidenum">
              <a:rPr lang="en-US" altLang="en-US"/>
              <a:pPr/>
              <a:t>‹#›</a:t>
            </a:fld>
            <a:endParaRPr lang="en-US" altLang="en-US"/>
          </a:p>
        </p:txBody>
      </p:sp>
    </p:spTree>
    <p:extLst>
      <p:ext uri="{BB962C8B-B14F-4D97-AF65-F5344CB8AC3E}">
        <p14:creationId xmlns:p14="http://schemas.microsoft.com/office/powerpoint/2010/main" val="19845235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endParaRPr lang="en-US" altLang="en-US"/>
          </a:p>
        </p:txBody>
      </p:sp>
      <p:sp>
        <p:nvSpPr>
          <p:cNvPr id="4" name="Footer Placeholder 3"/>
          <p:cNvSpPr>
            <a:spLocks noGrp="1"/>
          </p:cNvSpPr>
          <p:nvPr>
            <p:ph type="ftr" sz="quarter" idx="11"/>
          </p:nvPr>
        </p:nvSpPr>
        <p:spPr/>
        <p:txBody>
          <a:bodyPr/>
          <a:lstStyle>
            <a:lvl1pPr>
              <a:defRPr/>
            </a:lvl1pPr>
          </a:lstStyle>
          <a:p>
            <a:endParaRPr lang="en-US" altLang="en-US"/>
          </a:p>
        </p:txBody>
      </p:sp>
      <p:sp>
        <p:nvSpPr>
          <p:cNvPr id="5" name="Slide Number Placeholder 4"/>
          <p:cNvSpPr>
            <a:spLocks noGrp="1"/>
          </p:cNvSpPr>
          <p:nvPr>
            <p:ph type="sldNum" sz="quarter" idx="12"/>
          </p:nvPr>
        </p:nvSpPr>
        <p:spPr/>
        <p:txBody>
          <a:bodyPr/>
          <a:lstStyle>
            <a:lvl1pPr>
              <a:defRPr/>
            </a:lvl1pPr>
          </a:lstStyle>
          <a:p>
            <a:fld id="{C5C8556F-1736-44FF-987D-6E38E18D0655}" type="slidenum">
              <a:rPr lang="en-US" altLang="en-US"/>
              <a:pPr/>
              <a:t>‹#›</a:t>
            </a:fld>
            <a:endParaRPr lang="en-US" altLang="en-US"/>
          </a:p>
        </p:txBody>
      </p:sp>
    </p:spTree>
    <p:extLst>
      <p:ext uri="{BB962C8B-B14F-4D97-AF65-F5344CB8AC3E}">
        <p14:creationId xmlns:p14="http://schemas.microsoft.com/office/powerpoint/2010/main" val="16967879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pic>
        <p:nvPicPr>
          <p:cNvPr id="2" name="Google Shape;116;p5" title="Slide template-05.jpg">
            <a:extLst>
              <a:ext uri="{FF2B5EF4-FFF2-40B4-BE49-F238E27FC236}">
                <a16:creationId xmlns:a16="http://schemas.microsoft.com/office/drawing/2014/main" id="{289CA0F7-EA6F-8BD2-E2B6-9C5E73C8AE2A}"/>
              </a:ext>
            </a:extLst>
          </p:cNvPr>
          <p:cNvPicPr preferRelativeResize="0"/>
          <p:nvPr/>
        </p:nvPicPr>
        <p:blipFill rotWithShape="1">
          <a:blip r:embed="rId11">
            <a:alphaModFix/>
          </a:blip>
          <a:srcRect/>
          <a:stretch/>
        </p:blipFill>
        <p:spPr>
          <a:xfrm>
            <a:off x="0" y="-2666"/>
            <a:ext cx="9144000" cy="848261"/>
          </a:xfrm>
          <a:prstGeom prst="rect">
            <a:avLst/>
          </a:prstGeom>
          <a:noFill/>
          <a:ln>
            <a:noFill/>
          </a:ln>
        </p:spPr>
      </p:pic>
      <p:sp>
        <p:nvSpPr>
          <p:cNvPr id="7" name="Google Shape;7;p15"/>
          <p:cNvSpPr txBox="1">
            <a:spLocks noGrp="1"/>
          </p:cNvSpPr>
          <p:nvPr>
            <p:ph type="body" idx="1"/>
          </p:nvPr>
        </p:nvSpPr>
        <p:spPr>
          <a:xfrm>
            <a:off x="511498" y="1123642"/>
            <a:ext cx="8317979" cy="315471"/>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1400"/>
              <a:buFont typeface="Arial"/>
              <a:buNone/>
              <a:defRPr sz="2050" b="1" i="0" u="none" strike="noStrike" cap="none">
                <a:solidFill>
                  <a:srgbClr val="292A75"/>
                </a:solidFill>
                <a:latin typeface="Tahoma"/>
                <a:ea typeface="Tahoma"/>
                <a:cs typeface="Tahoma"/>
                <a:sym typeface="Tahoma"/>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dirty="0"/>
          </a:p>
        </p:txBody>
      </p:sp>
    </p:spTree>
    <p:extLst>
      <p:ext uri="{BB962C8B-B14F-4D97-AF65-F5344CB8AC3E}">
        <p14:creationId xmlns:p14="http://schemas.microsoft.com/office/powerpoint/2010/main" val="3005215790"/>
      </p:ext>
    </p:extLst>
  </p:cSld>
  <p:clrMap bg1="lt1" tx1="dk1" bg2="dk2" tx2="lt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Ls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63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63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63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63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63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63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63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63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63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637" b="0" i="0" u="none" strike="noStrike" cap="none">
          <a:solidFill>
            <a:srgbClr val="000000"/>
          </a:solidFill>
          <a:latin typeface="Montserrat" panose="00000500000000000000" pitchFamily="2" charset="0"/>
          <a:ea typeface="Montserrat" panose="00000500000000000000" pitchFamily="2" charset="0"/>
          <a:cs typeface="Arial"/>
          <a:sym typeface="Arial"/>
        </a:defRPr>
      </a:lvl1pPr>
      <a:lvl2pPr marR="0" lvl="1" algn="l" rtl="0" eaLnBrk="1" hangingPunct="1">
        <a:lnSpc>
          <a:spcPct val="100000"/>
        </a:lnSpc>
        <a:spcBef>
          <a:spcPts val="0"/>
        </a:spcBef>
        <a:spcAft>
          <a:spcPts val="0"/>
        </a:spcAft>
        <a:buClr>
          <a:srgbClr val="000000"/>
        </a:buClr>
        <a:buFont typeface="Arial"/>
        <a:defRPr sz="63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63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63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63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63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63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63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63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63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63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63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63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63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63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63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63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63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8" Type="http://schemas.openxmlformats.org/officeDocument/2006/relationships/image" Target="../media/image100.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notesSlide" Target="../notesSlides/notesSlide9.xml"/><Relationship Id="rId7" Type="http://schemas.openxmlformats.org/officeDocument/2006/relationships/image" Target="../media/image12.wmf"/><Relationship Id="rId2" Type="http://schemas.openxmlformats.org/officeDocument/2006/relationships/slideLayout" Target="../slideLayouts/slideLayout4.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11.wmf"/><Relationship Id="rId4" Type="http://schemas.openxmlformats.org/officeDocument/2006/relationships/oleObject" Target="../embeddings/oleObject1.bin"/><Relationship Id="rId9" Type="http://schemas.openxmlformats.org/officeDocument/2006/relationships/image" Target="../media/image13.wmf"/></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4.xml"/><Relationship Id="rId1" Type="http://schemas.openxmlformats.org/officeDocument/2006/relationships/vmlDrawing" Target="../drawings/vmlDrawing2.vml"/><Relationship Id="rId6" Type="http://schemas.openxmlformats.org/officeDocument/2006/relationships/image" Target="../media/image15.png"/><Relationship Id="rId5" Type="http://schemas.openxmlformats.org/officeDocument/2006/relationships/image" Target="../media/image14.wmf"/><Relationship Id="rId4" Type="http://schemas.openxmlformats.org/officeDocument/2006/relationships/oleObject" Target="../embeddings/oleObject4.bin"/></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4.xml"/><Relationship Id="rId1" Type="http://schemas.openxmlformats.org/officeDocument/2006/relationships/vmlDrawing" Target="../drawings/vmlDrawing3.vml"/><Relationship Id="rId6" Type="http://schemas.openxmlformats.org/officeDocument/2006/relationships/image" Target="../media/image17.wmf"/><Relationship Id="rId5" Type="http://schemas.openxmlformats.org/officeDocument/2006/relationships/oleObject" Target="../embeddings/oleObject6.bin"/><Relationship Id="rId4" Type="http://schemas.openxmlformats.org/officeDocument/2006/relationships/image" Target="../media/image16.w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4.xml"/><Relationship Id="rId1" Type="http://schemas.openxmlformats.org/officeDocument/2006/relationships/vmlDrawing" Target="../drawings/vmlDrawing4.vml"/><Relationship Id="rId4" Type="http://schemas.openxmlformats.org/officeDocument/2006/relationships/image" Target="../media/image18.w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9.xml"/><Relationship Id="rId1" Type="http://schemas.openxmlformats.org/officeDocument/2006/relationships/vmlDrawing" Target="../drawings/vmlDrawing5.vml"/><Relationship Id="rId4" Type="http://schemas.openxmlformats.org/officeDocument/2006/relationships/image" Target="../media/image19.w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21.tmp"/><Relationship Id="rId2" Type="http://schemas.openxmlformats.org/officeDocument/2006/relationships/image" Target="../media/image20.tmp"/><Relationship Id="rId1" Type="http://schemas.openxmlformats.org/officeDocument/2006/relationships/slideLayout" Target="../slideLayouts/slideLayout4.xml"/><Relationship Id="rId4" Type="http://schemas.openxmlformats.org/officeDocument/2006/relationships/image" Target="../media/image22.tmp"/></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23.tmp"/><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24.tmp"/><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pPr>
              <a:defRPr/>
            </a:pPr>
            <a:r>
              <a:rPr lang="en-US" smtClean="0"/>
              <a:t>CHƯƠNG 3</a:t>
            </a:r>
            <a:br>
              <a:rPr lang="en-US" smtClean="0"/>
            </a:br>
            <a:r>
              <a:rPr lang="en-US" smtClean="0"/>
              <a:t>MÔ HÌNH HỒI QUY</a:t>
            </a:r>
            <a:endParaRPr lang="en-US"/>
          </a:p>
        </p:txBody>
      </p:sp>
      <p:sp>
        <p:nvSpPr>
          <p:cNvPr id="5" name="Subtitle 4"/>
          <p:cNvSpPr>
            <a:spLocks noGrp="1"/>
          </p:cNvSpPr>
          <p:nvPr>
            <p:ph type="subTitle" idx="1"/>
          </p:nvPr>
        </p:nvSpPr>
        <p:spPr/>
        <p:txBody>
          <a:bodyPr/>
          <a:lstStyle/>
          <a:p>
            <a:pPr>
              <a:defRPr/>
            </a:pPr>
            <a:endParaRPr lang="en-US"/>
          </a:p>
        </p:txBody>
      </p:sp>
    </p:spTree>
    <p:extLst>
      <p:ext uri="{BB962C8B-B14F-4D97-AF65-F5344CB8AC3E}">
        <p14:creationId xmlns:p14="http://schemas.microsoft.com/office/powerpoint/2010/main" val="26282442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r>
              <a:rPr lang="en-US" altLang="en-US" smtClean="0"/>
              <a:t>Nội dung</a:t>
            </a:r>
          </a:p>
        </p:txBody>
      </p:sp>
      <p:sp>
        <p:nvSpPr>
          <p:cNvPr id="66562" name="Rectangle 2"/>
          <p:cNvSpPr>
            <a:spLocks noGrp="1" noChangeArrowheads="1"/>
          </p:cNvSpPr>
          <p:nvPr>
            <p:ph idx="1"/>
          </p:nvPr>
        </p:nvSpPr>
        <p:spPr>
          <a:xfrm>
            <a:off x="1305455" y="1028700"/>
            <a:ext cx="8229600" cy="2677656"/>
          </a:xfrm>
        </p:spPr>
        <p:txBody>
          <a:bodyPr>
            <a:spAutoFit/>
          </a:bodyPr>
          <a:lstStyle/>
          <a:p>
            <a:pPr>
              <a:spcBef>
                <a:spcPts val="600"/>
              </a:spcBef>
            </a:pPr>
            <a:r>
              <a:rPr lang="en-US" altLang="en-US" sz="2400" smtClean="0"/>
              <a:t>3.1. Tổng quan về hồi qui</a:t>
            </a:r>
          </a:p>
          <a:p>
            <a:pPr>
              <a:spcBef>
                <a:spcPts val="600"/>
              </a:spcBef>
            </a:pPr>
            <a:r>
              <a:rPr lang="en-US" altLang="en-US" sz="2400" smtClean="0"/>
              <a:t>3.2. Hồi qui tuyến tính</a:t>
            </a:r>
          </a:p>
          <a:p>
            <a:pPr>
              <a:spcBef>
                <a:spcPts val="600"/>
              </a:spcBef>
            </a:pPr>
            <a:r>
              <a:rPr lang="en-US" altLang="en-US" sz="2400" smtClean="0"/>
              <a:t>3.3. Hồi qui phi tuyến</a:t>
            </a:r>
          </a:p>
          <a:p>
            <a:pPr>
              <a:spcBef>
                <a:spcPts val="600"/>
              </a:spcBef>
            </a:pPr>
            <a:r>
              <a:rPr lang="en-US" altLang="en-US" sz="2400" smtClean="0"/>
              <a:t>3.4. Ứng dụng</a:t>
            </a:r>
          </a:p>
          <a:p>
            <a:pPr>
              <a:spcBef>
                <a:spcPts val="600"/>
              </a:spcBef>
            </a:pPr>
            <a:r>
              <a:rPr lang="en-US" altLang="en-US" sz="2400" smtClean="0"/>
              <a:t>3.5. Các vấn đề với hồi qui</a:t>
            </a:r>
          </a:p>
          <a:p>
            <a:pPr>
              <a:spcBef>
                <a:spcPts val="600"/>
              </a:spcBef>
            </a:pPr>
            <a:r>
              <a:rPr lang="en-US" altLang="en-US" sz="2400" smtClean="0"/>
              <a:t>3.6. Tóm tắt</a:t>
            </a:r>
            <a:endParaRPr lang="en-US" altLang="en-US" sz="2400"/>
          </a:p>
        </p:txBody>
      </p:sp>
    </p:spTree>
    <p:extLst>
      <p:ext uri="{BB962C8B-B14F-4D97-AF65-F5344CB8AC3E}">
        <p14:creationId xmlns:p14="http://schemas.microsoft.com/office/powerpoint/2010/main" val="101459165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6562">
                                            <p:txEl>
                                              <p:pRg st="0" end="0"/>
                                            </p:txEl>
                                          </p:spTgt>
                                        </p:tgtEl>
                                        <p:attrNameLst>
                                          <p:attrName>style.visibility</p:attrName>
                                        </p:attrNameLst>
                                      </p:cBhvr>
                                      <p:to>
                                        <p:strVal val="visible"/>
                                      </p:to>
                                    </p:set>
                                    <p:anim calcmode="lin" valueType="num">
                                      <p:cBhvr additive="base">
                                        <p:cTn id="7" dur="3000" fill="hold"/>
                                        <p:tgtEl>
                                          <p:spTgt spid="66562">
                                            <p:txEl>
                                              <p:pRg st="0" end="0"/>
                                            </p:txEl>
                                          </p:spTgt>
                                        </p:tgtEl>
                                        <p:attrNameLst>
                                          <p:attrName>ppt_x</p:attrName>
                                        </p:attrNameLst>
                                      </p:cBhvr>
                                      <p:tavLst>
                                        <p:tav tm="0">
                                          <p:val>
                                            <p:strVal val="#ppt_x"/>
                                          </p:val>
                                        </p:tav>
                                        <p:tav tm="100000">
                                          <p:val>
                                            <p:strVal val="#ppt_x"/>
                                          </p:val>
                                        </p:tav>
                                      </p:tavLst>
                                    </p:anim>
                                    <p:anim calcmode="lin" valueType="num">
                                      <p:cBhvr additive="base">
                                        <p:cTn id="8" dur="3000" fill="hold"/>
                                        <p:tgtEl>
                                          <p:spTgt spid="6656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6562">
                                            <p:txEl>
                                              <p:pRg st="1" end="1"/>
                                            </p:txEl>
                                          </p:spTgt>
                                        </p:tgtEl>
                                        <p:attrNameLst>
                                          <p:attrName>style.visibility</p:attrName>
                                        </p:attrNameLst>
                                      </p:cBhvr>
                                      <p:to>
                                        <p:strVal val="visible"/>
                                      </p:to>
                                    </p:set>
                                    <p:anim calcmode="lin" valueType="num">
                                      <p:cBhvr additive="base">
                                        <p:cTn id="13" dur="3000" fill="hold"/>
                                        <p:tgtEl>
                                          <p:spTgt spid="66562">
                                            <p:txEl>
                                              <p:pRg st="1" end="1"/>
                                            </p:txEl>
                                          </p:spTgt>
                                        </p:tgtEl>
                                        <p:attrNameLst>
                                          <p:attrName>ppt_x</p:attrName>
                                        </p:attrNameLst>
                                      </p:cBhvr>
                                      <p:tavLst>
                                        <p:tav tm="0">
                                          <p:val>
                                            <p:strVal val="#ppt_x"/>
                                          </p:val>
                                        </p:tav>
                                        <p:tav tm="100000">
                                          <p:val>
                                            <p:strVal val="#ppt_x"/>
                                          </p:val>
                                        </p:tav>
                                      </p:tavLst>
                                    </p:anim>
                                    <p:anim calcmode="lin" valueType="num">
                                      <p:cBhvr additive="base">
                                        <p:cTn id="14" dur="3000" fill="hold"/>
                                        <p:tgtEl>
                                          <p:spTgt spid="6656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6562">
                                            <p:txEl>
                                              <p:pRg st="2" end="2"/>
                                            </p:txEl>
                                          </p:spTgt>
                                        </p:tgtEl>
                                        <p:attrNameLst>
                                          <p:attrName>style.visibility</p:attrName>
                                        </p:attrNameLst>
                                      </p:cBhvr>
                                      <p:to>
                                        <p:strVal val="visible"/>
                                      </p:to>
                                    </p:set>
                                    <p:anim calcmode="lin" valueType="num">
                                      <p:cBhvr additive="base">
                                        <p:cTn id="19" dur="3000" fill="hold"/>
                                        <p:tgtEl>
                                          <p:spTgt spid="66562">
                                            <p:txEl>
                                              <p:pRg st="2" end="2"/>
                                            </p:txEl>
                                          </p:spTgt>
                                        </p:tgtEl>
                                        <p:attrNameLst>
                                          <p:attrName>ppt_x</p:attrName>
                                        </p:attrNameLst>
                                      </p:cBhvr>
                                      <p:tavLst>
                                        <p:tav tm="0">
                                          <p:val>
                                            <p:strVal val="#ppt_x"/>
                                          </p:val>
                                        </p:tav>
                                        <p:tav tm="100000">
                                          <p:val>
                                            <p:strVal val="#ppt_x"/>
                                          </p:val>
                                        </p:tav>
                                      </p:tavLst>
                                    </p:anim>
                                    <p:anim calcmode="lin" valueType="num">
                                      <p:cBhvr additive="base">
                                        <p:cTn id="20" dur="3000" fill="hold"/>
                                        <p:tgtEl>
                                          <p:spTgt spid="6656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6562">
                                            <p:txEl>
                                              <p:pRg st="3" end="3"/>
                                            </p:txEl>
                                          </p:spTgt>
                                        </p:tgtEl>
                                        <p:attrNameLst>
                                          <p:attrName>style.visibility</p:attrName>
                                        </p:attrNameLst>
                                      </p:cBhvr>
                                      <p:to>
                                        <p:strVal val="visible"/>
                                      </p:to>
                                    </p:set>
                                    <p:anim calcmode="lin" valueType="num">
                                      <p:cBhvr additive="base">
                                        <p:cTn id="25" dur="3000" fill="hold"/>
                                        <p:tgtEl>
                                          <p:spTgt spid="66562">
                                            <p:txEl>
                                              <p:pRg st="3" end="3"/>
                                            </p:txEl>
                                          </p:spTgt>
                                        </p:tgtEl>
                                        <p:attrNameLst>
                                          <p:attrName>ppt_x</p:attrName>
                                        </p:attrNameLst>
                                      </p:cBhvr>
                                      <p:tavLst>
                                        <p:tav tm="0">
                                          <p:val>
                                            <p:strVal val="#ppt_x"/>
                                          </p:val>
                                        </p:tav>
                                        <p:tav tm="100000">
                                          <p:val>
                                            <p:strVal val="#ppt_x"/>
                                          </p:val>
                                        </p:tav>
                                      </p:tavLst>
                                    </p:anim>
                                    <p:anim calcmode="lin" valueType="num">
                                      <p:cBhvr additive="base">
                                        <p:cTn id="26" dur="3000" fill="hold"/>
                                        <p:tgtEl>
                                          <p:spTgt spid="6656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66562">
                                            <p:txEl>
                                              <p:pRg st="4" end="4"/>
                                            </p:txEl>
                                          </p:spTgt>
                                        </p:tgtEl>
                                        <p:attrNameLst>
                                          <p:attrName>style.visibility</p:attrName>
                                        </p:attrNameLst>
                                      </p:cBhvr>
                                      <p:to>
                                        <p:strVal val="visible"/>
                                      </p:to>
                                    </p:set>
                                    <p:anim calcmode="lin" valueType="num">
                                      <p:cBhvr additive="base">
                                        <p:cTn id="31" dur="3000" fill="hold"/>
                                        <p:tgtEl>
                                          <p:spTgt spid="66562">
                                            <p:txEl>
                                              <p:pRg st="4" end="4"/>
                                            </p:txEl>
                                          </p:spTgt>
                                        </p:tgtEl>
                                        <p:attrNameLst>
                                          <p:attrName>ppt_x</p:attrName>
                                        </p:attrNameLst>
                                      </p:cBhvr>
                                      <p:tavLst>
                                        <p:tav tm="0">
                                          <p:val>
                                            <p:strVal val="#ppt_x"/>
                                          </p:val>
                                        </p:tav>
                                        <p:tav tm="100000">
                                          <p:val>
                                            <p:strVal val="#ppt_x"/>
                                          </p:val>
                                        </p:tav>
                                      </p:tavLst>
                                    </p:anim>
                                    <p:anim calcmode="lin" valueType="num">
                                      <p:cBhvr additive="base">
                                        <p:cTn id="32" dur="3000" fill="hold"/>
                                        <p:tgtEl>
                                          <p:spTgt spid="6656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66562">
                                            <p:txEl>
                                              <p:pRg st="5" end="5"/>
                                            </p:txEl>
                                          </p:spTgt>
                                        </p:tgtEl>
                                        <p:attrNameLst>
                                          <p:attrName>style.visibility</p:attrName>
                                        </p:attrNameLst>
                                      </p:cBhvr>
                                      <p:to>
                                        <p:strVal val="visible"/>
                                      </p:to>
                                    </p:set>
                                    <p:anim calcmode="lin" valueType="num">
                                      <p:cBhvr additive="base">
                                        <p:cTn id="37" dur="3000" fill="hold"/>
                                        <p:tgtEl>
                                          <p:spTgt spid="66562">
                                            <p:txEl>
                                              <p:pRg st="5" end="5"/>
                                            </p:txEl>
                                          </p:spTgt>
                                        </p:tgtEl>
                                        <p:attrNameLst>
                                          <p:attrName>ppt_x</p:attrName>
                                        </p:attrNameLst>
                                      </p:cBhvr>
                                      <p:tavLst>
                                        <p:tav tm="0">
                                          <p:val>
                                            <p:strVal val="#ppt_x"/>
                                          </p:val>
                                        </p:tav>
                                        <p:tav tm="100000">
                                          <p:val>
                                            <p:strVal val="#ppt_x"/>
                                          </p:val>
                                        </p:tav>
                                      </p:tavLst>
                                    </p:anim>
                                    <p:anim calcmode="lin" valueType="num">
                                      <p:cBhvr additive="base">
                                        <p:cTn id="38" dur="3000" fill="hold"/>
                                        <p:tgtEl>
                                          <p:spTgt spid="66562">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2050" name="Rectangle 2"/>
          <p:cNvSpPr>
            <a:spLocks noGrp="1" noChangeArrowheads="1"/>
          </p:cNvSpPr>
          <p:nvPr>
            <p:ph type="title"/>
          </p:nvPr>
        </p:nvSpPr>
        <p:spPr/>
        <p:txBody>
          <a:bodyPr/>
          <a:lstStyle/>
          <a:p>
            <a:r>
              <a:rPr lang="en-US" altLang="en-US">
                <a:solidFill>
                  <a:srgbClr val="FF0000"/>
                </a:solidFill>
              </a:rPr>
              <a:t>Tài liệu tham khảo</a:t>
            </a:r>
          </a:p>
        </p:txBody>
      </p:sp>
      <p:sp>
        <p:nvSpPr>
          <p:cNvPr id="7" name="Content Placeholder 6"/>
          <p:cNvSpPr>
            <a:spLocks noGrp="1" noChangeArrowheads="1"/>
          </p:cNvSpPr>
          <p:nvPr>
            <p:ph idx="1"/>
          </p:nvPr>
        </p:nvSpPr>
        <p:spPr bwMode="auto">
          <a:xfrm>
            <a:off x="457200" y="1079500"/>
            <a:ext cx="8458200" cy="4508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marL="342900" indent="-342900" algn="l" rtl="0" fontAlgn="base">
              <a:spcBef>
                <a:spcPct val="20000"/>
              </a:spcBef>
              <a:spcAft>
                <a:spcPct val="0"/>
              </a:spcAft>
              <a:buClr>
                <a:srgbClr val="0000CA"/>
              </a:buClr>
              <a:buSzPct val="75000"/>
              <a:buFont typeface="Wingdings" pitchFamily="2" charset="2"/>
              <a:buChar char="p"/>
              <a:defRPr sz="2800">
                <a:solidFill>
                  <a:schemeClr val="tx1"/>
                </a:solidFill>
                <a:latin typeface="+mn-lt"/>
                <a:ea typeface="+mn-ea"/>
                <a:cs typeface="+mn-cs"/>
              </a:defRPr>
            </a:lvl1pPr>
            <a:lvl2pPr marL="742950" indent="-285750" algn="l" rtl="0" fontAlgn="base">
              <a:spcBef>
                <a:spcPct val="20000"/>
              </a:spcBef>
              <a:spcAft>
                <a:spcPct val="0"/>
              </a:spcAft>
              <a:buClr>
                <a:srgbClr val="0000CA"/>
              </a:buClr>
              <a:buSzPct val="75000"/>
              <a:buFont typeface="Wingdings" pitchFamily="2" charset="2"/>
              <a:buChar char="n"/>
              <a:defRPr sz="2400">
                <a:solidFill>
                  <a:schemeClr val="tx1"/>
                </a:solidFill>
                <a:latin typeface="+mn-lt"/>
              </a:defRPr>
            </a:lvl2pPr>
            <a:lvl3pPr marL="1143000" indent="-228600" algn="l" rtl="0" fontAlgn="base">
              <a:spcBef>
                <a:spcPct val="20000"/>
              </a:spcBef>
              <a:spcAft>
                <a:spcPct val="0"/>
              </a:spcAft>
              <a:buClr>
                <a:srgbClr val="0000CA"/>
              </a:buClr>
              <a:buSzPct val="65000"/>
              <a:buFont typeface="Wingdings" pitchFamily="2" charset="2"/>
              <a:buChar char="p"/>
              <a:defRPr sz="2000">
                <a:solidFill>
                  <a:schemeClr val="tx1"/>
                </a:solidFill>
                <a:latin typeface="+mn-lt"/>
              </a:defRPr>
            </a:lvl3pPr>
            <a:lvl4pPr marL="1600200" indent="-228600" algn="l" rtl="0" fontAlgn="base">
              <a:spcBef>
                <a:spcPct val="20000"/>
              </a:spcBef>
              <a:spcAft>
                <a:spcPct val="0"/>
              </a:spcAft>
              <a:buClr>
                <a:srgbClr val="0000CA"/>
              </a:buClr>
              <a:buFont typeface="Wingdings" pitchFamily="2" charset="2"/>
              <a:buChar char="§"/>
              <a:defRPr>
                <a:solidFill>
                  <a:schemeClr val="tx1"/>
                </a:solidFill>
                <a:latin typeface="+mn-lt"/>
              </a:defRPr>
            </a:lvl4pPr>
            <a:lvl5pPr marL="2057400" indent="-228600" algn="l" rtl="0" fontAlgn="base">
              <a:spcBef>
                <a:spcPct val="20000"/>
              </a:spcBef>
              <a:spcAft>
                <a:spcPct val="0"/>
              </a:spcAft>
              <a:buClr>
                <a:srgbClr val="0000CA"/>
              </a:buClr>
              <a:buSzPct val="80000"/>
              <a:buFont typeface="Wingdings" pitchFamily="2" charset="2"/>
              <a:buChar char="§"/>
              <a:defRPr>
                <a:solidFill>
                  <a:schemeClr val="tx1"/>
                </a:solidFill>
                <a:latin typeface="+mn-lt"/>
              </a:defRPr>
            </a:lvl5pPr>
            <a:lvl6pPr marL="2514600" indent="-228600" algn="l" rtl="0" fontAlgn="base">
              <a:spcBef>
                <a:spcPct val="20000"/>
              </a:spcBef>
              <a:spcAft>
                <a:spcPct val="0"/>
              </a:spcAft>
              <a:buClr>
                <a:srgbClr val="0000CA"/>
              </a:buClr>
              <a:buSzPct val="80000"/>
              <a:buFont typeface="Wingdings" pitchFamily="2" charset="2"/>
              <a:buChar char="§"/>
              <a:defRPr>
                <a:solidFill>
                  <a:schemeClr val="tx1"/>
                </a:solidFill>
                <a:latin typeface="+mn-lt"/>
              </a:defRPr>
            </a:lvl6pPr>
            <a:lvl7pPr marL="2971800" indent="-228600" algn="l" rtl="0" fontAlgn="base">
              <a:spcBef>
                <a:spcPct val="20000"/>
              </a:spcBef>
              <a:spcAft>
                <a:spcPct val="0"/>
              </a:spcAft>
              <a:buClr>
                <a:srgbClr val="0000CA"/>
              </a:buClr>
              <a:buSzPct val="80000"/>
              <a:buFont typeface="Wingdings" pitchFamily="2" charset="2"/>
              <a:buChar char="§"/>
              <a:defRPr>
                <a:solidFill>
                  <a:schemeClr val="tx1"/>
                </a:solidFill>
                <a:latin typeface="+mn-lt"/>
              </a:defRPr>
            </a:lvl7pPr>
            <a:lvl8pPr marL="3429000" indent="-228600" algn="l" rtl="0" fontAlgn="base">
              <a:spcBef>
                <a:spcPct val="20000"/>
              </a:spcBef>
              <a:spcAft>
                <a:spcPct val="0"/>
              </a:spcAft>
              <a:buClr>
                <a:srgbClr val="0000CA"/>
              </a:buClr>
              <a:buSzPct val="80000"/>
              <a:buFont typeface="Wingdings" pitchFamily="2" charset="2"/>
              <a:buChar char="§"/>
              <a:defRPr>
                <a:solidFill>
                  <a:schemeClr val="tx1"/>
                </a:solidFill>
                <a:latin typeface="+mn-lt"/>
              </a:defRPr>
            </a:lvl8pPr>
            <a:lvl9pPr marL="3886200" indent="-228600" algn="l" rtl="0" fontAlgn="base">
              <a:spcBef>
                <a:spcPct val="20000"/>
              </a:spcBef>
              <a:spcAft>
                <a:spcPct val="0"/>
              </a:spcAft>
              <a:buClr>
                <a:srgbClr val="0000CA"/>
              </a:buClr>
              <a:buSzPct val="80000"/>
              <a:buFont typeface="Wingdings" pitchFamily="2" charset="2"/>
              <a:buChar char="§"/>
              <a:defRPr>
                <a:solidFill>
                  <a:schemeClr val="tx1"/>
                </a:solidFill>
                <a:latin typeface="+mn-lt"/>
              </a:defRPr>
            </a:lvl9pPr>
          </a:lstStyle>
          <a:p>
            <a:pPr>
              <a:lnSpc>
                <a:spcPct val="150000"/>
              </a:lnSpc>
            </a:pPr>
            <a:r>
              <a:rPr lang="en-US" sz="1800" b="1" smtClean="0"/>
              <a:t>[</a:t>
            </a:r>
            <a:r>
              <a:rPr lang="en-US" sz="1800" b="1"/>
              <a:t>1</a:t>
            </a:r>
            <a:r>
              <a:rPr lang="en-US" sz="1800" b="1" smtClean="0"/>
              <a:t>] J.Han </a:t>
            </a:r>
            <a:r>
              <a:rPr lang="en-US" sz="1800" b="1"/>
              <a:t>and </a:t>
            </a:r>
            <a:r>
              <a:rPr lang="en-US" sz="1800" b="1" err="1"/>
              <a:t>M.Kamber</a:t>
            </a:r>
            <a:r>
              <a:rPr lang="en-US" sz="1800" b="1"/>
              <a:t>, Data Mining, “Concepts and Techniques”, </a:t>
            </a:r>
            <a:r>
              <a:rPr lang="en-US" sz="1800" b="1" i="1"/>
              <a:t>Morgan Kaufmann,</a:t>
            </a:r>
            <a:r>
              <a:rPr lang="en-US" sz="1800" b="1"/>
              <a:t> 3</a:t>
            </a:r>
            <a:r>
              <a:rPr lang="en-US" sz="1800" b="1" baseline="30000"/>
              <a:t>rd</a:t>
            </a:r>
            <a:r>
              <a:rPr lang="en-US" sz="1800" b="1"/>
              <a:t> Edition, 2011</a:t>
            </a:r>
          </a:p>
          <a:p>
            <a:pPr>
              <a:lnSpc>
                <a:spcPct val="150000"/>
              </a:lnSpc>
            </a:pPr>
            <a:r>
              <a:rPr lang="en-US" sz="1800" b="1"/>
              <a:t>[2]	Ian </a:t>
            </a:r>
            <a:r>
              <a:rPr lang="en-US" sz="1800" b="1" err="1"/>
              <a:t>H.witten</a:t>
            </a:r>
            <a:r>
              <a:rPr lang="en-US" sz="1800" b="1"/>
              <a:t>, </a:t>
            </a:r>
            <a:r>
              <a:rPr lang="en-US" sz="1800" b="1" err="1"/>
              <a:t>Eibe</a:t>
            </a:r>
            <a:r>
              <a:rPr lang="en-US" sz="1800" b="1"/>
              <a:t> Frank, and Marker Hall, “Data Mining – Practical Machine Learning Tools and Techniques”, </a:t>
            </a:r>
            <a:r>
              <a:rPr lang="en-US" sz="1800" b="1" i="1"/>
              <a:t>Morgan Kaufmann, </a:t>
            </a:r>
            <a:r>
              <a:rPr lang="en-US" sz="1800" b="1"/>
              <a:t>2011</a:t>
            </a:r>
          </a:p>
          <a:p>
            <a:pPr>
              <a:lnSpc>
                <a:spcPct val="150000"/>
              </a:lnSpc>
            </a:pPr>
            <a:r>
              <a:rPr lang="en-US" sz="1800"/>
              <a:t>[3]	Daniel </a:t>
            </a:r>
            <a:r>
              <a:rPr lang="en-US" sz="1800" err="1"/>
              <a:t>T.Larose</a:t>
            </a:r>
            <a:r>
              <a:rPr lang="en-US" sz="1800"/>
              <a:t>, Discovering Knowledge in Data – An introduction to Data Mining, </a:t>
            </a:r>
            <a:r>
              <a:rPr lang="en-US" sz="1800" i="1"/>
              <a:t>John Wiley &amp; Sons</a:t>
            </a:r>
            <a:r>
              <a:rPr lang="en-US" sz="1800"/>
              <a:t> , 2005</a:t>
            </a:r>
          </a:p>
          <a:p>
            <a:pPr>
              <a:lnSpc>
                <a:spcPct val="150000"/>
              </a:lnSpc>
            </a:pPr>
            <a:r>
              <a:rPr lang="en-US" sz="1800"/>
              <a:t>[4]	Max </a:t>
            </a:r>
            <a:r>
              <a:rPr lang="en-US" sz="1800" err="1"/>
              <a:t>Bramer</a:t>
            </a:r>
            <a:r>
              <a:rPr lang="en-US" sz="1800"/>
              <a:t>, “Principles of Data Mining”, </a:t>
            </a:r>
            <a:r>
              <a:rPr lang="en-US" sz="1800" i="1"/>
              <a:t>Springer</a:t>
            </a:r>
            <a:r>
              <a:rPr lang="en-US" sz="1800"/>
              <a:t>, 2007</a:t>
            </a:r>
          </a:p>
          <a:p>
            <a:pPr>
              <a:lnSpc>
                <a:spcPct val="150000"/>
              </a:lnSpc>
            </a:pPr>
            <a:r>
              <a:rPr lang="en-US" sz="1800"/>
              <a:t>[5]	Ho </a:t>
            </a:r>
            <a:r>
              <a:rPr lang="en-US" sz="1800" err="1"/>
              <a:t>Tu</a:t>
            </a:r>
            <a:r>
              <a:rPr lang="en-US" sz="1800"/>
              <a:t> </a:t>
            </a:r>
            <a:r>
              <a:rPr lang="en-US" sz="1800" err="1"/>
              <a:t>Bao</a:t>
            </a:r>
            <a:r>
              <a:rPr lang="en-US" sz="1800"/>
              <a:t>, “Introduction to Knowledge Discovery and Data </a:t>
            </a:r>
            <a:r>
              <a:rPr lang="en-US" sz="1800" err="1"/>
              <a:t>Minning</a:t>
            </a:r>
            <a:r>
              <a:rPr lang="en-US" sz="1800"/>
              <a:t>”, </a:t>
            </a:r>
            <a:r>
              <a:rPr lang="en-US" sz="1800" i="1"/>
              <a:t>National Center of Natural Science a Technology</a:t>
            </a:r>
            <a:r>
              <a:rPr lang="en-US" sz="1800"/>
              <a:t>, 2010</a:t>
            </a:r>
          </a:p>
        </p:txBody>
      </p:sp>
      <p:sp>
        <p:nvSpPr>
          <p:cNvPr id="6" name="Slide Number Placeholder 5"/>
          <p:cNvSpPr>
            <a:spLocks noGrp="1"/>
          </p:cNvSpPr>
          <p:nvPr>
            <p:ph type="sldNum" sz="quarter" idx="12"/>
          </p:nvPr>
        </p:nvSpPr>
        <p:spPr/>
        <p:txBody>
          <a:bodyPr/>
          <a:lstStyle/>
          <a:p>
            <a:fld id="{A41C75E1-30A8-4224-A2AC-93E29FC302BB}" type="slidenum">
              <a:rPr lang="en-US" altLang="en-US"/>
              <a:pPr/>
              <a:t>3</a:t>
            </a:fld>
            <a:endParaRPr lang="en-US" alt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0242" name="Rectangle 2"/>
          <p:cNvSpPr>
            <a:spLocks noGrp="1" noChangeArrowheads="1"/>
          </p:cNvSpPr>
          <p:nvPr>
            <p:ph type="title"/>
          </p:nvPr>
        </p:nvSpPr>
        <p:spPr/>
        <p:txBody>
          <a:bodyPr/>
          <a:lstStyle/>
          <a:p>
            <a:r>
              <a:rPr lang="en-US" altLang="en-US">
                <a:solidFill>
                  <a:srgbClr val="FF0000"/>
                </a:solidFill>
              </a:rPr>
              <a:t>3.0. Tình huống 1</a:t>
            </a:r>
          </a:p>
        </p:txBody>
      </p:sp>
      <p:sp>
        <p:nvSpPr>
          <p:cNvPr id="8" name="Slide Number Placeholder 5"/>
          <p:cNvSpPr>
            <a:spLocks noGrp="1"/>
          </p:cNvSpPr>
          <p:nvPr>
            <p:ph type="sldNum" sz="quarter" idx="12"/>
          </p:nvPr>
        </p:nvSpPr>
        <p:spPr/>
        <p:txBody>
          <a:bodyPr/>
          <a:lstStyle/>
          <a:p>
            <a:fld id="{E5B420B8-AD4D-4493-886C-66E7C1214BD6}" type="slidenum">
              <a:rPr lang="en-US" altLang="en-US"/>
              <a:pPr/>
              <a:t>4</a:t>
            </a:fld>
            <a:endParaRPr lang="en-US" altLang="en-US"/>
          </a:p>
        </p:txBody>
      </p:sp>
      <p:pic>
        <p:nvPicPr>
          <p:cNvPr id="65024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143000"/>
            <a:ext cx="7010400" cy="438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50246" name="Text Box 6"/>
          <p:cNvSpPr txBox="1">
            <a:spLocks noChangeArrowheads="1"/>
          </p:cNvSpPr>
          <p:nvPr/>
        </p:nvSpPr>
        <p:spPr bwMode="auto">
          <a:xfrm>
            <a:off x="7375526" y="1016000"/>
            <a:ext cx="1692275" cy="14219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en-US" altLang="en-US"/>
              <a:t>Ngày mai giá cổ phiếu STB sẽ là bao nhiêu???</a:t>
            </a:r>
          </a:p>
        </p:txBody>
      </p:sp>
      <p:pic>
        <p:nvPicPr>
          <p:cNvPr id="650247"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2596886"/>
            <a:ext cx="8153400" cy="305461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1266" name="Rectangle 2"/>
          <p:cNvSpPr>
            <a:spLocks noGrp="1" noChangeArrowheads="1"/>
          </p:cNvSpPr>
          <p:nvPr>
            <p:ph type="title"/>
          </p:nvPr>
        </p:nvSpPr>
        <p:spPr/>
        <p:txBody>
          <a:bodyPr/>
          <a:lstStyle/>
          <a:p>
            <a:r>
              <a:rPr lang="en-US" altLang="en-US">
                <a:solidFill>
                  <a:srgbClr val="FF0000"/>
                </a:solidFill>
              </a:rPr>
              <a:t>3.0. Tình huống 2</a:t>
            </a:r>
          </a:p>
        </p:txBody>
      </p:sp>
      <p:sp>
        <p:nvSpPr>
          <p:cNvPr id="32" name="Slide Number Placeholder 5"/>
          <p:cNvSpPr>
            <a:spLocks noGrp="1"/>
          </p:cNvSpPr>
          <p:nvPr>
            <p:ph type="sldNum" sz="quarter" idx="12"/>
          </p:nvPr>
        </p:nvSpPr>
        <p:spPr/>
        <p:txBody>
          <a:bodyPr/>
          <a:lstStyle/>
          <a:p>
            <a:fld id="{881081EA-A0D6-4FAE-8805-E69881BCB0E5}" type="slidenum">
              <a:rPr lang="en-US" altLang="en-US"/>
              <a:pPr/>
              <a:t>5</a:t>
            </a:fld>
            <a:endParaRPr lang="en-US" altLang="en-US"/>
          </a:p>
        </p:txBody>
      </p:sp>
      <p:grpSp>
        <p:nvGrpSpPr>
          <p:cNvPr id="651268" name="Group 4"/>
          <p:cNvGrpSpPr>
            <a:grpSpLocks/>
          </p:cNvGrpSpPr>
          <p:nvPr/>
        </p:nvGrpSpPr>
        <p:grpSpPr bwMode="auto">
          <a:xfrm>
            <a:off x="1770064" y="1763448"/>
            <a:ext cx="5776277" cy="2476500"/>
            <a:chOff x="823" y="917"/>
            <a:chExt cx="4549" cy="3074"/>
          </a:xfrm>
        </p:grpSpPr>
        <p:sp>
          <p:nvSpPr>
            <p:cNvPr id="651269" name="Line 5"/>
            <p:cNvSpPr>
              <a:spLocks noChangeShapeType="1"/>
            </p:cNvSpPr>
            <p:nvPr/>
          </p:nvSpPr>
          <p:spPr bwMode="auto">
            <a:xfrm>
              <a:off x="823" y="2767"/>
              <a:ext cx="4361"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1270" name="Line 6"/>
            <p:cNvSpPr>
              <a:spLocks noChangeShapeType="1"/>
            </p:cNvSpPr>
            <p:nvPr/>
          </p:nvSpPr>
          <p:spPr bwMode="auto">
            <a:xfrm flipV="1">
              <a:off x="2870" y="1029"/>
              <a:ext cx="0" cy="296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1271" name="Oval 7"/>
            <p:cNvSpPr>
              <a:spLocks noChangeArrowheads="1"/>
            </p:cNvSpPr>
            <p:nvPr/>
          </p:nvSpPr>
          <p:spPr bwMode="auto">
            <a:xfrm flipV="1">
              <a:off x="3743" y="2081"/>
              <a:ext cx="27" cy="27"/>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1272" name="Oval 8"/>
            <p:cNvSpPr>
              <a:spLocks noChangeArrowheads="1"/>
            </p:cNvSpPr>
            <p:nvPr/>
          </p:nvSpPr>
          <p:spPr bwMode="auto">
            <a:xfrm flipV="1">
              <a:off x="3480" y="2147"/>
              <a:ext cx="27" cy="27"/>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1273" name="Oval 9"/>
            <p:cNvSpPr>
              <a:spLocks noChangeArrowheads="1"/>
            </p:cNvSpPr>
            <p:nvPr/>
          </p:nvSpPr>
          <p:spPr bwMode="auto">
            <a:xfrm flipV="1">
              <a:off x="3370" y="1565"/>
              <a:ext cx="27" cy="27"/>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1274" name="Oval 10"/>
            <p:cNvSpPr>
              <a:spLocks noChangeArrowheads="1"/>
            </p:cNvSpPr>
            <p:nvPr/>
          </p:nvSpPr>
          <p:spPr bwMode="auto">
            <a:xfrm flipV="1">
              <a:off x="3260" y="2442"/>
              <a:ext cx="27" cy="27"/>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1275" name="Oval 11"/>
            <p:cNvSpPr>
              <a:spLocks noChangeArrowheads="1"/>
            </p:cNvSpPr>
            <p:nvPr/>
          </p:nvSpPr>
          <p:spPr bwMode="auto">
            <a:xfrm flipV="1">
              <a:off x="3809" y="1859"/>
              <a:ext cx="27" cy="27"/>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1276" name="Oval 12"/>
            <p:cNvSpPr>
              <a:spLocks noChangeArrowheads="1"/>
            </p:cNvSpPr>
            <p:nvPr/>
          </p:nvSpPr>
          <p:spPr bwMode="auto">
            <a:xfrm flipV="1">
              <a:off x="3936" y="1687"/>
              <a:ext cx="27" cy="27"/>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1277" name="Oval 13"/>
            <p:cNvSpPr>
              <a:spLocks noChangeArrowheads="1"/>
            </p:cNvSpPr>
            <p:nvPr/>
          </p:nvSpPr>
          <p:spPr bwMode="auto">
            <a:xfrm flipV="1">
              <a:off x="3034" y="2503"/>
              <a:ext cx="27" cy="27"/>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1278" name="Oval 14"/>
            <p:cNvSpPr>
              <a:spLocks noChangeArrowheads="1"/>
            </p:cNvSpPr>
            <p:nvPr/>
          </p:nvSpPr>
          <p:spPr bwMode="auto">
            <a:xfrm flipV="1">
              <a:off x="4138" y="1684"/>
              <a:ext cx="27" cy="27"/>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1279" name="Oval 15"/>
            <p:cNvSpPr>
              <a:spLocks noChangeArrowheads="1"/>
            </p:cNvSpPr>
            <p:nvPr/>
          </p:nvSpPr>
          <p:spPr bwMode="auto">
            <a:xfrm flipV="1">
              <a:off x="4151" y="1533"/>
              <a:ext cx="27" cy="27"/>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1280" name="Oval 16"/>
            <p:cNvSpPr>
              <a:spLocks noChangeArrowheads="1"/>
            </p:cNvSpPr>
            <p:nvPr/>
          </p:nvSpPr>
          <p:spPr bwMode="auto">
            <a:xfrm flipV="1">
              <a:off x="4412" y="1516"/>
              <a:ext cx="27" cy="27"/>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1281" name="Oval 17"/>
            <p:cNvSpPr>
              <a:spLocks noChangeArrowheads="1"/>
            </p:cNvSpPr>
            <p:nvPr/>
          </p:nvSpPr>
          <p:spPr bwMode="auto">
            <a:xfrm flipV="1">
              <a:off x="3006" y="2671"/>
              <a:ext cx="27" cy="27"/>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1282" name="Oval 18"/>
            <p:cNvSpPr>
              <a:spLocks noChangeArrowheads="1"/>
            </p:cNvSpPr>
            <p:nvPr/>
          </p:nvSpPr>
          <p:spPr bwMode="auto">
            <a:xfrm flipV="1">
              <a:off x="4399" y="1358"/>
              <a:ext cx="27" cy="27"/>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1283" name="Oval 19"/>
            <p:cNvSpPr>
              <a:spLocks noChangeArrowheads="1"/>
            </p:cNvSpPr>
            <p:nvPr/>
          </p:nvSpPr>
          <p:spPr bwMode="auto">
            <a:xfrm flipV="1">
              <a:off x="4607" y="1279"/>
              <a:ext cx="27" cy="27"/>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1284" name="Line 20"/>
            <p:cNvSpPr>
              <a:spLocks noChangeShapeType="1"/>
            </p:cNvSpPr>
            <p:nvPr/>
          </p:nvSpPr>
          <p:spPr bwMode="auto">
            <a:xfrm flipV="1">
              <a:off x="2859" y="1224"/>
              <a:ext cx="1831" cy="1430"/>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1285" name="Text Box 21"/>
            <p:cNvSpPr txBox="1">
              <a:spLocks noChangeArrowheads="1"/>
            </p:cNvSpPr>
            <p:nvPr/>
          </p:nvSpPr>
          <p:spPr bwMode="auto">
            <a:xfrm>
              <a:off x="5105" y="2759"/>
              <a:ext cx="267" cy="5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latin typeface="Times New Roman" pitchFamily="18" charset="0"/>
                </a:rPr>
                <a:t>x</a:t>
              </a:r>
            </a:p>
          </p:txBody>
        </p:sp>
        <p:sp>
          <p:nvSpPr>
            <p:cNvPr id="651286" name="Text Box 22"/>
            <p:cNvSpPr txBox="1">
              <a:spLocks noChangeArrowheads="1"/>
            </p:cNvSpPr>
            <p:nvPr/>
          </p:nvSpPr>
          <p:spPr bwMode="auto">
            <a:xfrm>
              <a:off x="2997" y="917"/>
              <a:ext cx="267" cy="5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latin typeface="Times New Roman" pitchFamily="18" charset="0"/>
                </a:rPr>
                <a:t>y</a:t>
              </a:r>
            </a:p>
          </p:txBody>
        </p:sp>
        <p:sp>
          <p:nvSpPr>
            <p:cNvPr id="651287" name="Text Box 23"/>
            <p:cNvSpPr txBox="1">
              <a:spLocks noChangeArrowheads="1"/>
            </p:cNvSpPr>
            <p:nvPr/>
          </p:nvSpPr>
          <p:spPr bwMode="auto">
            <a:xfrm>
              <a:off x="3985" y="2027"/>
              <a:ext cx="1024" cy="5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latin typeface="Times New Roman" pitchFamily="18" charset="0"/>
                </a:rPr>
                <a:t>y = x + 1</a:t>
              </a:r>
            </a:p>
          </p:txBody>
        </p:sp>
        <p:sp>
          <p:nvSpPr>
            <p:cNvPr id="651288" name="Line 24"/>
            <p:cNvSpPr>
              <a:spLocks noChangeShapeType="1"/>
            </p:cNvSpPr>
            <p:nvPr/>
          </p:nvSpPr>
          <p:spPr bwMode="auto">
            <a:xfrm>
              <a:off x="3384" y="1574"/>
              <a:ext cx="0" cy="1203"/>
            </a:xfrm>
            <a:prstGeom prst="line">
              <a:avLst/>
            </a:prstGeom>
            <a:noFill/>
            <a:ln w="9525">
              <a:solidFill>
                <a:srgbClr val="006666"/>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1289" name="Line 25"/>
            <p:cNvSpPr>
              <a:spLocks noChangeShapeType="1"/>
            </p:cNvSpPr>
            <p:nvPr/>
          </p:nvSpPr>
          <p:spPr bwMode="auto">
            <a:xfrm flipH="1">
              <a:off x="2870" y="1584"/>
              <a:ext cx="504" cy="0"/>
            </a:xfrm>
            <a:prstGeom prst="line">
              <a:avLst/>
            </a:prstGeom>
            <a:noFill/>
            <a:ln w="9525">
              <a:solidFill>
                <a:srgbClr val="006666"/>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1290" name="Line 26"/>
            <p:cNvSpPr>
              <a:spLocks noChangeShapeType="1"/>
            </p:cNvSpPr>
            <p:nvPr/>
          </p:nvSpPr>
          <p:spPr bwMode="auto">
            <a:xfrm flipH="1">
              <a:off x="2860" y="2221"/>
              <a:ext cx="514" cy="0"/>
            </a:xfrm>
            <a:prstGeom prst="line">
              <a:avLst/>
            </a:prstGeom>
            <a:noFill/>
            <a:ln w="9525">
              <a:solidFill>
                <a:srgbClr val="006666"/>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1291" name="Text Box 27"/>
            <p:cNvSpPr txBox="1">
              <a:spLocks noChangeArrowheads="1"/>
            </p:cNvSpPr>
            <p:nvPr/>
          </p:nvSpPr>
          <p:spPr bwMode="auto">
            <a:xfrm>
              <a:off x="3336" y="2777"/>
              <a:ext cx="393" cy="4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latin typeface="Times New Roman" pitchFamily="18" charset="0"/>
                </a:rPr>
                <a:t>X1</a:t>
              </a:r>
            </a:p>
          </p:txBody>
        </p:sp>
        <p:sp>
          <p:nvSpPr>
            <p:cNvPr id="651292" name="Text Box 28"/>
            <p:cNvSpPr txBox="1">
              <a:spLocks noChangeArrowheads="1"/>
            </p:cNvSpPr>
            <p:nvPr/>
          </p:nvSpPr>
          <p:spPr bwMode="auto">
            <a:xfrm>
              <a:off x="2566" y="1464"/>
              <a:ext cx="393" cy="4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latin typeface="Times New Roman" pitchFamily="18" charset="0"/>
                </a:rPr>
                <a:t>Y1</a:t>
              </a:r>
            </a:p>
          </p:txBody>
        </p:sp>
        <p:sp>
          <p:nvSpPr>
            <p:cNvPr id="651293" name="Text Box 29"/>
            <p:cNvSpPr txBox="1">
              <a:spLocks noChangeArrowheads="1"/>
            </p:cNvSpPr>
            <p:nvPr/>
          </p:nvSpPr>
          <p:spPr bwMode="auto">
            <a:xfrm>
              <a:off x="2566" y="2058"/>
              <a:ext cx="460" cy="4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latin typeface="Times New Roman" pitchFamily="18" charset="0"/>
                </a:rPr>
                <a:t>Y1’</a:t>
              </a:r>
            </a:p>
          </p:txBody>
        </p:sp>
      </p:grpSp>
      <p:sp>
        <p:nvSpPr>
          <p:cNvPr id="651294" name="Text Box 30"/>
          <p:cNvSpPr txBox="1">
            <a:spLocks noChangeArrowheads="1"/>
          </p:cNvSpPr>
          <p:nvPr/>
        </p:nvSpPr>
        <p:spPr bwMode="auto">
          <a:xfrm>
            <a:off x="2087564" y="4456907"/>
            <a:ext cx="48926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Mô hình phân bố dữ liệu của </a:t>
            </a:r>
            <a:r>
              <a:rPr lang="en-US" altLang="en-US" i="1"/>
              <a:t>y</a:t>
            </a:r>
            <a:r>
              <a:rPr lang="en-US" altLang="en-US"/>
              <a:t> theo </a:t>
            </a:r>
            <a:r>
              <a:rPr lang="en-US" altLang="en-US" i="1"/>
              <a:t>x</a:t>
            </a:r>
            <a:r>
              <a:rPr lang="en-US" altLang="en-US"/>
              <a:t>???</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2290" name="Rectangle 2"/>
          <p:cNvSpPr>
            <a:spLocks noGrp="1" noChangeArrowheads="1"/>
          </p:cNvSpPr>
          <p:nvPr>
            <p:ph type="title"/>
          </p:nvPr>
        </p:nvSpPr>
        <p:spPr/>
        <p:txBody>
          <a:bodyPr/>
          <a:lstStyle/>
          <a:p>
            <a:r>
              <a:rPr lang="en-US" altLang="en-US">
                <a:solidFill>
                  <a:srgbClr val="FF0000"/>
                </a:solidFill>
              </a:rPr>
              <a:t>3.0. Tình huống 3</a:t>
            </a:r>
          </a:p>
        </p:txBody>
      </p:sp>
      <p:pic>
        <p:nvPicPr>
          <p:cNvPr id="652292" name="Picture 4"/>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a:xfrm>
            <a:off x="2209800" y="2218418"/>
            <a:ext cx="4719200" cy="3034829"/>
          </a:xfrm>
          <a:noFill/>
          <a:ln/>
          <a:extLst>
            <a:ext uri="{91240B29-F687-4F45-9708-019B960494DF}">
              <a14:hiddenLine xmlns:a14="http://schemas.microsoft.com/office/drawing/2010/main" w="9525" cap="flat" cmpd="sng" algn="ctr">
                <a:solidFill>
                  <a:schemeClr val="tx1"/>
                </a:solidFill>
                <a:prstDash val="solid"/>
                <a:miter lim="800000"/>
                <a:headEnd/>
                <a:tailEnd/>
              </a14:hiddenLine>
            </a:ext>
          </a:extLst>
        </p:spPr>
      </p:pic>
      <p:sp>
        <p:nvSpPr>
          <p:cNvPr id="7" name="Slide Number Placeholder 5"/>
          <p:cNvSpPr>
            <a:spLocks noGrp="1"/>
          </p:cNvSpPr>
          <p:nvPr>
            <p:ph type="sldNum" sz="quarter" idx="12"/>
          </p:nvPr>
        </p:nvSpPr>
        <p:spPr/>
        <p:txBody>
          <a:bodyPr/>
          <a:lstStyle/>
          <a:p>
            <a:fld id="{1E71C869-02F9-43F3-8E5B-EF6317DEBC8C}" type="slidenum">
              <a:rPr lang="en-US" altLang="en-US"/>
              <a:pPr/>
              <a:t>6</a:t>
            </a:fld>
            <a:endParaRPr lang="en-US" altLang="en-US"/>
          </a:p>
        </p:txBody>
      </p:sp>
      <p:sp>
        <p:nvSpPr>
          <p:cNvPr id="652294" name="Text Box 6"/>
          <p:cNvSpPr txBox="1">
            <a:spLocks noChangeArrowheads="1"/>
          </p:cNvSpPr>
          <p:nvPr/>
        </p:nvSpPr>
        <p:spPr bwMode="auto">
          <a:xfrm>
            <a:off x="288926" y="1206500"/>
            <a:ext cx="7483474" cy="80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spcBef>
                <a:spcPct val="50000"/>
              </a:spcBef>
            </a:pPr>
            <a:r>
              <a:rPr lang="en-US" altLang="en-US" sz="1600"/>
              <a:t>Bài toán phân tích giỏ hàng thị trường (market basket analysis)</a:t>
            </a:r>
          </a:p>
          <a:p>
            <a:pPr>
              <a:lnSpc>
                <a:spcPct val="120000"/>
              </a:lnSpc>
              <a:spcBef>
                <a:spcPct val="50000"/>
              </a:spcBef>
            </a:pPr>
            <a:r>
              <a:rPr lang="en-US" altLang="en-US" sz="1600">
                <a:sym typeface="Wingdings" pitchFamily="2" charset="2"/>
              </a:rPr>
              <a:t> sự kết hợp giữa các mặt hàng?</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6386" name="Rectangle 2"/>
          <p:cNvSpPr>
            <a:spLocks noGrp="1" noChangeArrowheads="1"/>
          </p:cNvSpPr>
          <p:nvPr>
            <p:ph type="title"/>
          </p:nvPr>
        </p:nvSpPr>
        <p:spPr/>
        <p:txBody>
          <a:bodyPr/>
          <a:lstStyle/>
          <a:p>
            <a:r>
              <a:rPr lang="en-US" altLang="en-US">
                <a:solidFill>
                  <a:srgbClr val="FF0000"/>
                </a:solidFill>
              </a:rPr>
              <a:t>3.0. Tình huống 4</a:t>
            </a:r>
          </a:p>
        </p:txBody>
      </p:sp>
      <p:sp>
        <p:nvSpPr>
          <p:cNvPr id="656387" name="Rectangle 3"/>
          <p:cNvSpPr>
            <a:spLocks noGrp="1" noChangeArrowheads="1"/>
          </p:cNvSpPr>
          <p:nvPr>
            <p:ph idx="1"/>
          </p:nvPr>
        </p:nvSpPr>
        <p:spPr>
          <a:xfrm>
            <a:off x="457200" y="1206500"/>
            <a:ext cx="8458200" cy="4318000"/>
          </a:xfrm>
        </p:spPr>
        <p:txBody>
          <a:bodyPr/>
          <a:lstStyle/>
          <a:p>
            <a:pPr>
              <a:lnSpc>
                <a:spcPct val="90000"/>
              </a:lnSpc>
              <a:spcBef>
                <a:spcPct val="40000"/>
              </a:spcBef>
            </a:pPr>
            <a:r>
              <a:rPr lang="en-US" altLang="en-US" sz="1800"/>
              <a:t>Khảo sát các yếu tố tác động đến xu hướng sử dụng quảng cáo trực tuyến tại Việt Nam</a:t>
            </a:r>
          </a:p>
          <a:p>
            <a:pPr lvl="1">
              <a:lnSpc>
                <a:spcPct val="90000"/>
              </a:lnSpc>
              <a:spcBef>
                <a:spcPct val="40000"/>
              </a:spcBef>
            </a:pPr>
            <a:r>
              <a:rPr lang="en-US" altLang="en-US" sz="1800"/>
              <a:t>Sự giải trí cảm nhận (+0.209)</a:t>
            </a:r>
          </a:p>
          <a:p>
            <a:pPr lvl="1">
              <a:lnSpc>
                <a:spcPct val="90000"/>
              </a:lnSpc>
              <a:spcBef>
                <a:spcPct val="40000"/>
              </a:spcBef>
            </a:pPr>
            <a:r>
              <a:rPr lang="en-US" altLang="en-US" sz="1800"/>
              <a:t>Chất lượng thông tin (+0.261)</a:t>
            </a:r>
          </a:p>
          <a:p>
            <a:pPr lvl="1">
              <a:lnSpc>
                <a:spcPct val="90000"/>
              </a:lnSpc>
              <a:spcBef>
                <a:spcPct val="40000"/>
              </a:spcBef>
            </a:pPr>
            <a:r>
              <a:rPr lang="en-US" altLang="en-US" sz="1800"/>
              <a:t>Chất lượng thông tin cảm nhận (+0.199)</a:t>
            </a:r>
          </a:p>
          <a:p>
            <a:pPr lvl="1">
              <a:lnSpc>
                <a:spcPct val="90000"/>
              </a:lnSpc>
              <a:spcBef>
                <a:spcPct val="40000"/>
              </a:spcBef>
            </a:pPr>
            <a:r>
              <a:rPr lang="en-US" altLang="en-US" sz="1800"/>
              <a:t>Sự khó chịu cảm nhận (-0.175)</a:t>
            </a:r>
          </a:p>
          <a:p>
            <a:pPr lvl="1">
              <a:lnSpc>
                <a:spcPct val="90000"/>
              </a:lnSpc>
              <a:spcBef>
                <a:spcPct val="40000"/>
              </a:spcBef>
            </a:pPr>
            <a:r>
              <a:rPr lang="en-US" altLang="en-US" sz="1800" i="1"/>
              <a:t>Sự tin cậy cảm nhận </a:t>
            </a:r>
          </a:p>
          <a:p>
            <a:pPr lvl="1">
              <a:lnSpc>
                <a:spcPct val="90000"/>
              </a:lnSpc>
              <a:spcBef>
                <a:spcPct val="40000"/>
              </a:spcBef>
            </a:pPr>
            <a:r>
              <a:rPr lang="en-US" altLang="en-US" sz="1800" i="1"/>
              <a:t>Thái độ về tính riêng tư</a:t>
            </a:r>
          </a:p>
          <a:p>
            <a:pPr lvl="1">
              <a:lnSpc>
                <a:spcPct val="90000"/>
              </a:lnSpc>
              <a:spcBef>
                <a:spcPct val="40000"/>
              </a:spcBef>
            </a:pPr>
            <a:r>
              <a:rPr lang="en-US" altLang="en-US" sz="1800"/>
              <a:t>Sự tương tác (+0.373)</a:t>
            </a:r>
          </a:p>
          <a:p>
            <a:pPr lvl="1">
              <a:lnSpc>
                <a:spcPct val="90000"/>
              </a:lnSpc>
              <a:spcBef>
                <a:spcPct val="40000"/>
              </a:spcBef>
            </a:pPr>
            <a:r>
              <a:rPr lang="en-US" altLang="en-US" sz="1800"/>
              <a:t>Chuẩn chủ quan (+0.254)</a:t>
            </a:r>
          </a:p>
          <a:p>
            <a:pPr lvl="1">
              <a:lnSpc>
                <a:spcPct val="90000"/>
              </a:lnSpc>
              <a:spcBef>
                <a:spcPct val="40000"/>
              </a:spcBef>
            </a:pPr>
            <a:r>
              <a:rPr lang="en-US" altLang="en-US" sz="1800"/>
              <a:t>Nhận thức kiểm soát hành vi (+0.377)</a:t>
            </a:r>
          </a:p>
        </p:txBody>
      </p:sp>
      <p:sp>
        <p:nvSpPr>
          <p:cNvPr id="6" name="Slide Number Placeholder 5"/>
          <p:cNvSpPr>
            <a:spLocks noGrp="1"/>
          </p:cNvSpPr>
          <p:nvPr>
            <p:ph type="sldNum" sz="quarter" idx="12"/>
          </p:nvPr>
        </p:nvSpPr>
        <p:spPr/>
        <p:txBody>
          <a:bodyPr/>
          <a:lstStyle/>
          <a:p>
            <a:fld id="{19ED70C1-F564-48FB-ADA4-FE6321AD0474}" type="slidenum">
              <a:rPr lang="en-US" altLang="en-US"/>
              <a:pPr/>
              <a:t>7</a:t>
            </a:fld>
            <a:endParaRPr lang="en-US" alt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3314" name="Rectangle 2"/>
          <p:cNvSpPr>
            <a:spLocks noGrp="1" noChangeArrowheads="1"/>
          </p:cNvSpPr>
          <p:nvPr>
            <p:ph type="title"/>
          </p:nvPr>
        </p:nvSpPr>
        <p:spPr/>
        <p:txBody>
          <a:bodyPr/>
          <a:lstStyle/>
          <a:p>
            <a:r>
              <a:rPr lang="en-US" altLang="en-US">
                <a:solidFill>
                  <a:srgbClr val="FF0000"/>
                </a:solidFill>
              </a:rPr>
              <a:t>3.0. Tình huống …</a:t>
            </a:r>
          </a:p>
        </p:txBody>
      </p:sp>
      <p:sp>
        <p:nvSpPr>
          <p:cNvPr id="653315" name="Rectangle 3"/>
          <p:cNvSpPr>
            <a:spLocks noGrp="1" noChangeArrowheads="1"/>
          </p:cNvSpPr>
          <p:nvPr>
            <p:ph idx="1"/>
          </p:nvPr>
        </p:nvSpPr>
        <p:spPr>
          <a:xfrm>
            <a:off x="457200" y="1397000"/>
            <a:ext cx="8458200" cy="4064000"/>
          </a:xfrm>
        </p:spPr>
        <p:txBody>
          <a:bodyPr/>
          <a:lstStyle/>
          <a:p>
            <a:pPr>
              <a:spcBef>
                <a:spcPct val="75000"/>
              </a:spcBef>
            </a:pPr>
            <a:r>
              <a:rPr lang="en-US" altLang="en-US" sz="1800"/>
              <a:t>Hồi qui (regression)</a:t>
            </a:r>
          </a:p>
          <a:p>
            <a:pPr lvl="1">
              <a:spcBef>
                <a:spcPct val="75000"/>
              </a:spcBef>
            </a:pPr>
            <a:r>
              <a:rPr lang="en-US" altLang="en-US" sz="1800"/>
              <a:t>Khai phá dữ liệu có tính dự báo (Predictive data mining)</a:t>
            </a:r>
          </a:p>
          <a:p>
            <a:pPr lvl="2">
              <a:spcBef>
                <a:spcPct val="75000"/>
              </a:spcBef>
            </a:pPr>
            <a:r>
              <a:rPr lang="en-US" altLang="en-US" sz="1800"/>
              <a:t>Tình huống </a:t>
            </a:r>
          </a:p>
          <a:p>
            <a:pPr lvl="1">
              <a:spcBef>
                <a:spcPct val="75000"/>
              </a:spcBef>
            </a:pPr>
            <a:r>
              <a:rPr lang="en-US" altLang="en-US" sz="1800"/>
              <a:t>Khai phá dữ liệu có tính mô tả (Descriptive data mining)</a:t>
            </a:r>
          </a:p>
          <a:p>
            <a:pPr lvl="2">
              <a:spcBef>
                <a:spcPct val="75000"/>
              </a:spcBef>
            </a:pPr>
            <a:r>
              <a:rPr lang="en-US" altLang="en-US" sz="1800"/>
              <a:t>Tình huống </a:t>
            </a:r>
          </a:p>
        </p:txBody>
      </p:sp>
      <p:sp>
        <p:nvSpPr>
          <p:cNvPr id="6" name="Slide Number Placeholder 5"/>
          <p:cNvSpPr>
            <a:spLocks noGrp="1"/>
          </p:cNvSpPr>
          <p:nvPr>
            <p:ph type="sldNum" sz="quarter" idx="12"/>
          </p:nvPr>
        </p:nvSpPr>
        <p:spPr/>
        <p:txBody>
          <a:bodyPr/>
          <a:lstStyle/>
          <a:p>
            <a:fld id="{9140BBAB-9C81-481F-AAB8-D9F485A7A6F1}" type="slidenum">
              <a:rPr lang="en-US" altLang="en-US"/>
              <a:pPr/>
              <a:t>8</a:t>
            </a:fld>
            <a:endParaRPr lang="en-US" alt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1026" name="Rectangle 2"/>
          <p:cNvSpPr>
            <a:spLocks noGrp="1" noChangeArrowheads="1"/>
          </p:cNvSpPr>
          <p:nvPr>
            <p:ph type="title"/>
          </p:nvPr>
        </p:nvSpPr>
        <p:spPr>
          <a:xfrm>
            <a:off x="1676400" y="190500"/>
            <a:ext cx="7467600" cy="847990"/>
          </a:xfrm>
        </p:spPr>
        <p:txBody>
          <a:bodyPr/>
          <a:lstStyle/>
          <a:p>
            <a:r>
              <a:rPr lang="en-US" altLang="en-US" sz="2800"/>
              <a:t>3.1. Tổng quan về hồi </a:t>
            </a:r>
            <a:r>
              <a:rPr lang="en-US" altLang="en-US" sz="2800" smtClean="0"/>
              <a:t>quy</a:t>
            </a:r>
            <a:endParaRPr lang="en-US" altLang="en-US" sz="2800"/>
          </a:p>
        </p:txBody>
      </p:sp>
      <p:sp>
        <p:nvSpPr>
          <p:cNvPr id="641027" name="Rectangle 3"/>
          <p:cNvSpPr>
            <a:spLocks noGrp="1" noChangeArrowheads="1"/>
          </p:cNvSpPr>
          <p:nvPr>
            <p:ph idx="1"/>
          </p:nvPr>
        </p:nvSpPr>
        <p:spPr>
          <a:xfrm>
            <a:off x="304800" y="1206500"/>
            <a:ext cx="8610600" cy="4318000"/>
          </a:xfrm>
        </p:spPr>
        <p:txBody>
          <a:bodyPr/>
          <a:lstStyle/>
          <a:p>
            <a:pPr>
              <a:lnSpc>
                <a:spcPct val="90000"/>
              </a:lnSpc>
              <a:spcBef>
                <a:spcPct val="50000"/>
              </a:spcBef>
            </a:pPr>
            <a:r>
              <a:rPr lang="en-US" altLang="en-US" sz="1800"/>
              <a:t>Định nghĩa - Hồi </a:t>
            </a:r>
            <a:r>
              <a:rPr lang="en-US" altLang="en-US" sz="1800" smtClean="0"/>
              <a:t>quy </a:t>
            </a:r>
            <a:r>
              <a:rPr lang="en-US" altLang="en-US" sz="1800"/>
              <a:t>(regression)</a:t>
            </a:r>
          </a:p>
          <a:p>
            <a:pPr lvl="1">
              <a:lnSpc>
                <a:spcPct val="90000"/>
              </a:lnSpc>
              <a:spcBef>
                <a:spcPct val="50000"/>
              </a:spcBef>
            </a:pPr>
            <a:r>
              <a:rPr lang="en-US" altLang="en-US" sz="1800"/>
              <a:t>J. Han et al (2001, 2006): Hồi </a:t>
            </a:r>
            <a:r>
              <a:rPr lang="en-US" altLang="en-US" sz="1800" smtClean="0"/>
              <a:t>quy </a:t>
            </a:r>
            <a:r>
              <a:rPr lang="en-US" altLang="en-US" sz="1800"/>
              <a:t>là kỹ thuật thống kê cho phép dự đoán các trị (số) liên tục.</a:t>
            </a:r>
          </a:p>
          <a:p>
            <a:pPr lvl="1">
              <a:lnSpc>
                <a:spcPct val="90000"/>
              </a:lnSpc>
              <a:spcBef>
                <a:spcPct val="50000"/>
              </a:spcBef>
            </a:pPr>
            <a:r>
              <a:rPr lang="en-US" altLang="en-US" sz="1800"/>
              <a:t>Wiki (2009): Hồi </a:t>
            </a:r>
            <a:r>
              <a:rPr lang="en-US" altLang="en-US" sz="1800" smtClean="0"/>
              <a:t>quy </a:t>
            </a:r>
            <a:r>
              <a:rPr lang="en-US" altLang="en-US" sz="1800"/>
              <a:t>(Phân tích hồi </a:t>
            </a:r>
            <a:r>
              <a:rPr lang="en-US" altLang="en-US" sz="1800" smtClean="0"/>
              <a:t>quy </a:t>
            </a:r>
            <a:r>
              <a:rPr lang="en-US" altLang="en-US" sz="1800"/>
              <a:t>– regression analysis) là kỹ thuật thống kê cho phép ước lượng các mối liên kết giữa các biến</a:t>
            </a:r>
          </a:p>
          <a:p>
            <a:pPr lvl="1">
              <a:lnSpc>
                <a:spcPct val="90000"/>
              </a:lnSpc>
              <a:spcBef>
                <a:spcPct val="50000"/>
              </a:spcBef>
            </a:pPr>
            <a:r>
              <a:rPr lang="en-US" altLang="en-US" sz="1800"/>
              <a:t>R. D. Snee (1977): Hồi </a:t>
            </a:r>
            <a:r>
              <a:rPr lang="en-US" altLang="en-US" sz="1800" smtClean="0"/>
              <a:t>quy </a:t>
            </a:r>
            <a:r>
              <a:rPr lang="en-US" altLang="en-US" sz="1800"/>
              <a:t>(Phân tích hồi </a:t>
            </a:r>
            <a:r>
              <a:rPr lang="en-US" altLang="en-US" sz="1800" smtClean="0"/>
              <a:t>quy) </a:t>
            </a:r>
            <a:r>
              <a:rPr lang="en-US" altLang="en-US" sz="1800"/>
              <a:t>là kỹ thuật thống kê trong lĩnh vực phân tích dữ liệu và xây dựng các mô hình từ thực nghiệm, cho phép mô hình hồi qui vừa được khám phá được dùng cho mục đích dự báo (prediction), điều khiển (control), hay học (learn) cơ chế đã tạo ra dữ liệu.</a:t>
            </a:r>
          </a:p>
        </p:txBody>
      </p:sp>
      <p:sp>
        <p:nvSpPr>
          <p:cNvPr id="6" name="Slide Number Placeholder 5"/>
          <p:cNvSpPr>
            <a:spLocks noGrp="1"/>
          </p:cNvSpPr>
          <p:nvPr>
            <p:ph type="sldNum" sz="quarter" idx="12"/>
          </p:nvPr>
        </p:nvSpPr>
        <p:spPr/>
        <p:txBody>
          <a:bodyPr/>
          <a:lstStyle/>
          <a:p>
            <a:fld id="{DF4F17A0-AD4C-4463-874F-382204ADB9C7}" type="slidenum">
              <a:rPr lang="en-US" altLang="en-US"/>
              <a:pPr/>
              <a:t>9</a:t>
            </a:fld>
            <a:endParaRPr lang="en-US" alt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7170" name="Rectangle 2"/>
          <p:cNvSpPr>
            <a:spLocks noGrp="1" noChangeArrowheads="1"/>
          </p:cNvSpPr>
          <p:nvPr>
            <p:ph type="title"/>
          </p:nvPr>
        </p:nvSpPr>
        <p:spPr>
          <a:xfrm>
            <a:off x="1752600" y="104510"/>
            <a:ext cx="7391400" cy="847990"/>
          </a:xfrm>
        </p:spPr>
        <p:txBody>
          <a:bodyPr/>
          <a:lstStyle/>
          <a:p>
            <a:r>
              <a:rPr lang="en-US" altLang="en-US"/>
              <a:t>3.1. Tổng quan về hồi </a:t>
            </a:r>
            <a:r>
              <a:rPr lang="en-US" altLang="en-US" smtClean="0"/>
              <a:t>quy</a:t>
            </a:r>
            <a:endParaRPr lang="en-US" altLang="en-US"/>
          </a:p>
        </p:txBody>
      </p:sp>
      <p:sp>
        <p:nvSpPr>
          <p:cNvPr id="647171" name="Rectangle 3"/>
          <p:cNvSpPr>
            <a:spLocks noGrp="1" noChangeArrowheads="1"/>
          </p:cNvSpPr>
          <p:nvPr>
            <p:ph idx="1"/>
          </p:nvPr>
        </p:nvSpPr>
        <p:spPr>
          <a:xfrm>
            <a:off x="381000" y="1270000"/>
            <a:ext cx="8458200" cy="4381500"/>
          </a:xfrm>
        </p:spPr>
        <p:txBody>
          <a:bodyPr/>
          <a:lstStyle/>
          <a:p>
            <a:pPr>
              <a:spcBef>
                <a:spcPct val="50000"/>
              </a:spcBef>
            </a:pPr>
            <a:r>
              <a:rPr lang="en-US" altLang="en-US" sz="1800">
                <a:latin typeface="Times New Roman" pitchFamily="18" charset="0"/>
              </a:rPr>
              <a:t>Mô hình hồi </a:t>
            </a:r>
            <a:r>
              <a:rPr lang="en-US" altLang="en-US" sz="1800" smtClean="0">
                <a:latin typeface="Times New Roman" pitchFamily="18" charset="0"/>
              </a:rPr>
              <a:t>quy </a:t>
            </a:r>
            <a:r>
              <a:rPr lang="en-US" altLang="en-US" sz="1800">
                <a:latin typeface="Times New Roman" pitchFamily="18" charset="0"/>
              </a:rPr>
              <a:t>(regression model): mô hình mô tả mối liên kết (relationship) giữa một tập các biến dự báo (predictor variables/independent variables) và một hay nhiều đáp ứng (responses/dependent variables).</a:t>
            </a:r>
          </a:p>
          <a:p>
            <a:pPr>
              <a:spcBef>
                <a:spcPct val="50000"/>
              </a:spcBef>
            </a:pPr>
            <a:r>
              <a:rPr lang="en-US" altLang="en-US" sz="1800">
                <a:latin typeface="Times New Roman" pitchFamily="18" charset="0"/>
              </a:rPr>
              <a:t>Phân loại </a:t>
            </a:r>
          </a:p>
          <a:p>
            <a:pPr lvl="1">
              <a:spcBef>
                <a:spcPct val="50000"/>
              </a:spcBef>
            </a:pPr>
            <a:r>
              <a:rPr lang="en-US" altLang="en-US" sz="1800">
                <a:latin typeface="Times New Roman" pitchFamily="18" charset="0"/>
              </a:rPr>
              <a:t>Hồi </a:t>
            </a:r>
            <a:r>
              <a:rPr lang="en-US" altLang="en-US" sz="1800" smtClean="0">
                <a:latin typeface="Times New Roman" pitchFamily="18" charset="0"/>
              </a:rPr>
              <a:t>quy </a:t>
            </a:r>
            <a:r>
              <a:rPr lang="en-US" altLang="en-US" sz="1800">
                <a:latin typeface="Times New Roman" pitchFamily="18" charset="0"/>
              </a:rPr>
              <a:t>tuyến tính (linear) và phi tuyến (nonlinear)</a:t>
            </a:r>
          </a:p>
          <a:p>
            <a:pPr lvl="1">
              <a:spcBef>
                <a:spcPct val="50000"/>
              </a:spcBef>
            </a:pPr>
            <a:r>
              <a:rPr lang="en-US" altLang="en-US" sz="1800">
                <a:latin typeface="Times New Roman" pitchFamily="18" charset="0"/>
              </a:rPr>
              <a:t>Hồi </a:t>
            </a:r>
            <a:r>
              <a:rPr lang="en-US" altLang="en-US" sz="1800" smtClean="0">
                <a:latin typeface="Times New Roman" pitchFamily="18" charset="0"/>
              </a:rPr>
              <a:t>quy </a:t>
            </a:r>
            <a:r>
              <a:rPr lang="en-US" altLang="en-US" sz="1800">
                <a:latin typeface="Times New Roman" pitchFamily="18" charset="0"/>
              </a:rPr>
              <a:t>đơn biến (single) và đa biến (multiple)</a:t>
            </a:r>
          </a:p>
          <a:p>
            <a:pPr lvl="1">
              <a:spcBef>
                <a:spcPct val="50000"/>
              </a:spcBef>
            </a:pPr>
            <a:r>
              <a:rPr lang="en-US" altLang="en-US" sz="1800">
                <a:latin typeface="Times New Roman" pitchFamily="18" charset="0"/>
              </a:rPr>
              <a:t>Hồi </a:t>
            </a:r>
            <a:r>
              <a:rPr lang="en-US" altLang="en-US" sz="1800" smtClean="0">
                <a:latin typeface="Times New Roman" pitchFamily="18" charset="0"/>
              </a:rPr>
              <a:t>quy </a:t>
            </a:r>
            <a:r>
              <a:rPr lang="en-US" altLang="en-US" sz="1800">
                <a:latin typeface="Times New Roman" pitchFamily="18" charset="0"/>
              </a:rPr>
              <a:t>có thông số (parametric), phi thông số (nonparametric), và thông số kết hợp (semiparametric)</a:t>
            </a:r>
          </a:p>
          <a:p>
            <a:pPr lvl="1">
              <a:spcBef>
                <a:spcPct val="50000"/>
              </a:spcBef>
            </a:pPr>
            <a:r>
              <a:rPr lang="en-US" altLang="en-US" sz="1800">
                <a:latin typeface="Times New Roman" pitchFamily="18" charset="0"/>
              </a:rPr>
              <a:t>Hồi </a:t>
            </a:r>
            <a:r>
              <a:rPr lang="en-US" altLang="en-US" sz="1800" smtClean="0">
                <a:latin typeface="Times New Roman" pitchFamily="18" charset="0"/>
              </a:rPr>
              <a:t>quy </a:t>
            </a:r>
            <a:r>
              <a:rPr lang="en-US" altLang="en-US" sz="1800">
                <a:latin typeface="Times New Roman" pitchFamily="18" charset="0"/>
              </a:rPr>
              <a:t>đối xứng (symmetric) và bất đối xứng (asymmetric)</a:t>
            </a:r>
          </a:p>
        </p:txBody>
      </p:sp>
      <p:sp>
        <p:nvSpPr>
          <p:cNvPr id="6" name="Slide Number Placeholder 5"/>
          <p:cNvSpPr>
            <a:spLocks noGrp="1"/>
          </p:cNvSpPr>
          <p:nvPr>
            <p:ph type="sldNum" sz="quarter" idx="12"/>
          </p:nvPr>
        </p:nvSpPr>
        <p:spPr/>
        <p:txBody>
          <a:bodyPr/>
          <a:lstStyle/>
          <a:p>
            <a:fld id="{65CF5B9A-729D-41FB-927D-013FF81D38AC}" type="slidenum">
              <a:rPr lang="en-US" altLang="en-US"/>
              <a:pPr/>
              <a:t>10</a:t>
            </a:fld>
            <a:endParaRPr lang="en-US" alt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8434" name="Rectangle 2"/>
          <p:cNvSpPr>
            <a:spLocks noGrp="1" noChangeArrowheads="1"/>
          </p:cNvSpPr>
          <p:nvPr>
            <p:ph type="title"/>
          </p:nvPr>
        </p:nvSpPr>
        <p:spPr>
          <a:xfrm>
            <a:off x="1676400" y="104510"/>
            <a:ext cx="7543800" cy="847990"/>
          </a:xfrm>
        </p:spPr>
        <p:txBody>
          <a:bodyPr/>
          <a:lstStyle/>
          <a:p>
            <a:r>
              <a:rPr lang="en-US" altLang="en-US"/>
              <a:t>3.1. Tổng quan về hồi </a:t>
            </a:r>
            <a:r>
              <a:rPr lang="en-US" altLang="en-US" smtClean="0"/>
              <a:t>quy</a:t>
            </a:r>
            <a:endParaRPr lang="en-US" altLang="en-US"/>
          </a:p>
        </p:txBody>
      </p:sp>
      <p:sp>
        <p:nvSpPr>
          <p:cNvPr id="658435" name="Rectangle 3"/>
          <p:cNvSpPr>
            <a:spLocks noGrp="1" noChangeArrowheads="1"/>
          </p:cNvSpPr>
          <p:nvPr>
            <p:ph idx="1"/>
          </p:nvPr>
        </p:nvSpPr>
        <p:spPr>
          <a:xfrm>
            <a:off x="228600" y="1079500"/>
            <a:ext cx="8839200" cy="4572000"/>
          </a:xfrm>
        </p:spPr>
        <p:txBody>
          <a:bodyPr/>
          <a:lstStyle/>
          <a:p>
            <a:r>
              <a:rPr lang="en-US" altLang="en-US" sz="2400">
                <a:latin typeface="Times New Roman" pitchFamily="18" charset="0"/>
              </a:rPr>
              <a:t>Phân loại </a:t>
            </a:r>
          </a:p>
          <a:p>
            <a:pPr lvl="1"/>
            <a:r>
              <a:rPr lang="en-US" altLang="en-US">
                <a:latin typeface="Times New Roman" pitchFamily="18" charset="0"/>
              </a:rPr>
              <a:t>Hồi </a:t>
            </a:r>
            <a:r>
              <a:rPr lang="en-US" altLang="en-US" smtClean="0">
                <a:latin typeface="Times New Roman" pitchFamily="18" charset="0"/>
              </a:rPr>
              <a:t>quy </a:t>
            </a:r>
            <a:r>
              <a:rPr lang="en-US" altLang="en-US">
                <a:latin typeface="Times New Roman" pitchFamily="18" charset="0"/>
              </a:rPr>
              <a:t>tuyến tính (linear) và phi tuyến (nonlinear)</a:t>
            </a:r>
          </a:p>
          <a:p>
            <a:pPr lvl="2"/>
            <a:r>
              <a:rPr lang="en-US" altLang="en-US" sz="2400">
                <a:latin typeface="Times New Roman" pitchFamily="18" charset="0"/>
              </a:rPr>
              <a:t>Linear in parameters: kết hợp tuyến tính các thông số tạo nên Y</a:t>
            </a:r>
          </a:p>
          <a:p>
            <a:pPr lvl="2"/>
            <a:r>
              <a:rPr lang="en-US" altLang="en-US" sz="2400">
                <a:latin typeface="Times New Roman" pitchFamily="18" charset="0"/>
              </a:rPr>
              <a:t>Nonlinear in parameters: kết hợp phi tuyến các thông số tạo nên Y</a:t>
            </a:r>
          </a:p>
          <a:p>
            <a:pPr lvl="1"/>
            <a:r>
              <a:rPr lang="en-US" altLang="en-US">
                <a:latin typeface="Times New Roman" pitchFamily="18" charset="0"/>
              </a:rPr>
              <a:t>Hồi </a:t>
            </a:r>
            <a:r>
              <a:rPr lang="en-US" altLang="en-US" smtClean="0">
                <a:latin typeface="Times New Roman" pitchFamily="18" charset="0"/>
              </a:rPr>
              <a:t>quy </a:t>
            </a:r>
            <a:r>
              <a:rPr lang="en-US" altLang="en-US">
                <a:latin typeface="Times New Roman" pitchFamily="18" charset="0"/>
              </a:rPr>
              <a:t>đơn biến (single) và đa biến (multiple)</a:t>
            </a:r>
          </a:p>
          <a:p>
            <a:pPr lvl="2"/>
            <a:r>
              <a:rPr lang="en-US" altLang="en-US" sz="2400">
                <a:latin typeface="Times New Roman" pitchFamily="18" charset="0"/>
              </a:rPr>
              <a:t>Single: X = (X1)</a:t>
            </a:r>
          </a:p>
          <a:p>
            <a:pPr lvl="2"/>
            <a:r>
              <a:rPr lang="en-US" altLang="en-US" sz="2400">
                <a:latin typeface="Times New Roman" pitchFamily="18" charset="0"/>
              </a:rPr>
              <a:t>Multiple: X = (X1, X2, …, Xk</a:t>
            </a:r>
            <a:r>
              <a:rPr lang="en-US" altLang="en-US" sz="2400" smtClean="0">
                <a:latin typeface="Times New Roman" pitchFamily="18" charset="0"/>
              </a:rPr>
              <a:t>)</a:t>
            </a:r>
            <a:endParaRPr lang="en-US" altLang="en-US" sz="2400">
              <a:latin typeface="Times New Roman" pitchFamily="18" charset="0"/>
            </a:endParaRPr>
          </a:p>
        </p:txBody>
      </p:sp>
      <p:sp>
        <p:nvSpPr>
          <p:cNvPr id="6" name="Slide Number Placeholder 5"/>
          <p:cNvSpPr>
            <a:spLocks noGrp="1"/>
          </p:cNvSpPr>
          <p:nvPr>
            <p:ph type="sldNum" sz="quarter" idx="12"/>
          </p:nvPr>
        </p:nvSpPr>
        <p:spPr/>
        <p:txBody>
          <a:bodyPr/>
          <a:lstStyle/>
          <a:p>
            <a:fld id="{62CB3FE8-B4F1-459B-9690-25FB3ECE5635}" type="slidenum">
              <a:rPr lang="en-US" altLang="en-US"/>
              <a:pPr/>
              <a:t>11</a:t>
            </a:fld>
            <a:endParaRPr lang="en-US" alt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t>3.1. Tổng quan về hồi qui</a:t>
            </a:r>
            <a:endParaRPr lang="en-US"/>
          </a:p>
        </p:txBody>
      </p:sp>
      <p:sp>
        <p:nvSpPr>
          <p:cNvPr id="3" name="Content Placeholder 2"/>
          <p:cNvSpPr>
            <a:spLocks noGrp="1"/>
          </p:cNvSpPr>
          <p:nvPr>
            <p:ph idx="1"/>
          </p:nvPr>
        </p:nvSpPr>
        <p:spPr>
          <a:xfrm>
            <a:off x="457200" y="1028700"/>
            <a:ext cx="8458200" cy="4064000"/>
          </a:xfrm>
        </p:spPr>
        <p:txBody>
          <a:bodyPr/>
          <a:lstStyle/>
          <a:p>
            <a:pPr lvl="1"/>
            <a:r>
              <a:rPr lang="en-US" altLang="en-US">
                <a:latin typeface="Times New Roman" pitchFamily="18" charset="0"/>
              </a:rPr>
              <a:t>Hồi qui có thông số (parametric), phi thông số (nonparametric), và thông số kết hợp (semiparametric)</a:t>
            </a:r>
          </a:p>
          <a:p>
            <a:pPr lvl="2"/>
            <a:r>
              <a:rPr lang="en-US" altLang="en-US" sz="2400">
                <a:latin typeface="Times New Roman" pitchFamily="18" charset="0"/>
              </a:rPr>
              <a:t>Parametric: mô hình hồi qui với hữu hạn thông số</a:t>
            </a:r>
          </a:p>
          <a:p>
            <a:pPr lvl="2"/>
            <a:r>
              <a:rPr lang="en-US" altLang="en-US" sz="2400">
                <a:latin typeface="Times New Roman" pitchFamily="18" charset="0"/>
              </a:rPr>
              <a:t>Nonparametric: mô hình hồi qui với vô hạn thông số</a:t>
            </a:r>
          </a:p>
          <a:p>
            <a:pPr lvl="2"/>
            <a:r>
              <a:rPr lang="en-US" altLang="en-US" sz="2400">
                <a:latin typeface="Times New Roman" pitchFamily="18" charset="0"/>
              </a:rPr>
              <a:t>Semiparametric: mô hình hồi qui với hữu hạn thông số được quan tâm</a:t>
            </a:r>
          </a:p>
          <a:p>
            <a:pPr lvl="1"/>
            <a:r>
              <a:rPr lang="en-US" altLang="en-US">
                <a:latin typeface="Times New Roman" pitchFamily="18" charset="0"/>
              </a:rPr>
              <a:t>Hồi qui đối xứng (symmetric) và bất đối xứng (asymmetric)</a:t>
            </a:r>
          </a:p>
          <a:p>
            <a:pPr lvl="2"/>
            <a:r>
              <a:rPr lang="en-US" altLang="en-US" sz="2400">
                <a:latin typeface="Times New Roman" pitchFamily="18" charset="0"/>
              </a:rPr>
              <a:t>Symmetric: mô hình hồi qui có tính mô tả (descriptive) (eg. log-linear models)</a:t>
            </a:r>
          </a:p>
          <a:p>
            <a:pPr lvl="2"/>
            <a:r>
              <a:rPr lang="en-US" altLang="en-US" sz="2400">
                <a:latin typeface="Times New Roman" pitchFamily="18" charset="0"/>
              </a:rPr>
              <a:t>Asymmetric: mô hình hồi qui có tính dự báo (predictive) (eg. generalized linear models)</a:t>
            </a:r>
          </a:p>
        </p:txBody>
      </p:sp>
      <p:sp>
        <p:nvSpPr>
          <p:cNvPr id="4" name="Slide Number Placeholder 3"/>
          <p:cNvSpPr>
            <a:spLocks noGrp="1"/>
          </p:cNvSpPr>
          <p:nvPr>
            <p:ph type="sldNum" sz="quarter" idx="12"/>
          </p:nvPr>
        </p:nvSpPr>
        <p:spPr/>
        <p:txBody>
          <a:bodyPr/>
          <a:lstStyle/>
          <a:p>
            <a:fld id="{F5311510-7DD5-4730-B8D5-500690970B83}" type="slidenum">
              <a:rPr lang="en-US" altLang="en-US" smtClean="0"/>
              <a:pPr/>
              <a:t>12</a:t>
            </a:fld>
            <a:endParaRPr lang="en-US" altLang="en-US"/>
          </a:p>
        </p:txBody>
      </p:sp>
    </p:spTree>
    <p:extLst>
      <p:ext uri="{BB962C8B-B14F-4D97-AF65-F5344CB8AC3E}">
        <p14:creationId xmlns:p14="http://schemas.microsoft.com/office/powerpoint/2010/main" val="59171095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194" name="Rectangle 2"/>
          <p:cNvSpPr>
            <a:spLocks noGrp="1" noChangeArrowheads="1"/>
          </p:cNvSpPr>
          <p:nvPr>
            <p:ph type="title"/>
          </p:nvPr>
        </p:nvSpPr>
        <p:spPr>
          <a:xfrm>
            <a:off x="1676400" y="104510"/>
            <a:ext cx="7467600" cy="847990"/>
          </a:xfrm>
        </p:spPr>
        <p:txBody>
          <a:bodyPr/>
          <a:lstStyle/>
          <a:p>
            <a:r>
              <a:rPr lang="en-US" altLang="en-US"/>
              <a:t>3.1. Tổng quan về hồi </a:t>
            </a:r>
            <a:r>
              <a:rPr lang="en-US" altLang="en-US" smtClean="0"/>
              <a:t>quy</a:t>
            </a:r>
            <a:endParaRPr lang="en-US" altLang="en-US"/>
          </a:p>
        </p:txBody>
      </p:sp>
      <p:sp>
        <p:nvSpPr>
          <p:cNvPr id="648195" name="Rectangle 3"/>
          <p:cNvSpPr>
            <a:spLocks noGrp="1" noChangeArrowheads="1"/>
          </p:cNvSpPr>
          <p:nvPr>
            <p:ph idx="1"/>
          </p:nvPr>
        </p:nvSpPr>
        <p:spPr>
          <a:xfrm>
            <a:off x="228600" y="1143000"/>
            <a:ext cx="8839200" cy="4508500"/>
          </a:xfrm>
        </p:spPr>
        <p:txBody>
          <a:bodyPr/>
          <a:lstStyle/>
          <a:p>
            <a:pPr>
              <a:spcBef>
                <a:spcPct val="40000"/>
              </a:spcBef>
            </a:pPr>
            <a:r>
              <a:rPr lang="en-US" altLang="en-US" sz="1800"/>
              <a:t>Phương trình hồi </a:t>
            </a:r>
            <a:r>
              <a:rPr lang="en-US" altLang="en-US" sz="1800" smtClean="0"/>
              <a:t>quy: </a:t>
            </a:r>
            <a:r>
              <a:rPr lang="en-US" altLang="en-US" sz="1800" b="1"/>
              <a:t>Y</a:t>
            </a:r>
            <a:r>
              <a:rPr lang="en-US" altLang="en-US" sz="1800"/>
              <a:t> = </a:t>
            </a:r>
            <a:r>
              <a:rPr lang="en-US" altLang="en-US" sz="1800" b="1"/>
              <a:t>f</a:t>
            </a:r>
            <a:r>
              <a:rPr lang="en-US" altLang="en-US" sz="1800"/>
              <a:t>(</a:t>
            </a:r>
            <a:r>
              <a:rPr lang="en-US" altLang="en-US" sz="1800" b="1"/>
              <a:t>X</a:t>
            </a:r>
            <a:r>
              <a:rPr lang="en-US" altLang="en-US" sz="1800"/>
              <a:t>, </a:t>
            </a:r>
            <a:r>
              <a:rPr lang="el-GR" altLang="en-US" sz="1800" b="1"/>
              <a:t>β</a:t>
            </a:r>
            <a:r>
              <a:rPr lang="en-US" altLang="en-US" sz="1800"/>
              <a:t>)</a:t>
            </a:r>
          </a:p>
          <a:p>
            <a:pPr lvl="1">
              <a:spcBef>
                <a:spcPct val="40000"/>
              </a:spcBef>
            </a:pPr>
            <a:r>
              <a:rPr lang="en-US" altLang="en-US" sz="1800" b="1"/>
              <a:t>X</a:t>
            </a:r>
            <a:r>
              <a:rPr lang="en-US" altLang="en-US" sz="1800"/>
              <a:t>: các biến dự báo (predictor/independent variables)</a:t>
            </a:r>
          </a:p>
          <a:p>
            <a:pPr lvl="1">
              <a:spcBef>
                <a:spcPct val="40000"/>
              </a:spcBef>
            </a:pPr>
            <a:r>
              <a:rPr lang="en-US" altLang="en-US" sz="1800" b="1"/>
              <a:t>Y</a:t>
            </a:r>
            <a:r>
              <a:rPr lang="en-US" altLang="en-US" sz="1800"/>
              <a:t>: các </a:t>
            </a:r>
            <a:r>
              <a:rPr lang="en-US" altLang="en-US" sz="1800" smtClean="0"/>
              <a:t>biến đáp </a:t>
            </a:r>
            <a:r>
              <a:rPr lang="en-US" altLang="en-US" sz="1800"/>
              <a:t>ứng (responses/dependent variables)</a:t>
            </a:r>
          </a:p>
          <a:p>
            <a:pPr lvl="1">
              <a:spcBef>
                <a:spcPct val="40000"/>
              </a:spcBef>
            </a:pPr>
            <a:r>
              <a:rPr lang="el-GR" altLang="en-US" sz="1800" b="1"/>
              <a:t>β</a:t>
            </a:r>
            <a:r>
              <a:rPr lang="en-US" altLang="en-US" sz="1800"/>
              <a:t>: các hệ số hồi </a:t>
            </a:r>
            <a:r>
              <a:rPr lang="en-US" altLang="en-US" sz="1800" smtClean="0"/>
              <a:t>quy </a:t>
            </a:r>
            <a:r>
              <a:rPr lang="en-US" altLang="en-US" sz="1800"/>
              <a:t>(regression coefficients)</a:t>
            </a:r>
          </a:p>
          <a:p>
            <a:pPr lvl="1">
              <a:spcBef>
                <a:spcPct val="40000"/>
              </a:spcBef>
              <a:buFont typeface="Wingdings" pitchFamily="2" charset="2"/>
              <a:buChar char="à"/>
            </a:pPr>
            <a:r>
              <a:rPr lang="en-US" altLang="en-US" sz="1800">
                <a:sym typeface="Wingdings" pitchFamily="2" charset="2"/>
              </a:rPr>
              <a:t>X dùng để giải thích sự biến đổi của các đáp ứng Y.</a:t>
            </a:r>
          </a:p>
          <a:p>
            <a:pPr lvl="1">
              <a:spcBef>
                <a:spcPct val="40000"/>
              </a:spcBef>
              <a:buFont typeface="Wingdings" pitchFamily="2" charset="2"/>
              <a:buChar char="à"/>
            </a:pPr>
            <a:r>
              <a:rPr lang="en-US" altLang="en-US" sz="1800">
                <a:sym typeface="Wingdings" pitchFamily="2" charset="2"/>
              </a:rPr>
              <a:t>Y dùng đề mô tả các hiện tượng (phenomenon) được quan tâm/giải thích.</a:t>
            </a:r>
          </a:p>
          <a:p>
            <a:pPr lvl="1">
              <a:spcBef>
                <a:spcPct val="40000"/>
              </a:spcBef>
              <a:buFont typeface="Wingdings" pitchFamily="2" charset="2"/>
              <a:buChar char="à"/>
            </a:pPr>
            <a:r>
              <a:rPr lang="en-US" altLang="en-US" sz="1800">
                <a:sym typeface="Wingdings" pitchFamily="2" charset="2"/>
              </a:rPr>
              <a:t>Quan hệ giữa Y và X được diễn tả bởi sự phụ thuộc hàm của Y đối với X.</a:t>
            </a:r>
          </a:p>
          <a:p>
            <a:pPr lvl="1">
              <a:spcBef>
                <a:spcPct val="40000"/>
              </a:spcBef>
              <a:buFont typeface="Wingdings" pitchFamily="2" charset="2"/>
              <a:buChar char="à"/>
            </a:pPr>
            <a:r>
              <a:rPr lang="el-GR" altLang="en-US" sz="1800">
                <a:sym typeface="Wingdings" pitchFamily="2" charset="2"/>
              </a:rPr>
              <a:t>β</a:t>
            </a:r>
            <a:r>
              <a:rPr lang="en-US" altLang="en-US" sz="1800">
                <a:sym typeface="Wingdings" pitchFamily="2" charset="2"/>
              </a:rPr>
              <a:t> m</a:t>
            </a:r>
            <a:r>
              <a:rPr lang="el-GR" altLang="en-US" sz="1800">
                <a:sym typeface="Wingdings" pitchFamily="2" charset="2"/>
              </a:rPr>
              <a:t>ô</a:t>
            </a:r>
            <a:r>
              <a:rPr lang="en-US" altLang="en-US" sz="1800">
                <a:sym typeface="Wingdings" pitchFamily="2" charset="2"/>
              </a:rPr>
              <a:t> t</a:t>
            </a:r>
            <a:r>
              <a:rPr lang="el-GR" altLang="en-US" sz="1800">
                <a:sym typeface="Wingdings" pitchFamily="2" charset="2"/>
              </a:rPr>
              <a:t>ả</a:t>
            </a:r>
            <a:r>
              <a:rPr lang="en-US" altLang="en-US" sz="1800">
                <a:sym typeface="Wingdings" pitchFamily="2" charset="2"/>
              </a:rPr>
              <a:t> s</a:t>
            </a:r>
            <a:r>
              <a:rPr lang="el-GR" altLang="en-US" sz="1800">
                <a:sym typeface="Wingdings" pitchFamily="2" charset="2"/>
              </a:rPr>
              <a:t>ự</a:t>
            </a:r>
            <a:r>
              <a:rPr lang="en-US" altLang="en-US" sz="1800">
                <a:sym typeface="Wingdings" pitchFamily="2" charset="2"/>
              </a:rPr>
              <a:t> </a:t>
            </a:r>
            <a:r>
              <a:rPr lang="el-GR" altLang="en-US" sz="1800">
                <a:sym typeface="Wingdings" pitchFamily="2" charset="2"/>
              </a:rPr>
              <a:t>ả</a:t>
            </a:r>
            <a:r>
              <a:rPr lang="en-US" altLang="en-US" sz="1800">
                <a:sym typeface="Wingdings" pitchFamily="2" charset="2"/>
              </a:rPr>
              <a:t>nh h</a:t>
            </a:r>
            <a:r>
              <a:rPr lang="el-GR" altLang="en-US" sz="1800">
                <a:sym typeface="Wingdings" pitchFamily="2" charset="2"/>
              </a:rPr>
              <a:t>ưở</a:t>
            </a:r>
            <a:r>
              <a:rPr lang="en-US" altLang="en-US" sz="1800">
                <a:sym typeface="Wingdings" pitchFamily="2" charset="2"/>
              </a:rPr>
              <a:t>ng c</a:t>
            </a:r>
            <a:r>
              <a:rPr lang="el-GR" altLang="en-US" sz="1800">
                <a:sym typeface="Wingdings" pitchFamily="2" charset="2"/>
              </a:rPr>
              <a:t>ủ</a:t>
            </a:r>
            <a:r>
              <a:rPr lang="en-US" altLang="en-US" sz="1800">
                <a:sym typeface="Wingdings" pitchFamily="2" charset="2"/>
              </a:rPr>
              <a:t>a X </a:t>
            </a:r>
            <a:r>
              <a:rPr lang="el-GR" altLang="en-US" sz="1800">
                <a:sym typeface="Wingdings" pitchFamily="2" charset="2"/>
              </a:rPr>
              <a:t>đố</a:t>
            </a:r>
            <a:r>
              <a:rPr lang="en-US" altLang="en-US" sz="1800">
                <a:sym typeface="Wingdings" pitchFamily="2" charset="2"/>
              </a:rPr>
              <a:t>i v</a:t>
            </a:r>
            <a:r>
              <a:rPr lang="el-GR" altLang="en-US" sz="1800">
                <a:sym typeface="Wingdings" pitchFamily="2" charset="2"/>
              </a:rPr>
              <a:t>ớ</a:t>
            </a:r>
            <a:r>
              <a:rPr lang="en-US" altLang="en-US" sz="1800">
                <a:sym typeface="Wingdings" pitchFamily="2" charset="2"/>
              </a:rPr>
              <a:t>i Y.</a:t>
            </a:r>
            <a:endParaRPr lang="el-GR" altLang="en-US" sz="1800">
              <a:sym typeface="Wingdings" pitchFamily="2" charset="2"/>
            </a:endParaRPr>
          </a:p>
        </p:txBody>
      </p:sp>
      <p:sp>
        <p:nvSpPr>
          <p:cNvPr id="6" name="Slide Number Placeholder 5"/>
          <p:cNvSpPr>
            <a:spLocks noGrp="1"/>
          </p:cNvSpPr>
          <p:nvPr>
            <p:ph type="sldNum" sz="quarter" idx="12"/>
          </p:nvPr>
        </p:nvSpPr>
        <p:spPr/>
        <p:txBody>
          <a:bodyPr/>
          <a:lstStyle/>
          <a:p>
            <a:fld id="{C8A9E07F-8B04-404E-9B7D-BA047210142D}" type="slidenum">
              <a:rPr lang="en-US" altLang="en-US"/>
              <a:pPr/>
              <a:t>13</a:t>
            </a:fld>
            <a:endParaRPr lang="en-US" alt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3074" name="Rectangle 2"/>
          <p:cNvSpPr>
            <a:spLocks noGrp="1" noChangeArrowheads="1"/>
          </p:cNvSpPr>
          <p:nvPr>
            <p:ph type="title"/>
          </p:nvPr>
        </p:nvSpPr>
        <p:spPr/>
        <p:txBody>
          <a:bodyPr/>
          <a:lstStyle/>
          <a:p>
            <a:r>
              <a:rPr lang="en-US" altLang="en-US"/>
              <a:t>3.2. Hồi qui tuyến tính</a:t>
            </a:r>
          </a:p>
        </p:txBody>
      </p:sp>
      <p:sp>
        <p:nvSpPr>
          <p:cNvPr id="643075" name="Rectangle 3"/>
          <p:cNvSpPr>
            <a:spLocks noGrp="1" noChangeArrowheads="1"/>
          </p:cNvSpPr>
          <p:nvPr>
            <p:ph idx="1"/>
          </p:nvPr>
        </p:nvSpPr>
        <p:spPr>
          <a:xfrm>
            <a:off x="457200" y="1397000"/>
            <a:ext cx="8458200" cy="4064000"/>
          </a:xfrm>
        </p:spPr>
        <p:txBody>
          <a:bodyPr/>
          <a:lstStyle/>
          <a:p>
            <a:pPr>
              <a:spcBef>
                <a:spcPct val="50000"/>
              </a:spcBef>
            </a:pPr>
            <a:r>
              <a:rPr lang="en-US" altLang="en-US"/>
              <a:t>Hồi qui tuyến tính đơn biến</a:t>
            </a:r>
          </a:p>
          <a:p>
            <a:pPr>
              <a:spcBef>
                <a:spcPct val="50000"/>
              </a:spcBef>
            </a:pPr>
            <a:r>
              <a:rPr lang="en-US" altLang="en-US"/>
              <a:t>Hồi qui tuyến tính đa biến</a:t>
            </a:r>
          </a:p>
        </p:txBody>
      </p:sp>
      <p:sp>
        <p:nvSpPr>
          <p:cNvPr id="6" name="Slide Number Placeholder 5"/>
          <p:cNvSpPr>
            <a:spLocks noGrp="1"/>
          </p:cNvSpPr>
          <p:nvPr>
            <p:ph type="sldNum" sz="quarter" idx="12"/>
          </p:nvPr>
        </p:nvSpPr>
        <p:spPr/>
        <p:txBody>
          <a:bodyPr/>
          <a:lstStyle/>
          <a:p>
            <a:fld id="{C7046A00-D0A3-4AFF-BD81-760C5C08C4DC}" type="slidenum">
              <a:rPr lang="en-US" altLang="en-US"/>
              <a:pPr/>
              <a:t>14</a:t>
            </a:fld>
            <a:endParaRPr lang="en-US" alt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9458" name="Rectangle 2"/>
          <p:cNvSpPr>
            <a:spLocks noGrp="1" noChangeArrowheads="1"/>
          </p:cNvSpPr>
          <p:nvPr>
            <p:ph type="title"/>
          </p:nvPr>
        </p:nvSpPr>
        <p:spPr>
          <a:solidFill>
            <a:schemeClr val="accent2"/>
          </a:solidFill>
        </p:spPr>
        <p:txBody>
          <a:bodyPr/>
          <a:lstStyle/>
          <a:p>
            <a:r>
              <a:rPr lang="en-US" altLang="en-US" sz="2800" b="1" smtClean="0">
                <a:solidFill>
                  <a:schemeClr val="accent6">
                    <a:lumMod val="75000"/>
                  </a:schemeClr>
                </a:solidFill>
              </a:rPr>
              <a:t/>
            </a:r>
            <a:br>
              <a:rPr lang="en-US" altLang="en-US" sz="2800" b="1" smtClean="0">
                <a:solidFill>
                  <a:schemeClr val="accent6">
                    <a:lumMod val="75000"/>
                  </a:schemeClr>
                </a:solidFill>
              </a:rPr>
            </a:br>
            <a:r>
              <a:rPr lang="en-US" altLang="en-US" sz="2800" b="1" smtClean="0">
                <a:solidFill>
                  <a:schemeClr val="accent6">
                    <a:lumMod val="75000"/>
                  </a:schemeClr>
                </a:solidFill>
              </a:rPr>
              <a:t>                   3.2.1</a:t>
            </a:r>
            <a:r>
              <a:rPr lang="en-US" altLang="en-US" sz="2800" b="1">
                <a:solidFill>
                  <a:schemeClr val="accent6">
                    <a:lumMod val="75000"/>
                  </a:schemeClr>
                </a:solidFill>
              </a:rPr>
              <a:t>. Hồi qui tuyến tính đơn biến</a:t>
            </a:r>
          </a:p>
        </p:txBody>
      </p:sp>
      <p:pic>
        <p:nvPicPr>
          <p:cNvPr id="659461" name="Picture 5" descr="y_i=\beta_0 +\beta_1 x_i +\varepsilon_i,\quad i=1,\dots,N.\!"/>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tretch>
            <a:fillRect/>
          </a:stretch>
        </p:blipFill>
        <p:spPr>
          <a:xfrm>
            <a:off x="1138237" y="3152775"/>
            <a:ext cx="2790825" cy="1714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8" name="Slide Number Placeholder 6"/>
          <p:cNvSpPr>
            <a:spLocks noGrp="1"/>
          </p:cNvSpPr>
          <p:nvPr>
            <p:ph type="sldNum" sz="quarter" idx="12"/>
          </p:nvPr>
        </p:nvSpPr>
        <p:spPr/>
        <p:txBody>
          <a:bodyPr/>
          <a:lstStyle/>
          <a:p>
            <a:fld id="{F6C4FC76-1C89-41E8-A20D-912D545D30A5}" type="slidenum">
              <a:rPr lang="en-US" altLang="en-US"/>
              <a:pPr/>
              <a:t>15</a:t>
            </a:fld>
            <a:endParaRPr lang="en-US" altLang="en-US"/>
          </a:p>
        </p:txBody>
      </p:sp>
      <p:sp>
        <p:nvSpPr>
          <p:cNvPr id="659466" name="Text Box 10"/>
          <p:cNvSpPr txBox="1">
            <a:spLocks noChangeArrowheads="1"/>
          </p:cNvSpPr>
          <p:nvPr/>
        </p:nvSpPr>
        <p:spPr bwMode="auto">
          <a:xfrm>
            <a:off x="639763" y="1131873"/>
            <a:ext cx="7864475"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en-US" altLang="en-US"/>
              <a:t>Cho N đối tượng đã được quan sát, mô hình hồi qui tuyến tính đơn biến được cho dưới dạng sau với </a:t>
            </a:r>
            <a:r>
              <a:rPr lang="el-GR" altLang="en-US"/>
              <a:t>ε</a:t>
            </a:r>
            <a:r>
              <a:rPr lang="en-US" altLang="en-US" baseline="-25000"/>
              <a:t>i</a:t>
            </a:r>
            <a:r>
              <a:rPr lang="en-US" altLang="en-US"/>
              <a:t> dùng giữ phần biến thiên của đáp ứng Y không được giải thích từ X:</a:t>
            </a:r>
          </a:p>
          <a:p>
            <a:pPr>
              <a:lnSpc>
                <a:spcPct val="150000"/>
              </a:lnSpc>
            </a:pPr>
            <a:endParaRPr lang="en-US" altLang="en-US"/>
          </a:p>
          <a:p>
            <a:pPr>
              <a:lnSpc>
                <a:spcPct val="150000"/>
              </a:lnSpc>
              <a:buFontTx/>
              <a:buChar char="-"/>
            </a:pPr>
            <a:r>
              <a:rPr lang="en-US" altLang="en-US"/>
              <a:t>Dạng đường thẳng</a:t>
            </a:r>
          </a:p>
          <a:p>
            <a:pPr>
              <a:lnSpc>
                <a:spcPct val="150000"/>
              </a:lnSpc>
              <a:buFontTx/>
              <a:buChar char="-"/>
            </a:pPr>
            <a:endParaRPr lang="en-US" altLang="en-US"/>
          </a:p>
          <a:p>
            <a:pPr>
              <a:lnSpc>
                <a:spcPct val="150000"/>
              </a:lnSpc>
              <a:buFontTx/>
              <a:buChar char="-"/>
            </a:pPr>
            <a:endParaRPr lang="en-US" altLang="en-US"/>
          </a:p>
          <a:p>
            <a:pPr>
              <a:lnSpc>
                <a:spcPct val="150000"/>
              </a:lnSpc>
              <a:buFontTx/>
              <a:buChar char="-"/>
            </a:pPr>
            <a:endParaRPr lang="en-US" altLang="en-US"/>
          </a:p>
        </p:txBody>
      </p:sp>
      <p:sp>
        <p:nvSpPr>
          <p:cNvPr id="7" name="Text Box 7"/>
          <p:cNvSpPr txBox="1">
            <a:spLocks noChangeArrowheads="1"/>
          </p:cNvSpPr>
          <p:nvPr/>
        </p:nvSpPr>
        <p:spPr bwMode="auto">
          <a:xfrm>
            <a:off x="609600" y="4240338"/>
            <a:ext cx="8169275" cy="1064907"/>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20000"/>
              </a:spcBef>
            </a:pPr>
            <a:r>
              <a:rPr lang="en-US" altLang="en-US" sz="2000" smtClean="0"/>
              <a:t>VD: Y</a:t>
            </a:r>
            <a:r>
              <a:rPr lang="en-US" altLang="en-US" sz="2000"/>
              <a:t>= </a:t>
            </a:r>
            <a:r>
              <a:rPr lang="el-GR" altLang="en-US" sz="2000"/>
              <a:t>β</a:t>
            </a:r>
            <a:r>
              <a:rPr lang="en-US" altLang="en-US" sz="2000"/>
              <a:t>0 + </a:t>
            </a:r>
            <a:r>
              <a:rPr lang="el-GR" altLang="en-US" sz="2000" b="1"/>
              <a:t>β</a:t>
            </a:r>
            <a:r>
              <a:rPr lang="en-US" altLang="en-US" sz="2000" b="1"/>
              <a:t>1</a:t>
            </a:r>
            <a:r>
              <a:rPr lang="en-US" altLang="en-US" sz="2000"/>
              <a:t>*X1 → Y = 0.636 + 2.018*X</a:t>
            </a:r>
          </a:p>
          <a:p>
            <a:pPr eaLnBrk="1" hangingPunct="1">
              <a:spcBef>
                <a:spcPct val="20000"/>
              </a:spcBef>
            </a:pPr>
            <a:endParaRPr lang="en-US" altLang="en-US" smtClean="0"/>
          </a:p>
          <a:p>
            <a:pPr eaLnBrk="1" hangingPunct="1">
              <a:spcBef>
                <a:spcPct val="20000"/>
              </a:spcBef>
            </a:pPr>
            <a:r>
              <a:rPr lang="en-US" altLang="en-US" smtClean="0"/>
              <a:t>- Dấu </a:t>
            </a:r>
            <a:r>
              <a:rPr lang="en-US" altLang="en-US"/>
              <a:t>của </a:t>
            </a:r>
            <a:r>
              <a:rPr lang="el-GR" altLang="en-US"/>
              <a:t>β</a:t>
            </a:r>
            <a:r>
              <a:rPr lang="en-US" altLang="en-US"/>
              <a:t>1 cho biết sự ảnh hưởng của X đối với Y.</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a:t>Hàm mất mát</a:t>
            </a:r>
          </a:p>
        </p:txBody>
      </p:sp>
      <p:sp>
        <p:nvSpPr>
          <p:cNvPr id="8" name="Content Placeholder 7"/>
          <p:cNvSpPr>
            <a:spLocks noGrp="1"/>
          </p:cNvSpPr>
          <p:nvPr>
            <p:ph idx="1"/>
          </p:nvPr>
        </p:nvSpPr>
        <p:spPr/>
        <p:txBody>
          <a:bodyPr/>
          <a:lstStyle/>
          <a:p>
            <a:pPr>
              <a:lnSpc>
                <a:spcPct val="150000"/>
              </a:lnSpc>
            </a:pPr>
            <a:r>
              <a:rPr lang="en-US" sz="2400"/>
              <a:t>Mục tiêu của </a:t>
            </a:r>
            <a:r>
              <a:rPr lang="en-US" sz="2400" smtClean="0"/>
              <a:t>mô hình hồi quy là </a:t>
            </a:r>
            <a:r>
              <a:rPr lang="en-US" sz="2400"/>
              <a:t>tìm ra một hàm số dự báo mà giá trị của chúng sai khác so với </a:t>
            </a:r>
            <a:r>
              <a:rPr lang="en-US" sz="2400" smtClean="0"/>
              <a:t>giá trị biến mục tiêu là </a:t>
            </a:r>
            <a:r>
              <a:rPr lang="en-US" sz="2400"/>
              <a:t>nhỏ </a:t>
            </a:r>
            <a:r>
              <a:rPr lang="en-US" sz="2400" smtClean="0"/>
              <a:t>nhất</a:t>
            </a:r>
          </a:p>
          <a:p>
            <a:pPr>
              <a:lnSpc>
                <a:spcPct val="150000"/>
              </a:lnSpc>
            </a:pPr>
            <a:r>
              <a:rPr lang="vi-VN" sz="2400"/>
              <a:t>Sai khác này được đo lường thông qua các hàm mất mát (</a:t>
            </a:r>
            <a:r>
              <a:rPr lang="vi-VN" sz="2400" i="1"/>
              <a:t>loss function</a:t>
            </a:r>
            <a:r>
              <a:rPr lang="vi-VN" sz="2400" smtClean="0"/>
              <a:t>)</a:t>
            </a:r>
            <a:endParaRPr lang="en-US" sz="2400" smtClean="0"/>
          </a:p>
          <a:p>
            <a:pPr>
              <a:lnSpc>
                <a:spcPct val="150000"/>
              </a:lnSpc>
            </a:pPr>
            <a:r>
              <a:rPr lang="en-US" sz="2400" smtClean="0"/>
              <a:t>Trong </a:t>
            </a:r>
            <a:r>
              <a:rPr lang="en-US" sz="2400"/>
              <a:t>bài toán dự báo chúng ta sẽ sử dụng hàm MSE (</a:t>
            </a:r>
            <a:r>
              <a:rPr lang="en-US" sz="2400" i="1"/>
              <a:t>Mean Square Error</a:t>
            </a:r>
            <a:r>
              <a:rPr lang="en-US" sz="2400"/>
              <a:t>) làm hàm mất mát</a:t>
            </a:r>
          </a:p>
        </p:txBody>
      </p:sp>
      <p:sp>
        <p:nvSpPr>
          <p:cNvPr id="6" name="Slide Number Placeholder 5"/>
          <p:cNvSpPr>
            <a:spLocks noGrp="1"/>
          </p:cNvSpPr>
          <p:nvPr>
            <p:ph type="sldNum" sz="quarter" idx="12"/>
          </p:nvPr>
        </p:nvSpPr>
        <p:spPr/>
        <p:txBody>
          <a:bodyPr/>
          <a:lstStyle/>
          <a:p>
            <a:fld id="{84E069DF-546B-49D5-9FAA-F7BBE99600D0}" type="slidenum">
              <a:rPr lang="en-US" altLang="en-US" smtClean="0"/>
              <a:pPr/>
              <a:t>16</a:t>
            </a:fld>
            <a:endParaRPr lang="en-US" altLang="en-US"/>
          </a:p>
        </p:txBody>
      </p:sp>
    </p:spTree>
    <p:extLst>
      <p:ext uri="{BB962C8B-B14F-4D97-AF65-F5344CB8AC3E}">
        <p14:creationId xmlns:p14="http://schemas.microsoft.com/office/powerpoint/2010/main" val="290856467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9698" name="Rectangle 2"/>
          <p:cNvSpPr>
            <a:spLocks noGrp="1" noChangeArrowheads="1"/>
          </p:cNvSpPr>
          <p:nvPr>
            <p:ph type="title"/>
          </p:nvPr>
        </p:nvSpPr>
        <p:spPr>
          <a:xfrm>
            <a:off x="1828800" y="140287"/>
            <a:ext cx="8534400" cy="847990"/>
          </a:xfrm>
        </p:spPr>
        <p:txBody>
          <a:bodyPr/>
          <a:lstStyle/>
          <a:p>
            <a:r>
              <a:rPr lang="en-US" altLang="en-US" sz="2800">
                <a:solidFill>
                  <a:schemeClr val="accent6">
                    <a:lumMod val="75000"/>
                  </a:schemeClr>
                </a:solidFill>
              </a:rPr>
              <a:t>3.2.1. Hồi qui tuyến tính đơn biến</a:t>
            </a:r>
          </a:p>
        </p:txBody>
      </p:sp>
      <p:sp>
        <p:nvSpPr>
          <p:cNvPr id="669699" name="Rectangle 3"/>
          <p:cNvSpPr>
            <a:spLocks noGrp="1" noChangeArrowheads="1"/>
          </p:cNvSpPr>
          <p:nvPr>
            <p:ph type="body" sz="half" idx="1"/>
          </p:nvPr>
        </p:nvSpPr>
        <p:spPr>
          <a:xfrm>
            <a:off x="0" y="1206500"/>
            <a:ext cx="9144000" cy="4191000"/>
          </a:xfrm>
        </p:spPr>
        <p:txBody>
          <a:bodyPr/>
          <a:lstStyle/>
          <a:p>
            <a:pPr>
              <a:spcBef>
                <a:spcPct val="50000"/>
              </a:spcBef>
            </a:pPr>
            <a:r>
              <a:rPr lang="en-US" altLang="en-US" sz="2400"/>
              <a:t>Ước lượng bộ thông số </a:t>
            </a:r>
            <a:r>
              <a:rPr lang="el-GR" altLang="en-US" sz="2400"/>
              <a:t>β</a:t>
            </a:r>
            <a:r>
              <a:rPr lang="en-US" altLang="en-US" sz="2400"/>
              <a:t> (       ) để đạt được mô hình hồi qui tuyến tính đơn biến</a:t>
            </a:r>
          </a:p>
        </p:txBody>
      </p:sp>
      <p:pic>
        <p:nvPicPr>
          <p:cNvPr id="669701" name="Picture 5" descr=" y_i = \widehat{\beta}_0 + \widehat{\beta}_1 X_i + e_i. "/>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2514600" y="2168261"/>
            <a:ext cx="3124200" cy="371739"/>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669704" name="Picture 8" descr=" e_i = y_i - \widehat{y}_i "/>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2514600" y="2886605"/>
            <a:ext cx="1981200" cy="35189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4" name="Slide Number Placeholder 7"/>
          <p:cNvSpPr>
            <a:spLocks noGrp="1"/>
          </p:cNvSpPr>
          <p:nvPr>
            <p:ph type="sldNum" sz="quarter" idx="12"/>
          </p:nvPr>
        </p:nvSpPr>
        <p:spPr/>
        <p:txBody>
          <a:bodyPr/>
          <a:lstStyle/>
          <a:p>
            <a:fld id="{2FC81A98-E59A-4CDE-A8AF-20D1A9EBBB15}" type="slidenum">
              <a:rPr lang="en-US" altLang="en-US"/>
              <a:pPr/>
              <a:t>17</a:t>
            </a:fld>
            <a:endParaRPr lang="en-US" altLang="en-US"/>
          </a:p>
        </p:txBody>
      </p:sp>
      <p:pic>
        <p:nvPicPr>
          <p:cNvPr id="669707" name="Picture 11" descr="SSE=\sum_{i=1}^N e_i^2. \, "/>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14600" y="3522928"/>
            <a:ext cx="1981200" cy="731573"/>
          </a:xfrm>
          <a:prstGeom prst="rect">
            <a:avLst/>
          </a:prstGeom>
          <a:noFill/>
          <a:extLst>
            <a:ext uri="{909E8E84-426E-40DD-AFC4-6F175D3DCCD1}">
              <a14:hiddenFill xmlns:a14="http://schemas.microsoft.com/office/drawing/2010/main">
                <a:solidFill>
                  <a:srgbClr val="FFFFFF"/>
                </a:solidFill>
              </a14:hiddenFill>
            </a:ext>
          </a:extLst>
        </p:spPr>
      </p:pic>
      <p:pic>
        <p:nvPicPr>
          <p:cNvPr id="669709" name="Picture 13" descr="\widehat{\beta_1}=\frac{\sum(x_i-\bar{x})(y_i-\bar{y})}{\sum(x_i-\bar{x})^2}\text{ and }\hat{\beta_0}=\bar{y}-\widehat{\beta_1}\bar{x}"/>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38400" y="4562740"/>
            <a:ext cx="6324600" cy="707760"/>
          </a:xfrm>
          <a:prstGeom prst="rect">
            <a:avLst/>
          </a:prstGeom>
          <a:noFill/>
          <a:extLst>
            <a:ext uri="{909E8E84-426E-40DD-AFC4-6F175D3DCCD1}">
              <a14:hiddenFill xmlns:a14="http://schemas.microsoft.com/office/drawing/2010/main">
                <a:solidFill>
                  <a:srgbClr val="FFFFFF"/>
                </a:solidFill>
              </a14:hiddenFill>
            </a:ext>
          </a:extLst>
        </p:spPr>
      </p:pic>
      <p:pic>
        <p:nvPicPr>
          <p:cNvPr id="669711" name="Picture 15" descr="\widehat{\beta}_0, \widehat{\beta}_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91000" y="1485900"/>
            <a:ext cx="609600" cy="271198"/>
          </a:xfrm>
          <a:prstGeom prst="rect">
            <a:avLst/>
          </a:prstGeom>
          <a:noFill/>
          <a:extLst>
            <a:ext uri="{909E8E84-426E-40DD-AFC4-6F175D3DCCD1}">
              <a14:hiddenFill xmlns:a14="http://schemas.microsoft.com/office/drawing/2010/main">
                <a:solidFill>
                  <a:srgbClr val="FFFFFF"/>
                </a:solidFill>
              </a14:hiddenFill>
            </a:ext>
          </a:extLst>
        </p:spPr>
      </p:pic>
      <p:sp>
        <p:nvSpPr>
          <p:cNvPr id="669713" name="Text Box 17"/>
          <p:cNvSpPr txBox="1">
            <a:spLocks noChangeArrowheads="1"/>
          </p:cNvSpPr>
          <p:nvPr/>
        </p:nvSpPr>
        <p:spPr bwMode="auto">
          <a:xfrm>
            <a:off x="152401" y="2894542"/>
            <a:ext cx="222689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t>Thặng dư (residual)</a:t>
            </a:r>
          </a:p>
        </p:txBody>
      </p:sp>
      <p:sp>
        <p:nvSpPr>
          <p:cNvPr id="669714" name="Text Box 18"/>
          <p:cNvSpPr txBox="1">
            <a:spLocks noChangeArrowheads="1"/>
          </p:cNvSpPr>
          <p:nvPr/>
        </p:nvSpPr>
        <p:spPr bwMode="auto">
          <a:xfrm>
            <a:off x="152400" y="3429000"/>
            <a:ext cx="2209800"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600"/>
              <a:t>Tổng thặng dư bình phương (</a:t>
            </a:r>
            <a:r>
              <a:rPr lang="en-US" altLang="en-US" sz="1600" b="1">
                <a:solidFill>
                  <a:srgbClr val="FF0000"/>
                </a:solidFill>
              </a:rPr>
              <a:t>sum of squared residuals</a:t>
            </a:r>
            <a:r>
              <a:rPr lang="en-US" altLang="en-US" sz="1600"/>
              <a:t>)</a:t>
            </a:r>
          </a:p>
          <a:p>
            <a:r>
              <a:rPr lang="en-US" altLang="en-US" sz="1600">
                <a:sym typeface="Wingdings" pitchFamily="2" charset="2"/>
              </a:rPr>
              <a:t> tối thiểu hóa</a:t>
            </a:r>
          </a:p>
        </p:txBody>
      </p:sp>
      <p:sp>
        <p:nvSpPr>
          <p:cNvPr id="669715" name="Text Box 19"/>
          <p:cNvSpPr txBox="1">
            <a:spLocks noChangeArrowheads="1"/>
          </p:cNvSpPr>
          <p:nvPr/>
        </p:nvSpPr>
        <p:spPr bwMode="auto">
          <a:xfrm>
            <a:off x="152400" y="4799542"/>
            <a:ext cx="215232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t>Trị ước lượng của </a:t>
            </a:r>
            <a:r>
              <a:rPr lang="el-GR" altLang="en-US" sz="1600"/>
              <a:t>β</a:t>
            </a:r>
          </a:p>
        </p:txBody>
      </p:sp>
      <mc:AlternateContent xmlns:mc="http://schemas.openxmlformats.org/markup-compatibility/2006" xmlns:a14="http://schemas.microsoft.com/office/drawing/2010/main">
        <mc:Choice Requires="a14">
          <p:sp>
            <p:nvSpPr>
              <p:cNvPr id="2" name="Rectangle 1"/>
              <p:cNvSpPr/>
              <p:nvPr/>
            </p:nvSpPr>
            <p:spPr>
              <a:xfrm>
                <a:off x="4495800" y="3373905"/>
                <a:ext cx="4572000" cy="562462"/>
              </a:xfrm>
              <a:prstGeom prst="rect">
                <a:avLst/>
              </a:prstGeom>
            </p:spPr>
            <p:txBody>
              <a:bodyPr>
                <a:spAutoFit/>
              </a:bodyPr>
              <a:lstStyle/>
              <a:p>
                <a14:m>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ea typeface="Cambria Math" panose="02040503050406030204" pitchFamily="18" charset="0"/>
                          </a:rPr>
                          <m:t>1</m:t>
                        </m:r>
                      </m:sub>
                    </m:sSub>
                  </m:oMath>
                </a14:m>
                <a:r>
                  <a:rPr lang="en-US" smtClean="0"/>
                  <a:t> </a:t>
                </a:r>
                <a:r>
                  <a:rPr lang="en-US"/>
                  <a:t>=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r>
                              <a:rPr lang="en-US" b="0" i="1" smtClean="0">
                                <a:latin typeface="Cambria Math" panose="02040503050406030204" pitchFamily="18" charset="0"/>
                              </a:rPr>
                              <m:t> ∗</m:t>
                            </m:r>
                            <m:r>
                              <a:rPr lang="en-US" b="0" i="1" smtClean="0">
                                <a:latin typeface="Cambria Math" panose="02040503050406030204" pitchFamily="18" charset="0"/>
                              </a:rPr>
                              <m:t>𝑦</m:t>
                            </m:r>
                            <m:r>
                              <a:rPr lang="en-US" b="0" i="1" smtClean="0">
                                <a:latin typeface="Cambria Math" panose="02040503050406030204" pitchFamily="18" charset="0"/>
                              </a:rPr>
                              <m:t> −</m:t>
                            </m:r>
                            <m:r>
                              <a:rPr lang="en-US" b="0" i="1" smtClean="0">
                                <a:latin typeface="Cambria Math" panose="02040503050406030204" pitchFamily="18" charset="0"/>
                              </a:rPr>
                              <m:t>𝑥𝑦</m:t>
                            </m:r>
                            <m:r>
                              <a:rPr lang="en-US" b="0" i="1" smtClean="0">
                                <a:latin typeface="Cambria Math" panose="02040503050406030204" pitchFamily="18" charset="0"/>
                              </a:rPr>
                              <m:t>)</m:t>
                            </m:r>
                          </m:e>
                        </m:acc>
                      </m:num>
                      <m:den>
                        <m:acc>
                          <m:accPr>
                            <m:chr m:val="̅"/>
                            <m:ctrlPr>
                              <a:rPr lang="en-US" i="1" smtClean="0">
                                <a:latin typeface="Cambria Math" panose="02040503050406030204" pitchFamily="18" charset="0"/>
                              </a:rPr>
                            </m:ctrlPr>
                          </m:accPr>
                          <m:e>
                            <m:sSup>
                              <m:sSupPr>
                                <m:ctrlPr>
                                  <a:rPr lang="en-US" b="0" i="1" smtClean="0">
                                    <a:latin typeface="Cambria Math" panose="02040503050406030204" pitchFamily="18" charset="0"/>
                                  </a:rPr>
                                </m:ctrlPr>
                              </m:sSupPr>
                              <m:e>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e>
                              <m:sup>
                                <m:r>
                                  <a:rPr lang="en-US" b="0" i="1" smtClean="0">
                                    <a:latin typeface="Cambria Math" panose="02040503050406030204" pitchFamily="18" charset="0"/>
                                  </a:rPr>
                                  <m:t>2</m:t>
                                </m:r>
                              </m:sup>
                            </m:sSup>
                          </m:e>
                        </m:acc>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acc>
                              <m:accPr>
                                <m:chr m:val="̅"/>
                                <m:ctrlPr>
                                  <a:rPr lang="en-US" b="0" i="1" smtClean="0">
                                    <a:latin typeface="Cambria Math" panose="02040503050406030204" pitchFamily="18" charset="0"/>
                                  </a:rPr>
                                </m:ctrlPr>
                              </m:acc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2</m:t>
                                    </m:r>
                                  </m:sup>
                                </m:sSup>
                              </m:e>
                            </m:acc>
                            <m:r>
                              <a:rPr lang="en-US" b="0" i="1" smtClean="0">
                                <a:latin typeface="Cambria Math" panose="02040503050406030204" pitchFamily="18" charset="0"/>
                              </a:rPr>
                              <m:t> </m:t>
                            </m:r>
                          </m:e>
                          <m:sup>
                            <m:r>
                              <a:rPr lang="en-US" b="0" i="1" smtClean="0">
                                <a:latin typeface="Cambria Math" panose="02040503050406030204" pitchFamily="18" charset="0"/>
                              </a:rPr>
                              <m:t>2</m:t>
                            </m:r>
                          </m:sup>
                        </m:sSup>
                      </m:den>
                    </m:f>
                  </m:oMath>
                </a14:m>
                <a:endParaRPr lang="en-US"/>
              </a:p>
            </p:txBody>
          </p:sp>
        </mc:Choice>
        <mc:Fallback xmlns="">
          <p:sp>
            <p:nvSpPr>
              <p:cNvPr id="2" name="Rectangle 1"/>
              <p:cNvSpPr>
                <a:spLocks noRot="1" noChangeAspect="1" noMove="1" noResize="1" noEditPoints="1" noAdjustHandles="1" noChangeArrowheads="1" noChangeShapeType="1" noTextEdit="1"/>
              </p:cNvSpPr>
              <p:nvPr/>
            </p:nvSpPr>
            <p:spPr>
              <a:xfrm>
                <a:off x="4495800" y="3373905"/>
                <a:ext cx="4572000" cy="562462"/>
              </a:xfrm>
              <a:prstGeom prst="rect">
                <a:avLst/>
              </a:prstGeom>
              <a:blipFill>
                <a:blip r:embed="rId8"/>
                <a:stretch>
                  <a:fillRect/>
                </a:stretch>
              </a:blipFill>
            </p:spPr>
            <p:txBody>
              <a:bodyPr/>
              <a:lstStyle/>
              <a:p>
                <a:r>
                  <a:rPr lang="en-US">
                    <a:noFill/>
                  </a:rPr>
                  <a:t> </a:t>
                </a:r>
              </a:p>
            </p:txBody>
          </p:sp>
        </mc:Fallback>
      </mc:AlternateContent>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mtClean="0"/>
              <a:t>Bài tập thực hành </a:t>
            </a:r>
            <a:endParaRPr lang="en-US"/>
          </a:p>
        </p:txBody>
      </p:sp>
      <p:sp>
        <p:nvSpPr>
          <p:cNvPr id="8" name="Content Placeholder 7"/>
          <p:cNvSpPr>
            <a:spLocks noGrp="1"/>
          </p:cNvSpPr>
          <p:nvPr>
            <p:ph idx="1"/>
          </p:nvPr>
        </p:nvSpPr>
        <p:spPr>
          <a:xfrm>
            <a:off x="511498" y="1123642"/>
            <a:ext cx="8317979" cy="4801314"/>
          </a:xfrm>
        </p:spPr>
        <p:txBody>
          <a:bodyPr/>
          <a:lstStyle/>
          <a:p>
            <a:r>
              <a:rPr lang="vi-VN" sz="2400"/>
              <a:t>chúng ta có 15 căn hộ với diện tích (đơn vị m2</a:t>
            </a:r>
            <a:r>
              <a:rPr lang="vi-VN" sz="2400" smtClean="0"/>
              <a:t>)</a:t>
            </a:r>
            <a:r>
              <a:rPr lang="en-US" sz="2400" smtClean="0"/>
              <a:t> và giá tương ứng (tỉ đồng)</a:t>
            </a:r>
          </a:p>
          <a:p>
            <a:endParaRPr lang="en-US" sz="2400" smtClean="0"/>
          </a:p>
          <a:p>
            <a:endParaRPr lang="en-US" sz="2400"/>
          </a:p>
          <a:p>
            <a:endParaRPr lang="en-US" sz="2400"/>
          </a:p>
          <a:p>
            <a:endParaRPr lang="en-US" sz="2400" smtClean="0"/>
          </a:p>
          <a:p>
            <a:endParaRPr lang="en-US" sz="2400"/>
          </a:p>
          <a:p>
            <a:endParaRPr lang="en-US" sz="2400" smtClean="0"/>
          </a:p>
          <a:p>
            <a:endParaRPr lang="en-US" sz="2400" smtClean="0"/>
          </a:p>
          <a:p>
            <a:r>
              <a:rPr lang="vi-VN" sz="2400" smtClean="0"/>
              <a:t>Xây </a:t>
            </a:r>
            <a:r>
              <a:rPr lang="vi-VN" sz="2400"/>
              <a:t>dựng phương trình hồi qui tuyến tính đơn biến giữa diện tích và giá nhà</a:t>
            </a:r>
            <a:r>
              <a:rPr lang="vi-VN" sz="2400" smtClean="0"/>
              <a:t>.</a:t>
            </a:r>
            <a:endParaRPr lang="en-US" sz="2400" smtClean="0"/>
          </a:p>
          <a:p>
            <a:pPr marL="0" indent="0">
              <a:buNone/>
            </a:pPr>
            <a:r>
              <a:rPr lang="vi-VN" sz="2400"/>
              <a:t/>
            </a:r>
            <a:br>
              <a:rPr lang="vi-VN" sz="2400"/>
            </a:br>
            <a:endParaRPr lang="en-US" sz="2400"/>
          </a:p>
        </p:txBody>
      </p:sp>
      <p:sp>
        <p:nvSpPr>
          <p:cNvPr id="6" name="Slide Number Placeholder 5"/>
          <p:cNvSpPr>
            <a:spLocks noGrp="1"/>
          </p:cNvSpPr>
          <p:nvPr>
            <p:ph type="sldNum" sz="quarter" idx="12"/>
          </p:nvPr>
        </p:nvSpPr>
        <p:spPr/>
        <p:txBody>
          <a:bodyPr/>
          <a:lstStyle/>
          <a:p>
            <a:fld id="{84E069DF-546B-49D5-9FAA-F7BBE99600D0}" type="slidenum">
              <a:rPr lang="en-US" altLang="en-US" smtClean="0"/>
              <a:pPr/>
              <a:t>18</a:t>
            </a:fld>
            <a:endParaRPr lang="en-US" altLang="en-US"/>
          </a:p>
        </p:txBody>
      </p:sp>
      <p:graphicFrame>
        <p:nvGraphicFramePr>
          <p:cNvPr id="10" name="Table 9"/>
          <p:cNvGraphicFramePr>
            <a:graphicFrameLocks noGrp="1"/>
          </p:cNvGraphicFramePr>
          <p:nvPr>
            <p:extLst>
              <p:ext uri="{D42A27DB-BD31-4B8C-83A1-F6EECF244321}">
                <p14:modId xmlns:p14="http://schemas.microsoft.com/office/powerpoint/2010/main" val="501839171"/>
              </p:ext>
            </p:extLst>
          </p:nvPr>
        </p:nvGraphicFramePr>
        <p:xfrm>
          <a:off x="1066800" y="2400300"/>
          <a:ext cx="7430249" cy="1676400"/>
        </p:xfrm>
        <a:graphic>
          <a:graphicData uri="http://schemas.openxmlformats.org/drawingml/2006/table">
            <a:tbl>
              <a:tblPr firstRow="1" bandRow="1">
                <a:tableStyleId>{5940675A-B579-460E-94D1-54222C63F5DA}</a:tableStyleId>
              </a:tblPr>
              <a:tblGrid>
                <a:gridCol w="1828800">
                  <a:extLst>
                    <a:ext uri="{9D8B030D-6E8A-4147-A177-3AD203B41FA5}">
                      <a16:colId xmlns:a16="http://schemas.microsoft.com/office/drawing/2014/main" val="2270281479"/>
                    </a:ext>
                  </a:extLst>
                </a:gridCol>
                <a:gridCol w="800207">
                  <a:extLst>
                    <a:ext uri="{9D8B030D-6E8A-4147-A177-3AD203B41FA5}">
                      <a16:colId xmlns:a16="http://schemas.microsoft.com/office/drawing/2014/main" val="411968965"/>
                    </a:ext>
                  </a:extLst>
                </a:gridCol>
                <a:gridCol w="800207">
                  <a:extLst>
                    <a:ext uri="{9D8B030D-6E8A-4147-A177-3AD203B41FA5}">
                      <a16:colId xmlns:a16="http://schemas.microsoft.com/office/drawing/2014/main" val="3959411194"/>
                    </a:ext>
                  </a:extLst>
                </a:gridCol>
                <a:gridCol w="800207">
                  <a:extLst>
                    <a:ext uri="{9D8B030D-6E8A-4147-A177-3AD203B41FA5}">
                      <a16:colId xmlns:a16="http://schemas.microsoft.com/office/drawing/2014/main" val="2007962719"/>
                    </a:ext>
                  </a:extLst>
                </a:gridCol>
                <a:gridCol w="800207">
                  <a:extLst>
                    <a:ext uri="{9D8B030D-6E8A-4147-A177-3AD203B41FA5}">
                      <a16:colId xmlns:a16="http://schemas.microsoft.com/office/drawing/2014/main" val="2530857358"/>
                    </a:ext>
                  </a:extLst>
                </a:gridCol>
                <a:gridCol w="800207">
                  <a:extLst>
                    <a:ext uri="{9D8B030D-6E8A-4147-A177-3AD203B41FA5}">
                      <a16:colId xmlns:a16="http://schemas.microsoft.com/office/drawing/2014/main" val="3330150921"/>
                    </a:ext>
                  </a:extLst>
                </a:gridCol>
                <a:gridCol w="800207">
                  <a:extLst>
                    <a:ext uri="{9D8B030D-6E8A-4147-A177-3AD203B41FA5}">
                      <a16:colId xmlns:a16="http://schemas.microsoft.com/office/drawing/2014/main" val="646416533"/>
                    </a:ext>
                  </a:extLst>
                </a:gridCol>
                <a:gridCol w="800207">
                  <a:extLst>
                    <a:ext uri="{9D8B030D-6E8A-4147-A177-3AD203B41FA5}">
                      <a16:colId xmlns:a16="http://schemas.microsoft.com/office/drawing/2014/main" val="603866281"/>
                    </a:ext>
                  </a:extLst>
                </a:gridCol>
              </a:tblGrid>
              <a:tr h="419100">
                <a:tc>
                  <a:txBody>
                    <a:bodyPr/>
                    <a:lstStyle/>
                    <a:p>
                      <a:r>
                        <a:rPr lang="en-US" sz="2000" smtClean="0"/>
                        <a:t>Diện</a:t>
                      </a:r>
                      <a:r>
                        <a:rPr lang="en-US" sz="2000" baseline="0" smtClean="0"/>
                        <a:t> tích</a:t>
                      </a:r>
                      <a:endParaRPr lang="en-US" sz="2000" b="0"/>
                    </a:p>
                  </a:txBody>
                  <a:tcPr/>
                </a:tc>
                <a:tc>
                  <a:txBody>
                    <a:bodyPr/>
                    <a:lstStyle/>
                    <a:p>
                      <a:r>
                        <a:rPr lang="en-US" sz="1800" smtClean="0"/>
                        <a:t>73.5</a:t>
                      </a:r>
                      <a:endParaRPr lang="en-US" sz="1800" b="0"/>
                    </a:p>
                  </a:txBody>
                  <a:tcPr/>
                </a:tc>
                <a:tc>
                  <a:txBody>
                    <a:bodyPr/>
                    <a:lstStyle/>
                    <a:p>
                      <a:r>
                        <a:rPr lang="en-US" sz="1800" smtClean="0"/>
                        <a:t>75</a:t>
                      </a:r>
                      <a:endParaRPr lang="en-US" sz="1800" b="0"/>
                    </a:p>
                  </a:txBody>
                  <a:tcPr/>
                </a:tc>
                <a:tc>
                  <a:txBody>
                    <a:bodyPr/>
                    <a:lstStyle/>
                    <a:p>
                      <a:r>
                        <a:rPr lang="en-US" sz="1800" smtClean="0"/>
                        <a:t>76.5</a:t>
                      </a:r>
                      <a:endParaRPr lang="en-US" sz="1800" b="0"/>
                    </a:p>
                  </a:txBody>
                  <a:tcPr/>
                </a:tc>
                <a:tc>
                  <a:txBody>
                    <a:bodyPr/>
                    <a:lstStyle/>
                    <a:p>
                      <a:r>
                        <a:rPr lang="en-US" sz="1800" smtClean="0"/>
                        <a:t>79</a:t>
                      </a:r>
                      <a:endParaRPr lang="en-US" sz="1800" b="0"/>
                    </a:p>
                  </a:txBody>
                  <a:tcPr/>
                </a:tc>
                <a:tc>
                  <a:txBody>
                    <a:bodyPr/>
                    <a:lstStyle/>
                    <a:p>
                      <a:r>
                        <a:rPr lang="en-US" sz="1800" smtClean="0"/>
                        <a:t>81.5</a:t>
                      </a:r>
                      <a:endParaRPr lang="en-US" sz="1800" b="0"/>
                    </a:p>
                  </a:txBody>
                  <a:tcPr/>
                </a:tc>
                <a:tc>
                  <a:txBody>
                    <a:bodyPr/>
                    <a:lstStyle/>
                    <a:p>
                      <a:r>
                        <a:rPr lang="en-US" sz="1800" smtClean="0"/>
                        <a:t>82.5</a:t>
                      </a:r>
                      <a:endParaRPr lang="en-US" sz="1800" b="0"/>
                    </a:p>
                  </a:txBody>
                  <a:tcPr/>
                </a:tc>
                <a:tc>
                  <a:txBody>
                    <a:bodyPr/>
                    <a:lstStyle/>
                    <a:p>
                      <a:r>
                        <a:rPr lang="en-US" sz="1800" smtClean="0"/>
                        <a:t>84</a:t>
                      </a:r>
                      <a:endParaRPr lang="en-US" sz="1800" b="0"/>
                    </a:p>
                  </a:txBody>
                  <a:tcPr/>
                </a:tc>
                <a:extLst>
                  <a:ext uri="{0D108BD9-81ED-4DB2-BD59-A6C34878D82A}">
                    <a16:rowId xmlns:a16="http://schemas.microsoft.com/office/drawing/2014/main" val="3531265272"/>
                  </a:ext>
                </a:extLst>
              </a:tr>
              <a:tr h="419100">
                <a:tc>
                  <a:txBody>
                    <a:bodyPr/>
                    <a:lstStyle/>
                    <a:p>
                      <a:r>
                        <a:rPr lang="en-US" sz="2000" smtClean="0"/>
                        <a:t>Giá</a:t>
                      </a:r>
                      <a:r>
                        <a:rPr lang="en-US" sz="2000" baseline="0" smtClean="0"/>
                        <a:t> (tỉ đồng)</a:t>
                      </a:r>
                      <a:endParaRPr lang="en-US" sz="2000" b="0"/>
                    </a:p>
                  </a:txBody>
                  <a:tcPr/>
                </a:tc>
                <a:tc>
                  <a:txBody>
                    <a:bodyPr/>
                    <a:lstStyle/>
                    <a:p>
                      <a:r>
                        <a:rPr lang="en-US" sz="1800" smtClean="0"/>
                        <a:t>1.49</a:t>
                      </a:r>
                      <a:endParaRPr lang="en-US" sz="1800" b="0"/>
                    </a:p>
                  </a:txBody>
                  <a:tcPr/>
                </a:tc>
                <a:tc>
                  <a:txBody>
                    <a:bodyPr/>
                    <a:lstStyle/>
                    <a:p>
                      <a:r>
                        <a:rPr lang="en-US" sz="1800" smtClean="0"/>
                        <a:t>1.5</a:t>
                      </a:r>
                      <a:endParaRPr lang="en-US" sz="1800" b="0"/>
                    </a:p>
                  </a:txBody>
                  <a:tcPr/>
                </a:tc>
                <a:tc>
                  <a:txBody>
                    <a:bodyPr/>
                    <a:lstStyle/>
                    <a:p>
                      <a:r>
                        <a:rPr lang="en-US" sz="1800" smtClean="0"/>
                        <a:t>1.51</a:t>
                      </a:r>
                      <a:endParaRPr lang="en-US" sz="1800" b="0"/>
                    </a:p>
                  </a:txBody>
                  <a:tcPr/>
                </a:tc>
                <a:tc>
                  <a:txBody>
                    <a:bodyPr/>
                    <a:lstStyle/>
                    <a:p>
                      <a:r>
                        <a:rPr lang="en-US" sz="1800" smtClean="0"/>
                        <a:t>1.54</a:t>
                      </a:r>
                      <a:endParaRPr lang="en-US" sz="1800" b="0"/>
                    </a:p>
                  </a:txBody>
                  <a:tcPr/>
                </a:tc>
                <a:tc>
                  <a:txBody>
                    <a:bodyPr/>
                    <a:lstStyle/>
                    <a:p>
                      <a:r>
                        <a:rPr lang="en-US" sz="1800" smtClean="0"/>
                        <a:t>1.58</a:t>
                      </a:r>
                      <a:endParaRPr lang="en-US" sz="1800" b="0"/>
                    </a:p>
                  </a:txBody>
                  <a:tcPr/>
                </a:tc>
                <a:tc>
                  <a:txBody>
                    <a:bodyPr/>
                    <a:lstStyle/>
                    <a:p>
                      <a:r>
                        <a:rPr lang="en-US" sz="1800" smtClean="0"/>
                        <a:t>1.59</a:t>
                      </a:r>
                      <a:endParaRPr lang="en-US" sz="1800" b="0"/>
                    </a:p>
                  </a:txBody>
                  <a:tcPr/>
                </a:tc>
                <a:tc>
                  <a:txBody>
                    <a:bodyPr/>
                    <a:lstStyle/>
                    <a:p>
                      <a:r>
                        <a:rPr lang="en-US" sz="1800" smtClean="0"/>
                        <a:t>1.6</a:t>
                      </a:r>
                      <a:endParaRPr lang="en-US" sz="1800" b="0"/>
                    </a:p>
                  </a:txBody>
                  <a:tcPr/>
                </a:tc>
                <a:extLst>
                  <a:ext uri="{0D108BD9-81ED-4DB2-BD59-A6C34878D82A}">
                    <a16:rowId xmlns:a16="http://schemas.microsoft.com/office/drawing/2014/main" val="2402150467"/>
                  </a:ext>
                </a:extLst>
              </a:tr>
              <a:tr h="419100">
                <a:tc>
                  <a:txBody>
                    <a:bodyPr/>
                    <a:lstStyle/>
                    <a:p>
                      <a:r>
                        <a:rPr lang="en-US" sz="2000" smtClean="0"/>
                        <a:t>Diện</a:t>
                      </a:r>
                      <a:r>
                        <a:rPr lang="en-US" sz="2000" baseline="0" smtClean="0"/>
                        <a:t> tích</a:t>
                      </a:r>
                      <a:endParaRPr lang="en-US" sz="2000" b="0"/>
                    </a:p>
                  </a:txBody>
                  <a:tcPr/>
                </a:tc>
                <a:tc>
                  <a:txBody>
                    <a:bodyPr/>
                    <a:lstStyle/>
                    <a:p>
                      <a:r>
                        <a:rPr lang="en-US" sz="1800" smtClean="0"/>
                        <a:t>85</a:t>
                      </a:r>
                      <a:endParaRPr lang="en-US" sz="1800" b="0"/>
                    </a:p>
                  </a:txBody>
                  <a:tcPr/>
                </a:tc>
                <a:tc>
                  <a:txBody>
                    <a:bodyPr/>
                    <a:lstStyle/>
                    <a:p>
                      <a:r>
                        <a:rPr lang="en-US" sz="1800" smtClean="0"/>
                        <a:t>86.5</a:t>
                      </a:r>
                      <a:endParaRPr lang="en-US" sz="1800" b="0"/>
                    </a:p>
                  </a:txBody>
                  <a:tcPr/>
                </a:tc>
                <a:tc>
                  <a:txBody>
                    <a:bodyPr/>
                    <a:lstStyle/>
                    <a:p>
                      <a:r>
                        <a:rPr lang="en-US" sz="1800" smtClean="0"/>
                        <a:t>87.5</a:t>
                      </a:r>
                      <a:endParaRPr lang="en-US" sz="1800" b="0"/>
                    </a:p>
                  </a:txBody>
                  <a:tcPr/>
                </a:tc>
                <a:tc>
                  <a:txBody>
                    <a:bodyPr/>
                    <a:lstStyle/>
                    <a:p>
                      <a:r>
                        <a:rPr lang="en-US" sz="1800" smtClean="0"/>
                        <a:t>89</a:t>
                      </a:r>
                      <a:endParaRPr lang="en-US" sz="1800" b="0"/>
                    </a:p>
                  </a:txBody>
                  <a:tcPr/>
                </a:tc>
                <a:tc>
                  <a:txBody>
                    <a:bodyPr/>
                    <a:lstStyle/>
                    <a:p>
                      <a:r>
                        <a:rPr lang="en-US" sz="1800" smtClean="0"/>
                        <a:t>90</a:t>
                      </a:r>
                      <a:endParaRPr lang="en-US" sz="1800" b="0"/>
                    </a:p>
                  </a:txBody>
                  <a:tcPr/>
                </a:tc>
                <a:tc>
                  <a:txBody>
                    <a:bodyPr/>
                    <a:lstStyle/>
                    <a:p>
                      <a:r>
                        <a:rPr lang="en-US" sz="1800" smtClean="0"/>
                        <a:t>91.5</a:t>
                      </a:r>
                      <a:endParaRPr lang="en-US" sz="1800" b="0"/>
                    </a:p>
                  </a:txBody>
                  <a:tcPr/>
                </a:tc>
                <a:tc>
                  <a:txBody>
                    <a:bodyPr/>
                    <a:lstStyle/>
                    <a:p>
                      <a:endParaRPr lang="en-US" sz="1800" b="0"/>
                    </a:p>
                  </a:txBody>
                  <a:tcPr/>
                </a:tc>
                <a:extLst>
                  <a:ext uri="{0D108BD9-81ED-4DB2-BD59-A6C34878D82A}">
                    <a16:rowId xmlns:a16="http://schemas.microsoft.com/office/drawing/2014/main" val="2727778311"/>
                  </a:ext>
                </a:extLst>
              </a:tr>
              <a:tr h="419100">
                <a:tc>
                  <a:txBody>
                    <a:bodyPr/>
                    <a:lstStyle/>
                    <a:p>
                      <a:r>
                        <a:rPr lang="en-US" sz="2000" smtClean="0"/>
                        <a:t>Giá (Tỉ</a:t>
                      </a:r>
                      <a:r>
                        <a:rPr lang="en-US" sz="2000" baseline="0" smtClean="0"/>
                        <a:t> đồng</a:t>
                      </a:r>
                      <a:endParaRPr lang="en-US" sz="2000" b="0"/>
                    </a:p>
                  </a:txBody>
                  <a:tcPr/>
                </a:tc>
                <a:tc>
                  <a:txBody>
                    <a:bodyPr/>
                    <a:lstStyle/>
                    <a:p>
                      <a:r>
                        <a:rPr lang="en-US" sz="1800" smtClean="0"/>
                        <a:t>1.62</a:t>
                      </a:r>
                      <a:endParaRPr lang="en-US" sz="1800" b="0"/>
                    </a:p>
                  </a:txBody>
                  <a:tcPr/>
                </a:tc>
                <a:tc>
                  <a:txBody>
                    <a:bodyPr/>
                    <a:lstStyle/>
                    <a:p>
                      <a:r>
                        <a:rPr lang="en-US" sz="1800" smtClean="0"/>
                        <a:t>1.63</a:t>
                      </a:r>
                      <a:endParaRPr lang="en-US" sz="1800" b="0"/>
                    </a:p>
                  </a:txBody>
                  <a:tcPr/>
                </a:tc>
                <a:tc>
                  <a:txBody>
                    <a:bodyPr/>
                    <a:lstStyle/>
                    <a:p>
                      <a:r>
                        <a:rPr lang="en-US" sz="1800" smtClean="0"/>
                        <a:t>1.64</a:t>
                      </a:r>
                      <a:endParaRPr lang="en-US" sz="1800" b="0"/>
                    </a:p>
                  </a:txBody>
                  <a:tcPr/>
                </a:tc>
                <a:tc>
                  <a:txBody>
                    <a:bodyPr/>
                    <a:lstStyle/>
                    <a:p>
                      <a:r>
                        <a:rPr lang="en-US" sz="1800" smtClean="0"/>
                        <a:t>1.66</a:t>
                      </a:r>
                      <a:endParaRPr lang="en-US" sz="1800" b="0"/>
                    </a:p>
                  </a:txBody>
                  <a:tcPr/>
                </a:tc>
                <a:tc>
                  <a:txBody>
                    <a:bodyPr/>
                    <a:lstStyle/>
                    <a:p>
                      <a:r>
                        <a:rPr lang="en-US" sz="1800" smtClean="0"/>
                        <a:t>1.67</a:t>
                      </a:r>
                      <a:endParaRPr lang="en-US" sz="1800" b="0"/>
                    </a:p>
                  </a:txBody>
                  <a:tcPr/>
                </a:tc>
                <a:tc>
                  <a:txBody>
                    <a:bodyPr/>
                    <a:lstStyle/>
                    <a:p>
                      <a:r>
                        <a:rPr lang="en-US" sz="1800" smtClean="0"/>
                        <a:t>1.68</a:t>
                      </a:r>
                      <a:endParaRPr lang="en-US" sz="1800" b="0"/>
                    </a:p>
                  </a:txBody>
                  <a:tcPr/>
                </a:tc>
                <a:tc>
                  <a:txBody>
                    <a:bodyPr/>
                    <a:lstStyle/>
                    <a:p>
                      <a:endParaRPr lang="en-US" sz="1800" b="0"/>
                    </a:p>
                  </a:txBody>
                  <a:tcPr/>
                </a:tc>
                <a:extLst>
                  <a:ext uri="{0D108BD9-81ED-4DB2-BD59-A6C34878D82A}">
                    <a16:rowId xmlns:a16="http://schemas.microsoft.com/office/drawing/2014/main" val="209114667"/>
                  </a:ext>
                </a:extLst>
              </a:tr>
            </a:tbl>
          </a:graphicData>
        </a:graphic>
      </p:graphicFrame>
    </p:spTree>
    <p:extLst>
      <p:ext uri="{BB962C8B-B14F-4D97-AF65-F5344CB8AC3E}">
        <p14:creationId xmlns:p14="http://schemas.microsoft.com/office/powerpoint/2010/main" val="366179700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0482" name="Rectangle 2"/>
          <p:cNvSpPr>
            <a:spLocks noGrp="1" noChangeArrowheads="1"/>
          </p:cNvSpPr>
          <p:nvPr>
            <p:ph type="title"/>
          </p:nvPr>
        </p:nvSpPr>
        <p:spPr>
          <a:xfrm>
            <a:off x="1676400" y="160859"/>
            <a:ext cx="8763000" cy="847990"/>
          </a:xfrm>
        </p:spPr>
        <p:txBody>
          <a:bodyPr/>
          <a:lstStyle/>
          <a:p>
            <a:r>
              <a:rPr lang="en-US" altLang="en-US" sz="2800" b="1">
                <a:solidFill>
                  <a:schemeClr val="accent6">
                    <a:lumMod val="75000"/>
                  </a:schemeClr>
                </a:solidFill>
              </a:rPr>
              <a:t>3.2.2. Hồi qui tuyến tính đa biến</a:t>
            </a:r>
          </a:p>
        </p:txBody>
      </p:sp>
      <p:sp>
        <p:nvSpPr>
          <p:cNvPr id="660483" name="Rectangle 3"/>
          <p:cNvSpPr>
            <a:spLocks noGrp="1" noChangeArrowheads="1"/>
          </p:cNvSpPr>
          <p:nvPr>
            <p:ph type="body" sz="half" idx="1"/>
          </p:nvPr>
        </p:nvSpPr>
        <p:spPr>
          <a:xfrm>
            <a:off x="457200" y="1104900"/>
            <a:ext cx="8229600" cy="4064000"/>
          </a:xfrm>
        </p:spPr>
        <p:txBody>
          <a:bodyPr/>
          <a:lstStyle/>
          <a:p>
            <a:pPr>
              <a:spcBef>
                <a:spcPct val="50000"/>
              </a:spcBef>
            </a:pPr>
            <a:r>
              <a:rPr lang="en-US" altLang="en-US" sz="2400"/>
              <a:t>Hồi qui tuyến tính đa biến: phân tích mối quan hệ giữa biến phụ thuộc (response/dependent variable) và hai hay nhiều biến độc lập (independent variables)</a:t>
            </a:r>
          </a:p>
        </p:txBody>
      </p:sp>
      <p:sp>
        <p:nvSpPr>
          <p:cNvPr id="8" name="Slide Number Placeholder 6"/>
          <p:cNvSpPr>
            <a:spLocks noGrp="1"/>
          </p:cNvSpPr>
          <p:nvPr>
            <p:ph type="sldNum" sz="quarter" idx="12"/>
          </p:nvPr>
        </p:nvSpPr>
        <p:spPr/>
        <p:txBody>
          <a:bodyPr/>
          <a:lstStyle/>
          <a:p>
            <a:fld id="{F2A69C5B-E9B4-40BB-BB10-5050D1C1CD68}" type="slidenum">
              <a:rPr lang="en-US" altLang="en-US"/>
              <a:pPr/>
              <a:t>19</a:t>
            </a:fld>
            <a:endParaRPr lang="en-US" altLang="en-US"/>
          </a:p>
        </p:txBody>
      </p:sp>
      <p:sp>
        <p:nvSpPr>
          <p:cNvPr id="660487" name="Text Box 7"/>
          <p:cNvSpPr txBox="1">
            <a:spLocks noChangeArrowheads="1"/>
          </p:cNvSpPr>
          <p:nvPr/>
        </p:nvSpPr>
        <p:spPr bwMode="auto">
          <a:xfrm>
            <a:off x="1355726" y="2705100"/>
            <a:ext cx="664527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800"/>
              <a:t>y</a:t>
            </a:r>
            <a:r>
              <a:rPr lang="en-US" altLang="en-US" sz="2800" baseline="-25000"/>
              <a:t>i</a:t>
            </a:r>
            <a:r>
              <a:rPr lang="en-US" altLang="en-US" sz="2800"/>
              <a:t> = b</a:t>
            </a:r>
            <a:r>
              <a:rPr lang="en-US" altLang="en-US" sz="2800" baseline="-25000"/>
              <a:t>0</a:t>
            </a:r>
            <a:r>
              <a:rPr lang="en-US" altLang="en-US" sz="2800"/>
              <a:t> + b</a:t>
            </a:r>
            <a:r>
              <a:rPr lang="en-US" altLang="en-US" sz="2800" baseline="-25000"/>
              <a:t>1</a:t>
            </a:r>
            <a:r>
              <a:rPr lang="en-US" altLang="en-US" sz="2800"/>
              <a:t>x</a:t>
            </a:r>
            <a:r>
              <a:rPr lang="en-US" altLang="en-US" sz="2800" baseline="-25000"/>
              <a:t>i1</a:t>
            </a:r>
            <a:r>
              <a:rPr lang="en-US" altLang="en-US" sz="2800"/>
              <a:t> + b</a:t>
            </a:r>
            <a:r>
              <a:rPr lang="en-US" altLang="en-US" sz="2800" baseline="-25000"/>
              <a:t>2</a:t>
            </a:r>
            <a:r>
              <a:rPr lang="en-US" altLang="en-US" sz="2800"/>
              <a:t>x</a:t>
            </a:r>
            <a:r>
              <a:rPr lang="en-US" altLang="en-US" sz="2800" baseline="-25000"/>
              <a:t>i2</a:t>
            </a:r>
            <a:r>
              <a:rPr lang="en-US" altLang="en-US" sz="2800"/>
              <a:t> + … + b</a:t>
            </a:r>
            <a:r>
              <a:rPr lang="en-US" altLang="en-US" sz="2800" baseline="-25000"/>
              <a:t>k</a:t>
            </a:r>
            <a:r>
              <a:rPr lang="en-US" altLang="en-US" sz="2800"/>
              <a:t>x</a:t>
            </a:r>
            <a:r>
              <a:rPr lang="en-US" altLang="en-US" sz="2800" baseline="-25000"/>
              <a:t>ik</a:t>
            </a:r>
            <a:r>
              <a:rPr lang="en-US" altLang="en-US" sz="2800"/>
              <a:t> </a:t>
            </a:r>
            <a:endParaRPr lang="el-GR" altLang="en-US" sz="2800"/>
          </a:p>
        </p:txBody>
      </p:sp>
      <p:sp>
        <p:nvSpPr>
          <p:cNvPr id="660488" name="Text Box 8"/>
          <p:cNvSpPr txBox="1">
            <a:spLocks noChangeArrowheads="1"/>
          </p:cNvSpPr>
          <p:nvPr/>
        </p:nvSpPr>
        <p:spPr bwMode="auto">
          <a:xfrm>
            <a:off x="1244600" y="3264575"/>
            <a:ext cx="6146800"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20000"/>
              </a:spcBef>
            </a:pPr>
            <a:r>
              <a:rPr lang="en-US" altLang="en-US"/>
              <a:t>i = 1..n với n là số đối tượng đã quan sát</a:t>
            </a:r>
          </a:p>
          <a:p>
            <a:pPr>
              <a:spcBef>
                <a:spcPct val="20000"/>
              </a:spcBef>
            </a:pPr>
            <a:r>
              <a:rPr lang="en-US" altLang="en-US"/>
              <a:t>k = số biến độc lập (số thuộc tính/tiêu chí/yếu tố…)</a:t>
            </a:r>
          </a:p>
          <a:p>
            <a:pPr>
              <a:spcBef>
                <a:spcPct val="20000"/>
              </a:spcBef>
            </a:pPr>
            <a:r>
              <a:rPr lang="en-US" altLang="en-US"/>
              <a:t>Y = biến phụ thuộc</a:t>
            </a:r>
          </a:p>
          <a:p>
            <a:pPr>
              <a:spcBef>
                <a:spcPct val="20000"/>
              </a:spcBef>
            </a:pPr>
            <a:r>
              <a:rPr lang="en-US" altLang="en-US"/>
              <a:t>X = biến độc lập</a:t>
            </a:r>
          </a:p>
          <a:p>
            <a:pPr>
              <a:spcBef>
                <a:spcPct val="20000"/>
              </a:spcBef>
            </a:pPr>
            <a:r>
              <a:rPr lang="en-US" altLang="en-US"/>
              <a:t>b</a:t>
            </a:r>
            <a:r>
              <a:rPr lang="en-US" altLang="en-US" baseline="-25000"/>
              <a:t>0</a:t>
            </a:r>
            <a:r>
              <a:rPr lang="en-US" altLang="en-US"/>
              <a:t> = trị của Y khi X = 0</a:t>
            </a:r>
          </a:p>
          <a:p>
            <a:pPr>
              <a:spcBef>
                <a:spcPct val="20000"/>
              </a:spcBef>
            </a:pPr>
            <a:r>
              <a:rPr lang="en-US" altLang="en-US"/>
              <a:t>b</a:t>
            </a:r>
            <a:r>
              <a:rPr lang="en-US" altLang="en-US" baseline="-25000"/>
              <a:t>1..k</a:t>
            </a:r>
            <a:r>
              <a:rPr lang="en-US" altLang="en-US"/>
              <a:t> = trị của các hệ số hồi qui</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6626" name="Rectangle 2"/>
          <p:cNvSpPr>
            <a:spLocks noGrp="1" noChangeArrowheads="1"/>
          </p:cNvSpPr>
          <p:nvPr>
            <p:ph type="title"/>
          </p:nvPr>
        </p:nvSpPr>
        <p:spPr/>
        <p:txBody>
          <a:bodyPr/>
          <a:lstStyle/>
          <a:p>
            <a:r>
              <a:rPr lang="en-US" altLang="en-US"/>
              <a:t>3.2.2. Hồi qui tuyến tính đa biến</a:t>
            </a:r>
          </a:p>
        </p:txBody>
      </p:sp>
      <p:sp>
        <p:nvSpPr>
          <p:cNvPr id="10" name="Slide Number Placeholder 5"/>
          <p:cNvSpPr>
            <a:spLocks noGrp="1"/>
          </p:cNvSpPr>
          <p:nvPr>
            <p:ph type="sldNum" sz="quarter" idx="12"/>
          </p:nvPr>
        </p:nvSpPr>
        <p:spPr/>
        <p:txBody>
          <a:bodyPr/>
          <a:lstStyle/>
          <a:p>
            <a:fld id="{592D5747-3CF0-46B8-8855-116D0C2E19D6}" type="slidenum">
              <a:rPr lang="en-US" altLang="en-US"/>
              <a:pPr/>
              <a:t>20</a:t>
            </a:fld>
            <a:endParaRPr lang="en-US" altLang="en-US"/>
          </a:p>
        </p:txBody>
      </p:sp>
      <p:graphicFrame>
        <p:nvGraphicFramePr>
          <p:cNvPr id="666628" name="Object 4"/>
          <p:cNvGraphicFramePr>
            <a:graphicFrameLocks noChangeAspect="1"/>
          </p:cNvGraphicFramePr>
          <p:nvPr/>
        </p:nvGraphicFramePr>
        <p:xfrm>
          <a:off x="3276600" y="1586178"/>
          <a:ext cx="4572000" cy="486833"/>
        </p:xfrm>
        <a:graphic>
          <a:graphicData uri="http://schemas.openxmlformats.org/presentationml/2006/ole">
            <mc:AlternateContent xmlns:mc="http://schemas.openxmlformats.org/markup-compatibility/2006">
              <mc:Choice xmlns:v="urn:schemas-microsoft-com:vml" Requires="v">
                <p:oleObj spid="_x0000_s666780" name="Equation" r:id="rId4" imgW="1790640" imgH="228600" progId="Equation.DSMT4">
                  <p:embed/>
                </p:oleObj>
              </mc:Choice>
              <mc:Fallback>
                <p:oleObj name="Equation" r:id="rId4" imgW="1790640" imgH="228600" progId="Equation.DSMT4">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76600" y="1586178"/>
                        <a:ext cx="4572000" cy="48683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66629" name="Object 5"/>
          <p:cNvGraphicFramePr>
            <a:graphicFrameLocks noChangeAspect="1"/>
          </p:cNvGraphicFramePr>
          <p:nvPr/>
        </p:nvGraphicFramePr>
        <p:xfrm>
          <a:off x="3429001" y="2540000"/>
          <a:ext cx="2720975" cy="567532"/>
        </p:xfrm>
        <a:graphic>
          <a:graphicData uri="http://schemas.openxmlformats.org/presentationml/2006/ole">
            <mc:AlternateContent xmlns:mc="http://schemas.openxmlformats.org/markup-compatibility/2006">
              <mc:Choice xmlns:v="urn:schemas-microsoft-com:vml" Requires="v">
                <p:oleObj spid="_x0000_s666781" name="Equation" r:id="rId6" imgW="1066680" imgH="266400" progId="Equation.3">
                  <p:embed/>
                </p:oleObj>
              </mc:Choice>
              <mc:Fallback>
                <p:oleObj name="Equation" r:id="rId6" imgW="1066680" imgH="266400"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29001" y="2540000"/>
                        <a:ext cx="2720975" cy="5675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66630" name="Object 6"/>
          <p:cNvGraphicFramePr>
            <a:graphicFrameLocks noChangeAspect="1"/>
          </p:cNvGraphicFramePr>
          <p:nvPr/>
        </p:nvGraphicFramePr>
        <p:xfrm>
          <a:off x="1676400" y="3737241"/>
          <a:ext cx="6096000" cy="1451239"/>
        </p:xfrm>
        <a:graphic>
          <a:graphicData uri="http://schemas.openxmlformats.org/presentationml/2006/ole">
            <mc:AlternateContent xmlns:mc="http://schemas.openxmlformats.org/markup-compatibility/2006">
              <mc:Choice xmlns:v="urn:schemas-microsoft-com:vml" Requires="v">
                <p:oleObj spid="_x0000_s666782" name="Equation" r:id="rId8" imgW="3288960" imgH="939600" progId="Equation.DSMT4">
                  <p:embed/>
                </p:oleObj>
              </mc:Choice>
              <mc:Fallback>
                <p:oleObj name="Equation" r:id="rId8" imgW="3288960" imgH="939600" progId="Equation.DSMT4">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76400" y="3737241"/>
                        <a:ext cx="6096000" cy="145123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66631" name="Text Box 7"/>
          <p:cNvSpPr txBox="1">
            <a:spLocks noChangeArrowheads="1"/>
          </p:cNvSpPr>
          <p:nvPr/>
        </p:nvSpPr>
        <p:spPr bwMode="auto">
          <a:xfrm>
            <a:off x="517526" y="1677459"/>
            <a:ext cx="239828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Trị ước lượng của Y</a:t>
            </a:r>
          </a:p>
        </p:txBody>
      </p:sp>
      <p:sp>
        <p:nvSpPr>
          <p:cNvPr id="666632" name="Text Box 8"/>
          <p:cNvSpPr txBox="1">
            <a:spLocks noChangeArrowheads="1"/>
          </p:cNvSpPr>
          <p:nvPr/>
        </p:nvSpPr>
        <p:spPr bwMode="auto">
          <a:xfrm>
            <a:off x="593726" y="2693459"/>
            <a:ext cx="230187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t>Trị ước lượng của bộ thông số b</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77890" name="Rectangle 2"/>
          <p:cNvSpPr>
            <a:spLocks noGrp="1" noChangeArrowheads="1"/>
          </p:cNvSpPr>
          <p:nvPr>
            <p:ph type="title"/>
          </p:nvPr>
        </p:nvSpPr>
        <p:spPr>
          <a:xfrm>
            <a:off x="457200" y="104510"/>
            <a:ext cx="7848600" cy="847990"/>
          </a:xfrm>
        </p:spPr>
        <p:txBody>
          <a:bodyPr/>
          <a:lstStyle/>
          <a:p>
            <a:r>
              <a:rPr lang="en-US" altLang="en-US" sz="3600">
                <a:solidFill>
                  <a:srgbClr val="FF0000"/>
                </a:solidFill>
              </a:rPr>
              <a:t>3.2.2. Hồi qui tuyến tính đa biến</a:t>
            </a:r>
          </a:p>
        </p:txBody>
      </p:sp>
      <p:sp>
        <p:nvSpPr>
          <p:cNvPr id="677891" name="Rectangle 3"/>
          <p:cNvSpPr>
            <a:spLocks noGrp="1" noChangeArrowheads="1"/>
          </p:cNvSpPr>
          <p:nvPr>
            <p:ph idx="1"/>
          </p:nvPr>
        </p:nvSpPr>
        <p:spPr>
          <a:xfrm>
            <a:off x="457200" y="1397000"/>
            <a:ext cx="8458200" cy="4064000"/>
          </a:xfrm>
        </p:spPr>
        <p:txBody>
          <a:bodyPr/>
          <a:lstStyle/>
          <a:p>
            <a:pPr algn="just"/>
            <a:r>
              <a:rPr lang="en-US" altLang="en-US" sz="2400" u="sng"/>
              <a:t>Example:</a:t>
            </a:r>
            <a:r>
              <a:rPr lang="en-US" altLang="en-US" sz="2400"/>
              <a:t> a sales manager of Tackey Toys, needs to </a:t>
            </a:r>
            <a:r>
              <a:rPr lang="en-US" altLang="en-US" sz="2400">
                <a:solidFill>
                  <a:srgbClr val="F40C49"/>
                </a:solidFill>
              </a:rPr>
              <a:t>predict sales</a:t>
            </a:r>
            <a:r>
              <a:rPr lang="en-US" altLang="en-US" sz="2400"/>
              <a:t> of Tackey products in selected market area. He believes that </a:t>
            </a:r>
            <a:r>
              <a:rPr lang="en-US" altLang="en-US" sz="2400">
                <a:solidFill>
                  <a:srgbClr val="000099"/>
                </a:solidFill>
              </a:rPr>
              <a:t>advertising expenditures</a:t>
            </a:r>
            <a:r>
              <a:rPr lang="en-US" altLang="en-US" sz="2400"/>
              <a:t> and </a:t>
            </a:r>
            <a:r>
              <a:rPr lang="en-US" altLang="en-US" sz="2400">
                <a:solidFill>
                  <a:srgbClr val="000099"/>
                </a:solidFill>
              </a:rPr>
              <a:t>the population in each market area</a:t>
            </a:r>
            <a:r>
              <a:rPr lang="en-US" altLang="en-US" sz="2400"/>
              <a:t> can be used to predict sales. He gathered sample of toy sales, advertising expenditures and the population as below. </a:t>
            </a:r>
            <a:r>
              <a:rPr lang="en-US" altLang="en-US" sz="2400">
                <a:solidFill>
                  <a:srgbClr val="A50021"/>
                </a:solidFill>
              </a:rPr>
              <a:t>Find the linear multiple regression equation which the best fit to the data.</a:t>
            </a:r>
            <a:r>
              <a:rPr lang="en-US" altLang="en-US" sz="2400"/>
              <a:t> </a:t>
            </a:r>
          </a:p>
        </p:txBody>
      </p:sp>
      <p:sp>
        <p:nvSpPr>
          <p:cNvPr id="6" name="Slide Number Placeholder 5"/>
          <p:cNvSpPr>
            <a:spLocks noGrp="1"/>
          </p:cNvSpPr>
          <p:nvPr>
            <p:ph type="sldNum" sz="quarter" idx="12"/>
          </p:nvPr>
        </p:nvSpPr>
        <p:spPr/>
        <p:txBody>
          <a:bodyPr/>
          <a:lstStyle/>
          <a:p>
            <a:fld id="{A7100F8C-F2FC-4438-9D36-D037B037EB65}" type="slidenum">
              <a:rPr lang="en-US" altLang="en-US"/>
              <a:pPr/>
              <a:t>21</a:t>
            </a:fld>
            <a:endParaRPr lang="en-US" altLang="en-US"/>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75842" name="Rectangle 2"/>
          <p:cNvSpPr>
            <a:spLocks noGrp="1" noChangeArrowheads="1"/>
          </p:cNvSpPr>
          <p:nvPr>
            <p:ph type="title"/>
          </p:nvPr>
        </p:nvSpPr>
        <p:spPr>
          <a:xfrm>
            <a:off x="304800" y="63500"/>
            <a:ext cx="7848600" cy="847990"/>
          </a:xfrm>
        </p:spPr>
        <p:txBody>
          <a:bodyPr/>
          <a:lstStyle/>
          <a:p>
            <a:r>
              <a:rPr lang="en-US" altLang="en-US" sz="3600">
                <a:solidFill>
                  <a:srgbClr val="FF0000"/>
                </a:solidFill>
              </a:rPr>
              <a:t>3.2.2. Hồi qui tuyến tính đa biến</a:t>
            </a:r>
          </a:p>
        </p:txBody>
      </p:sp>
      <p:graphicFrame>
        <p:nvGraphicFramePr>
          <p:cNvPr id="675900" name="Group 60"/>
          <p:cNvGraphicFramePr>
            <a:graphicFrameLocks noGrp="1"/>
          </p:cNvGraphicFramePr>
          <p:nvPr>
            <p:ph type="tbl" idx="1"/>
          </p:nvPr>
        </p:nvGraphicFramePr>
        <p:xfrm>
          <a:off x="304800" y="1841500"/>
          <a:ext cx="8610600" cy="2407920"/>
        </p:xfrm>
        <a:graphic>
          <a:graphicData uri="http://schemas.openxmlformats.org/drawingml/2006/table">
            <a:tbl>
              <a:tblPr/>
              <a:tblGrid>
                <a:gridCol w="1344613">
                  <a:extLst>
                    <a:ext uri="{9D8B030D-6E8A-4147-A177-3AD203B41FA5}">
                      <a16:colId xmlns:a16="http://schemas.microsoft.com/office/drawing/2014/main" val="20000"/>
                    </a:ext>
                  </a:extLst>
                </a:gridCol>
                <a:gridCol w="2540000">
                  <a:extLst>
                    <a:ext uri="{9D8B030D-6E8A-4147-A177-3AD203B41FA5}">
                      <a16:colId xmlns:a16="http://schemas.microsoft.com/office/drawing/2014/main" val="20001"/>
                    </a:ext>
                  </a:extLst>
                </a:gridCol>
                <a:gridCol w="1943100">
                  <a:extLst>
                    <a:ext uri="{9D8B030D-6E8A-4147-A177-3AD203B41FA5}">
                      <a16:colId xmlns:a16="http://schemas.microsoft.com/office/drawing/2014/main" val="20002"/>
                    </a:ext>
                  </a:extLst>
                </a:gridCol>
                <a:gridCol w="2782887">
                  <a:extLst>
                    <a:ext uri="{9D8B030D-6E8A-4147-A177-3AD203B41FA5}">
                      <a16:colId xmlns:a16="http://schemas.microsoft.com/office/drawing/2014/main" val="20003"/>
                    </a:ext>
                  </a:extLst>
                </a:gridCol>
              </a:tblGrid>
              <a:tr h="579120">
                <a:tc>
                  <a:txBody>
                    <a:bodyPr/>
                    <a:lstStyle>
                      <a:lvl1pPr>
                        <a:spcBef>
                          <a:spcPct val="20000"/>
                        </a:spcBef>
                        <a:buClr>
                          <a:srgbClr val="0000CA"/>
                        </a:buClr>
                        <a:buSzPct val="75000"/>
                        <a:buFont typeface="Wingdings" pitchFamily="2" charset="2"/>
                        <a:defRPr sz="2400">
                          <a:solidFill>
                            <a:schemeClr val="tx1"/>
                          </a:solidFill>
                          <a:latin typeface="Verdana" pitchFamily="34" charset="0"/>
                        </a:defRPr>
                      </a:lvl1pPr>
                      <a:lvl2pPr marL="471488">
                        <a:spcBef>
                          <a:spcPct val="20000"/>
                        </a:spcBef>
                        <a:buClr>
                          <a:srgbClr val="0000CA"/>
                        </a:buClr>
                        <a:buSzPct val="75000"/>
                        <a:buFont typeface="Wingdings" pitchFamily="2" charset="2"/>
                        <a:defRPr sz="2000">
                          <a:solidFill>
                            <a:schemeClr val="tx1"/>
                          </a:solidFill>
                          <a:latin typeface="Verdana" pitchFamily="34" charset="0"/>
                        </a:defRPr>
                      </a:lvl2pPr>
                      <a:lvl3pPr marL="909638">
                        <a:spcBef>
                          <a:spcPct val="20000"/>
                        </a:spcBef>
                        <a:buClr>
                          <a:srgbClr val="0000CA"/>
                        </a:buClr>
                        <a:buSzPct val="65000"/>
                        <a:buFont typeface="Wingdings" pitchFamily="2" charset="2"/>
                        <a:defRPr>
                          <a:solidFill>
                            <a:schemeClr val="tx1"/>
                          </a:solidFill>
                          <a:latin typeface="Verdana" pitchFamily="34" charset="0"/>
                        </a:defRPr>
                      </a:lvl3pPr>
                      <a:lvl4pPr marL="1389063">
                        <a:spcBef>
                          <a:spcPct val="20000"/>
                        </a:spcBef>
                        <a:buClr>
                          <a:srgbClr val="0000CA"/>
                        </a:buClr>
                        <a:buFont typeface="Wingdings" pitchFamily="2" charset="2"/>
                        <a:defRPr sz="1600">
                          <a:solidFill>
                            <a:schemeClr val="tx1"/>
                          </a:solidFill>
                          <a:latin typeface="Verdana" pitchFamily="34" charset="0"/>
                        </a:defRPr>
                      </a:lvl4pPr>
                      <a:lvl5pPr>
                        <a:spcBef>
                          <a:spcPct val="20000"/>
                        </a:spcBef>
                        <a:buClr>
                          <a:srgbClr val="0000CA"/>
                        </a:buClr>
                        <a:buSzPct val="80000"/>
                        <a:buFont typeface="Wingdings" pitchFamily="2" charset="2"/>
                        <a:defRPr sz="1600">
                          <a:solidFill>
                            <a:schemeClr val="tx1"/>
                          </a:solidFill>
                          <a:latin typeface="Verdana" pitchFamily="34" charset="0"/>
                        </a:defRPr>
                      </a:lvl5pPr>
                      <a:lvl6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6pPr>
                      <a:lvl7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7pPr>
                      <a:lvl8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8pPr>
                      <a:lvl9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9pPr>
                    </a:lstStyle>
                    <a:p>
                      <a:pPr marL="0" marR="0" lvl="0" indent="0" algn="ctr" defTabSz="914400" rtl="0" eaLnBrk="1" fontAlgn="base" latinLnBrk="0" hangingPunct="1">
                        <a:lnSpc>
                          <a:spcPct val="100000"/>
                        </a:lnSpc>
                        <a:spcBef>
                          <a:spcPct val="20000"/>
                        </a:spcBef>
                        <a:spcAft>
                          <a:spcPct val="0"/>
                        </a:spcAft>
                        <a:buClr>
                          <a:srgbClr val="0000CA"/>
                        </a:buClr>
                        <a:buSzPct val="75000"/>
                        <a:buFont typeface="Wingdings" pitchFamily="2" charset="2"/>
                        <a:buNone/>
                        <a:tabLst/>
                      </a:pPr>
                      <a:r>
                        <a:rPr kumimoji="0" lang="en-US" altLang="en-US" sz="1500" b="0" i="0" u="none" strike="noStrike" cap="none" normalizeH="0" baseline="0" smtClean="0">
                          <a:ln>
                            <a:noFill/>
                          </a:ln>
                          <a:solidFill>
                            <a:schemeClr val="tx1"/>
                          </a:solidFill>
                          <a:effectLst/>
                          <a:latin typeface="Times New Roman" pitchFamily="18" charset="0"/>
                        </a:rPr>
                        <a:t>Market Area</a:t>
                      </a:r>
                    </a:p>
                  </a:txBody>
                  <a:tcPr marT="38100" marB="381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00CA"/>
                        </a:buClr>
                        <a:buSzPct val="75000"/>
                        <a:buFont typeface="Wingdings" pitchFamily="2" charset="2"/>
                        <a:defRPr sz="2400">
                          <a:solidFill>
                            <a:schemeClr val="tx1"/>
                          </a:solidFill>
                          <a:latin typeface="Verdana" pitchFamily="34" charset="0"/>
                        </a:defRPr>
                      </a:lvl1pPr>
                      <a:lvl2pPr marL="471488">
                        <a:spcBef>
                          <a:spcPct val="20000"/>
                        </a:spcBef>
                        <a:buClr>
                          <a:srgbClr val="0000CA"/>
                        </a:buClr>
                        <a:buSzPct val="75000"/>
                        <a:buFont typeface="Wingdings" pitchFamily="2" charset="2"/>
                        <a:defRPr sz="2000">
                          <a:solidFill>
                            <a:schemeClr val="tx1"/>
                          </a:solidFill>
                          <a:latin typeface="Verdana" pitchFamily="34" charset="0"/>
                        </a:defRPr>
                      </a:lvl2pPr>
                      <a:lvl3pPr marL="909638">
                        <a:spcBef>
                          <a:spcPct val="20000"/>
                        </a:spcBef>
                        <a:buClr>
                          <a:srgbClr val="0000CA"/>
                        </a:buClr>
                        <a:buSzPct val="65000"/>
                        <a:buFont typeface="Wingdings" pitchFamily="2" charset="2"/>
                        <a:defRPr>
                          <a:solidFill>
                            <a:schemeClr val="tx1"/>
                          </a:solidFill>
                          <a:latin typeface="Verdana" pitchFamily="34" charset="0"/>
                        </a:defRPr>
                      </a:lvl3pPr>
                      <a:lvl4pPr marL="1389063">
                        <a:spcBef>
                          <a:spcPct val="20000"/>
                        </a:spcBef>
                        <a:buClr>
                          <a:srgbClr val="0000CA"/>
                        </a:buClr>
                        <a:buFont typeface="Wingdings" pitchFamily="2" charset="2"/>
                        <a:defRPr sz="1600">
                          <a:solidFill>
                            <a:schemeClr val="tx1"/>
                          </a:solidFill>
                          <a:latin typeface="Verdana" pitchFamily="34" charset="0"/>
                        </a:defRPr>
                      </a:lvl4pPr>
                      <a:lvl5pPr>
                        <a:spcBef>
                          <a:spcPct val="20000"/>
                        </a:spcBef>
                        <a:buClr>
                          <a:srgbClr val="0000CA"/>
                        </a:buClr>
                        <a:buSzPct val="80000"/>
                        <a:buFont typeface="Wingdings" pitchFamily="2" charset="2"/>
                        <a:defRPr sz="1600">
                          <a:solidFill>
                            <a:schemeClr val="tx1"/>
                          </a:solidFill>
                          <a:latin typeface="Verdana" pitchFamily="34" charset="0"/>
                        </a:defRPr>
                      </a:lvl5pPr>
                      <a:lvl6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6pPr>
                      <a:lvl7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7pPr>
                      <a:lvl8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8pPr>
                      <a:lvl9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9pPr>
                    </a:lstStyle>
                    <a:p>
                      <a:pPr marL="0" marR="0" lvl="0" indent="0" algn="ctr" defTabSz="914400" rtl="0" eaLnBrk="1" fontAlgn="base" latinLnBrk="0" hangingPunct="1">
                        <a:lnSpc>
                          <a:spcPct val="100000"/>
                        </a:lnSpc>
                        <a:spcBef>
                          <a:spcPct val="20000"/>
                        </a:spcBef>
                        <a:spcAft>
                          <a:spcPct val="0"/>
                        </a:spcAft>
                        <a:buClr>
                          <a:srgbClr val="0000CA"/>
                        </a:buClr>
                        <a:buSzPct val="75000"/>
                        <a:buFont typeface="Wingdings" pitchFamily="2" charset="2"/>
                        <a:buNone/>
                        <a:tabLst/>
                      </a:pPr>
                      <a:r>
                        <a:rPr kumimoji="0" lang="en-US" altLang="en-US" sz="1500" b="0" i="0" u="none" strike="noStrike" cap="none" normalizeH="0" baseline="0" smtClean="0">
                          <a:ln>
                            <a:noFill/>
                          </a:ln>
                          <a:solidFill>
                            <a:schemeClr val="tx1"/>
                          </a:solidFill>
                          <a:effectLst/>
                          <a:latin typeface="Times New Roman" pitchFamily="18" charset="0"/>
                        </a:rPr>
                        <a:t>Advertising Expenditures (Thousands of Dollars) </a:t>
                      </a:r>
                      <a:r>
                        <a:rPr kumimoji="0" lang="en-US" altLang="en-US" sz="1700" b="0" i="1" u="none" strike="noStrike" cap="none" normalizeH="0" baseline="0" smtClean="0">
                          <a:ln>
                            <a:noFill/>
                          </a:ln>
                          <a:solidFill>
                            <a:schemeClr val="tx1"/>
                          </a:solidFill>
                          <a:effectLst/>
                          <a:latin typeface="Times New Roman" pitchFamily="18" charset="0"/>
                        </a:rPr>
                        <a:t>x</a:t>
                      </a:r>
                      <a:r>
                        <a:rPr kumimoji="0" lang="en-US" altLang="en-US" sz="800" b="0" i="0" u="none" strike="noStrike" cap="none" normalizeH="0" baseline="0" smtClean="0">
                          <a:ln>
                            <a:noFill/>
                          </a:ln>
                          <a:solidFill>
                            <a:schemeClr val="tx1"/>
                          </a:solidFill>
                          <a:effectLst/>
                          <a:latin typeface="Times New Roman" pitchFamily="18" charset="0"/>
                        </a:rPr>
                        <a:t>1</a:t>
                      </a:r>
                    </a:p>
                  </a:txBody>
                  <a:tcPr marT="38100" marB="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00CA"/>
                        </a:buClr>
                        <a:buSzPct val="75000"/>
                        <a:buFont typeface="Wingdings" pitchFamily="2" charset="2"/>
                        <a:defRPr sz="2400">
                          <a:solidFill>
                            <a:schemeClr val="tx1"/>
                          </a:solidFill>
                          <a:latin typeface="Verdana" pitchFamily="34" charset="0"/>
                        </a:defRPr>
                      </a:lvl1pPr>
                      <a:lvl2pPr marL="471488">
                        <a:spcBef>
                          <a:spcPct val="20000"/>
                        </a:spcBef>
                        <a:buClr>
                          <a:srgbClr val="0000CA"/>
                        </a:buClr>
                        <a:buSzPct val="75000"/>
                        <a:buFont typeface="Wingdings" pitchFamily="2" charset="2"/>
                        <a:defRPr sz="2000">
                          <a:solidFill>
                            <a:schemeClr val="tx1"/>
                          </a:solidFill>
                          <a:latin typeface="Verdana" pitchFamily="34" charset="0"/>
                        </a:defRPr>
                      </a:lvl2pPr>
                      <a:lvl3pPr marL="909638">
                        <a:spcBef>
                          <a:spcPct val="20000"/>
                        </a:spcBef>
                        <a:buClr>
                          <a:srgbClr val="0000CA"/>
                        </a:buClr>
                        <a:buSzPct val="65000"/>
                        <a:buFont typeface="Wingdings" pitchFamily="2" charset="2"/>
                        <a:defRPr>
                          <a:solidFill>
                            <a:schemeClr val="tx1"/>
                          </a:solidFill>
                          <a:latin typeface="Verdana" pitchFamily="34" charset="0"/>
                        </a:defRPr>
                      </a:lvl3pPr>
                      <a:lvl4pPr marL="1389063">
                        <a:spcBef>
                          <a:spcPct val="20000"/>
                        </a:spcBef>
                        <a:buClr>
                          <a:srgbClr val="0000CA"/>
                        </a:buClr>
                        <a:buFont typeface="Wingdings" pitchFamily="2" charset="2"/>
                        <a:defRPr sz="1600">
                          <a:solidFill>
                            <a:schemeClr val="tx1"/>
                          </a:solidFill>
                          <a:latin typeface="Verdana" pitchFamily="34" charset="0"/>
                        </a:defRPr>
                      </a:lvl4pPr>
                      <a:lvl5pPr>
                        <a:spcBef>
                          <a:spcPct val="20000"/>
                        </a:spcBef>
                        <a:buClr>
                          <a:srgbClr val="0000CA"/>
                        </a:buClr>
                        <a:buSzPct val="80000"/>
                        <a:buFont typeface="Wingdings" pitchFamily="2" charset="2"/>
                        <a:defRPr sz="1600">
                          <a:solidFill>
                            <a:schemeClr val="tx1"/>
                          </a:solidFill>
                          <a:latin typeface="Verdana" pitchFamily="34" charset="0"/>
                        </a:defRPr>
                      </a:lvl5pPr>
                      <a:lvl6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6pPr>
                      <a:lvl7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7pPr>
                      <a:lvl8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8pPr>
                      <a:lvl9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9pPr>
                    </a:lstStyle>
                    <a:p>
                      <a:pPr marL="0" marR="0" lvl="0" indent="0" algn="ctr" defTabSz="914400" rtl="0" eaLnBrk="1" fontAlgn="base" latinLnBrk="0" hangingPunct="1">
                        <a:lnSpc>
                          <a:spcPct val="100000"/>
                        </a:lnSpc>
                        <a:spcBef>
                          <a:spcPct val="20000"/>
                        </a:spcBef>
                        <a:spcAft>
                          <a:spcPct val="0"/>
                        </a:spcAft>
                        <a:buClr>
                          <a:srgbClr val="0000CA"/>
                        </a:buClr>
                        <a:buSzPct val="75000"/>
                        <a:buFont typeface="Wingdings" pitchFamily="2" charset="2"/>
                        <a:buNone/>
                        <a:tabLst/>
                      </a:pPr>
                      <a:r>
                        <a:rPr kumimoji="0" lang="en-US" altLang="en-US" sz="1500" b="0" i="0" u="none" strike="noStrike" cap="none" normalizeH="0" baseline="0" smtClean="0">
                          <a:ln>
                            <a:noFill/>
                          </a:ln>
                          <a:solidFill>
                            <a:schemeClr val="tx1"/>
                          </a:solidFill>
                          <a:effectLst/>
                          <a:latin typeface="Times New Roman" pitchFamily="18" charset="0"/>
                        </a:rPr>
                        <a:t>Population (Thousands) </a:t>
                      </a:r>
                      <a:r>
                        <a:rPr kumimoji="0" lang="en-US" altLang="en-US" sz="1700" b="0" i="1" u="none" strike="noStrike" cap="none" normalizeH="0" baseline="0" smtClean="0">
                          <a:ln>
                            <a:noFill/>
                          </a:ln>
                          <a:solidFill>
                            <a:schemeClr val="tx1"/>
                          </a:solidFill>
                          <a:effectLst/>
                          <a:latin typeface="Times New Roman" pitchFamily="18" charset="0"/>
                        </a:rPr>
                        <a:t>x</a:t>
                      </a:r>
                      <a:r>
                        <a:rPr kumimoji="0" lang="en-US" altLang="en-US" sz="800" b="0" i="0" u="none" strike="noStrike" cap="none" normalizeH="0" baseline="0" smtClean="0">
                          <a:ln>
                            <a:noFill/>
                          </a:ln>
                          <a:solidFill>
                            <a:schemeClr val="tx1"/>
                          </a:solidFill>
                          <a:effectLst/>
                          <a:latin typeface="Times New Roman" pitchFamily="18" charset="0"/>
                        </a:rPr>
                        <a:t>2</a:t>
                      </a:r>
                    </a:p>
                  </a:txBody>
                  <a:tcPr marT="38100" marB="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00CA"/>
                        </a:buClr>
                        <a:buSzPct val="75000"/>
                        <a:buFont typeface="Wingdings" pitchFamily="2" charset="2"/>
                        <a:defRPr sz="2400">
                          <a:solidFill>
                            <a:schemeClr val="tx1"/>
                          </a:solidFill>
                          <a:latin typeface="Verdana" pitchFamily="34" charset="0"/>
                        </a:defRPr>
                      </a:lvl1pPr>
                      <a:lvl2pPr marL="471488">
                        <a:spcBef>
                          <a:spcPct val="20000"/>
                        </a:spcBef>
                        <a:buClr>
                          <a:srgbClr val="0000CA"/>
                        </a:buClr>
                        <a:buSzPct val="75000"/>
                        <a:buFont typeface="Wingdings" pitchFamily="2" charset="2"/>
                        <a:defRPr sz="2000">
                          <a:solidFill>
                            <a:schemeClr val="tx1"/>
                          </a:solidFill>
                          <a:latin typeface="Verdana" pitchFamily="34" charset="0"/>
                        </a:defRPr>
                      </a:lvl2pPr>
                      <a:lvl3pPr marL="909638">
                        <a:spcBef>
                          <a:spcPct val="20000"/>
                        </a:spcBef>
                        <a:buClr>
                          <a:srgbClr val="0000CA"/>
                        </a:buClr>
                        <a:buSzPct val="65000"/>
                        <a:buFont typeface="Wingdings" pitchFamily="2" charset="2"/>
                        <a:defRPr>
                          <a:solidFill>
                            <a:schemeClr val="tx1"/>
                          </a:solidFill>
                          <a:latin typeface="Verdana" pitchFamily="34" charset="0"/>
                        </a:defRPr>
                      </a:lvl3pPr>
                      <a:lvl4pPr marL="1389063">
                        <a:spcBef>
                          <a:spcPct val="20000"/>
                        </a:spcBef>
                        <a:buClr>
                          <a:srgbClr val="0000CA"/>
                        </a:buClr>
                        <a:buFont typeface="Wingdings" pitchFamily="2" charset="2"/>
                        <a:defRPr sz="1600">
                          <a:solidFill>
                            <a:schemeClr val="tx1"/>
                          </a:solidFill>
                          <a:latin typeface="Verdana" pitchFamily="34" charset="0"/>
                        </a:defRPr>
                      </a:lvl4pPr>
                      <a:lvl5pPr>
                        <a:spcBef>
                          <a:spcPct val="20000"/>
                        </a:spcBef>
                        <a:buClr>
                          <a:srgbClr val="0000CA"/>
                        </a:buClr>
                        <a:buSzPct val="80000"/>
                        <a:buFont typeface="Wingdings" pitchFamily="2" charset="2"/>
                        <a:defRPr sz="1600">
                          <a:solidFill>
                            <a:schemeClr val="tx1"/>
                          </a:solidFill>
                          <a:latin typeface="Verdana" pitchFamily="34" charset="0"/>
                        </a:defRPr>
                      </a:lvl5pPr>
                      <a:lvl6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6pPr>
                      <a:lvl7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7pPr>
                      <a:lvl8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8pPr>
                      <a:lvl9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9pPr>
                    </a:lstStyle>
                    <a:p>
                      <a:pPr marL="0" marR="0" lvl="0" indent="0" algn="ctr" defTabSz="914400" rtl="0" eaLnBrk="1" fontAlgn="base" latinLnBrk="0" hangingPunct="1">
                        <a:lnSpc>
                          <a:spcPct val="100000"/>
                        </a:lnSpc>
                        <a:spcBef>
                          <a:spcPct val="20000"/>
                        </a:spcBef>
                        <a:spcAft>
                          <a:spcPct val="0"/>
                        </a:spcAft>
                        <a:buClr>
                          <a:srgbClr val="0000CA"/>
                        </a:buClr>
                        <a:buSzPct val="75000"/>
                        <a:buFont typeface="Wingdings" pitchFamily="2" charset="2"/>
                        <a:buNone/>
                        <a:tabLst/>
                      </a:pPr>
                      <a:r>
                        <a:rPr kumimoji="0" lang="en-US" altLang="en-US" sz="1500" b="0" i="0" u="none" strike="noStrike" cap="none" normalizeH="0" baseline="0" smtClean="0">
                          <a:ln>
                            <a:noFill/>
                          </a:ln>
                          <a:solidFill>
                            <a:schemeClr val="tx1"/>
                          </a:solidFill>
                          <a:effectLst/>
                          <a:latin typeface="Times New Roman" pitchFamily="18" charset="0"/>
                        </a:rPr>
                        <a:t>Toy sales </a:t>
                      </a:r>
                    </a:p>
                    <a:p>
                      <a:pPr marL="0" marR="0" lvl="0" indent="0" algn="ctr" defTabSz="914400" rtl="0" eaLnBrk="1" fontAlgn="base" latinLnBrk="0" hangingPunct="1">
                        <a:lnSpc>
                          <a:spcPct val="100000"/>
                        </a:lnSpc>
                        <a:spcBef>
                          <a:spcPct val="20000"/>
                        </a:spcBef>
                        <a:spcAft>
                          <a:spcPct val="0"/>
                        </a:spcAft>
                        <a:buClr>
                          <a:srgbClr val="0000CA"/>
                        </a:buClr>
                        <a:buSzPct val="75000"/>
                        <a:buFont typeface="Wingdings" pitchFamily="2" charset="2"/>
                        <a:buNone/>
                        <a:tabLst/>
                      </a:pPr>
                      <a:r>
                        <a:rPr kumimoji="0" lang="en-US" altLang="en-US" sz="1500" b="0" i="0" u="none" strike="noStrike" cap="none" normalizeH="0" baseline="0" smtClean="0">
                          <a:ln>
                            <a:noFill/>
                          </a:ln>
                          <a:solidFill>
                            <a:schemeClr val="tx1"/>
                          </a:solidFill>
                          <a:effectLst/>
                          <a:latin typeface="Times New Roman" pitchFamily="18" charset="0"/>
                        </a:rPr>
                        <a:t>(Thousands of Dollars) </a:t>
                      </a:r>
                      <a:r>
                        <a:rPr kumimoji="0" lang="en-US" altLang="en-US" sz="1500" b="0" i="1" u="none" strike="noStrike" cap="none" normalizeH="0" baseline="0" smtClean="0">
                          <a:ln>
                            <a:noFill/>
                          </a:ln>
                          <a:solidFill>
                            <a:schemeClr val="tx1"/>
                          </a:solidFill>
                          <a:effectLst/>
                          <a:latin typeface="Times New Roman" pitchFamily="18" charset="0"/>
                        </a:rPr>
                        <a:t>y</a:t>
                      </a:r>
                    </a:p>
                  </a:txBody>
                  <a:tcPr marT="38100" marB="381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04800">
                <a:tc>
                  <a:txBody>
                    <a:bodyPr/>
                    <a:lstStyle>
                      <a:lvl1pPr>
                        <a:spcBef>
                          <a:spcPct val="20000"/>
                        </a:spcBef>
                        <a:buClr>
                          <a:srgbClr val="0000CA"/>
                        </a:buClr>
                        <a:buSzPct val="75000"/>
                        <a:buFont typeface="Wingdings" pitchFamily="2" charset="2"/>
                        <a:defRPr sz="2400">
                          <a:solidFill>
                            <a:schemeClr val="tx1"/>
                          </a:solidFill>
                          <a:latin typeface="Verdana" pitchFamily="34" charset="0"/>
                        </a:defRPr>
                      </a:lvl1pPr>
                      <a:lvl2pPr marL="471488">
                        <a:spcBef>
                          <a:spcPct val="20000"/>
                        </a:spcBef>
                        <a:buClr>
                          <a:srgbClr val="0000CA"/>
                        </a:buClr>
                        <a:buSzPct val="75000"/>
                        <a:buFont typeface="Wingdings" pitchFamily="2" charset="2"/>
                        <a:defRPr sz="2000">
                          <a:solidFill>
                            <a:schemeClr val="tx1"/>
                          </a:solidFill>
                          <a:latin typeface="Verdana" pitchFamily="34" charset="0"/>
                        </a:defRPr>
                      </a:lvl2pPr>
                      <a:lvl3pPr marL="909638">
                        <a:spcBef>
                          <a:spcPct val="20000"/>
                        </a:spcBef>
                        <a:buClr>
                          <a:srgbClr val="0000CA"/>
                        </a:buClr>
                        <a:buSzPct val="65000"/>
                        <a:buFont typeface="Wingdings" pitchFamily="2" charset="2"/>
                        <a:defRPr>
                          <a:solidFill>
                            <a:schemeClr val="tx1"/>
                          </a:solidFill>
                          <a:latin typeface="Verdana" pitchFamily="34" charset="0"/>
                        </a:defRPr>
                      </a:lvl3pPr>
                      <a:lvl4pPr marL="1389063">
                        <a:spcBef>
                          <a:spcPct val="20000"/>
                        </a:spcBef>
                        <a:buClr>
                          <a:srgbClr val="0000CA"/>
                        </a:buClr>
                        <a:buFont typeface="Wingdings" pitchFamily="2" charset="2"/>
                        <a:defRPr sz="1600">
                          <a:solidFill>
                            <a:schemeClr val="tx1"/>
                          </a:solidFill>
                          <a:latin typeface="Verdana" pitchFamily="34" charset="0"/>
                        </a:defRPr>
                      </a:lvl4pPr>
                      <a:lvl5pPr>
                        <a:spcBef>
                          <a:spcPct val="20000"/>
                        </a:spcBef>
                        <a:buClr>
                          <a:srgbClr val="0000CA"/>
                        </a:buClr>
                        <a:buSzPct val="80000"/>
                        <a:buFont typeface="Wingdings" pitchFamily="2" charset="2"/>
                        <a:defRPr sz="1600">
                          <a:solidFill>
                            <a:schemeClr val="tx1"/>
                          </a:solidFill>
                          <a:latin typeface="Verdana" pitchFamily="34" charset="0"/>
                        </a:defRPr>
                      </a:lvl5pPr>
                      <a:lvl6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6pPr>
                      <a:lvl7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7pPr>
                      <a:lvl8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8pPr>
                      <a:lvl9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9pPr>
                    </a:lstStyle>
                    <a:p>
                      <a:pPr marL="0" marR="0" lvl="0" indent="0" algn="ctr" defTabSz="914400" rtl="0" eaLnBrk="1" fontAlgn="base" latinLnBrk="0" hangingPunct="1">
                        <a:lnSpc>
                          <a:spcPct val="100000"/>
                        </a:lnSpc>
                        <a:spcBef>
                          <a:spcPct val="20000"/>
                        </a:spcBef>
                        <a:spcAft>
                          <a:spcPct val="0"/>
                        </a:spcAft>
                        <a:buClr>
                          <a:srgbClr val="0000CA"/>
                        </a:buClr>
                        <a:buSzPct val="75000"/>
                        <a:buFont typeface="Wingdings" pitchFamily="2" charset="2"/>
                        <a:buNone/>
                        <a:tabLst/>
                      </a:pPr>
                      <a:r>
                        <a:rPr kumimoji="0" lang="en-US" altLang="en-US" sz="1500" b="0" i="0" u="none" strike="noStrike" cap="none" normalizeH="0" baseline="0" smtClean="0">
                          <a:ln>
                            <a:noFill/>
                          </a:ln>
                          <a:solidFill>
                            <a:schemeClr val="tx1"/>
                          </a:solidFill>
                          <a:effectLst/>
                          <a:latin typeface="Times New Roman" pitchFamily="18" charset="0"/>
                        </a:rPr>
                        <a:t>A</a:t>
                      </a:r>
                    </a:p>
                  </a:txBody>
                  <a:tcPr marT="38100" marB="381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00CA"/>
                        </a:buClr>
                        <a:buSzPct val="75000"/>
                        <a:buFont typeface="Wingdings" pitchFamily="2" charset="2"/>
                        <a:defRPr sz="2400">
                          <a:solidFill>
                            <a:schemeClr val="tx1"/>
                          </a:solidFill>
                          <a:latin typeface="Verdana" pitchFamily="34" charset="0"/>
                        </a:defRPr>
                      </a:lvl1pPr>
                      <a:lvl2pPr marL="471488">
                        <a:spcBef>
                          <a:spcPct val="20000"/>
                        </a:spcBef>
                        <a:buClr>
                          <a:srgbClr val="0000CA"/>
                        </a:buClr>
                        <a:buSzPct val="75000"/>
                        <a:buFont typeface="Wingdings" pitchFamily="2" charset="2"/>
                        <a:defRPr sz="2000">
                          <a:solidFill>
                            <a:schemeClr val="tx1"/>
                          </a:solidFill>
                          <a:latin typeface="Verdana" pitchFamily="34" charset="0"/>
                        </a:defRPr>
                      </a:lvl2pPr>
                      <a:lvl3pPr marL="909638">
                        <a:spcBef>
                          <a:spcPct val="20000"/>
                        </a:spcBef>
                        <a:buClr>
                          <a:srgbClr val="0000CA"/>
                        </a:buClr>
                        <a:buSzPct val="65000"/>
                        <a:buFont typeface="Wingdings" pitchFamily="2" charset="2"/>
                        <a:defRPr>
                          <a:solidFill>
                            <a:schemeClr val="tx1"/>
                          </a:solidFill>
                          <a:latin typeface="Verdana" pitchFamily="34" charset="0"/>
                        </a:defRPr>
                      </a:lvl3pPr>
                      <a:lvl4pPr marL="1389063">
                        <a:spcBef>
                          <a:spcPct val="20000"/>
                        </a:spcBef>
                        <a:buClr>
                          <a:srgbClr val="0000CA"/>
                        </a:buClr>
                        <a:buFont typeface="Wingdings" pitchFamily="2" charset="2"/>
                        <a:defRPr sz="1600">
                          <a:solidFill>
                            <a:schemeClr val="tx1"/>
                          </a:solidFill>
                          <a:latin typeface="Verdana" pitchFamily="34" charset="0"/>
                        </a:defRPr>
                      </a:lvl4pPr>
                      <a:lvl5pPr>
                        <a:spcBef>
                          <a:spcPct val="20000"/>
                        </a:spcBef>
                        <a:buClr>
                          <a:srgbClr val="0000CA"/>
                        </a:buClr>
                        <a:buSzPct val="80000"/>
                        <a:buFont typeface="Wingdings" pitchFamily="2" charset="2"/>
                        <a:defRPr sz="1600">
                          <a:solidFill>
                            <a:schemeClr val="tx1"/>
                          </a:solidFill>
                          <a:latin typeface="Verdana" pitchFamily="34" charset="0"/>
                        </a:defRPr>
                      </a:lvl5pPr>
                      <a:lvl6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6pPr>
                      <a:lvl7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7pPr>
                      <a:lvl8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8pPr>
                      <a:lvl9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9pPr>
                    </a:lstStyle>
                    <a:p>
                      <a:pPr marL="0" marR="0" lvl="0" indent="0" algn="ctr" defTabSz="914400" rtl="0" eaLnBrk="1" fontAlgn="base" latinLnBrk="0" hangingPunct="1">
                        <a:lnSpc>
                          <a:spcPct val="100000"/>
                        </a:lnSpc>
                        <a:spcBef>
                          <a:spcPct val="20000"/>
                        </a:spcBef>
                        <a:spcAft>
                          <a:spcPct val="0"/>
                        </a:spcAft>
                        <a:buClr>
                          <a:srgbClr val="0000CA"/>
                        </a:buClr>
                        <a:buSzPct val="75000"/>
                        <a:buFont typeface="Wingdings" pitchFamily="2" charset="2"/>
                        <a:buNone/>
                        <a:tabLst/>
                      </a:pPr>
                      <a:r>
                        <a:rPr kumimoji="0" lang="en-US" altLang="en-US" sz="1500" b="0" i="0" u="none" strike="noStrike" cap="none" normalizeH="0" baseline="0" smtClean="0">
                          <a:ln>
                            <a:noFill/>
                          </a:ln>
                          <a:solidFill>
                            <a:schemeClr val="tx1"/>
                          </a:solidFill>
                          <a:effectLst/>
                          <a:latin typeface="Times New Roman" pitchFamily="18" charset="0"/>
                        </a:rPr>
                        <a:t>1.0</a:t>
                      </a:r>
                    </a:p>
                  </a:txBody>
                  <a:tcPr marT="38100" marB="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00CA"/>
                        </a:buClr>
                        <a:buSzPct val="75000"/>
                        <a:buFont typeface="Wingdings" pitchFamily="2" charset="2"/>
                        <a:defRPr sz="2400">
                          <a:solidFill>
                            <a:schemeClr val="tx1"/>
                          </a:solidFill>
                          <a:latin typeface="Verdana" pitchFamily="34" charset="0"/>
                        </a:defRPr>
                      </a:lvl1pPr>
                      <a:lvl2pPr marL="471488">
                        <a:spcBef>
                          <a:spcPct val="20000"/>
                        </a:spcBef>
                        <a:buClr>
                          <a:srgbClr val="0000CA"/>
                        </a:buClr>
                        <a:buSzPct val="75000"/>
                        <a:buFont typeface="Wingdings" pitchFamily="2" charset="2"/>
                        <a:defRPr sz="2000">
                          <a:solidFill>
                            <a:schemeClr val="tx1"/>
                          </a:solidFill>
                          <a:latin typeface="Verdana" pitchFamily="34" charset="0"/>
                        </a:defRPr>
                      </a:lvl2pPr>
                      <a:lvl3pPr marL="909638">
                        <a:spcBef>
                          <a:spcPct val="20000"/>
                        </a:spcBef>
                        <a:buClr>
                          <a:srgbClr val="0000CA"/>
                        </a:buClr>
                        <a:buSzPct val="65000"/>
                        <a:buFont typeface="Wingdings" pitchFamily="2" charset="2"/>
                        <a:defRPr>
                          <a:solidFill>
                            <a:schemeClr val="tx1"/>
                          </a:solidFill>
                          <a:latin typeface="Verdana" pitchFamily="34" charset="0"/>
                        </a:defRPr>
                      </a:lvl3pPr>
                      <a:lvl4pPr marL="1389063">
                        <a:spcBef>
                          <a:spcPct val="20000"/>
                        </a:spcBef>
                        <a:buClr>
                          <a:srgbClr val="0000CA"/>
                        </a:buClr>
                        <a:buFont typeface="Wingdings" pitchFamily="2" charset="2"/>
                        <a:defRPr sz="1600">
                          <a:solidFill>
                            <a:schemeClr val="tx1"/>
                          </a:solidFill>
                          <a:latin typeface="Verdana" pitchFamily="34" charset="0"/>
                        </a:defRPr>
                      </a:lvl4pPr>
                      <a:lvl5pPr>
                        <a:spcBef>
                          <a:spcPct val="20000"/>
                        </a:spcBef>
                        <a:buClr>
                          <a:srgbClr val="0000CA"/>
                        </a:buClr>
                        <a:buSzPct val="80000"/>
                        <a:buFont typeface="Wingdings" pitchFamily="2" charset="2"/>
                        <a:defRPr sz="1600">
                          <a:solidFill>
                            <a:schemeClr val="tx1"/>
                          </a:solidFill>
                          <a:latin typeface="Verdana" pitchFamily="34" charset="0"/>
                        </a:defRPr>
                      </a:lvl5pPr>
                      <a:lvl6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6pPr>
                      <a:lvl7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7pPr>
                      <a:lvl8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8pPr>
                      <a:lvl9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9pPr>
                    </a:lstStyle>
                    <a:p>
                      <a:pPr marL="0" marR="0" lvl="0" indent="0" algn="ctr" defTabSz="914400" rtl="0" eaLnBrk="1" fontAlgn="base" latinLnBrk="0" hangingPunct="1">
                        <a:lnSpc>
                          <a:spcPct val="100000"/>
                        </a:lnSpc>
                        <a:spcBef>
                          <a:spcPct val="20000"/>
                        </a:spcBef>
                        <a:spcAft>
                          <a:spcPct val="0"/>
                        </a:spcAft>
                        <a:buClr>
                          <a:srgbClr val="0000CA"/>
                        </a:buClr>
                        <a:buSzPct val="75000"/>
                        <a:buFont typeface="Wingdings" pitchFamily="2" charset="2"/>
                        <a:buNone/>
                        <a:tabLst/>
                      </a:pPr>
                      <a:r>
                        <a:rPr kumimoji="0" lang="en-US" altLang="en-US" sz="1500" b="0" i="0" u="none" strike="noStrike" cap="none" normalizeH="0" baseline="0" smtClean="0">
                          <a:ln>
                            <a:noFill/>
                          </a:ln>
                          <a:solidFill>
                            <a:schemeClr val="tx1"/>
                          </a:solidFill>
                          <a:effectLst/>
                          <a:latin typeface="Times New Roman" pitchFamily="18" charset="0"/>
                        </a:rPr>
                        <a:t>200</a:t>
                      </a:r>
                    </a:p>
                  </a:txBody>
                  <a:tcPr marT="38100" marB="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00CA"/>
                        </a:buClr>
                        <a:buSzPct val="75000"/>
                        <a:buFont typeface="Wingdings" pitchFamily="2" charset="2"/>
                        <a:defRPr sz="2400">
                          <a:solidFill>
                            <a:schemeClr val="tx1"/>
                          </a:solidFill>
                          <a:latin typeface="Verdana" pitchFamily="34" charset="0"/>
                        </a:defRPr>
                      </a:lvl1pPr>
                      <a:lvl2pPr marL="471488">
                        <a:spcBef>
                          <a:spcPct val="20000"/>
                        </a:spcBef>
                        <a:buClr>
                          <a:srgbClr val="0000CA"/>
                        </a:buClr>
                        <a:buSzPct val="75000"/>
                        <a:buFont typeface="Wingdings" pitchFamily="2" charset="2"/>
                        <a:defRPr sz="2000">
                          <a:solidFill>
                            <a:schemeClr val="tx1"/>
                          </a:solidFill>
                          <a:latin typeface="Verdana" pitchFamily="34" charset="0"/>
                        </a:defRPr>
                      </a:lvl2pPr>
                      <a:lvl3pPr marL="909638">
                        <a:spcBef>
                          <a:spcPct val="20000"/>
                        </a:spcBef>
                        <a:buClr>
                          <a:srgbClr val="0000CA"/>
                        </a:buClr>
                        <a:buSzPct val="65000"/>
                        <a:buFont typeface="Wingdings" pitchFamily="2" charset="2"/>
                        <a:defRPr>
                          <a:solidFill>
                            <a:schemeClr val="tx1"/>
                          </a:solidFill>
                          <a:latin typeface="Verdana" pitchFamily="34" charset="0"/>
                        </a:defRPr>
                      </a:lvl3pPr>
                      <a:lvl4pPr marL="1389063">
                        <a:spcBef>
                          <a:spcPct val="20000"/>
                        </a:spcBef>
                        <a:buClr>
                          <a:srgbClr val="0000CA"/>
                        </a:buClr>
                        <a:buFont typeface="Wingdings" pitchFamily="2" charset="2"/>
                        <a:defRPr sz="1600">
                          <a:solidFill>
                            <a:schemeClr val="tx1"/>
                          </a:solidFill>
                          <a:latin typeface="Verdana" pitchFamily="34" charset="0"/>
                        </a:defRPr>
                      </a:lvl4pPr>
                      <a:lvl5pPr>
                        <a:spcBef>
                          <a:spcPct val="20000"/>
                        </a:spcBef>
                        <a:buClr>
                          <a:srgbClr val="0000CA"/>
                        </a:buClr>
                        <a:buSzPct val="80000"/>
                        <a:buFont typeface="Wingdings" pitchFamily="2" charset="2"/>
                        <a:defRPr sz="1600">
                          <a:solidFill>
                            <a:schemeClr val="tx1"/>
                          </a:solidFill>
                          <a:latin typeface="Verdana" pitchFamily="34" charset="0"/>
                        </a:defRPr>
                      </a:lvl5pPr>
                      <a:lvl6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6pPr>
                      <a:lvl7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7pPr>
                      <a:lvl8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8pPr>
                      <a:lvl9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9pPr>
                    </a:lstStyle>
                    <a:p>
                      <a:pPr marL="0" marR="0" lvl="0" indent="0" algn="ctr" defTabSz="914400" rtl="0" eaLnBrk="1" fontAlgn="base" latinLnBrk="0" hangingPunct="1">
                        <a:lnSpc>
                          <a:spcPct val="100000"/>
                        </a:lnSpc>
                        <a:spcBef>
                          <a:spcPct val="20000"/>
                        </a:spcBef>
                        <a:spcAft>
                          <a:spcPct val="0"/>
                        </a:spcAft>
                        <a:buClr>
                          <a:srgbClr val="0000CA"/>
                        </a:buClr>
                        <a:buSzPct val="75000"/>
                        <a:buFont typeface="Wingdings" pitchFamily="2" charset="2"/>
                        <a:buNone/>
                        <a:tabLst/>
                      </a:pPr>
                      <a:r>
                        <a:rPr kumimoji="0" lang="en-US" altLang="en-US" sz="1500" b="0" i="0" u="none" strike="noStrike" cap="none" normalizeH="0" baseline="0" smtClean="0">
                          <a:ln>
                            <a:noFill/>
                          </a:ln>
                          <a:solidFill>
                            <a:schemeClr val="tx1"/>
                          </a:solidFill>
                          <a:effectLst/>
                          <a:latin typeface="Times New Roman" pitchFamily="18" charset="0"/>
                        </a:rPr>
                        <a:t>100</a:t>
                      </a:r>
                    </a:p>
                  </a:txBody>
                  <a:tcPr marT="38100" marB="381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4800">
                <a:tc>
                  <a:txBody>
                    <a:bodyPr/>
                    <a:lstStyle>
                      <a:lvl1pPr>
                        <a:spcBef>
                          <a:spcPct val="20000"/>
                        </a:spcBef>
                        <a:buClr>
                          <a:srgbClr val="0000CA"/>
                        </a:buClr>
                        <a:buSzPct val="75000"/>
                        <a:buFont typeface="Wingdings" pitchFamily="2" charset="2"/>
                        <a:defRPr sz="2400">
                          <a:solidFill>
                            <a:schemeClr val="tx1"/>
                          </a:solidFill>
                          <a:latin typeface="Verdana" pitchFamily="34" charset="0"/>
                        </a:defRPr>
                      </a:lvl1pPr>
                      <a:lvl2pPr marL="471488">
                        <a:spcBef>
                          <a:spcPct val="20000"/>
                        </a:spcBef>
                        <a:buClr>
                          <a:srgbClr val="0000CA"/>
                        </a:buClr>
                        <a:buSzPct val="75000"/>
                        <a:buFont typeface="Wingdings" pitchFamily="2" charset="2"/>
                        <a:defRPr sz="2000">
                          <a:solidFill>
                            <a:schemeClr val="tx1"/>
                          </a:solidFill>
                          <a:latin typeface="Verdana" pitchFamily="34" charset="0"/>
                        </a:defRPr>
                      </a:lvl2pPr>
                      <a:lvl3pPr marL="909638">
                        <a:spcBef>
                          <a:spcPct val="20000"/>
                        </a:spcBef>
                        <a:buClr>
                          <a:srgbClr val="0000CA"/>
                        </a:buClr>
                        <a:buSzPct val="65000"/>
                        <a:buFont typeface="Wingdings" pitchFamily="2" charset="2"/>
                        <a:defRPr>
                          <a:solidFill>
                            <a:schemeClr val="tx1"/>
                          </a:solidFill>
                          <a:latin typeface="Verdana" pitchFamily="34" charset="0"/>
                        </a:defRPr>
                      </a:lvl3pPr>
                      <a:lvl4pPr marL="1389063">
                        <a:spcBef>
                          <a:spcPct val="20000"/>
                        </a:spcBef>
                        <a:buClr>
                          <a:srgbClr val="0000CA"/>
                        </a:buClr>
                        <a:buFont typeface="Wingdings" pitchFamily="2" charset="2"/>
                        <a:defRPr sz="1600">
                          <a:solidFill>
                            <a:schemeClr val="tx1"/>
                          </a:solidFill>
                          <a:latin typeface="Verdana" pitchFamily="34" charset="0"/>
                        </a:defRPr>
                      </a:lvl4pPr>
                      <a:lvl5pPr>
                        <a:spcBef>
                          <a:spcPct val="20000"/>
                        </a:spcBef>
                        <a:buClr>
                          <a:srgbClr val="0000CA"/>
                        </a:buClr>
                        <a:buSzPct val="80000"/>
                        <a:buFont typeface="Wingdings" pitchFamily="2" charset="2"/>
                        <a:defRPr sz="1600">
                          <a:solidFill>
                            <a:schemeClr val="tx1"/>
                          </a:solidFill>
                          <a:latin typeface="Verdana" pitchFamily="34" charset="0"/>
                        </a:defRPr>
                      </a:lvl5pPr>
                      <a:lvl6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6pPr>
                      <a:lvl7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7pPr>
                      <a:lvl8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8pPr>
                      <a:lvl9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9pPr>
                    </a:lstStyle>
                    <a:p>
                      <a:pPr marL="0" marR="0" lvl="0" indent="0" algn="ctr" defTabSz="914400" rtl="0" eaLnBrk="1" fontAlgn="base" latinLnBrk="0" hangingPunct="1">
                        <a:lnSpc>
                          <a:spcPct val="100000"/>
                        </a:lnSpc>
                        <a:spcBef>
                          <a:spcPct val="20000"/>
                        </a:spcBef>
                        <a:spcAft>
                          <a:spcPct val="0"/>
                        </a:spcAft>
                        <a:buClr>
                          <a:srgbClr val="0000CA"/>
                        </a:buClr>
                        <a:buSzPct val="75000"/>
                        <a:buFont typeface="Wingdings" pitchFamily="2" charset="2"/>
                        <a:buNone/>
                        <a:tabLst/>
                      </a:pPr>
                      <a:r>
                        <a:rPr kumimoji="0" lang="en-US" altLang="en-US" sz="1500" b="0" i="0" u="none" strike="noStrike" cap="none" normalizeH="0" baseline="0" smtClean="0">
                          <a:ln>
                            <a:noFill/>
                          </a:ln>
                          <a:solidFill>
                            <a:schemeClr val="tx1"/>
                          </a:solidFill>
                          <a:effectLst/>
                          <a:latin typeface="Times New Roman" pitchFamily="18" charset="0"/>
                        </a:rPr>
                        <a:t>B</a:t>
                      </a:r>
                    </a:p>
                  </a:txBody>
                  <a:tcPr marT="38100" marB="381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00CA"/>
                        </a:buClr>
                        <a:buSzPct val="75000"/>
                        <a:buFont typeface="Wingdings" pitchFamily="2" charset="2"/>
                        <a:defRPr sz="2400">
                          <a:solidFill>
                            <a:schemeClr val="tx1"/>
                          </a:solidFill>
                          <a:latin typeface="Verdana" pitchFamily="34" charset="0"/>
                        </a:defRPr>
                      </a:lvl1pPr>
                      <a:lvl2pPr marL="471488">
                        <a:spcBef>
                          <a:spcPct val="20000"/>
                        </a:spcBef>
                        <a:buClr>
                          <a:srgbClr val="0000CA"/>
                        </a:buClr>
                        <a:buSzPct val="75000"/>
                        <a:buFont typeface="Wingdings" pitchFamily="2" charset="2"/>
                        <a:defRPr sz="2000">
                          <a:solidFill>
                            <a:schemeClr val="tx1"/>
                          </a:solidFill>
                          <a:latin typeface="Verdana" pitchFamily="34" charset="0"/>
                        </a:defRPr>
                      </a:lvl2pPr>
                      <a:lvl3pPr marL="909638">
                        <a:spcBef>
                          <a:spcPct val="20000"/>
                        </a:spcBef>
                        <a:buClr>
                          <a:srgbClr val="0000CA"/>
                        </a:buClr>
                        <a:buSzPct val="65000"/>
                        <a:buFont typeface="Wingdings" pitchFamily="2" charset="2"/>
                        <a:defRPr>
                          <a:solidFill>
                            <a:schemeClr val="tx1"/>
                          </a:solidFill>
                          <a:latin typeface="Verdana" pitchFamily="34" charset="0"/>
                        </a:defRPr>
                      </a:lvl3pPr>
                      <a:lvl4pPr marL="1389063">
                        <a:spcBef>
                          <a:spcPct val="20000"/>
                        </a:spcBef>
                        <a:buClr>
                          <a:srgbClr val="0000CA"/>
                        </a:buClr>
                        <a:buFont typeface="Wingdings" pitchFamily="2" charset="2"/>
                        <a:defRPr sz="1600">
                          <a:solidFill>
                            <a:schemeClr val="tx1"/>
                          </a:solidFill>
                          <a:latin typeface="Verdana" pitchFamily="34" charset="0"/>
                        </a:defRPr>
                      </a:lvl4pPr>
                      <a:lvl5pPr>
                        <a:spcBef>
                          <a:spcPct val="20000"/>
                        </a:spcBef>
                        <a:buClr>
                          <a:srgbClr val="0000CA"/>
                        </a:buClr>
                        <a:buSzPct val="80000"/>
                        <a:buFont typeface="Wingdings" pitchFamily="2" charset="2"/>
                        <a:defRPr sz="1600">
                          <a:solidFill>
                            <a:schemeClr val="tx1"/>
                          </a:solidFill>
                          <a:latin typeface="Verdana" pitchFamily="34" charset="0"/>
                        </a:defRPr>
                      </a:lvl5pPr>
                      <a:lvl6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6pPr>
                      <a:lvl7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7pPr>
                      <a:lvl8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8pPr>
                      <a:lvl9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9pPr>
                    </a:lstStyle>
                    <a:p>
                      <a:pPr marL="0" marR="0" lvl="0" indent="0" algn="ctr" defTabSz="914400" rtl="0" eaLnBrk="1" fontAlgn="base" latinLnBrk="0" hangingPunct="1">
                        <a:lnSpc>
                          <a:spcPct val="100000"/>
                        </a:lnSpc>
                        <a:spcBef>
                          <a:spcPct val="20000"/>
                        </a:spcBef>
                        <a:spcAft>
                          <a:spcPct val="0"/>
                        </a:spcAft>
                        <a:buClr>
                          <a:srgbClr val="0000CA"/>
                        </a:buClr>
                        <a:buSzPct val="75000"/>
                        <a:buFont typeface="Wingdings" pitchFamily="2" charset="2"/>
                        <a:buNone/>
                        <a:tabLst/>
                      </a:pPr>
                      <a:r>
                        <a:rPr kumimoji="0" lang="en-US" altLang="en-US" sz="1500" b="0" i="0" u="none" strike="noStrike" cap="none" normalizeH="0" baseline="0" smtClean="0">
                          <a:ln>
                            <a:noFill/>
                          </a:ln>
                          <a:solidFill>
                            <a:schemeClr val="tx1"/>
                          </a:solidFill>
                          <a:effectLst/>
                          <a:latin typeface="Times New Roman" pitchFamily="18" charset="0"/>
                        </a:rPr>
                        <a:t>5.0</a:t>
                      </a:r>
                    </a:p>
                  </a:txBody>
                  <a:tcPr marT="38100" marB="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00CA"/>
                        </a:buClr>
                        <a:buSzPct val="75000"/>
                        <a:buFont typeface="Wingdings" pitchFamily="2" charset="2"/>
                        <a:defRPr sz="2400">
                          <a:solidFill>
                            <a:schemeClr val="tx1"/>
                          </a:solidFill>
                          <a:latin typeface="Verdana" pitchFamily="34" charset="0"/>
                        </a:defRPr>
                      </a:lvl1pPr>
                      <a:lvl2pPr marL="471488">
                        <a:spcBef>
                          <a:spcPct val="20000"/>
                        </a:spcBef>
                        <a:buClr>
                          <a:srgbClr val="0000CA"/>
                        </a:buClr>
                        <a:buSzPct val="75000"/>
                        <a:buFont typeface="Wingdings" pitchFamily="2" charset="2"/>
                        <a:defRPr sz="2000">
                          <a:solidFill>
                            <a:schemeClr val="tx1"/>
                          </a:solidFill>
                          <a:latin typeface="Verdana" pitchFamily="34" charset="0"/>
                        </a:defRPr>
                      </a:lvl2pPr>
                      <a:lvl3pPr marL="909638">
                        <a:spcBef>
                          <a:spcPct val="20000"/>
                        </a:spcBef>
                        <a:buClr>
                          <a:srgbClr val="0000CA"/>
                        </a:buClr>
                        <a:buSzPct val="65000"/>
                        <a:buFont typeface="Wingdings" pitchFamily="2" charset="2"/>
                        <a:defRPr>
                          <a:solidFill>
                            <a:schemeClr val="tx1"/>
                          </a:solidFill>
                          <a:latin typeface="Verdana" pitchFamily="34" charset="0"/>
                        </a:defRPr>
                      </a:lvl3pPr>
                      <a:lvl4pPr marL="1389063">
                        <a:spcBef>
                          <a:spcPct val="20000"/>
                        </a:spcBef>
                        <a:buClr>
                          <a:srgbClr val="0000CA"/>
                        </a:buClr>
                        <a:buFont typeface="Wingdings" pitchFamily="2" charset="2"/>
                        <a:defRPr sz="1600">
                          <a:solidFill>
                            <a:schemeClr val="tx1"/>
                          </a:solidFill>
                          <a:latin typeface="Verdana" pitchFamily="34" charset="0"/>
                        </a:defRPr>
                      </a:lvl4pPr>
                      <a:lvl5pPr>
                        <a:spcBef>
                          <a:spcPct val="20000"/>
                        </a:spcBef>
                        <a:buClr>
                          <a:srgbClr val="0000CA"/>
                        </a:buClr>
                        <a:buSzPct val="80000"/>
                        <a:buFont typeface="Wingdings" pitchFamily="2" charset="2"/>
                        <a:defRPr sz="1600">
                          <a:solidFill>
                            <a:schemeClr val="tx1"/>
                          </a:solidFill>
                          <a:latin typeface="Verdana" pitchFamily="34" charset="0"/>
                        </a:defRPr>
                      </a:lvl5pPr>
                      <a:lvl6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6pPr>
                      <a:lvl7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7pPr>
                      <a:lvl8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8pPr>
                      <a:lvl9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9pPr>
                    </a:lstStyle>
                    <a:p>
                      <a:pPr marL="0" marR="0" lvl="0" indent="0" algn="ctr" defTabSz="914400" rtl="0" eaLnBrk="1" fontAlgn="base" latinLnBrk="0" hangingPunct="1">
                        <a:lnSpc>
                          <a:spcPct val="100000"/>
                        </a:lnSpc>
                        <a:spcBef>
                          <a:spcPct val="20000"/>
                        </a:spcBef>
                        <a:spcAft>
                          <a:spcPct val="0"/>
                        </a:spcAft>
                        <a:buClr>
                          <a:srgbClr val="0000CA"/>
                        </a:buClr>
                        <a:buSzPct val="75000"/>
                        <a:buFont typeface="Wingdings" pitchFamily="2" charset="2"/>
                        <a:buNone/>
                        <a:tabLst/>
                      </a:pPr>
                      <a:r>
                        <a:rPr kumimoji="0" lang="en-US" altLang="en-US" sz="1500" b="0" i="0" u="none" strike="noStrike" cap="none" normalizeH="0" baseline="0" smtClean="0">
                          <a:ln>
                            <a:noFill/>
                          </a:ln>
                          <a:solidFill>
                            <a:schemeClr val="tx1"/>
                          </a:solidFill>
                          <a:effectLst/>
                          <a:latin typeface="Times New Roman" pitchFamily="18" charset="0"/>
                        </a:rPr>
                        <a:t>700</a:t>
                      </a:r>
                    </a:p>
                  </a:txBody>
                  <a:tcPr marT="38100" marB="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00CA"/>
                        </a:buClr>
                        <a:buSzPct val="75000"/>
                        <a:buFont typeface="Wingdings" pitchFamily="2" charset="2"/>
                        <a:defRPr sz="2400">
                          <a:solidFill>
                            <a:schemeClr val="tx1"/>
                          </a:solidFill>
                          <a:latin typeface="Verdana" pitchFamily="34" charset="0"/>
                        </a:defRPr>
                      </a:lvl1pPr>
                      <a:lvl2pPr marL="471488">
                        <a:spcBef>
                          <a:spcPct val="20000"/>
                        </a:spcBef>
                        <a:buClr>
                          <a:srgbClr val="0000CA"/>
                        </a:buClr>
                        <a:buSzPct val="75000"/>
                        <a:buFont typeface="Wingdings" pitchFamily="2" charset="2"/>
                        <a:defRPr sz="2000">
                          <a:solidFill>
                            <a:schemeClr val="tx1"/>
                          </a:solidFill>
                          <a:latin typeface="Verdana" pitchFamily="34" charset="0"/>
                        </a:defRPr>
                      </a:lvl2pPr>
                      <a:lvl3pPr marL="909638">
                        <a:spcBef>
                          <a:spcPct val="20000"/>
                        </a:spcBef>
                        <a:buClr>
                          <a:srgbClr val="0000CA"/>
                        </a:buClr>
                        <a:buSzPct val="65000"/>
                        <a:buFont typeface="Wingdings" pitchFamily="2" charset="2"/>
                        <a:defRPr>
                          <a:solidFill>
                            <a:schemeClr val="tx1"/>
                          </a:solidFill>
                          <a:latin typeface="Verdana" pitchFamily="34" charset="0"/>
                        </a:defRPr>
                      </a:lvl3pPr>
                      <a:lvl4pPr marL="1389063">
                        <a:spcBef>
                          <a:spcPct val="20000"/>
                        </a:spcBef>
                        <a:buClr>
                          <a:srgbClr val="0000CA"/>
                        </a:buClr>
                        <a:buFont typeface="Wingdings" pitchFamily="2" charset="2"/>
                        <a:defRPr sz="1600">
                          <a:solidFill>
                            <a:schemeClr val="tx1"/>
                          </a:solidFill>
                          <a:latin typeface="Verdana" pitchFamily="34" charset="0"/>
                        </a:defRPr>
                      </a:lvl4pPr>
                      <a:lvl5pPr>
                        <a:spcBef>
                          <a:spcPct val="20000"/>
                        </a:spcBef>
                        <a:buClr>
                          <a:srgbClr val="0000CA"/>
                        </a:buClr>
                        <a:buSzPct val="80000"/>
                        <a:buFont typeface="Wingdings" pitchFamily="2" charset="2"/>
                        <a:defRPr sz="1600">
                          <a:solidFill>
                            <a:schemeClr val="tx1"/>
                          </a:solidFill>
                          <a:latin typeface="Verdana" pitchFamily="34" charset="0"/>
                        </a:defRPr>
                      </a:lvl5pPr>
                      <a:lvl6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6pPr>
                      <a:lvl7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7pPr>
                      <a:lvl8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8pPr>
                      <a:lvl9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9pPr>
                    </a:lstStyle>
                    <a:p>
                      <a:pPr marL="0" marR="0" lvl="0" indent="0" algn="ctr" defTabSz="914400" rtl="0" eaLnBrk="1" fontAlgn="base" latinLnBrk="0" hangingPunct="1">
                        <a:lnSpc>
                          <a:spcPct val="100000"/>
                        </a:lnSpc>
                        <a:spcBef>
                          <a:spcPct val="20000"/>
                        </a:spcBef>
                        <a:spcAft>
                          <a:spcPct val="0"/>
                        </a:spcAft>
                        <a:buClr>
                          <a:srgbClr val="0000CA"/>
                        </a:buClr>
                        <a:buSzPct val="75000"/>
                        <a:buFont typeface="Wingdings" pitchFamily="2" charset="2"/>
                        <a:buNone/>
                        <a:tabLst/>
                      </a:pPr>
                      <a:r>
                        <a:rPr kumimoji="0" lang="en-US" altLang="en-US" sz="1500" b="0" i="0" u="none" strike="noStrike" cap="none" normalizeH="0" baseline="0" smtClean="0">
                          <a:ln>
                            <a:noFill/>
                          </a:ln>
                          <a:solidFill>
                            <a:schemeClr val="tx1"/>
                          </a:solidFill>
                          <a:effectLst/>
                          <a:latin typeface="Times New Roman" pitchFamily="18" charset="0"/>
                        </a:rPr>
                        <a:t>300</a:t>
                      </a:r>
                    </a:p>
                  </a:txBody>
                  <a:tcPr marT="38100" marB="381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04800">
                <a:tc>
                  <a:txBody>
                    <a:bodyPr/>
                    <a:lstStyle>
                      <a:lvl1pPr>
                        <a:spcBef>
                          <a:spcPct val="20000"/>
                        </a:spcBef>
                        <a:buClr>
                          <a:srgbClr val="0000CA"/>
                        </a:buClr>
                        <a:buSzPct val="75000"/>
                        <a:buFont typeface="Wingdings" pitchFamily="2" charset="2"/>
                        <a:defRPr sz="2400">
                          <a:solidFill>
                            <a:schemeClr val="tx1"/>
                          </a:solidFill>
                          <a:latin typeface="Verdana" pitchFamily="34" charset="0"/>
                        </a:defRPr>
                      </a:lvl1pPr>
                      <a:lvl2pPr marL="471488">
                        <a:spcBef>
                          <a:spcPct val="20000"/>
                        </a:spcBef>
                        <a:buClr>
                          <a:srgbClr val="0000CA"/>
                        </a:buClr>
                        <a:buSzPct val="75000"/>
                        <a:buFont typeface="Wingdings" pitchFamily="2" charset="2"/>
                        <a:defRPr sz="2000">
                          <a:solidFill>
                            <a:schemeClr val="tx1"/>
                          </a:solidFill>
                          <a:latin typeface="Verdana" pitchFamily="34" charset="0"/>
                        </a:defRPr>
                      </a:lvl2pPr>
                      <a:lvl3pPr marL="909638">
                        <a:spcBef>
                          <a:spcPct val="20000"/>
                        </a:spcBef>
                        <a:buClr>
                          <a:srgbClr val="0000CA"/>
                        </a:buClr>
                        <a:buSzPct val="65000"/>
                        <a:buFont typeface="Wingdings" pitchFamily="2" charset="2"/>
                        <a:defRPr>
                          <a:solidFill>
                            <a:schemeClr val="tx1"/>
                          </a:solidFill>
                          <a:latin typeface="Verdana" pitchFamily="34" charset="0"/>
                        </a:defRPr>
                      </a:lvl3pPr>
                      <a:lvl4pPr marL="1389063">
                        <a:spcBef>
                          <a:spcPct val="20000"/>
                        </a:spcBef>
                        <a:buClr>
                          <a:srgbClr val="0000CA"/>
                        </a:buClr>
                        <a:buFont typeface="Wingdings" pitchFamily="2" charset="2"/>
                        <a:defRPr sz="1600">
                          <a:solidFill>
                            <a:schemeClr val="tx1"/>
                          </a:solidFill>
                          <a:latin typeface="Verdana" pitchFamily="34" charset="0"/>
                        </a:defRPr>
                      </a:lvl4pPr>
                      <a:lvl5pPr>
                        <a:spcBef>
                          <a:spcPct val="20000"/>
                        </a:spcBef>
                        <a:buClr>
                          <a:srgbClr val="0000CA"/>
                        </a:buClr>
                        <a:buSzPct val="80000"/>
                        <a:buFont typeface="Wingdings" pitchFamily="2" charset="2"/>
                        <a:defRPr sz="1600">
                          <a:solidFill>
                            <a:schemeClr val="tx1"/>
                          </a:solidFill>
                          <a:latin typeface="Verdana" pitchFamily="34" charset="0"/>
                        </a:defRPr>
                      </a:lvl5pPr>
                      <a:lvl6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6pPr>
                      <a:lvl7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7pPr>
                      <a:lvl8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8pPr>
                      <a:lvl9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9pPr>
                    </a:lstStyle>
                    <a:p>
                      <a:pPr marL="0" marR="0" lvl="0" indent="0" algn="ctr" defTabSz="914400" rtl="0" eaLnBrk="1" fontAlgn="base" latinLnBrk="0" hangingPunct="1">
                        <a:lnSpc>
                          <a:spcPct val="100000"/>
                        </a:lnSpc>
                        <a:spcBef>
                          <a:spcPct val="20000"/>
                        </a:spcBef>
                        <a:spcAft>
                          <a:spcPct val="0"/>
                        </a:spcAft>
                        <a:buClr>
                          <a:srgbClr val="0000CA"/>
                        </a:buClr>
                        <a:buSzPct val="75000"/>
                        <a:buFont typeface="Wingdings" pitchFamily="2" charset="2"/>
                        <a:buNone/>
                        <a:tabLst/>
                      </a:pPr>
                      <a:r>
                        <a:rPr kumimoji="0" lang="en-US" altLang="en-US" sz="1500" b="0" i="0" u="none" strike="noStrike" cap="none" normalizeH="0" baseline="0" smtClean="0">
                          <a:ln>
                            <a:noFill/>
                          </a:ln>
                          <a:solidFill>
                            <a:schemeClr val="tx1"/>
                          </a:solidFill>
                          <a:effectLst/>
                          <a:latin typeface="Times New Roman" pitchFamily="18" charset="0"/>
                        </a:rPr>
                        <a:t>C</a:t>
                      </a:r>
                    </a:p>
                  </a:txBody>
                  <a:tcPr marT="38100" marB="381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00CA"/>
                        </a:buClr>
                        <a:buSzPct val="75000"/>
                        <a:buFont typeface="Wingdings" pitchFamily="2" charset="2"/>
                        <a:defRPr sz="2400">
                          <a:solidFill>
                            <a:schemeClr val="tx1"/>
                          </a:solidFill>
                          <a:latin typeface="Verdana" pitchFamily="34" charset="0"/>
                        </a:defRPr>
                      </a:lvl1pPr>
                      <a:lvl2pPr marL="471488">
                        <a:spcBef>
                          <a:spcPct val="20000"/>
                        </a:spcBef>
                        <a:buClr>
                          <a:srgbClr val="0000CA"/>
                        </a:buClr>
                        <a:buSzPct val="75000"/>
                        <a:buFont typeface="Wingdings" pitchFamily="2" charset="2"/>
                        <a:defRPr sz="2000">
                          <a:solidFill>
                            <a:schemeClr val="tx1"/>
                          </a:solidFill>
                          <a:latin typeface="Verdana" pitchFamily="34" charset="0"/>
                        </a:defRPr>
                      </a:lvl2pPr>
                      <a:lvl3pPr marL="909638">
                        <a:spcBef>
                          <a:spcPct val="20000"/>
                        </a:spcBef>
                        <a:buClr>
                          <a:srgbClr val="0000CA"/>
                        </a:buClr>
                        <a:buSzPct val="65000"/>
                        <a:buFont typeface="Wingdings" pitchFamily="2" charset="2"/>
                        <a:defRPr>
                          <a:solidFill>
                            <a:schemeClr val="tx1"/>
                          </a:solidFill>
                          <a:latin typeface="Verdana" pitchFamily="34" charset="0"/>
                        </a:defRPr>
                      </a:lvl3pPr>
                      <a:lvl4pPr marL="1389063">
                        <a:spcBef>
                          <a:spcPct val="20000"/>
                        </a:spcBef>
                        <a:buClr>
                          <a:srgbClr val="0000CA"/>
                        </a:buClr>
                        <a:buFont typeface="Wingdings" pitchFamily="2" charset="2"/>
                        <a:defRPr sz="1600">
                          <a:solidFill>
                            <a:schemeClr val="tx1"/>
                          </a:solidFill>
                          <a:latin typeface="Verdana" pitchFamily="34" charset="0"/>
                        </a:defRPr>
                      </a:lvl4pPr>
                      <a:lvl5pPr>
                        <a:spcBef>
                          <a:spcPct val="20000"/>
                        </a:spcBef>
                        <a:buClr>
                          <a:srgbClr val="0000CA"/>
                        </a:buClr>
                        <a:buSzPct val="80000"/>
                        <a:buFont typeface="Wingdings" pitchFamily="2" charset="2"/>
                        <a:defRPr sz="1600">
                          <a:solidFill>
                            <a:schemeClr val="tx1"/>
                          </a:solidFill>
                          <a:latin typeface="Verdana" pitchFamily="34" charset="0"/>
                        </a:defRPr>
                      </a:lvl5pPr>
                      <a:lvl6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6pPr>
                      <a:lvl7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7pPr>
                      <a:lvl8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8pPr>
                      <a:lvl9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9pPr>
                    </a:lstStyle>
                    <a:p>
                      <a:pPr marL="0" marR="0" lvl="0" indent="0" algn="ctr" defTabSz="914400" rtl="0" eaLnBrk="1" fontAlgn="base" latinLnBrk="0" hangingPunct="1">
                        <a:lnSpc>
                          <a:spcPct val="100000"/>
                        </a:lnSpc>
                        <a:spcBef>
                          <a:spcPct val="20000"/>
                        </a:spcBef>
                        <a:spcAft>
                          <a:spcPct val="0"/>
                        </a:spcAft>
                        <a:buClr>
                          <a:srgbClr val="0000CA"/>
                        </a:buClr>
                        <a:buSzPct val="75000"/>
                        <a:buFont typeface="Wingdings" pitchFamily="2" charset="2"/>
                        <a:buNone/>
                        <a:tabLst/>
                      </a:pPr>
                      <a:r>
                        <a:rPr kumimoji="0" lang="en-US" altLang="en-US" sz="1500" b="0" i="0" u="none" strike="noStrike" cap="none" normalizeH="0" baseline="0" smtClean="0">
                          <a:ln>
                            <a:noFill/>
                          </a:ln>
                          <a:solidFill>
                            <a:schemeClr val="tx1"/>
                          </a:solidFill>
                          <a:effectLst/>
                          <a:latin typeface="Times New Roman" pitchFamily="18" charset="0"/>
                        </a:rPr>
                        <a:t>8.0</a:t>
                      </a:r>
                    </a:p>
                  </a:txBody>
                  <a:tcPr marT="38100" marB="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00CA"/>
                        </a:buClr>
                        <a:buSzPct val="75000"/>
                        <a:buFont typeface="Wingdings" pitchFamily="2" charset="2"/>
                        <a:defRPr sz="2400">
                          <a:solidFill>
                            <a:schemeClr val="tx1"/>
                          </a:solidFill>
                          <a:latin typeface="Verdana" pitchFamily="34" charset="0"/>
                        </a:defRPr>
                      </a:lvl1pPr>
                      <a:lvl2pPr marL="471488">
                        <a:spcBef>
                          <a:spcPct val="20000"/>
                        </a:spcBef>
                        <a:buClr>
                          <a:srgbClr val="0000CA"/>
                        </a:buClr>
                        <a:buSzPct val="75000"/>
                        <a:buFont typeface="Wingdings" pitchFamily="2" charset="2"/>
                        <a:defRPr sz="2000">
                          <a:solidFill>
                            <a:schemeClr val="tx1"/>
                          </a:solidFill>
                          <a:latin typeface="Verdana" pitchFamily="34" charset="0"/>
                        </a:defRPr>
                      </a:lvl2pPr>
                      <a:lvl3pPr marL="909638">
                        <a:spcBef>
                          <a:spcPct val="20000"/>
                        </a:spcBef>
                        <a:buClr>
                          <a:srgbClr val="0000CA"/>
                        </a:buClr>
                        <a:buSzPct val="65000"/>
                        <a:buFont typeface="Wingdings" pitchFamily="2" charset="2"/>
                        <a:defRPr>
                          <a:solidFill>
                            <a:schemeClr val="tx1"/>
                          </a:solidFill>
                          <a:latin typeface="Verdana" pitchFamily="34" charset="0"/>
                        </a:defRPr>
                      </a:lvl3pPr>
                      <a:lvl4pPr marL="1389063">
                        <a:spcBef>
                          <a:spcPct val="20000"/>
                        </a:spcBef>
                        <a:buClr>
                          <a:srgbClr val="0000CA"/>
                        </a:buClr>
                        <a:buFont typeface="Wingdings" pitchFamily="2" charset="2"/>
                        <a:defRPr sz="1600">
                          <a:solidFill>
                            <a:schemeClr val="tx1"/>
                          </a:solidFill>
                          <a:latin typeface="Verdana" pitchFamily="34" charset="0"/>
                        </a:defRPr>
                      </a:lvl4pPr>
                      <a:lvl5pPr>
                        <a:spcBef>
                          <a:spcPct val="20000"/>
                        </a:spcBef>
                        <a:buClr>
                          <a:srgbClr val="0000CA"/>
                        </a:buClr>
                        <a:buSzPct val="80000"/>
                        <a:buFont typeface="Wingdings" pitchFamily="2" charset="2"/>
                        <a:defRPr sz="1600">
                          <a:solidFill>
                            <a:schemeClr val="tx1"/>
                          </a:solidFill>
                          <a:latin typeface="Verdana" pitchFamily="34" charset="0"/>
                        </a:defRPr>
                      </a:lvl5pPr>
                      <a:lvl6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6pPr>
                      <a:lvl7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7pPr>
                      <a:lvl8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8pPr>
                      <a:lvl9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9pPr>
                    </a:lstStyle>
                    <a:p>
                      <a:pPr marL="0" marR="0" lvl="0" indent="0" algn="ctr" defTabSz="914400" rtl="0" eaLnBrk="1" fontAlgn="base" latinLnBrk="0" hangingPunct="1">
                        <a:lnSpc>
                          <a:spcPct val="100000"/>
                        </a:lnSpc>
                        <a:spcBef>
                          <a:spcPct val="20000"/>
                        </a:spcBef>
                        <a:spcAft>
                          <a:spcPct val="0"/>
                        </a:spcAft>
                        <a:buClr>
                          <a:srgbClr val="0000CA"/>
                        </a:buClr>
                        <a:buSzPct val="75000"/>
                        <a:buFont typeface="Wingdings" pitchFamily="2" charset="2"/>
                        <a:buNone/>
                        <a:tabLst/>
                      </a:pPr>
                      <a:r>
                        <a:rPr kumimoji="0" lang="en-US" altLang="en-US" sz="1500" b="0" i="0" u="none" strike="noStrike" cap="none" normalizeH="0" baseline="0" smtClean="0">
                          <a:ln>
                            <a:noFill/>
                          </a:ln>
                          <a:solidFill>
                            <a:schemeClr val="tx1"/>
                          </a:solidFill>
                          <a:effectLst/>
                          <a:latin typeface="Times New Roman" pitchFamily="18" charset="0"/>
                        </a:rPr>
                        <a:t>800</a:t>
                      </a:r>
                    </a:p>
                  </a:txBody>
                  <a:tcPr marT="38100" marB="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00CA"/>
                        </a:buClr>
                        <a:buSzPct val="75000"/>
                        <a:buFont typeface="Wingdings" pitchFamily="2" charset="2"/>
                        <a:defRPr sz="2400">
                          <a:solidFill>
                            <a:schemeClr val="tx1"/>
                          </a:solidFill>
                          <a:latin typeface="Verdana" pitchFamily="34" charset="0"/>
                        </a:defRPr>
                      </a:lvl1pPr>
                      <a:lvl2pPr marL="471488">
                        <a:spcBef>
                          <a:spcPct val="20000"/>
                        </a:spcBef>
                        <a:buClr>
                          <a:srgbClr val="0000CA"/>
                        </a:buClr>
                        <a:buSzPct val="75000"/>
                        <a:buFont typeface="Wingdings" pitchFamily="2" charset="2"/>
                        <a:defRPr sz="2000">
                          <a:solidFill>
                            <a:schemeClr val="tx1"/>
                          </a:solidFill>
                          <a:latin typeface="Verdana" pitchFamily="34" charset="0"/>
                        </a:defRPr>
                      </a:lvl2pPr>
                      <a:lvl3pPr marL="909638">
                        <a:spcBef>
                          <a:spcPct val="20000"/>
                        </a:spcBef>
                        <a:buClr>
                          <a:srgbClr val="0000CA"/>
                        </a:buClr>
                        <a:buSzPct val="65000"/>
                        <a:buFont typeface="Wingdings" pitchFamily="2" charset="2"/>
                        <a:defRPr>
                          <a:solidFill>
                            <a:schemeClr val="tx1"/>
                          </a:solidFill>
                          <a:latin typeface="Verdana" pitchFamily="34" charset="0"/>
                        </a:defRPr>
                      </a:lvl3pPr>
                      <a:lvl4pPr marL="1389063">
                        <a:spcBef>
                          <a:spcPct val="20000"/>
                        </a:spcBef>
                        <a:buClr>
                          <a:srgbClr val="0000CA"/>
                        </a:buClr>
                        <a:buFont typeface="Wingdings" pitchFamily="2" charset="2"/>
                        <a:defRPr sz="1600">
                          <a:solidFill>
                            <a:schemeClr val="tx1"/>
                          </a:solidFill>
                          <a:latin typeface="Verdana" pitchFamily="34" charset="0"/>
                        </a:defRPr>
                      </a:lvl4pPr>
                      <a:lvl5pPr>
                        <a:spcBef>
                          <a:spcPct val="20000"/>
                        </a:spcBef>
                        <a:buClr>
                          <a:srgbClr val="0000CA"/>
                        </a:buClr>
                        <a:buSzPct val="80000"/>
                        <a:buFont typeface="Wingdings" pitchFamily="2" charset="2"/>
                        <a:defRPr sz="1600">
                          <a:solidFill>
                            <a:schemeClr val="tx1"/>
                          </a:solidFill>
                          <a:latin typeface="Verdana" pitchFamily="34" charset="0"/>
                        </a:defRPr>
                      </a:lvl5pPr>
                      <a:lvl6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6pPr>
                      <a:lvl7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7pPr>
                      <a:lvl8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8pPr>
                      <a:lvl9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9pPr>
                    </a:lstStyle>
                    <a:p>
                      <a:pPr marL="0" marR="0" lvl="0" indent="0" algn="ctr" defTabSz="914400" rtl="0" eaLnBrk="1" fontAlgn="base" latinLnBrk="0" hangingPunct="1">
                        <a:lnSpc>
                          <a:spcPct val="100000"/>
                        </a:lnSpc>
                        <a:spcBef>
                          <a:spcPct val="20000"/>
                        </a:spcBef>
                        <a:spcAft>
                          <a:spcPct val="0"/>
                        </a:spcAft>
                        <a:buClr>
                          <a:srgbClr val="0000CA"/>
                        </a:buClr>
                        <a:buSzPct val="75000"/>
                        <a:buFont typeface="Wingdings" pitchFamily="2" charset="2"/>
                        <a:buNone/>
                        <a:tabLst/>
                      </a:pPr>
                      <a:r>
                        <a:rPr kumimoji="0" lang="en-US" altLang="en-US" sz="1500" b="0" i="0" u="none" strike="noStrike" cap="none" normalizeH="0" baseline="0" smtClean="0">
                          <a:ln>
                            <a:noFill/>
                          </a:ln>
                          <a:solidFill>
                            <a:schemeClr val="tx1"/>
                          </a:solidFill>
                          <a:effectLst/>
                          <a:latin typeface="Times New Roman" pitchFamily="18" charset="0"/>
                        </a:rPr>
                        <a:t>400</a:t>
                      </a:r>
                    </a:p>
                  </a:txBody>
                  <a:tcPr marT="38100" marB="381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04800">
                <a:tc>
                  <a:txBody>
                    <a:bodyPr/>
                    <a:lstStyle>
                      <a:lvl1pPr>
                        <a:spcBef>
                          <a:spcPct val="20000"/>
                        </a:spcBef>
                        <a:buClr>
                          <a:srgbClr val="0000CA"/>
                        </a:buClr>
                        <a:buSzPct val="75000"/>
                        <a:buFont typeface="Wingdings" pitchFamily="2" charset="2"/>
                        <a:defRPr sz="2400">
                          <a:solidFill>
                            <a:schemeClr val="tx1"/>
                          </a:solidFill>
                          <a:latin typeface="Verdana" pitchFamily="34" charset="0"/>
                        </a:defRPr>
                      </a:lvl1pPr>
                      <a:lvl2pPr marL="471488">
                        <a:spcBef>
                          <a:spcPct val="20000"/>
                        </a:spcBef>
                        <a:buClr>
                          <a:srgbClr val="0000CA"/>
                        </a:buClr>
                        <a:buSzPct val="75000"/>
                        <a:buFont typeface="Wingdings" pitchFamily="2" charset="2"/>
                        <a:defRPr sz="2000">
                          <a:solidFill>
                            <a:schemeClr val="tx1"/>
                          </a:solidFill>
                          <a:latin typeface="Verdana" pitchFamily="34" charset="0"/>
                        </a:defRPr>
                      </a:lvl2pPr>
                      <a:lvl3pPr marL="909638">
                        <a:spcBef>
                          <a:spcPct val="20000"/>
                        </a:spcBef>
                        <a:buClr>
                          <a:srgbClr val="0000CA"/>
                        </a:buClr>
                        <a:buSzPct val="65000"/>
                        <a:buFont typeface="Wingdings" pitchFamily="2" charset="2"/>
                        <a:defRPr>
                          <a:solidFill>
                            <a:schemeClr val="tx1"/>
                          </a:solidFill>
                          <a:latin typeface="Verdana" pitchFamily="34" charset="0"/>
                        </a:defRPr>
                      </a:lvl3pPr>
                      <a:lvl4pPr marL="1389063">
                        <a:spcBef>
                          <a:spcPct val="20000"/>
                        </a:spcBef>
                        <a:buClr>
                          <a:srgbClr val="0000CA"/>
                        </a:buClr>
                        <a:buFont typeface="Wingdings" pitchFamily="2" charset="2"/>
                        <a:defRPr sz="1600">
                          <a:solidFill>
                            <a:schemeClr val="tx1"/>
                          </a:solidFill>
                          <a:latin typeface="Verdana" pitchFamily="34" charset="0"/>
                        </a:defRPr>
                      </a:lvl4pPr>
                      <a:lvl5pPr>
                        <a:spcBef>
                          <a:spcPct val="20000"/>
                        </a:spcBef>
                        <a:buClr>
                          <a:srgbClr val="0000CA"/>
                        </a:buClr>
                        <a:buSzPct val="80000"/>
                        <a:buFont typeface="Wingdings" pitchFamily="2" charset="2"/>
                        <a:defRPr sz="1600">
                          <a:solidFill>
                            <a:schemeClr val="tx1"/>
                          </a:solidFill>
                          <a:latin typeface="Verdana" pitchFamily="34" charset="0"/>
                        </a:defRPr>
                      </a:lvl5pPr>
                      <a:lvl6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6pPr>
                      <a:lvl7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7pPr>
                      <a:lvl8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8pPr>
                      <a:lvl9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9pPr>
                    </a:lstStyle>
                    <a:p>
                      <a:pPr marL="0" marR="0" lvl="0" indent="0" algn="ctr" defTabSz="914400" rtl="0" eaLnBrk="1" fontAlgn="base" latinLnBrk="0" hangingPunct="1">
                        <a:lnSpc>
                          <a:spcPct val="100000"/>
                        </a:lnSpc>
                        <a:spcBef>
                          <a:spcPct val="20000"/>
                        </a:spcBef>
                        <a:spcAft>
                          <a:spcPct val="0"/>
                        </a:spcAft>
                        <a:buClr>
                          <a:srgbClr val="0000CA"/>
                        </a:buClr>
                        <a:buSzPct val="75000"/>
                        <a:buFont typeface="Wingdings" pitchFamily="2" charset="2"/>
                        <a:buNone/>
                        <a:tabLst/>
                      </a:pPr>
                      <a:r>
                        <a:rPr kumimoji="0" lang="en-US" altLang="en-US" sz="1500" b="0" i="0" u="none" strike="noStrike" cap="none" normalizeH="0" baseline="0" smtClean="0">
                          <a:ln>
                            <a:noFill/>
                          </a:ln>
                          <a:solidFill>
                            <a:schemeClr val="tx1"/>
                          </a:solidFill>
                          <a:effectLst/>
                          <a:latin typeface="Times New Roman" pitchFamily="18" charset="0"/>
                        </a:rPr>
                        <a:t>D</a:t>
                      </a:r>
                    </a:p>
                  </a:txBody>
                  <a:tcPr marT="38100" marB="381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00CA"/>
                        </a:buClr>
                        <a:buSzPct val="75000"/>
                        <a:buFont typeface="Wingdings" pitchFamily="2" charset="2"/>
                        <a:defRPr sz="2400">
                          <a:solidFill>
                            <a:schemeClr val="tx1"/>
                          </a:solidFill>
                          <a:latin typeface="Verdana" pitchFamily="34" charset="0"/>
                        </a:defRPr>
                      </a:lvl1pPr>
                      <a:lvl2pPr marL="471488">
                        <a:spcBef>
                          <a:spcPct val="20000"/>
                        </a:spcBef>
                        <a:buClr>
                          <a:srgbClr val="0000CA"/>
                        </a:buClr>
                        <a:buSzPct val="75000"/>
                        <a:buFont typeface="Wingdings" pitchFamily="2" charset="2"/>
                        <a:defRPr sz="2000">
                          <a:solidFill>
                            <a:schemeClr val="tx1"/>
                          </a:solidFill>
                          <a:latin typeface="Verdana" pitchFamily="34" charset="0"/>
                        </a:defRPr>
                      </a:lvl2pPr>
                      <a:lvl3pPr marL="909638">
                        <a:spcBef>
                          <a:spcPct val="20000"/>
                        </a:spcBef>
                        <a:buClr>
                          <a:srgbClr val="0000CA"/>
                        </a:buClr>
                        <a:buSzPct val="65000"/>
                        <a:buFont typeface="Wingdings" pitchFamily="2" charset="2"/>
                        <a:defRPr>
                          <a:solidFill>
                            <a:schemeClr val="tx1"/>
                          </a:solidFill>
                          <a:latin typeface="Verdana" pitchFamily="34" charset="0"/>
                        </a:defRPr>
                      </a:lvl3pPr>
                      <a:lvl4pPr marL="1389063">
                        <a:spcBef>
                          <a:spcPct val="20000"/>
                        </a:spcBef>
                        <a:buClr>
                          <a:srgbClr val="0000CA"/>
                        </a:buClr>
                        <a:buFont typeface="Wingdings" pitchFamily="2" charset="2"/>
                        <a:defRPr sz="1600">
                          <a:solidFill>
                            <a:schemeClr val="tx1"/>
                          </a:solidFill>
                          <a:latin typeface="Verdana" pitchFamily="34" charset="0"/>
                        </a:defRPr>
                      </a:lvl4pPr>
                      <a:lvl5pPr>
                        <a:spcBef>
                          <a:spcPct val="20000"/>
                        </a:spcBef>
                        <a:buClr>
                          <a:srgbClr val="0000CA"/>
                        </a:buClr>
                        <a:buSzPct val="80000"/>
                        <a:buFont typeface="Wingdings" pitchFamily="2" charset="2"/>
                        <a:defRPr sz="1600">
                          <a:solidFill>
                            <a:schemeClr val="tx1"/>
                          </a:solidFill>
                          <a:latin typeface="Verdana" pitchFamily="34" charset="0"/>
                        </a:defRPr>
                      </a:lvl5pPr>
                      <a:lvl6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6pPr>
                      <a:lvl7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7pPr>
                      <a:lvl8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8pPr>
                      <a:lvl9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9pPr>
                    </a:lstStyle>
                    <a:p>
                      <a:pPr marL="0" marR="0" lvl="0" indent="0" algn="ctr" defTabSz="914400" rtl="0" eaLnBrk="1" fontAlgn="base" latinLnBrk="0" hangingPunct="1">
                        <a:lnSpc>
                          <a:spcPct val="100000"/>
                        </a:lnSpc>
                        <a:spcBef>
                          <a:spcPct val="20000"/>
                        </a:spcBef>
                        <a:spcAft>
                          <a:spcPct val="0"/>
                        </a:spcAft>
                        <a:buClr>
                          <a:srgbClr val="0000CA"/>
                        </a:buClr>
                        <a:buSzPct val="75000"/>
                        <a:buFont typeface="Wingdings" pitchFamily="2" charset="2"/>
                        <a:buNone/>
                        <a:tabLst/>
                      </a:pPr>
                      <a:r>
                        <a:rPr kumimoji="0" lang="en-US" altLang="en-US" sz="1500" b="0" i="0" u="none" strike="noStrike" cap="none" normalizeH="0" baseline="0" smtClean="0">
                          <a:ln>
                            <a:noFill/>
                          </a:ln>
                          <a:solidFill>
                            <a:schemeClr val="tx1"/>
                          </a:solidFill>
                          <a:effectLst/>
                          <a:latin typeface="Times New Roman" pitchFamily="18" charset="0"/>
                        </a:rPr>
                        <a:t>6.0</a:t>
                      </a:r>
                    </a:p>
                  </a:txBody>
                  <a:tcPr marT="38100" marB="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00CA"/>
                        </a:buClr>
                        <a:buSzPct val="75000"/>
                        <a:buFont typeface="Wingdings" pitchFamily="2" charset="2"/>
                        <a:defRPr sz="2400">
                          <a:solidFill>
                            <a:schemeClr val="tx1"/>
                          </a:solidFill>
                          <a:latin typeface="Verdana" pitchFamily="34" charset="0"/>
                        </a:defRPr>
                      </a:lvl1pPr>
                      <a:lvl2pPr marL="471488">
                        <a:spcBef>
                          <a:spcPct val="20000"/>
                        </a:spcBef>
                        <a:buClr>
                          <a:srgbClr val="0000CA"/>
                        </a:buClr>
                        <a:buSzPct val="75000"/>
                        <a:buFont typeface="Wingdings" pitchFamily="2" charset="2"/>
                        <a:defRPr sz="2000">
                          <a:solidFill>
                            <a:schemeClr val="tx1"/>
                          </a:solidFill>
                          <a:latin typeface="Verdana" pitchFamily="34" charset="0"/>
                        </a:defRPr>
                      </a:lvl2pPr>
                      <a:lvl3pPr marL="909638">
                        <a:spcBef>
                          <a:spcPct val="20000"/>
                        </a:spcBef>
                        <a:buClr>
                          <a:srgbClr val="0000CA"/>
                        </a:buClr>
                        <a:buSzPct val="65000"/>
                        <a:buFont typeface="Wingdings" pitchFamily="2" charset="2"/>
                        <a:defRPr>
                          <a:solidFill>
                            <a:schemeClr val="tx1"/>
                          </a:solidFill>
                          <a:latin typeface="Verdana" pitchFamily="34" charset="0"/>
                        </a:defRPr>
                      </a:lvl3pPr>
                      <a:lvl4pPr marL="1389063">
                        <a:spcBef>
                          <a:spcPct val="20000"/>
                        </a:spcBef>
                        <a:buClr>
                          <a:srgbClr val="0000CA"/>
                        </a:buClr>
                        <a:buFont typeface="Wingdings" pitchFamily="2" charset="2"/>
                        <a:defRPr sz="1600">
                          <a:solidFill>
                            <a:schemeClr val="tx1"/>
                          </a:solidFill>
                          <a:latin typeface="Verdana" pitchFamily="34" charset="0"/>
                        </a:defRPr>
                      </a:lvl4pPr>
                      <a:lvl5pPr>
                        <a:spcBef>
                          <a:spcPct val="20000"/>
                        </a:spcBef>
                        <a:buClr>
                          <a:srgbClr val="0000CA"/>
                        </a:buClr>
                        <a:buSzPct val="80000"/>
                        <a:buFont typeface="Wingdings" pitchFamily="2" charset="2"/>
                        <a:defRPr sz="1600">
                          <a:solidFill>
                            <a:schemeClr val="tx1"/>
                          </a:solidFill>
                          <a:latin typeface="Verdana" pitchFamily="34" charset="0"/>
                        </a:defRPr>
                      </a:lvl5pPr>
                      <a:lvl6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6pPr>
                      <a:lvl7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7pPr>
                      <a:lvl8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8pPr>
                      <a:lvl9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9pPr>
                    </a:lstStyle>
                    <a:p>
                      <a:pPr marL="0" marR="0" lvl="0" indent="0" algn="ctr" defTabSz="914400" rtl="0" eaLnBrk="1" fontAlgn="base" latinLnBrk="0" hangingPunct="1">
                        <a:lnSpc>
                          <a:spcPct val="100000"/>
                        </a:lnSpc>
                        <a:spcBef>
                          <a:spcPct val="20000"/>
                        </a:spcBef>
                        <a:spcAft>
                          <a:spcPct val="0"/>
                        </a:spcAft>
                        <a:buClr>
                          <a:srgbClr val="0000CA"/>
                        </a:buClr>
                        <a:buSzPct val="75000"/>
                        <a:buFont typeface="Wingdings" pitchFamily="2" charset="2"/>
                        <a:buNone/>
                        <a:tabLst/>
                      </a:pPr>
                      <a:r>
                        <a:rPr kumimoji="0" lang="en-US" altLang="en-US" sz="1500" b="0" i="0" u="none" strike="noStrike" cap="none" normalizeH="0" baseline="0" smtClean="0">
                          <a:ln>
                            <a:noFill/>
                          </a:ln>
                          <a:solidFill>
                            <a:schemeClr val="tx1"/>
                          </a:solidFill>
                          <a:effectLst/>
                          <a:latin typeface="Times New Roman" pitchFamily="18" charset="0"/>
                        </a:rPr>
                        <a:t>400</a:t>
                      </a:r>
                    </a:p>
                  </a:txBody>
                  <a:tcPr marT="38100" marB="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00CA"/>
                        </a:buClr>
                        <a:buSzPct val="75000"/>
                        <a:buFont typeface="Wingdings" pitchFamily="2" charset="2"/>
                        <a:defRPr sz="2400">
                          <a:solidFill>
                            <a:schemeClr val="tx1"/>
                          </a:solidFill>
                          <a:latin typeface="Verdana" pitchFamily="34" charset="0"/>
                        </a:defRPr>
                      </a:lvl1pPr>
                      <a:lvl2pPr marL="471488">
                        <a:spcBef>
                          <a:spcPct val="20000"/>
                        </a:spcBef>
                        <a:buClr>
                          <a:srgbClr val="0000CA"/>
                        </a:buClr>
                        <a:buSzPct val="75000"/>
                        <a:buFont typeface="Wingdings" pitchFamily="2" charset="2"/>
                        <a:defRPr sz="2000">
                          <a:solidFill>
                            <a:schemeClr val="tx1"/>
                          </a:solidFill>
                          <a:latin typeface="Verdana" pitchFamily="34" charset="0"/>
                        </a:defRPr>
                      </a:lvl2pPr>
                      <a:lvl3pPr marL="909638">
                        <a:spcBef>
                          <a:spcPct val="20000"/>
                        </a:spcBef>
                        <a:buClr>
                          <a:srgbClr val="0000CA"/>
                        </a:buClr>
                        <a:buSzPct val="65000"/>
                        <a:buFont typeface="Wingdings" pitchFamily="2" charset="2"/>
                        <a:defRPr>
                          <a:solidFill>
                            <a:schemeClr val="tx1"/>
                          </a:solidFill>
                          <a:latin typeface="Verdana" pitchFamily="34" charset="0"/>
                        </a:defRPr>
                      </a:lvl3pPr>
                      <a:lvl4pPr marL="1389063">
                        <a:spcBef>
                          <a:spcPct val="20000"/>
                        </a:spcBef>
                        <a:buClr>
                          <a:srgbClr val="0000CA"/>
                        </a:buClr>
                        <a:buFont typeface="Wingdings" pitchFamily="2" charset="2"/>
                        <a:defRPr sz="1600">
                          <a:solidFill>
                            <a:schemeClr val="tx1"/>
                          </a:solidFill>
                          <a:latin typeface="Verdana" pitchFamily="34" charset="0"/>
                        </a:defRPr>
                      </a:lvl4pPr>
                      <a:lvl5pPr>
                        <a:spcBef>
                          <a:spcPct val="20000"/>
                        </a:spcBef>
                        <a:buClr>
                          <a:srgbClr val="0000CA"/>
                        </a:buClr>
                        <a:buSzPct val="80000"/>
                        <a:buFont typeface="Wingdings" pitchFamily="2" charset="2"/>
                        <a:defRPr sz="1600">
                          <a:solidFill>
                            <a:schemeClr val="tx1"/>
                          </a:solidFill>
                          <a:latin typeface="Verdana" pitchFamily="34" charset="0"/>
                        </a:defRPr>
                      </a:lvl5pPr>
                      <a:lvl6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6pPr>
                      <a:lvl7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7pPr>
                      <a:lvl8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8pPr>
                      <a:lvl9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9pPr>
                    </a:lstStyle>
                    <a:p>
                      <a:pPr marL="0" marR="0" lvl="0" indent="0" algn="ctr" defTabSz="914400" rtl="0" eaLnBrk="1" fontAlgn="base" latinLnBrk="0" hangingPunct="1">
                        <a:lnSpc>
                          <a:spcPct val="100000"/>
                        </a:lnSpc>
                        <a:spcBef>
                          <a:spcPct val="20000"/>
                        </a:spcBef>
                        <a:spcAft>
                          <a:spcPct val="0"/>
                        </a:spcAft>
                        <a:buClr>
                          <a:srgbClr val="0000CA"/>
                        </a:buClr>
                        <a:buSzPct val="75000"/>
                        <a:buFont typeface="Wingdings" pitchFamily="2" charset="2"/>
                        <a:buNone/>
                        <a:tabLst/>
                      </a:pPr>
                      <a:r>
                        <a:rPr kumimoji="0" lang="en-US" altLang="en-US" sz="1500" b="0" i="0" u="none" strike="noStrike" cap="none" normalizeH="0" baseline="0" smtClean="0">
                          <a:ln>
                            <a:noFill/>
                          </a:ln>
                          <a:solidFill>
                            <a:schemeClr val="tx1"/>
                          </a:solidFill>
                          <a:effectLst/>
                          <a:latin typeface="Times New Roman" pitchFamily="18" charset="0"/>
                        </a:rPr>
                        <a:t>200</a:t>
                      </a:r>
                    </a:p>
                  </a:txBody>
                  <a:tcPr marT="38100" marB="381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04800">
                <a:tc>
                  <a:txBody>
                    <a:bodyPr/>
                    <a:lstStyle>
                      <a:lvl1pPr>
                        <a:spcBef>
                          <a:spcPct val="20000"/>
                        </a:spcBef>
                        <a:buClr>
                          <a:srgbClr val="0000CA"/>
                        </a:buClr>
                        <a:buSzPct val="75000"/>
                        <a:buFont typeface="Wingdings" pitchFamily="2" charset="2"/>
                        <a:defRPr sz="2400">
                          <a:solidFill>
                            <a:schemeClr val="tx1"/>
                          </a:solidFill>
                          <a:latin typeface="Verdana" pitchFamily="34" charset="0"/>
                        </a:defRPr>
                      </a:lvl1pPr>
                      <a:lvl2pPr marL="471488">
                        <a:spcBef>
                          <a:spcPct val="20000"/>
                        </a:spcBef>
                        <a:buClr>
                          <a:srgbClr val="0000CA"/>
                        </a:buClr>
                        <a:buSzPct val="75000"/>
                        <a:buFont typeface="Wingdings" pitchFamily="2" charset="2"/>
                        <a:defRPr sz="2000">
                          <a:solidFill>
                            <a:schemeClr val="tx1"/>
                          </a:solidFill>
                          <a:latin typeface="Verdana" pitchFamily="34" charset="0"/>
                        </a:defRPr>
                      </a:lvl2pPr>
                      <a:lvl3pPr marL="909638">
                        <a:spcBef>
                          <a:spcPct val="20000"/>
                        </a:spcBef>
                        <a:buClr>
                          <a:srgbClr val="0000CA"/>
                        </a:buClr>
                        <a:buSzPct val="65000"/>
                        <a:buFont typeface="Wingdings" pitchFamily="2" charset="2"/>
                        <a:defRPr>
                          <a:solidFill>
                            <a:schemeClr val="tx1"/>
                          </a:solidFill>
                          <a:latin typeface="Verdana" pitchFamily="34" charset="0"/>
                        </a:defRPr>
                      </a:lvl3pPr>
                      <a:lvl4pPr marL="1389063">
                        <a:spcBef>
                          <a:spcPct val="20000"/>
                        </a:spcBef>
                        <a:buClr>
                          <a:srgbClr val="0000CA"/>
                        </a:buClr>
                        <a:buFont typeface="Wingdings" pitchFamily="2" charset="2"/>
                        <a:defRPr sz="1600">
                          <a:solidFill>
                            <a:schemeClr val="tx1"/>
                          </a:solidFill>
                          <a:latin typeface="Verdana" pitchFamily="34" charset="0"/>
                        </a:defRPr>
                      </a:lvl4pPr>
                      <a:lvl5pPr>
                        <a:spcBef>
                          <a:spcPct val="20000"/>
                        </a:spcBef>
                        <a:buClr>
                          <a:srgbClr val="0000CA"/>
                        </a:buClr>
                        <a:buSzPct val="80000"/>
                        <a:buFont typeface="Wingdings" pitchFamily="2" charset="2"/>
                        <a:defRPr sz="1600">
                          <a:solidFill>
                            <a:schemeClr val="tx1"/>
                          </a:solidFill>
                          <a:latin typeface="Verdana" pitchFamily="34" charset="0"/>
                        </a:defRPr>
                      </a:lvl5pPr>
                      <a:lvl6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6pPr>
                      <a:lvl7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7pPr>
                      <a:lvl8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8pPr>
                      <a:lvl9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9pPr>
                    </a:lstStyle>
                    <a:p>
                      <a:pPr marL="0" marR="0" lvl="0" indent="0" algn="ctr" defTabSz="914400" rtl="0" eaLnBrk="1" fontAlgn="base" latinLnBrk="0" hangingPunct="1">
                        <a:lnSpc>
                          <a:spcPct val="100000"/>
                        </a:lnSpc>
                        <a:spcBef>
                          <a:spcPct val="20000"/>
                        </a:spcBef>
                        <a:spcAft>
                          <a:spcPct val="0"/>
                        </a:spcAft>
                        <a:buClr>
                          <a:srgbClr val="0000CA"/>
                        </a:buClr>
                        <a:buSzPct val="75000"/>
                        <a:buFont typeface="Wingdings" pitchFamily="2" charset="2"/>
                        <a:buNone/>
                        <a:tabLst/>
                      </a:pPr>
                      <a:r>
                        <a:rPr kumimoji="0" lang="en-US" altLang="en-US" sz="1500" b="0" i="0" u="none" strike="noStrike" cap="none" normalizeH="0" baseline="0" smtClean="0">
                          <a:ln>
                            <a:noFill/>
                          </a:ln>
                          <a:solidFill>
                            <a:schemeClr val="tx1"/>
                          </a:solidFill>
                          <a:effectLst/>
                          <a:latin typeface="Times New Roman" pitchFamily="18" charset="0"/>
                        </a:rPr>
                        <a:t>E</a:t>
                      </a:r>
                    </a:p>
                  </a:txBody>
                  <a:tcPr marT="38100" marB="381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00CA"/>
                        </a:buClr>
                        <a:buSzPct val="75000"/>
                        <a:buFont typeface="Wingdings" pitchFamily="2" charset="2"/>
                        <a:defRPr sz="2400">
                          <a:solidFill>
                            <a:schemeClr val="tx1"/>
                          </a:solidFill>
                          <a:latin typeface="Verdana" pitchFamily="34" charset="0"/>
                        </a:defRPr>
                      </a:lvl1pPr>
                      <a:lvl2pPr marL="471488">
                        <a:spcBef>
                          <a:spcPct val="20000"/>
                        </a:spcBef>
                        <a:buClr>
                          <a:srgbClr val="0000CA"/>
                        </a:buClr>
                        <a:buSzPct val="75000"/>
                        <a:buFont typeface="Wingdings" pitchFamily="2" charset="2"/>
                        <a:defRPr sz="2000">
                          <a:solidFill>
                            <a:schemeClr val="tx1"/>
                          </a:solidFill>
                          <a:latin typeface="Verdana" pitchFamily="34" charset="0"/>
                        </a:defRPr>
                      </a:lvl2pPr>
                      <a:lvl3pPr marL="909638">
                        <a:spcBef>
                          <a:spcPct val="20000"/>
                        </a:spcBef>
                        <a:buClr>
                          <a:srgbClr val="0000CA"/>
                        </a:buClr>
                        <a:buSzPct val="65000"/>
                        <a:buFont typeface="Wingdings" pitchFamily="2" charset="2"/>
                        <a:defRPr>
                          <a:solidFill>
                            <a:schemeClr val="tx1"/>
                          </a:solidFill>
                          <a:latin typeface="Verdana" pitchFamily="34" charset="0"/>
                        </a:defRPr>
                      </a:lvl3pPr>
                      <a:lvl4pPr marL="1389063">
                        <a:spcBef>
                          <a:spcPct val="20000"/>
                        </a:spcBef>
                        <a:buClr>
                          <a:srgbClr val="0000CA"/>
                        </a:buClr>
                        <a:buFont typeface="Wingdings" pitchFamily="2" charset="2"/>
                        <a:defRPr sz="1600">
                          <a:solidFill>
                            <a:schemeClr val="tx1"/>
                          </a:solidFill>
                          <a:latin typeface="Verdana" pitchFamily="34" charset="0"/>
                        </a:defRPr>
                      </a:lvl4pPr>
                      <a:lvl5pPr>
                        <a:spcBef>
                          <a:spcPct val="20000"/>
                        </a:spcBef>
                        <a:buClr>
                          <a:srgbClr val="0000CA"/>
                        </a:buClr>
                        <a:buSzPct val="80000"/>
                        <a:buFont typeface="Wingdings" pitchFamily="2" charset="2"/>
                        <a:defRPr sz="1600">
                          <a:solidFill>
                            <a:schemeClr val="tx1"/>
                          </a:solidFill>
                          <a:latin typeface="Verdana" pitchFamily="34" charset="0"/>
                        </a:defRPr>
                      </a:lvl5pPr>
                      <a:lvl6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6pPr>
                      <a:lvl7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7pPr>
                      <a:lvl8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8pPr>
                      <a:lvl9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9pPr>
                    </a:lstStyle>
                    <a:p>
                      <a:pPr marL="0" marR="0" lvl="0" indent="0" algn="ctr" defTabSz="914400" rtl="0" eaLnBrk="1" fontAlgn="base" latinLnBrk="0" hangingPunct="1">
                        <a:lnSpc>
                          <a:spcPct val="100000"/>
                        </a:lnSpc>
                        <a:spcBef>
                          <a:spcPct val="20000"/>
                        </a:spcBef>
                        <a:spcAft>
                          <a:spcPct val="0"/>
                        </a:spcAft>
                        <a:buClr>
                          <a:srgbClr val="0000CA"/>
                        </a:buClr>
                        <a:buSzPct val="75000"/>
                        <a:buFont typeface="Wingdings" pitchFamily="2" charset="2"/>
                        <a:buNone/>
                        <a:tabLst/>
                      </a:pPr>
                      <a:r>
                        <a:rPr kumimoji="0" lang="en-US" altLang="en-US" sz="1500" b="0" i="0" u="none" strike="noStrike" cap="none" normalizeH="0" baseline="0" smtClean="0">
                          <a:ln>
                            <a:noFill/>
                          </a:ln>
                          <a:solidFill>
                            <a:schemeClr val="tx1"/>
                          </a:solidFill>
                          <a:effectLst/>
                          <a:latin typeface="Times New Roman" pitchFamily="18" charset="0"/>
                        </a:rPr>
                        <a:t>3.0</a:t>
                      </a:r>
                    </a:p>
                  </a:txBody>
                  <a:tcPr marT="38100" marB="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00CA"/>
                        </a:buClr>
                        <a:buSzPct val="75000"/>
                        <a:buFont typeface="Wingdings" pitchFamily="2" charset="2"/>
                        <a:defRPr sz="2400">
                          <a:solidFill>
                            <a:schemeClr val="tx1"/>
                          </a:solidFill>
                          <a:latin typeface="Verdana" pitchFamily="34" charset="0"/>
                        </a:defRPr>
                      </a:lvl1pPr>
                      <a:lvl2pPr marL="471488">
                        <a:spcBef>
                          <a:spcPct val="20000"/>
                        </a:spcBef>
                        <a:buClr>
                          <a:srgbClr val="0000CA"/>
                        </a:buClr>
                        <a:buSzPct val="75000"/>
                        <a:buFont typeface="Wingdings" pitchFamily="2" charset="2"/>
                        <a:defRPr sz="2000">
                          <a:solidFill>
                            <a:schemeClr val="tx1"/>
                          </a:solidFill>
                          <a:latin typeface="Verdana" pitchFamily="34" charset="0"/>
                        </a:defRPr>
                      </a:lvl2pPr>
                      <a:lvl3pPr marL="909638">
                        <a:spcBef>
                          <a:spcPct val="20000"/>
                        </a:spcBef>
                        <a:buClr>
                          <a:srgbClr val="0000CA"/>
                        </a:buClr>
                        <a:buSzPct val="65000"/>
                        <a:buFont typeface="Wingdings" pitchFamily="2" charset="2"/>
                        <a:defRPr>
                          <a:solidFill>
                            <a:schemeClr val="tx1"/>
                          </a:solidFill>
                          <a:latin typeface="Verdana" pitchFamily="34" charset="0"/>
                        </a:defRPr>
                      </a:lvl3pPr>
                      <a:lvl4pPr marL="1389063">
                        <a:spcBef>
                          <a:spcPct val="20000"/>
                        </a:spcBef>
                        <a:buClr>
                          <a:srgbClr val="0000CA"/>
                        </a:buClr>
                        <a:buFont typeface="Wingdings" pitchFamily="2" charset="2"/>
                        <a:defRPr sz="1600">
                          <a:solidFill>
                            <a:schemeClr val="tx1"/>
                          </a:solidFill>
                          <a:latin typeface="Verdana" pitchFamily="34" charset="0"/>
                        </a:defRPr>
                      </a:lvl4pPr>
                      <a:lvl5pPr>
                        <a:spcBef>
                          <a:spcPct val="20000"/>
                        </a:spcBef>
                        <a:buClr>
                          <a:srgbClr val="0000CA"/>
                        </a:buClr>
                        <a:buSzPct val="80000"/>
                        <a:buFont typeface="Wingdings" pitchFamily="2" charset="2"/>
                        <a:defRPr sz="1600">
                          <a:solidFill>
                            <a:schemeClr val="tx1"/>
                          </a:solidFill>
                          <a:latin typeface="Verdana" pitchFamily="34" charset="0"/>
                        </a:defRPr>
                      </a:lvl5pPr>
                      <a:lvl6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6pPr>
                      <a:lvl7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7pPr>
                      <a:lvl8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8pPr>
                      <a:lvl9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9pPr>
                    </a:lstStyle>
                    <a:p>
                      <a:pPr marL="0" marR="0" lvl="0" indent="0" algn="ctr" defTabSz="914400" rtl="0" eaLnBrk="1" fontAlgn="base" latinLnBrk="0" hangingPunct="1">
                        <a:lnSpc>
                          <a:spcPct val="100000"/>
                        </a:lnSpc>
                        <a:spcBef>
                          <a:spcPct val="20000"/>
                        </a:spcBef>
                        <a:spcAft>
                          <a:spcPct val="0"/>
                        </a:spcAft>
                        <a:buClr>
                          <a:srgbClr val="0000CA"/>
                        </a:buClr>
                        <a:buSzPct val="75000"/>
                        <a:buFont typeface="Wingdings" pitchFamily="2" charset="2"/>
                        <a:buNone/>
                        <a:tabLst/>
                      </a:pPr>
                      <a:r>
                        <a:rPr kumimoji="0" lang="en-US" altLang="en-US" sz="1500" b="0" i="0" u="none" strike="noStrike" cap="none" normalizeH="0" baseline="0" smtClean="0">
                          <a:ln>
                            <a:noFill/>
                          </a:ln>
                          <a:solidFill>
                            <a:schemeClr val="tx1"/>
                          </a:solidFill>
                          <a:effectLst/>
                          <a:latin typeface="Times New Roman" pitchFamily="18" charset="0"/>
                        </a:rPr>
                        <a:t>100</a:t>
                      </a:r>
                    </a:p>
                  </a:txBody>
                  <a:tcPr marT="38100" marB="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00CA"/>
                        </a:buClr>
                        <a:buSzPct val="75000"/>
                        <a:buFont typeface="Wingdings" pitchFamily="2" charset="2"/>
                        <a:defRPr sz="2400">
                          <a:solidFill>
                            <a:schemeClr val="tx1"/>
                          </a:solidFill>
                          <a:latin typeface="Verdana" pitchFamily="34" charset="0"/>
                        </a:defRPr>
                      </a:lvl1pPr>
                      <a:lvl2pPr marL="471488">
                        <a:spcBef>
                          <a:spcPct val="20000"/>
                        </a:spcBef>
                        <a:buClr>
                          <a:srgbClr val="0000CA"/>
                        </a:buClr>
                        <a:buSzPct val="75000"/>
                        <a:buFont typeface="Wingdings" pitchFamily="2" charset="2"/>
                        <a:defRPr sz="2000">
                          <a:solidFill>
                            <a:schemeClr val="tx1"/>
                          </a:solidFill>
                          <a:latin typeface="Verdana" pitchFamily="34" charset="0"/>
                        </a:defRPr>
                      </a:lvl2pPr>
                      <a:lvl3pPr marL="909638">
                        <a:spcBef>
                          <a:spcPct val="20000"/>
                        </a:spcBef>
                        <a:buClr>
                          <a:srgbClr val="0000CA"/>
                        </a:buClr>
                        <a:buSzPct val="65000"/>
                        <a:buFont typeface="Wingdings" pitchFamily="2" charset="2"/>
                        <a:defRPr>
                          <a:solidFill>
                            <a:schemeClr val="tx1"/>
                          </a:solidFill>
                          <a:latin typeface="Verdana" pitchFamily="34" charset="0"/>
                        </a:defRPr>
                      </a:lvl3pPr>
                      <a:lvl4pPr marL="1389063">
                        <a:spcBef>
                          <a:spcPct val="20000"/>
                        </a:spcBef>
                        <a:buClr>
                          <a:srgbClr val="0000CA"/>
                        </a:buClr>
                        <a:buFont typeface="Wingdings" pitchFamily="2" charset="2"/>
                        <a:defRPr sz="1600">
                          <a:solidFill>
                            <a:schemeClr val="tx1"/>
                          </a:solidFill>
                          <a:latin typeface="Verdana" pitchFamily="34" charset="0"/>
                        </a:defRPr>
                      </a:lvl4pPr>
                      <a:lvl5pPr>
                        <a:spcBef>
                          <a:spcPct val="20000"/>
                        </a:spcBef>
                        <a:buClr>
                          <a:srgbClr val="0000CA"/>
                        </a:buClr>
                        <a:buSzPct val="80000"/>
                        <a:buFont typeface="Wingdings" pitchFamily="2" charset="2"/>
                        <a:defRPr sz="1600">
                          <a:solidFill>
                            <a:schemeClr val="tx1"/>
                          </a:solidFill>
                          <a:latin typeface="Verdana" pitchFamily="34" charset="0"/>
                        </a:defRPr>
                      </a:lvl5pPr>
                      <a:lvl6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6pPr>
                      <a:lvl7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7pPr>
                      <a:lvl8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8pPr>
                      <a:lvl9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9pPr>
                    </a:lstStyle>
                    <a:p>
                      <a:pPr marL="0" marR="0" lvl="0" indent="0" algn="ctr" defTabSz="914400" rtl="0" eaLnBrk="1" fontAlgn="base" latinLnBrk="0" hangingPunct="1">
                        <a:lnSpc>
                          <a:spcPct val="100000"/>
                        </a:lnSpc>
                        <a:spcBef>
                          <a:spcPct val="20000"/>
                        </a:spcBef>
                        <a:spcAft>
                          <a:spcPct val="0"/>
                        </a:spcAft>
                        <a:buClr>
                          <a:srgbClr val="0000CA"/>
                        </a:buClr>
                        <a:buSzPct val="75000"/>
                        <a:buFont typeface="Wingdings" pitchFamily="2" charset="2"/>
                        <a:buNone/>
                        <a:tabLst/>
                      </a:pPr>
                      <a:r>
                        <a:rPr kumimoji="0" lang="en-US" altLang="en-US" sz="1500" b="0" i="0" u="none" strike="noStrike" cap="none" normalizeH="0" baseline="0" smtClean="0">
                          <a:ln>
                            <a:noFill/>
                          </a:ln>
                          <a:solidFill>
                            <a:schemeClr val="tx1"/>
                          </a:solidFill>
                          <a:effectLst/>
                          <a:latin typeface="Times New Roman" pitchFamily="18" charset="0"/>
                        </a:rPr>
                        <a:t>100</a:t>
                      </a:r>
                    </a:p>
                  </a:txBody>
                  <a:tcPr marT="38100" marB="381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04800">
                <a:tc>
                  <a:txBody>
                    <a:bodyPr/>
                    <a:lstStyle>
                      <a:lvl1pPr>
                        <a:spcBef>
                          <a:spcPct val="20000"/>
                        </a:spcBef>
                        <a:buClr>
                          <a:srgbClr val="0000CA"/>
                        </a:buClr>
                        <a:buSzPct val="75000"/>
                        <a:buFont typeface="Wingdings" pitchFamily="2" charset="2"/>
                        <a:defRPr sz="2400">
                          <a:solidFill>
                            <a:schemeClr val="tx1"/>
                          </a:solidFill>
                          <a:latin typeface="Verdana" pitchFamily="34" charset="0"/>
                        </a:defRPr>
                      </a:lvl1pPr>
                      <a:lvl2pPr marL="471488">
                        <a:spcBef>
                          <a:spcPct val="20000"/>
                        </a:spcBef>
                        <a:buClr>
                          <a:srgbClr val="0000CA"/>
                        </a:buClr>
                        <a:buSzPct val="75000"/>
                        <a:buFont typeface="Wingdings" pitchFamily="2" charset="2"/>
                        <a:defRPr sz="2000">
                          <a:solidFill>
                            <a:schemeClr val="tx1"/>
                          </a:solidFill>
                          <a:latin typeface="Verdana" pitchFamily="34" charset="0"/>
                        </a:defRPr>
                      </a:lvl2pPr>
                      <a:lvl3pPr marL="909638">
                        <a:spcBef>
                          <a:spcPct val="20000"/>
                        </a:spcBef>
                        <a:buClr>
                          <a:srgbClr val="0000CA"/>
                        </a:buClr>
                        <a:buSzPct val="65000"/>
                        <a:buFont typeface="Wingdings" pitchFamily="2" charset="2"/>
                        <a:defRPr>
                          <a:solidFill>
                            <a:schemeClr val="tx1"/>
                          </a:solidFill>
                          <a:latin typeface="Verdana" pitchFamily="34" charset="0"/>
                        </a:defRPr>
                      </a:lvl3pPr>
                      <a:lvl4pPr marL="1389063">
                        <a:spcBef>
                          <a:spcPct val="20000"/>
                        </a:spcBef>
                        <a:buClr>
                          <a:srgbClr val="0000CA"/>
                        </a:buClr>
                        <a:buFont typeface="Wingdings" pitchFamily="2" charset="2"/>
                        <a:defRPr sz="1600">
                          <a:solidFill>
                            <a:schemeClr val="tx1"/>
                          </a:solidFill>
                          <a:latin typeface="Verdana" pitchFamily="34" charset="0"/>
                        </a:defRPr>
                      </a:lvl4pPr>
                      <a:lvl5pPr>
                        <a:spcBef>
                          <a:spcPct val="20000"/>
                        </a:spcBef>
                        <a:buClr>
                          <a:srgbClr val="0000CA"/>
                        </a:buClr>
                        <a:buSzPct val="80000"/>
                        <a:buFont typeface="Wingdings" pitchFamily="2" charset="2"/>
                        <a:defRPr sz="1600">
                          <a:solidFill>
                            <a:schemeClr val="tx1"/>
                          </a:solidFill>
                          <a:latin typeface="Verdana" pitchFamily="34" charset="0"/>
                        </a:defRPr>
                      </a:lvl5pPr>
                      <a:lvl6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6pPr>
                      <a:lvl7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7pPr>
                      <a:lvl8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8pPr>
                      <a:lvl9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9pPr>
                    </a:lstStyle>
                    <a:p>
                      <a:pPr marL="0" marR="0" lvl="0" indent="0" algn="ctr" defTabSz="914400" rtl="0" eaLnBrk="1" fontAlgn="base" latinLnBrk="0" hangingPunct="1">
                        <a:lnSpc>
                          <a:spcPct val="100000"/>
                        </a:lnSpc>
                        <a:spcBef>
                          <a:spcPct val="20000"/>
                        </a:spcBef>
                        <a:spcAft>
                          <a:spcPct val="0"/>
                        </a:spcAft>
                        <a:buClr>
                          <a:srgbClr val="0000CA"/>
                        </a:buClr>
                        <a:buSzPct val="75000"/>
                        <a:buFont typeface="Wingdings" pitchFamily="2" charset="2"/>
                        <a:buNone/>
                        <a:tabLst/>
                      </a:pPr>
                      <a:r>
                        <a:rPr kumimoji="0" lang="en-US" altLang="en-US" sz="1500" b="0" i="0" u="none" strike="noStrike" cap="none" normalizeH="0" baseline="0" smtClean="0">
                          <a:ln>
                            <a:noFill/>
                          </a:ln>
                          <a:solidFill>
                            <a:schemeClr val="tx1"/>
                          </a:solidFill>
                          <a:effectLst/>
                          <a:latin typeface="Times New Roman" pitchFamily="18" charset="0"/>
                        </a:rPr>
                        <a:t>F</a:t>
                      </a:r>
                    </a:p>
                  </a:txBody>
                  <a:tcPr marT="38100" marB="381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00CA"/>
                        </a:buClr>
                        <a:buSzPct val="75000"/>
                        <a:buFont typeface="Wingdings" pitchFamily="2" charset="2"/>
                        <a:defRPr sz="2400">
                          <a:solidFill>
                            <a:schemeClr val="tx1"/>
                          </a:solidFill>
                          <a:latin typeface="Verdana" pitchFamily="34" charset="0"/>
                        </a:defRPr>
                      </a:lvl1pPr>
                      <a:lvl2pPr marL="471488">
                        <a:spcBef>
                          <a:spcPct val="20000"/>
                        </a:spcBef>
                        <a:buClr>
                          <a:srgbClr val="0000CA"/>
                        </a:buClr>
                        <a:buSzPct val="75000"/>
                        <a:buFont typeface="Wingdings" pitchFamily="2" charset="2"/>
                        <a:defRPr sz="2000">
                          <a:solidFill>
                            <a:schemeClr val="tx1"/>
                          </a:solidFill>
                          <a:latin typeface="Verdana" pitchFamily="34" charset="0"/>
                        </a:defRPr>
                      </a:lvl2pPr>
                      <a:lvl3pPr marL="909638">
                        <a:spcBef>
                          <a:spcPct val="20000"/>
                        </a:spcBef>
                        <a:buClr>
                          <a:srgbClr val="0000CA"/>
                        </a:buClr>
                        <a:buSzPct val="65000"/>
                        <a:buFont typeface="Wingdings" pitchFamily="2" charset="2"/>
                        <a:defRPr>
                          <a:solidFill>
                            <a:schemeClr val="tx1"/>
                          </a:solidFill>
                          <a:latin typeface="Verdana" pitchFamily="34" charset="0"/>
                        </a:defRPr>
                      </a:lvl3pPr>
                      <a:lvl4pPr marL="1389063">
                        <a:spcBef>
                          <a:spcPct val="20000"/>
                        </a:spcBef>
                        <a:buClr>
                          <a:srgbClr val="0000CA"/>
                        </a:buClr>
                        <a:buFont typeface="Wingdings" pitchFamily="2" charset="2"/>
                        <a:defRPr sz="1600">
                          <a:solidFill>
                            <a:schemeClr val="tx1"/>
                          </a:solidFill>
                          <a:latin typeface="Verdana" pitchFamily="34" charset="0"/>
                        </a:defRPr>
                      </a:lvl4pPr>
                      <a:lvl5pPr>
                        <a:spcBef>
                          <a:spcPct val="20000"/>
                        </a:spcBef>
                        <a:buClr>
                          <a:srgbClr val="0000CA"/>
                        </a:buClr>
                        <a:buSzPct val="80000"/>
                        <a:buFont typeface="Wingdings" pitchFamily="2" charset="2"/>
                        <a:defRPr sz="1600">
                          <a:solidFill>
                            <a:schemeClr val="tx1"/>
                          </a:solidFill>
                          <a:latin typeface="Verdana" pitchFamily="34" charset="0"/>
                        </a:defRPr>
                      </a:lvl5pPr>
                      <a:lvl6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6pPr>
                      <a:lvl7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7pPr>
                      <a:lvl8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8pPr>
                      <a:lvl9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9pPr>
                    </a:lstStyle>
                    <a:p>
                      <a:pPr marL="0" marR="0" lvl="0" indent="0" algn="ctr" defTabSz="914400" rtl="0" eaLnBrk="1" fontAlgn="base" latinLnBrk="0" hangingPunct="1">
                        <a:lnSpc>
                          <a:spcPct val="100000"/>
                        </a:lnSpc>
                        <a:spcBef>
                          <a:spcPct val="20000"/>
                        </a:spcBef>
                        <a:spcAft>
                          <a:spcPct val="0"/>
                        </a:spcAft>
                        <a:buClr>
                          <a:srgbClr val="0000CA"/>
                        </a:buClr>
                        <a:buSzPct val="75000"/>
                        <a:buFont typeface="Wingdings" pitchFamily="2" charset="2"/>
                        <a:buNone/>
                        <a:tabLst/>
                      </a:pPr>
                      <a:r>
                        <a:rPr kumimoji="0" lang="en-US" altLang="en-US" sz="1500" b="0" i="0" u="none" strike="noStrike" cap="none" normalizeH="0" baseline="0" smtClean="0">
                          <a:ln>
                            <a:noFill/>
                          </a:ln>
                          <a:solidFill>
                            <a:schemeClr val="tx1"/>
                          </a:solidFill>
                          <a:effectLst/>
                          <a:latin typeface="Times New Roman" pitchFamily="18" charset="0"/>
                        </a:rPr>
                        <a:t>10.0</a:t>
                      </a:r>
                    </a:p>
                  </a:txBody>
                  <a:tcPr marT="38100" marB="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00CA"/>
                        </a:buClr>
                        <a:buSzPct val="75000"/>
                        <a:buFont typeface="Wingdings" pitchFamily="2" charset="2"/>
                        <a:defRPr sz="2400">
                          <a:solidFill>
                            <a:schemeClr val="tx1"/>
                          </a:solidFill>
                          <a:latin typeface="Verdana" pitchFamily="34" charset="0"/>
                        </a:defRPr>
                      </a:lvl1pPr>
                      <a:lvl2pPr marL="471488">
                        <a:spcBef>
                          <a:spcPct val="20000"/>
                        </a:spcBef>
                        <a:buClr>
                          <a:srgbClr val="0000CA"/>
                        </a:buClr>
                        <a:buSzPct val="75000"/>
                        <a:buFont typeface="Wingdings" pitchFamily="2" charset="2"/>
                        <a:defRPr sz="2000">
                          <a:solidFill>
                            <a:schemeClr val="tx1"/>
                          </a:solidFill>
                          <a:latin typeface="Verdana" pitchFamily="34" charset="0"/>
                        </a:defRPr>
                      </a:lvl2pPr>
                      <a:lvl3pPr marL="909638">
                        <a:spcBef>
                          <a:spcPct val="20000"/>
                        </a:spcBef>
                        <a:buClr>
                          <a:srgbClr val="0000CA"/>
                        </a:buClr>
                        <a:buSzPct val="65000"/>
                        <a:buFont typeface="Wingdings" pitchFamily="2" charset="2"/>
                        <a:defRPr>
                          <a:solidFill>
                            <a:schemeClr val="tx1"/>
                          </a:solidFill>
                          <a:latin typeface="Verdana" pitchFamily="34" charset="0"/>
                        </a:defRPr>
                      </a:lvl3pPr>
                      <a:lvl4pPr marL="1389063">
                        <a:spcBef>
                          <a:spcPct val="20000"/>
                        </a:spcBef>
                        <a:buClr>
                          <a:srgbClr val="0000CA"/>
                        </a:buClr>
                        <a:buFont typeface="Wingdings" pitchFamily="2" charset="2"/>
                        <a:defRPr sz="1600">
                          <a:solidFill>
                            <a:schemeClr val="tx1"/>
                          </a:solidFill>
                          <a:latin typeface="Verdana" pitchFamily="34" charset="0"/>
                        </a:defRPr>
                      </a:lvl4pPr>
                      <a:lvl5pPr>
                        <a:spcBef>
                          <a:spcPct val="20000"/>
                        </a:spcBef>
                        <a:buClr>
                          <a:srgbClr val="0000CA"/>
                        </a:buClr>
                        <a:buSzPct val="80000"/>
                        <a:buFont typeface="Wingdings" pitchFamily="2" charset="2"/>
                        <a:defRPr sz="1600">
                          <a:solidFill>
                            <a:schemeClr val="tx1"/>
                          </a:solidFill>
                          <a:latin typeface="Verdana" pitchFamily="34" charset="0"/>
                        </a:defRPr>
                      </a:lvl5pPr>
                      <a:lvl6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6pPr>
                      <a:lvl7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7pPr>
                      <a:lvl8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8pPr>
                      <a:lvl9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9pPr>
                    </a:lstStyle>
                    <a:p>
                      <a:pPr marL="0" marR="0" lvl="0" indent="0" algn="ctr" defTabSz="914400" rtl="0" eaLnBrk="1" fontAlgn="base" latinLnBrk="0" hangingPunct="1">
                        <a:lnSpc>
                          <a:spcPct val="100000"/>
                        </a:lnSpc>
                        <a:spcBef>
                          <a:spcPct val="20000"/>
                        </a:spcBef>
                        <a:spcAft>
                          <a:spcPct val="0"/>
                        </a:spcAft>
                        <a:buClr>
                          <a:srgbClr val="0000CA"/>
                        </a:buClr>
                        <a:buSzPct val="75000"/>
                        <a:buFont typeface="Wingdings" pitchFamily="2" charset="2"/>
                        <a:buNone/>
                        <a:tabLst/>
                      </a:pPr>
                      <a:r>
                        <a:rPr kumimoji="0" lang="en-US" altLang="en-US" sz="1500" b="0" i="0" u="none" strike="noStrike" cap="none" normalizeH="0" baseline="0" smtClean="0">
                          <a:ln>
                            <a:noFill/>
                          </a:ln>
                          <a:solidFill>
                            <a:schemeClr val="tx1"/>
                          </a:solidFill>
                          <a:effectLst/>
                          <a:latin typeface="Times New Roman" pitchFamily="18" charset="0"/>
                        </a:rPr>
                        <a:t>600</a:t>
                      </a:r>
                    </a:p>
                  </a:txBody>
                  <a:tcPr marT="38100" marB="38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00CA"/>
                        </a:buClr>
                        <a:buSzPct val="75000"/>
                        <a:buFont typeface="Wingdings" pitchFamily="2" charset="2"/>
                        <a:defRPr sz="2400">
                          <a:solidFill>
                            <a:schemeClr val="tx1"/>
                          </a:solidFill>
                          <a:latin typeface="Verdana" pitchFamily="34" charset="0"/>
                        </a:defRPr>
                      </a:lvl1pPr>
                      <a:lvl2pPr marL="471488">
                        <a:spcBef>
                          <a:spcPct val="20000"/>
                        </a:spcBef>
                        <a:buClr>
                          <a:srgbClr val="0000CA"/>
                        </a:buClr>
                        <a:buSzPct val="75000"/>
                        <a:buFont typeface="Wingdings" pitchFamily="2" charset="2"/>
                        <a:defRPr sz="2000">
                          <a:solidFill>
                            <a:schemeClr val="tx1"/>
                          </a:solidFill>
                          <a:latin typeface="Verdana" pitchFamily="34" charset="0"/>
                        </a:defRPr>
                      </a:lvl2pPr>
                      <a:lvl3pPr marL="909638">
                        <a:spcBef>
                          <a:spcPct val="20000"/>
                        </a:spcBef>
                        <a:buClr>
                          <a:srgbClr val="0000CA"/>
                        </a:buClr>
                        <a:buSzPct val="65000"/>
                        <a:buFont typeface="Wingdings" pitchFamily="2" charset="2"/>
                        <a:defRPr>
                          <a:solidFill>
                            <a:schemeClr val="tx1"/>
                          </a:solidFill>
                          <a:latin typeface="Verdana" pitchFamily="34" charset="0"/>
                        </a:defRPr>
                      </a:lvl3pPr>
                      <a:lvl4pPr marL="1389063">
                        <a:spcBef>
                          <a:spcPct val="20000"/>
                        </a:spcBef>
                        <a:buClr>
                          <a:srgbClr val="0000CA"/>
                        </a:buClr>
                        <a:buFont typeface="Wingdings" pitchFamily="2" charset="2"/>
                        <a:defRPr sz="1600">
                          <a:solidFill>
                            <a:schemeClr val="tx1"/>
                          </a:solidFill>
                          <a:latin typeface="Verdana" pitchFamily="34" charset="0"/>
                        </a:defRPr>
                      </a:lvl4pPr>
                      <a:lvl5pPr>
                        <a:spcBef>
                          <a:spcPct val="20000"/>
                        </a:spcBef>
                        <a:buClr>
                          <a:srgbClr val="0000CA"/>
                        </a:buClr>
                        <a:buSzPct val="80000"/>
                        <a:buFont typeface="Wingdings" pitchFamily="2" charset="2"/>
                        <a:defRPr sz="1600">
                          <a:solidFill>
                            <a:schemeClr val="tx1"/>
                          </a:solidFill>
                          <a:latin typeface="Verdana" pitchFamily="34" charset="0"/>
                        </a:defRPr>
                      </a:lvl5pPr>
                      <a:lvl6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6pPr>
                      <a:lvl7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7pPr>
                      <a:lvl8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8pPr>
                      <a:lvl9pPr fontAlgn="base">
                        <a:spcBef>
                          <a:spcPct val="20000"/>
                        </a:spcBef>
                        <a:spcAft>
                          <a:spcPct val="0"/>
                        </a:spcAft>
                        <a:buClr>
                          <a:srgbClr val="0000CA"/>
                        </a:buClr>
                        <a:buSzPct val="80000"/>
                        <a:buFont typeface="Wingdings" pitchFamily="2" charset="2"/>
                        <a:defRPr sz="1600">
                          <a:solidFill>
                            <a:schemeClr val="tx1"/>
                          </a:solidFill>
                          <a:latin typeface="Verdana" pitchFamily="34" charset="0"/>
                        </a:defRPr>
                      </a:lvl9pPr>
                    </a:lstStyle>
                    <a:p>
                      <a:pPr marL="0" marR="0" lvl="0" indent="0" algn="ctr" defTabSz="914400" rtl="0" eaLnBrk="1" fontAlgn="base" latinLnBrk="0" hangingPunct="1">
                        <a:lnSpc>
                          <a:spcPct val="100000"/>
                        </a:lnSpc>
                        <a:spcBef>
                          <a:spcPct val="20000"/>
                        </a:spcBef>
                        <a:spcAft>
                          <a:spcPct val="0"/>
                        </a:spcAft>
                        <a:buClr>
                          <a:srgbClr val="0000CA"/>
                        </a:buClr>
                        <a:buSzPct val="75000"/>
                        <a:buFont typeface="Wingdings" pitchFamily="2" charset="2"/>
                        <a:buNone/>
                        <a:tabLst/>
                      </a:pPr>
                      <a:r>
                        <a:rPr kumimoji="0" lang="en-US" altLang="en-US" sz="1500" b="0" i="0" u="none" strike="noStrike" cap="none" normalizeH="0" baseline="0" smtClean="0">
                          <a:ln>
                            <a:noFill/>
                          </a:ln>
                          <a:solidFill>
                            <a:schemeClr val="tx1"/>
                          </a:solidFill>
                          <a:effectLst/>
                          <a:latin typeface="Times New Roman" pitchFamily="18" charset="0"/>
                        </a:rPr>
                        <a:t>400</a:t>
                      </a:r>
                    </a:p>
                  </a:txBody>
                  <a:tcPr marT="38100" marB="381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47" name="Slide Number Placeholder 5"/>
          <p:cNvSpPr>
            <a:spLocks noGrp="1"/>
          </p:cNvSpPr>
          <p:nvPr>
            <p:ph type="sldNum" sz="quarter" idx="12"/>
          </p:nvPr>
        </p:nvSpPr>
        <p:spPr/>
        <p:txBody>
          <a:bodyPr/>
          <a:lstStyle/>
          <a:p>
            <a:fld id="{17EDF8F4-0012-47EB-86A3-B1F80AD161F8}" type="slidenum">
              <a:rPr lang="en-US" altLang="en-US"/>
              <a:pPr/>
              <a:t>22</a:t>
            </a:fld>
            <a:endParaRPr lang="en-US" altLang="en-US"/>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76866" name="Rectangle 2"/>
          <p:cNvSpPr>
            <a:spLocks noGrp="1" noChangeArrowheads="1"/>
          </p:cNvSpPr>
          <p:nvPr>
            <p:ph type="title"/>
          </p:nvPr>
        </p:nvSpPr>
        <p:spPr>
          <a:xfrm>
            <a:off x="190500" y="46818"/>
            <a:ext cx="8039100" cy="847990"/>
          </a:xfrm>
        </p:spPr>
        <p:txBody>
          <a:bodyPr/>
          <a:lstStyle/>
          <a:p>
            <a:r>
              <a:rPr lang="en-US" altLang="en-US" sz="3600">
                <a:solidFill>
                  <a:srgbClr val="FF0000"/>
                </a:solidFill>
              </a:rPr>
              <a:t>3.2.2. Hồi qui tuyến tính đa biến</a:t>
            </a:r>
          </a:p>
        </p:txBody>
      </p:sp>
      <p:sp>
        <p:nvSpPr>
          <p:cNvPr id="8" name="Slide Number Placeholder 5"/>
          <p:cNvSpPr>
            <a:spLocks noGrp="1"/>
          </p:cNvSpPr>
          <p:nvPr>
            <p:ph type="sldNum" sz="quarter" idx="12"/>
          </p:nvPr>
        </p:nvSpPr>
        <p:spPr/>
        <p:txBody>
          <a:bodyPr/>
          <a:lstStyle/>
          <a:p>
            <a:fld id="{F49E6567-D849-4681-BA24-0ADAD30204CE}" type="slidenum">
              <a:rPr lang="en-US" altLang="en-US"/>
              <a:pPr/>
              <a:t>23</a:t>
            </a:fld>
            <a:endParaRPr lang="en-US" altLang="en-US"/>
          </a:p>
        </p:txBody>
      </p:sp>
      <p:sp>
        <p:nvSpPr>
          <p:cNvPr id="676873" name="Line 9"/>
          <p:cNvSpPr>
            <a:spLocks noChangeShapeType="1"/>
          </p:cNvSpPr>
          <p:nvPr/>
        </p:nvSpPr>
        <p:spPr bwMode="auto">
          <a:xfrm>
            <a:off x="2209800" y="5016500"/>
            <a:ext cx="762000" cy="317500"/>
          </a:xfrm>
          <a:prstGeom prst="line">
            <a:avLst/>
          </a:prstGeom>
          <a:noFill/>
          <a:ln w="38100">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aphicFrame>
        <p:nvGraphicFramePr>
          <p:cNvPr id="676874" name="Object 10"/>
          <p:cNvGraphicFramePr>
            <a:graphicFrameLocks noChangeAspect="1"/>
          </p:cNvGraphicFramePr>
          <p:nvPr/>
        </p:nvGraphicFramePr>
        <p:xfrm>
          <a:off x="3124200" y="5228167"/>
          <a:ext cx="2667000" cy="239448"/>
        </p:xfrm>
        <a:graphic>
          <a:graphicData uri="http://schemas.openxmlformats.org/presentationml/2006/ole">
            <mc:AlternateContent xmlns:mc="http://schemas.openxmlformats.org/markup-compatibility/2006">
              <mc:Choice xmlns:v="urn:schemas-microsoft-com:vml" Requires="v">
                <p:oleObj spid="_x0000_s676927" name="Equation" r:id="rId4" imgW="2120760" imgH="228600" progId="Equation.DSMT4">
                  <p:embed/>
                </p:oleObj>
              </mc:Choice>
              <mc:Fallback>
                <p:oleObj name="Equation" r:id="rId4" imgW="2120760" imgH="228600" progId="Equation.DSMT4">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24200" y="5228167"/>
                        <a:ext cx="2667000" cy="239448"/>
                      </a:xfrm>
                      <a:prstGeom prst="rect">
                        <a:avLst/>
                      </a:prstGeom>
                      <a:solidFill>
                        <a:srgbClr val="66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676875" name="Picture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3400" y="1071417"/>
            <a:ext cx="8458200" cy="397286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nodeType="afterEffect">
                                  <p:stCondLst>
                                    <p:cond delay="1000"/>
                                  </p:stCondLst>
                                  <p:childTnLst>
                                    <p:set>
                                      <p:cBhvr>
                                        <p:cTn id="6" dur="1" fill="hold">
                                          <p:stCondLst>
                                            <p:cond delay="0"/>
                                          </p:stCondLst>
                                        </p:cTn>
                                        <p:tgtEl>
                                          <p:spTgt spid="676874"/>
                                        </p:tgtEl>
                                        <p:attrNameLst>
                                          <p:attrName>style.visibility</p:attrName>
                                        </p:attrNameLst>
                                      </p:cBhvr>
                                      <p:to>
                                        <p:strVal val="visible"/>
                                      </p:to>
                                    </p:set>
                                    <p:animEffect transition="in" filter="box(in)">
                                      <p:cBhvr>
                                        <p:cTn id="7" dur="500"/>
                                        <p:tgtEl>
                                          <p:spTgt spid="6768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Thực hành </a:t>
            </a:r>
            <a:endParaRPr lang="en-US"/>
          </a:p>
        </p:txBody>
      </p:sp>
      <p:sp>
        <p:nvSpPr>
          <p:cNvPr id="3" name="Content Placeholder 2"/>
          <p:cNvSpPr>
            <a:spLocks noGrp="1"/>
          </p:cNvSpPr>
          <p:nvPr>
            <p:ph idx="1"/>
          </p:nvPr>
        </p:nvSpPr>
        <p:spPr/>
        <p:txBody>
          <a:bodyPr/>
          <a:lstStyle/>
          <a:p>
            <a:r>
              <a:rPr lang="en-US"/>
              <a:t>Quay trở lại bài toán trên, nếu chúng ta thêm thông tin về khoảng cách tới trung tâm</a:t>
            </a:r>
            <a:r>
              <a:rPr lang="en-US" smtClean="0"/>
              <a:t>.</a:t>
            </a:r>
          </a:p>
          <a:p>
            <a:pPr marL="0" indent="0">
              <a:buNone/>
            </a:pPr>
            <a:r>
              <a:rPr lang="en-US" smtClean="0"/>
              <a:t>KCTT (km) = [20,18,17,16,15,14,12,10,8,7,5,2,1]</a:t>
            </a:r>
          </a:p>
          <a:p>
            <a:endParaRPr lang="en-US"/>
          </a:p>
        </p:txBody>
      </p:sp>
      <p:sp>
        <p:nvSpPr>
          <p:cNvPr id="4" name="Slide Number Placeholder 3"/>
          <p:cNvSpPr>
            <a:spLocks noGrp="1"/>
          </p:cNvSpPr>
          <p:nvPr>
            <p:ph type="sldNum" sz="quarter" idx="12"/>
          </p:nvPr>
        </p:nvSpPr>
        <p:spPr/>
        <p:txBody>
          <a:bodyPr/>
          <a:lstStyle/>
          <a:p>
            <a:fld id="{F5311510-7DD5-4730-B8D5-500690970B83}" type="slidenum">
              <a:rPr lang="en-US" altLang="en-US" smtClean="0"/>
              <a:pPr/>
              <a:t>24</a:t>
            </a:fld>
            <a:endParaRPr lang="en-US" altLang="en-US"/>
          </a:p>
        </p:txBody>
      </p:sp>
    </p:spTree>
    <p:extLst>
      <p:ext uri="{BB962C8B-B14F-4D97-AF65-F5344CB8AC3E}">
        <p14:creationId xmlns:p14="http://schemas.microsoft.com/office/powerpoint/2010/main" val="68969122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9154" name="Title 1"/>
          <p:cNvSpPr>
            <a:spLocks noGrp="1"/>
          </p:cNvSpPr>
          <p:nvPr>
            <p:ph type="title"/>
          </p:nvPr>
        </p:nvSpPr>
        <p:spPr/>
        <p:txBody>
          <a:bodyPr/>
          <a:lstStyle/>
          <a:p>
            <a:r>
              <a:rPr lang="en-US" altLang="en-US" smtClean="0"/>
              <a:t>Dự báo hồi quy</a:t>
            </a:r>
          </a:p>
        </p:txBody>
      </p:sp>
      <p:sp>
        <p:nvSpPr>
          <p:cNvPr id="25603" name="Rectangle 3"/>
          <p:cNvSpPr>
            <a:spLocks noGrp="1" noChangeArrowheads="1"/>
          </p:cNvSpPr>
          <p:nvPr>
            <p:ph idx="1"/>
          </p:nvPr>
        </p:nvSpPr>
        <p:spPr/>
        <p:txBody>
          <a:bodyPr/>
          <a:lstStyle/>
          <a:p>
            <a:pPr marL="609600" indent="-609600" eaLnBrk="1" hangingPunct="1">
              <a:lnSpc>
                <a:spcPct val="90000"/>
              </a:lnSpc>
              <a:buFontTx/>
              <a:buAutoNum type="alphaLcPeriod"/>
            </a:pPr>
            <a:r>
              <a:rPr lang="en-US" altLang="en-US" sz="2400" u="sng" smtClean="0"/>
              <a:t>Dự báo giá trị trung bình</a:t>
            </a:r>
            <a:r>
              <a:rPr lang="en-US" altLang="en-US" sz="2400" smtClean="0"/>
              <a:t> : </a:t>
            </a:r>
          </a:p>
          <a:p>
            <a:pPr marL="609600" indent="-609600" eaLnBrk="1" hangingPunct="1">
              <a:lnSpc>
                <a:spcPct val="90000"/>
              </a:lnSpc>
              <a:buFontTx/>
              <a:buNone/>
            </a:pPr>
            <a:r>
              <a:rPr lang="en-US" altLang="en-US" sz="2400" smtClean="0"/>
              <a:t>			Cho X =X</a:t>
            </a:r>
            <a:r>
              <a:rPr lang="en-US" altLang="en-US" sz="2400" baseline="-25000" smtClean="0"/>
              <a:t>0</a:t>
            </a:r>
            <a:r>
              <a:rPr lang="en-US" altLang="en-US" sz="2400" smtClean="0"/>
              <a:t> , tìm E(Y/X</a:t>
            </a:r>
            <a:r>
              <a:rPr lang="en-US" altLang="en-US" sz="2400" baseline="-25000" smtClean="0"/>
              <a:t>0</a:t>
            </a:r>
            <a:r>
              <a:rPr lang="en-US" altLang="en-US" sz="2400" smtClean="0"/>
              <a:t>).	</a:t>
            </a:r>
          </a:p>
          <a:p>
            <a:pPr marL="609600" indent="-609600" eaLnBrk="1" hangingPunct="1">
              <a:lnSpc>
                <a:spcPct val="90000"/>
              </a:lnSpc>
              <a:buFontTx/>
              <a:buNone/>
            </a:pPr>
            <a:r>
              <a:rPr lang="en-US" altLang="en-US" sz="2400" smtClean="0"/>
              <a:t>	 - </a:t>
            </a:r>
            <a:r>
              <a:rPr lang="en-US" altLang="en-US" sz="2400" i="1" smtClean="0"/>
              <a:t>Dự báo điểm của E(Y/X</a:t>
            </a:r>
            <a:r>
              <a:rPr lang="en-US" altLang="en-US" sz="2400" i="1" baseline="-25000" smtClean="0"/>
              <a:t>0</a:t>
            </a:r>
            <a:r>
              <a:rPr lang="en-US" altLang="en-US" sz="2400" i="1" smtClean="0"/>
              <a:t>) là</a:t>
            </a:r>
            <a:r>
              <a:rPr lang="en-US" altLang="en-US" sz="2400" smtClean="0"/>
              <a:t> :	</a:t>
            </a:r>
          </a:p>
        </p:txBody>
      </p:sp>
      <p:graphicFrame>
        <p:nvGraphicFramePr>
          <p:cNvPr id="25605" name="Object 5"/>
          <p:cNvGraphicFramePr>
            <a:graphicFrameLocks noChangeAspect="1"/>
          </p:cNvGraphicFramePr>
          <p:nvPr/>
        </p:nvGraphicFramePr>
        <p:xfrm>
          <a:off x="2743200" y="2222500"/>
          <a:ext cx="2590800" cy="588963"/>
        </p:xfrm>
        <a:graphic>
          <a:graphicData uri="http://schemas.openxmlformats.org/presentationml/2006/ole">
            <mc:AlternateContent xmlns:mc="http://schemas.openxmlformats.org/markup-compatibility/2006">
              <mc:Choice xmlns:v="urn:schemas-microsoft-com:vml" Requires="v">
                <p:oleObj spid="_x0000_s680972" name="Equation" r:id="rId3" imgW="977476" imgH="266584" progId="Equation.3">
                  <p:embed/>
                </p:oleObj>
              </mc:Choice>
              <mc:Fallback>
                <p:oleObj name="Equation" r:id="rId3" imgW="977476" imgH="266584" progId="Equation.3">
                  <p:embed/>
                  <p:pic>
                    <p:nvPicPr>
                      <p:cNvPr id="25605"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3200" y="2222500"/>
                        <a:ext cx="2590800" cy="588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607" name="Object 7"/>
          <p:cNvGraphicFramePr>
            <a:graphicFrameLocks noChangeAspect="1"/>
          </p:cNvGraphicFramePr>
          <p:nvPr/>
        </p:nvGraphicFramePr>
        <p:xfrm>
          <a:off x="381000" y="3619500"/>
          <a:ext cx="8375650" cy="1339850"/>
        </p:xfrm>
        <a:graphic>
          <a:graphicData uri="http://schemas.openxmlformats.org/presentationml/2006/ole">
            <mc:AlternateContent xmlns:mc="http://schemas.openxmlformats.org/markup-compatibility/2006">
              <mc:Choice xmlns:v="urn:schemas-microsoft-com:vml" Requires="v">
                <p:oleObj spid="_x0000_s680973" name="Equation" r:id="rId5" imgW="3378200" imgH="596900" progId="Equation.DSMT4">
                  <p:embed/>
                </p:oleObj>
              </mc:Choice>
              <mc:Fallback>
                <p:oleObj name="Equation" r:id="rId5" imgW="3378200" imgH="596900" progId="Equation.DSMT4">
                  <p:embed/>
                  <p:pic>
                    <p:nvPicPr>
                      <p:cNvPr id="25607"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1000" y="3619500"/>
                        <a:ext cx="8375650" cy="1339850"/>
                      </a:xfrm>
                      <a:prstGeom prst="rect">
                        <a:avLst/>
                      </a:prstGeom>
                      <a:noFill/>
                      <a:ln w="952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5614" name="Rectangle 14"/>
          <p:cNvSpPr>
            <a:spLocks noChangeArrowheads="1"/>
          </p:cNvSpPr>
          <p:nvPr/>
        </p:nvSpPr>
        <p:spPr bwMode="auto">
          <a:xfrm>
            <a:off x="1143000" y="2713038"/>
            <a:ext cx="4381500"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2300">
                <a:solidFill>
                  <a:srgbClr val="0033CC"/>
                </a:solidFill>
                <a:latin typeface="Cambria" panose="02040503050406030204" pitchFamily="18" charset="0"/>
              </a:defRPr>
            </a:lvl1pPr>
            <a:lvl2pPr marL="742950" indent="-285750">
              <a:spcBef>
                <a:spcPct val="20000"/>
              </a:spcBef>
              <a:buClr>
                <a:schemeClr val="accent1"/>
              </a:buClr>
              <a:buFont typeface="Wingdings" panose="05000000000000000000" pitchFamily="2" charset="2"/>
              <a:buChar char="§"/>
              <a:defRPr sz="2300">
                <a:solidFill>
                  <a:srgbClr val="8F3A00"/>
                </a:solidFill>
                <a:latin typeface="Cambria" panose="02040503050406030204" pitchFamily="18" charset="0"/>
              </a:defRPr>
            </a:lvl2pPr>
            <a:lvl3pPr marL="1143000" indent="-228600">
              <a:spcBef>
                <a:spcPct val="20000"/>
              </a:spcBef>
              <a:buClr>
                <a:schemeClr val="tx1"/>
              </a:buClr>
              <a:buChar char="•"/>
              <a:defRPr sz="2000">
                <a:solidFill>
                  <a:srgbClr val="003399"/>
                </a:solidFill>
                <a:latin typeface="Cambria" panose="02040503050406030204" pitchFamily="18" charset="0"/>
              </a:defRPr>
            </a:lvl3pPr>
            <a:lvl4pPr marL="1600200" indent="-228600">
              <a:spcBef>
                <a:spcPct val="20000"/>
              </a:spcBef>
              <a:buChar char="–"/>
              <a:defRPr sz="1600">
                <a:solidFill>
                  <a:srgbClr val="FF3300"/>
                </a:solidFill>
                <a:latin typeface="Cambria" panose="02040503050406030204" pitchFamily="18" charset="0"/>
              </a:defRPr>
            </a:lvl4pPr>
            <a:lvl5pPr marL="2057400" indent="-228600">
              <a:spcBef>
                <a:spcPct val="20000"/>
              </a:spcBef>
              <a:buChar char="»"/>
              <a:defRPr sz="1600">
                <a:solidFill>
                  <a:srgbClr val="FF9900"/>
                </a:solidFill>
                <a:latin typeface="Cambria" panose="02040503050406030204" pitchFamily="18" charset="0"/>
              </a:defRPr>
            </a:lvl5pPr>
            <a:lvl6pPr marL="2514600" indent="-228600" eaLnBrk="0" fontAlgn="base" hangingPunct="0">
              <a:spcBef>
                <a:spcPct val="20000"/>
              </a:spcBef>
              <a:spcAft>
                <a:spcPct val="0"/>
              </a:spcAft>
              <a:buChar char="»"/>
              <a:defRPr sz="1600">
                <a:solidFill>
                  <a:srgbClr val="FF9900"/>
                </a:solidFill>
                <a:latin typeface="Cambria" panose="02040503050406030204" pitchFamily="18" charset="0"/>
              </a:defRPr>
            </a:lvl6pPr>
            <a:lvl7pPr marL="2971800" indent="-228600" eaLnBrk="0" fontAlgn="base" hangingPunct="0">
              <a:spcBef>
                <a:spcPct val="20000"/>
              </a:spcBef>
              <a:spcAft>
                <a:spcPct val="0"/>
              </a:spcAft>
              <a:buChar char="»"/>
              <a:defRPr sz="1600">
                <a:solidFill>
                  <a:srgbClr val="FF9900"/>
                </a:solidFill>
                <a:latin typeface="Cambria" panose="02040503050406030204" pitchFamily="18" charset="0"/>
              </a:defRPr>
            </a:lvl7pPr>
            <a:lvl8pPr marL="3429000" indent="-228600" eaLnBrk="0" fontAlgn="base" hangingPunct="0">
              <a:spcBef>
                <a:spcPct val="20000"/>
              </a:spcBef>
              <a:spcAft>
                <a:spcPct val="0"/>
              </a:spcAft>
              <a:buChar char="»"/>
              <a:defRPr sz="1600">
                <a:solidFill>
                  <a:srgbClr val="FF9900"/>
                </a:solidFill>
                <a:latin typeface="Cambria" panose="02040503050406030204" pitchFamily="18" charset="0"/>
              </a:defRPr>
            </a:lvl8pPr>
            <a:lvl9pPr marL="3886200" indent="-228600" eaLnBrk="0" fontAlgn="base" hangingPunct="0">
              <a:spcBef>
                <a:spcPct val="20000"/>
              </a:spcBef>
              <a:spcAft>
                <a:spcPct val="0"/>
              </a:spcAft>
              <a:buChar char="»"/>
              <a:defRPr sz="1600">
                <a:solidFill>
                  <a:srgbClr val="FF9900"/>
                </a:solidFill>
                <a:latin typeface="Cambria" panose="02040503050406030204" pitchFamily="18" charset="0"/>
              </a:defRPr>
            </a:lvl9pPr>
          </a:lstStyle>
          <a:p>
            <a:pPr eaLnBrk="1" hangingPunct="1">
              <a:spcBef>
                <a:spcPct val="0"/>
              </a:spcBef>
              <a:buClrTx/>
              <a:buFontTx/>
              <a:buNone/>
            </a:pPr>
            <a:r>
              <a:rPr lang="en-US" altLang="en-US" sz="3600">
                <a:solidFill>
                  <a:schemeClr val="tx1"/>
                </a:solidFill>
                <a:latin typeface="Times New Roman" panose="02020603050405020304" pitchFamily="18" charset="0"/>
              </a:rPr>
              <a:t>- </a:t>
            </a:r>
            <a:r>
              <a:rPr lang="en-US" altLang="en-US" sz="2400" i="1">
                <a:solidFill>
                  <a:schemeClr val="tx1"/>
                </a:solidFill>
                <a:latin typeface="Times New Roman" panose="02020603050405020304" pitchFamily="18" charset="0"/>
              </a:rPr>
              <a:t>Dự báo khoảng của E(Y/X</a:t>
            </a:r>
            <a:r>
              <a:rPr lang="en-US" altLang="en-US" sz="2400" i="1" baseline="-25000">
                <a:solidFill>
                  <a:schemeClr val="tx1"/>
                </a:solidFill>
                <a:latin typeface="Times New Roman" panose="02020603050405020304" pitchFamily="18" charset="0"/>
              </a:rPr>
              <a:t>0</a:t>
            </a:r>
            <a:r>
              <a:rPr lang="en-US" altLang="en-US" sz="2400" i="1">
                <a:solidFill>
                  <a:schemeClr val="tx1"/>
                </a:solidFill>
                <a:latin typeface="Times New Roman" panose="02020603050405020304" pitchFamily="18" charset="0"/>
              </a:rPr>
              <a:t>) là</a:t>
            </a:r>
            <a:r>
              <a:rPr lang="en-US" altLang="en-US" sz="2400">
                <a:solidFill>
                  <a:schemeClr val="tx1"/>
                </a:solidFill>
                <a:latin typeface="Times New Roman" panose="02020603050405020304" pitchFamily="18" charset="0"/>
              </a:rPr>
              <a:t> :</a:t>
            </a:r>
          </a:p>
        </p:txBody>
      </p:sp>
    </p:spTree>
    <p:extLst>
      <p:ext uri="{BB962C8B-B14F-4D97-AF65-F5344CB8AC3E}">
        <p14:creationId xmlns:p14="http://schemas.microsoft.com/office/powerpoint/2010/main" val="28438009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anim calcmode="lin" valueType="num">
                                      <p:cBhvr>
                                        <p:cTn id="7" dur="500" fill="hold"/>
                                        <p:tgtEl>
                                          <p:spTgt spid="2560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25603">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7" presetClass="entr" presetSubtype="10" fill="hold" grpId="0" nodeType="clickEffect">
                                  <p:stCondLst>
                                    <p:cond delay="0"/>
                                  </p:stCondLst>
                                  <p:childTnLst>
                                    <p:set>
                                      <p:cBhvr>
                                        <p:cTn id="12" dur="1" fill="hold">
                                          <p:stCondLst>
                                            <p:cond delay="0"/>
                                          </p:stCondLst>
                                        </p:cTn>
                                        <p:tgtEl>
                                          <p:spTgt spid="25603">
                                            <p:txEl>
                                              <p:pRg st="1" end="1"/>
                                            </p:txEl>
                                          </p:spTgt>
                                        </p:tgtEl>
                                        <p:attrNameLst>
                                          <p:attrName>style.visibility</p:attrName>
                                        </p:attrNameLst>
                                      </p:cBhvr>
                                      <p:to>
                                        <p:strVal val="visible"/>
                                      </p:to>
                                    </p:set>
                                    <p:anim calcmode="lin" valueType="num">
                                      <p:cBhvr>
                                        <p:cTn id="13" dur="500" fill="hold"/>
                                        <p:tgtEl>
                                          <p:spTgt spid="25603">
                                            <p:txEl>
                                              <p:pRg st="1" end="1"/>
                                            </p:txEl>
                                          </p:spTgt>
                                        </p:tgtEl>
                                        <p:attrNameLst>
                                          <p:attrName>ppt_w</p:attrName>
                                        </p:attrNameLst>
                                      </p:cBhvr>
                                      <p:tavLst>
                                        <p:tav tm="0">
                                          <p:val>
                                            <p:fltVal val="0"/>
                                          </p:val>
                                        </p:tav>
                                        <p:tav tm="100000">
                                          <p:val>
                                            <p:strVal val="#ppt_w"/>
                                          </p:val>
                                        </p:tav>
                                      </p:tavLst>
                                    </p:anim>
                                    <p:anim calcmode="lin" valueType="num">
                                      <p:cBhvr>
                                        <p:cTn id="14" dur="500" fill="hold"/>
                                        <p:tgtEl>
                                          <p:spTgt spid="25603">
                                            <p:txEl>
                                              <p:pRg st="1" end="1"/>
                                            </p:txEl>
                                          </p:spTgt>
                                        </p:tgtEl>
                                        <p:attrNameLst>
                                          <p:attrName>ppt_h</p:attrName>
                                        </p:attrNameLst>
                                      </p:cBhvr>
                                      <p:tavLst>
                                        <p:tav tm="0">
                                          <p:val>
                                            <p:strVal val="#ppt_h"/>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7" presetClass="entr" presetSubtype="10" fill="hold" grpId="0" nodeType="clickEffect">
                                  <p:stCondLst>
                                    <p:cond delay="0"/>
                                  </p:stCondLst>
                                  <p:childTnLst>
                                    <p:set>
                                      <p:cBhvr>
                                        <p:cTn id="18" dur="1" fill="hold">
                                          <p:stCondLst>
                                            <p:cond delay="0"/>
                                          </p:stCondLst>
                                        </p:cTn>
                                        <p:tgtEl>
                                          <p:spTgt spid="25603">
                                            <p:txEl>
                                              <p:pRg st="2" end="2"/>
                                            </p:txEl>
                                          </p:spTgt>
                                        </p:tgtEl>
                                        <p:attrNameLst>
                                          <p:attrName>style.visibility</p:attrName>
                                        </p:attrNameLst>
                                      </p:cBhvr>
                                      <p:to>
                                        <p:strVal val="visible"/>
                                      </p:to>
                                    </p:set>
                                    <p:anim calcmode="lin" valueType="num">
                                      <p:cBhvr>
                                        <p:cTn id="19" dur="500" fill="hold"/>
                                        <p:tgtEl>
                                          <p:spTgt spid="25603">
                                            <p:txEl>
                                              <p:pRg st="2" end="2"/>
                                            </p:txEl>
                                          </p:spTgt>
                                        </p:tgtEl>
                                        <p:attrNameLst>
                                          <p:attrName>ppt_w</p:attrName>
                                        </p:attrNameLst>
                                      </p:cBhvr>
                                      <p:tavLst>
                                        <p:tav tm="0">
                                          <p:val>
                                            <p:fltVal val="0"/>
                                          </p:val>
                                        </p:tav>
                                        <p:tav tm="100000">
                                          <p:val>
                                            <p:strVal val="#ppt_w"/>
                                          </p:val>
                                        </p:tav>
                                      </p:tavLst>
                                    </p:anim>
                                    <p:anim calcmode="lin" valueType="num">
                                      <p:cBhvr>
                                        <p:cTn id="20" dur="500" fill="hold"/>
                                        <p:tgtEl>
                                          <p:spTgt spid="25603">
                                            <p:txEl>
                                              <p:pRg st="2" end="2"/>
                                            </p:txEl>
                                          </p:spTgt>
                                        </p:tgtEl>
                                        <p:attrNameLst>
                                          <p:attrName>ppt_h</p:attrName>
                                        </p:attrNameLst>
                                      </p:cBhvr>
                                      <p:tavLst>
                                        <p:tav tm="0">
                                          <p:val>
                                            <p:strVal val="#ppt_h"/>
                                          </p:val>
                                        </p:tav>
                                        <p:tav tm="100000">
                                          <p:val>
                                            <p:strVal val="#ppt_h"/>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17" presetClass="entr" presetSubtype="10" fill="hold" nodeType="clickEffect">
                                  <p:stCondLst>
                                    <p:cond delay="0"/>
                                  </p:stCondLst>
                                  <p:childTnLst>
                                    <p:set>
                                      <p:cBhvr>
                                        <p:cTn id="24" dur="1" fill="hold">
                                          <p:stCondLst>
                                            <p:cond delay="0"/>
                                          </p:stCondLst>
                                        </p:cTn>
                                        <p:tgtEl>
                                          <p:spTgt spid="25605"/>
                                        </p:tgtEl>
                                        <p:attrNameLst>
                                          <p:attrName>style.visibility</p:attrName>
                                        </p:attrNameLst>
                                      </p:cBhvr>
                                      <p:to>
                                        <p:strVal val="visible"/>
                                      </p:to>
                                    </p:set>
                                    <p:anim calcmode="lin" valueType="num">
                                      <p:cBhvr>
                                        <p:cTn id="25" dur="500" fill="hold"/>
                                        <p:tgtEl>
                                          <p:spTgt spid="25605"/>
                                        </p:tgtEl>
                                        <p:attrNameLst>
                                          <p:attrName>ppt_w</p:attrName>
                                        </p:attrNameLst>
                                      </p:cBhvr>
                                      <p:tavLst>
                                        <p:tav tm="0">
                                          <p:val>
                                            <p:fltVal val="0"/>
                                          </p:val>
                                        </p:tav>
                                        <p:tav tm="100000">
                                          <p:val>
                                            <p:strVal val="#ppt_w"/>
                                          </p:val>
                                        </p:tav>
                                      </p:tavLst>
                                    </p:anim>
                                    <p:anim calcmode="lin" valueType="num">
                                      <p:cBhvr>
                                        <p:cTn id="26" dur="500" fill="hold"/>
                                        <p:tgtEl>
                                          <p:spTgt spid="25605"/>
                                        </p:tgtEl>
                                        <p:attrNameLst>
                                          <p:attrName>ppt_h</p:attrName>
                                        </p:attrNameLst>
                                      </p:cBhvr>
                                      <p:tavLst>
                                        <p:tav tm="0">
                                          <p:val>
                                            <p:strVal val="#ppt_h"/>
                                          </p:val>
                                        </p:tav>
                                        <p:tav tm="100000">
                                          <p:val>
                                            <p:strVal val="#ppt_h"/>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17" presetClass="entr" presetSubtype="10" fill="hold" grpId="0" nodeType="clickEffect">
                                  <p:stCondLst>
                                    <p:cond delay="0"/>
                                  </p:stCondLst>
                                  <p:childTnLst>
                                    <p:set>
                                      <p:cBhvr>
                                        <p:cTn id="30" dur="1" fill="hold">
                                          <p:stCondLst>
                                            <p:cond delay="0"/>
                                          </p:stCondLst>
                                        </p:cTn>
                                        <p:tgtEl>
                                          <p:spTgt spid="25614"/>
                                        </p:tgtEl>
                                        <p:attrNameLst>
                                          <p:attrName>style.visibility</p:attrName>
                                        </p:attrNameLst>
                                      </p:cBhvr>
                                      <p:to>
                                        <p:strVal val="visible"/>
                                      </p:to>
                                    </p:set>
                                    <p:anim calcmode="lin" valueType="num">
                                      <p:cBhvr>
                                        <p:cTn id="31" dur="500" fill="hold"/>
                                        <p:tgtEl>
                                          <p:spTgt spid="25614"/>
                                        </p:tgtEl>
                                        <p:attrNameLst>
                                          <p:attrName>ppt_w</p:attrName>
                                        </p:attrNameLst>
                                      </p:cBhvr>
                                      <p:tavLst>
                                        <p:tav tm="0">
                                          <p:val>
                                            <p:fltVal val="0"/>
                                          </p:val>
                                        </p:tav>
                                        <p:tav tm="100000">
                                          <p:val>
                                            <p:strVal val="#ppt_w"/>
                                          </p:val>
                                        </p:tav>
                                      </p:tavLst>
                                    </p:anim>
                                    <p:anim calcmode="lin" valueType="num">
                                      <p:cBhvr>
                                        <p:cTn id="32" dur="500" fill="hold"/>
                                        <p:tgtEl>
                                          <p:spTgt spid="25614"/>
                                        </p:tgtEl>
                                        <p:attrNameLst>
                                          <p:attrName>ppt_h</p:attrName>
                                        </p:attrNameLst>
                                      </p:cBhvr>
                                      <p:tavLst>
                                        <p:tav tm="0">
                                          <p:val>
                                            <p:strVal val="#ppt_h"/>
                                          </p:val>
                                        </p:tav>
                                        <p:tav tm="100000">
                                          <p:val>
                                            <p:strVal val="#ppt_h"/>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17" presetClass="entr" presetSubtype="10" fill="hold" nodeType="clickEffect">
                                  <p:stCondLst>
                                    <p:cond delay="0"/>
                                  </p:stCondLst>
                                  <p:childTnLst>
                                    <p:set>
                                      <p:cBhvr>
                                        <p:cTn id="36" dur="1" fill="hold">
                                          <p:stCondLst>
                                            <p:cond delay="0"/>
                                          </p:stCondLst>
                                        </p:cTn>
                                        <p:tgtEl>
                                          <p:spTgt spid="25607"/>
                                        </p:tgtEl>
                                        <p:attrNameLst>
                                          <p:attrName>style.visibility</p:attrName>
                                        </p:attrNameLst>
                                      </p:cBhvr>
                                      <p:to>
                                        <p:strVal val="visible"/>
                                      </p:to>
                                    </p:set>
                                    <p:anim calcmode="lin" valueType="num">
                                      <p:cBhvr>
                                        <p:cTn id="37" dur="500" fill="hold"/>
                                        <p:tgtEl>
                                          <p:spTgt spid="25607"/>
                                        </p:tgtEl>
                                        <p:attrNameLst>
                                          <p:attrName>ppt_w</p:attrName>
                                        </p:attrNameLst>
                                      </p:cBhvr>
                                      <p:tavLst>
                                        <p:tav tm="0">
                                          <p:val>
                                            <p:fltVal val="0"/>
                                          </p:val>
                                        </p:tav>
                                        <p:tav tm="100000">
                                          <p:val>
                                            <p:strVal val="#ppt_w"/>
                                          </p:val>
                                        </p:tav>
                                      </p:tavLst>
                                    </p:anim>
                                    <p:anim calcmode="lin" valueType="num">
                                      <p:cBhvr>
                                        <p:cTn id="38" dur="500" fill="hold"/>
                                        <p:tgtEl>
                                          <p:spTgt spid="2560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build="p" autoUpdateAnimBg="0"/>
      <p:bldP spid="25614"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Dự báo hồi quy</a:t>
            </a:r>
            <a:endParaRPr lang="en-US"/>
          </a:p>
        </p:txBody>
      </p:sp>
      <p:graphicFrame>
        <p:nvGraphicFramePr>
          <p:cNvPr id="65547" name="Object 11"/>
          <p:cNvGraphicFramePr>
            <a:graphicFrameLocks noGrp="1" noChangeAspect="1"/>
          </p:cNvGraphicFramePr>
          <p:nvPr>
            <p:ph idx="1"/>
          </p:nvPr>
        </p:nvGraphicFramePr>
        <p:xfrm>
          <a:off x="763588" y="2489200"/>
          <a:ext cx="7512050" cy="1435100"/>
        </p:xfrm>
        <a:graphic>
          <a:graphicData uri="http://schemas.openxmlformats.org/presentationml/2006/ole">
            <mc:AlternateContent xmlns:mc="http://schemas.openxmlformats.org/markup-compatibility/2006">
              <mc:Choice xmlns:v="urn:schemas-microsoft-com:vml" Requires="v">
                <p:oleObj spid="_x0000_s681991" name="Equation" r:id="rId3" imgW="3124200" imgH="596900" progId="Equation.DSMT4">
                  <p:embed/>
                </p:oleObj>
              </mc:Choice>
              <mc:Fallback>
                <p:oleObj name="Equation" r:id="rId3" imgW="3124200" imgH="596900" progId="Equation.DSMT4">
                  <p:embed/>
                  <p:pic>
                    <p:nvPicPr>
                      <p:cNvPr id="65547" name="Object 11"/>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3588" y="2489200"/>
                        <a:ext cx="7512050" cy="1435100"/>
                      </a:xfrm>
                      <a:prstGeom prst="rect">
                        <a:avLst/>
                      </a:prstGeom>
                      <a:noFill/>
                      <a:ln w="9525">
                        <a:solidFill>
                          <a:schemeClr val="accent1"/>
                        </a:solidFill>
                        <a:miter lim="800000"/>
                        <a:headEnd/>
                        <a:tailEnd/>
                      </a:ln>
                      <a:effectLst/>
                    </p:spPr>
                  </p:pic>
                </p:oleObj>
              </mc:Fallback>
            </mc:AlternateContent>
          </a:graphicData>
        </a:graphic>
      </p:graphicFrame>
      <p:sp>
        <p:nvSpPr>
          <p:cNvPr id="65539" name="Rectangle 3"/>
          <p:cNvSpPr>
            <a:spLocks noGrp="1" noChangeArrowheads="1"/>
          </p:cNvSpPr>
          <p:nvPr>
            <p:ph type="body" sz="half" idx="4294967295"/>
          </p:nvPr>
        </p:nvSpPr>
        <p:spPr>
          <a:xfrm>
            <a:off x="0" y="1333500"/>
            <a:ext cx="8153400" cy="4127500"/>
          </a:xfrm>
        </p:spPr>
        <p:txBody>
          <a:bodyPr/>
          <a:lstStyle/>
          <a:p>
            <a:pPr marL="285739" indent="-285739" eaLnBrk="1" hangingPunct="1">
              <a:lnSpc>
                <a:spcPct val="90000"/>
              </a:lnSpc>
              <a:buFontTx/>
              <a:buNone/>
              <a:defRPr/>
            </a:pPr>
            <a:r>
              <a:rPr lang="en-US" altLang="en-US" sz="2333" u="sng" smtClean="0"/>
              <a:t>b. Dự báo giá trị cá biệt</a:t>
            </a:r>
            <a:r>
              <a:rPr lang="en-US" altLang="en-US" sz="2333" smtClean="0"/>
              <a:t>  : </a:t>
            </a:r>
          </a:p>
          <a:p>
            <a:pPr marL="285739" indent="-285739" eaLnBrk="1" hangingPunct="1">
              <a:lnSpc>
                <a:spcPct val="90000"/>
              </a:lnSpc>
              <a:buFontTx/>
              <a:buNone/>
              <a:defRPr/>
            </a:pPr>
            <a:r>
              <a:rPr lang="en-US" altLang="en-US" sz="2333" smtClean="0"/>
              <a:t>			Cho X =X</a:t>
            </a:r>
            <a:r>
              <a:rPr lang="en-US" altLang="en-US" sz="2333" baseline="-25000" smtClean="0"/>
              <a:t>0</a:t>
            </a:r>
            <a:r>
              <a:rPr lang="en-US" altLang="en-US" sz="2333" smtClean="0"/>
              <a:t> , tìm Y</a:t>
            </a:r>
            <a:r>
              <a:rPr lang="en-US" altLang="en-US" sz="2333" baseline="-25000" smtClean="0"/>
              <a:t>0.</a:t>
            </a:r>
            <a:endParaRPr lang="en-US" altLang="en-US" sz="2333" smtClean="0"/>
          </a:p>
        </p:txBody>
      </p:sp>
    </p:spTree>
    <p:extLst>
      <p:ext uri="{BB962C8B-B14F-4D97-AF65-F5344CB8AC3E}">
        <p14:creationId xmlns:p14="http://schemas.microsoft.com/office/powerpoint/2010/main" val="189537517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65539">
                                            <p:txEl>
                                              <p:pRg st="0" end="0"/>
                                            </p:txEl>
                                          </p:spTgt>
                                        </p:tgtEl>
                                        <p:attrNameLst>
                                          <p:attrName>style.visibility</p:attrName>
                                        </p:attrNameLst>
                                      </p:cBhvr>
                                      <p:to>
                                        <p:strVal val="visible"/>
                                      </p:to>
                                    </p:set>
                                    <p:anim calcmode="lin" valueType="num">
                                      <p:cBhvr>
                                        <p:cTn id="7" dur="500" fill="hold"/>
                                        <p:tgtEl>
                                          <p:spTgt spid="65539">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65539">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7" presetClass="entr" presetSubtype="10" fill="hold" grpId="0" nodeType="clickEffect">
                                  <p:stCondLst>
                                    <p:cond delay="0"/>
                                  </p:stCondLst>
                                  <p:childTnLst>
                                    <p:set>
                                      <p:cBhvr>
                                        <p:cTn id="12" dur="1" fill="hold">
                                          <p:stCondLst>
                                            <p:cond delay="0"/>
                                          </p:stCondLst>
                                        </p:cTn>
                                        <p:tgtEl>
                                          <p:spTgt spid="65539">
                                            <p:txEl>
                                              <p:pRg st="1" end="1"/>
                                            </p:txEl>
                                          </p:spTgt>
                                        </p:tgtEl>
                                        <p:attrNameLst>
                                          <p:attrName>style.visibility</p:attrName>
                                        </p:attrNameLst>
                                      </p:cBhvr>
                                      <p:to>
                                        <p:strVal val="visible"/>
                                      </p:to>
                                    </p:set>
                                    <p:anim calcmode="lin" valueType="num">
                                      <p:cBhvr>
                                        <p:cTn id="13" dur="500" fill="hold"/>
                                        <p:tgtEl>
                                          <p:spTgt spid="65539">
                                            <p:txEl>
                                              <p:pRg st="1" end="1"/>
                                            </p:txEl>
                                          </p:spTgt>
                                        </p:tgtEl>
                                        <p:attrNameLst>
                                          <p:attrName>ppt_w</p:attrName>
                                        </p:attrNameLst>
                                      </p:cBhvr>
                                      <p:tavLst>
                                        <p:tav tm="0">
                                          <p:val>
                                            <p:fltVal val="0"/>
                                          </p:val>
                                        </p:tav>
                                        <p:tav tm="100000">
                                          <p:val>
                                            <p:strVal val="#ppt_w"/>
                                          </p:val>
                                        </p:tav>
                                      </p:tavLst>
                                    </p:anim>
                                    <p:anim calcmode="lin" valueType="num">
                                      <p:cBhvr>
                                        <p:cTn id="14" dur="500" fill="hold"/>
                                        <p:tgtEl>
                                          <p:spTgt spid="65539">
                                            <p:txEl>
                                              <p:pRg st="1" end="1"/>
                                            </p:txEl>
                                          </p:spTgt>
                                        </p:tgtEl>
                                        <p:attrNameLst>
                                          <p:attrName>ppt_h</p:attrName>
                                        </p:attrNameLst>
                                      </p:cBhvr>
                                      <p:tavLst>
                                        <p:tav tm="0">
                                          <p:val>
                                            <p:strVal val="#ppt_h"/>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7" presetClass="entr" presetSubtype="10" fill="hold" nodeType="clickEffect">
                                  <p:stCondLst>
                                    <p:cond delay="0"/>
                                  </p:stCondLst>
                                  <p:childTnLst>
                                    <p:set>
                                      <p:cBhvr>
                                        <p:cTn id="18" dur="1" fill="hold">
                                          <p:stCondLst>
                                            <p:cond delay="0"/>
                                          </p:stCondLst>
                                        </p:cTn>
                                        <p:tgtEl>
                                          <p:spTgt spid="65547"/>
                                        </p:tgtEl>
                                        <p:attrNameLst>
                                          <p:attrName>style.visibility</p:attrName>
                                        </p:attrNameLst>
                                      </p:cBhvr>
                                      <p:to>
                                        <p:strVal val="visible"/>
                                      </p:to>
                                    </p:set>
                                    <p:anim calcmode="lin" valueType="num">
                                      <p:cBhvr>
                                        <p:cTn id="19" dur="500" fill="hold"/>
                                        <p:tgtEl>
                                          <p:spTgt spid="65547"/>
                                        </p:tgtEl>
                                        <p:attrNameLst>
                                          <p:attrName>ppt_w</p:attrName>
                                        </p:attrNameLst>
                                      </p:cBhvr>
                                      <p:tavLst>
                                        <p:tav tm="0">
                                          <p:val>
                                            <p:fltVal val="0"/>
                                          </p:val>
                                        </p:tav>
                                        <p:tav tm="100000">
                                          <p:val>
                                            <p:strVal val="#ppt_w"/>
                                          </p:val>
                                        </p:tav>
                                      </p:tavLst>
                                    </p:anim>
                                    <p:anim calcmode="lin" valueType="num">
                                      <p:cBhvr>
                                        <p:cTn id="20" dur="500" fill="hold"/>
                                        <p:tgtEl>
                                          <p:spTgt spid="6554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9" grpId="0" build="p"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Line 2"/>
          <p:cNvSpPr>
            <a:spLocks noChangeShapeType="1"/>
          </p:cNvSpPr>
          <p:nvPr/>
        </p:nvSpPr>
        <p:spPr bwMode="auto">
          <a:xfrm>
            <a:off x="1524000" y="4521199"/>
            <a:ext cx="58674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solidFill>
                <a:schemeClr val="accent6">
                  <a:lumMod val="75000"/>
                </a:schemeClr>
              </a:solidFill>
            </a:endParaRPr>
          </a:p>
        </p:txBody>
      </p:sp>
      <p:sp>
        <p:nvSpPr>
          <p:cNvPr id="51203" name="Line 3"/>
          <p:cNvSpPr>
            <a:spLocks noChangeShapeType="1"/>
          </p:cNvSpPr>
          <p:nvPr/>
        </p:nvSpPr>
        <p:spPr bwMode="auto">
          <a:xfrm flipV="1">
            <a:off x="1524000" y="1155699"/>
            <a:ext cx="0" cy="33655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solidFill>
                <a:schemeClr val="accent6">
                  <a:lumMod val="75000"/>
                </a:schemeClr>
              </a:solidFill>
            </a:endParaRPr>
          </a:p>
        </p:txBody>
      </p:sp>
      <p:sp>
        <p:nvSpPr>
          <p:cNvPr id="51204" name="Text Box 4"/>
          <p:cNvSpPr txBox="1">
            <a:spLocks noChangeArrowheads="1"/>
          </p:cNvSpPr>
          <p:nvPr/>
        </p:nvSpPr>
        <p:spPr bwMode="auto">
          <a:xfrm>
            <a:off x="1066800" y="1155699"/>
            <a:ext cx="45720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2300">
                <a:solidFill>
                  <a:srgbClr val="0033CC"/>
                </a:solidFill>
                <a:latin typeface="Cambria" panose="02040503050406030204" pitchFamily="18" charset="0"/>
              </a:defRPr>
            </a:lvl1pPr>
            <a:lvl2pPr marL="742950" indent="-285750">
              <a:spcBef>
                <a:spcPct val="20000"/>
              </a:spcBef>
              <a:buClr>
                <a:schemeClr val="accent1"/>
              </a:buClr>
              <a:buFont typeface="Wingdings" panose="05000000000000000000" pitchFamily="2" charset="2"/>
              <a:buChar char="§"/>
              <a:defRPr sz="2300">
                <a:solidFill>
                  <a:srgbClr val="8F3A00"/>
                </a:solidFill>
                <a:latin typeface="Cambria" panose="02040503050406030204" pitchFamily="18" charset="0"/>
              </a:defRPr>
            </a:lvl2pPr>
            <a:lvl3pPr marL="1143000" indent="-228600">
              <a:spcBef>
                <a:spcPct val="20000"/>
              </a:spcBef>
              <a:buClr>
                <a:schemeClr val="tx1"/>
              </a:buClr>
              <a:buChar char="•"/>
              <a:defRPr sz="2000">
                <a:solidFill>
                  <a:srgbClr val="003399"/>
                </a:solidFill>
                <a:latin typeface="Cambria" panose="02040503050406030204" pitchFamily="18" charset="0"/>
              </a:defRPr>
            </a:lvl3pPr>
            <a:lvl4pPr marL="1600200" indent="-228600">
              <a:spcBef>
                <a:spcPct val="20000"/>
              </a:spcBef>
              <a:buChar char="–"/>
              <a:defRPr sz="1600">
                <a:solidFill>
                  <a:srgbClr val="FF3300"/>
                </a:solidFill>
                <a:latin typeface="Cambria" panose="02040503050406030204" pitchFamily="18" charset="0"/>
              </a:defRPr>
            </a:lvl4pPr>
            <a:lvl5pPr marL="2057400" indent="-228600">
              <a:spcBef>
                <a:spcPct val="20000"/>
              </a:spcBef>
              <a:buChar char="»"/>
              <a:defRPr sz="1600">
                <a:solidFill>
                  <a:srgbClr val="FF9900"/>
                </a:solidFill>
                <a:latin typeface="Cambria" panose="02040503050406030204" pitchFamily="18" charset="0"/>
              </a:defRPr>
            </a:lvl5pPr>
            <a:lvl6pPr marL="2514600" indent="-228600" eaLnBrk="0" fontAlgn="base" hangingPunct="0">
              <a:spcBef>
                <a:spcPct val="20000"/>
              </a:spcBef>
              <a:spcAft>
                <a:spcPct val="0"/>
              </a:spcAft>
              <a:buChar char="»"/>
              <a:defRPr sz="1600">
                <a:solidFill>
                  <a:srgbClr val="FF9900"/>
                </a:solidFill>
                <a:latin typeface="Cambria" panose="02040503050406030204" pitchFamily="18" charset="0"/>
              </a:defRPr>
            </a:lvl6pPr>
            <a:lvl7pPr marL="2971800" indent="-228600" eaLnBrk="0" fontAlgn="base" hangingPunct="0">
              <a:spcBef>
                <a:spcPct val="20000"/>
              </a:spcBef>
              <a:spcAft>
                <a:spcPct val="0"/>
              </a:spcAft>
              <a:buChar char="»"/>
              <a:defRPr sz="1600">
                <a:solidFill>
                  <a:srgbClr val="FF9900"/>
                </a:solidFill>
                <a:latin typeface="Cambria" panose="02040503050406030204" pitchFamily="18" charset="0"/>
              </a:defRPr>
            </a:lvl7pPr>
            <a:lvl8pPr marL="3429000" indent="-228600" eaLnBrk="0" fontAlgn="base" hangingPunct="0">
              <a:spcBef>
                <a:spcPct val="20000"/>
              </a:spcBef>
              <a:spcAft>
                <a:spcPct val="0"/>
              </a:spcAft>
              <a:buChar char="»"/>
              <a:defRPr sz="1600">
                <a:solidFill>
                  <a:srgbClr val="FF9900"/>
                </a:solidFill>
                <a:latin typeface="Cambria" panose="02040503050406030204" pitchFamily="18" charset="0"/>
              </a:defRPr>
            </a:lvl8pPr>
            <a:lvl9pPr marL="3886200" indent="-228600" eaLnBrk="0" fontAlgn="base" hangingPunct="0">
              <a:spcBef>
                <a:spcPct val="20000"/>
              </a:spcBef>
              <a:spcAft>
                <a:spcPct val="0"/>
              </a:spcAft>
              <a:buChar char="»"/>
              <a:defRPr sz="1600">
                <a:solidFill>
                  <a:srgbClr val="FF9900"/>
                </a:solidFill>
                <a:latin typeface="Cambria" panose="02040503050406030204" pitchFamily="18" charset="0"/>
              </a:defRPr>
            </a:lvl9pPr>
          </a:lstStyle>
          <a:p>
            <a:pPr eaLnBrk="1" hangingPunct="1">
              <a:spcBef>
                <a:spcPct val="50000"/>
              </a:spcBef>
              <a:buClrTx/>
              <a:buFontTx/>
              <a:buNone/>
            </a:pPr>
            <a:r>
              <a:rPr lang="en-US" altLang="en-US" sz="3200">
                <a:solidFill>
                  <a:schemeClr val="accent6">
                    <a:lumMod val="75000"/>
                  </a:schemeClr>
                </a:solidFill>
                <a:latin typeface="Times New Roman" panose="02020603050405020304" pitchFamily="18" charset="0"/>
              </a:rPr>
              <a:t>Y</a:t>
            </a:r>
          </a:p>
        </p:txBody>
      </p:sp>
      <p:sp>
        <p:nvSpPr>
          <p:cNvPr id="51205" name="Text Box 5"/>
          <p:cNvSpPr txBox="1">
            <a:spLocks noChangeArrowheads="1"/>
          </p:cNvSpPr>
          <p:nvPr/>
        </p:nvSpPr>
        <p:spPr bwMode="auto">
          <a:xfrm>
            <a:off x="6934200" y="4584699"/>
            <a:ext cx="45720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2300">
                <a:solidFill>
                  <a:srgbClr val="0033CC"/>
                </a:solidFill>
                <a:latin typeface="Cambria" panose="02040503050406030204" pitchFamily="18" charset="0"/>
              </a:defRPr>
            </a:lvl1pPr>
            <a:lvl2pPr marL="742950" indent="-285750">
              <a:spcBef>
                <a:spcPct val="20000"/>
              </a:spcBef>
              <a:buClr>
                <a:schemeClr val="accent1"/>
              </a:buClr>
              <a:buFont typeface="Wingdings" panose="05000000000000000000" pitchFamily="2" charset="2"/>
              <a:buChar char="§"/>
              <a:defRPr sz="2300">
                <a:solidFill>
                  <a:srgbClr val="8F3A00"/>
                </a:solidFill>
                <a:latin typeface="Cambria" panose="02040503050406030204" pitchFamily="18" charset="0"/>
              </a:defRPr>
            </a:lvl2pPr>
            <a:lvl3pPr marL="1143000" indent="-228600">
              <a:spcBef>
                <a:spcPct val="20000"/>
              </a:spcBef>
              <a:buClr>
                <a:schemeClr val="tx1"/>
              </a:buClr>
              <a:buChar char="•"/>
              <a:defRPr sz="2000">
                <a:solidFill>
                  <a:srgbClr val="003399"/>
                </a:solidFill>
                <a:latin typeface="Cambria" panose="02040503050406030204" pitchFamily="18" charset="0"/>
              </a:defRPr>
            </a:lvl3pPr>
            <a:lvl4pPr marL="1600200" indent="-228600">
              <a:spcBef>
                <a:spcPct val="20000"/>
              </a:spcBef>
              <a:buChar char="–"/>
              <a:defRPr sz="1600">
                <a:solidFill>
                  <a:srgbClr val="FF3300"/>
                </a:solidFill>
                <a:latin typeface="Cambria" panose="02040503050406030204" pitchFamily="18" charset="0"/>
              </a:defRPr>
            </a:lvl4pPr>
            <a:lvl5pPr marL="2057400" indent="-228600">
              <a:spcBef>
                <a:spcPct val="20000"/>
              </a:spcBef>
              <a:buChar char="»"/>
              <a:defRPr sz="1600">
                <a:solidFill>
                  <a:srgbClr val="FF9900"/>
                </a:solidFill>
                <a:latin typeface="Cambria" panose="02040503050406030204" pitchFamily="18" charset="0"/>
              </a:defRPr>
            </a:lvl5pPr>
            <a:lvl6pPr marL="2514600" indent="-228600" eaLnBrk="0" fontAlgn="base" hangingPunct="0">
              <a:spcBef>
                <a:spcPct val="20000"/>
              </a:spcBef>
              <a:spcAft>
                <a:spcPct val="0"/>
              </a:spcAft>
              <a:buChar char="»"/>
              <a:defRPr sz="1600">
                <a:solidFill>
                  <a:srgbClr val="FF9900"/>
                </a:solidFill>
                <a:latin typeface="Cambria" panose="02040503050406030204" pitchFamily="18" charset="0"/>
              </a:defRPr>
            </a:lvl6pPr>
            <a:lvl7pPr marL="2971800" indent="-228600" eaLnBrk="0" fontAlgn="base" hangingPunct="0">
              <a:spcBef>
                <a:spcPct val="20000"/>
              </a:spcBef>
              <a:spcAft>
                <a:spcPct val="0"/>
              </a:spcAft>
              <a:buChar char="»"/>
              <a:defRPr sz="1600">
                <a:solidFill>
                  <a:srgbClr val="FF9900"/>
                </a:solidFill>
                <a:latin typeface="Cambria" panose="02040503050406030204" pitchFamily="18" charset="0"/>
              </a:defRPr>
            </a:lvl7pPr>
            <a:lvl8pPr marL="3429000" indent="-228600" eaLnBrk="0" fontAlgn="base" hangingPunct="0">
              <a:spcBef>
                <a:spcPct val="20000"/>
              </a:spcBef>
              <a:spcAft>
                <a:spcPct val="0"/>
              </a:spcAft>
              <a:buChar char="»"/>
              <a:defRPr sz="1600">
                <a:solidFill>
                  <a:srgbClr val="FF9900"/>
                </a:solidFill>
                <a:latin typeface="Cambria" panose="02040503050406030204" pitchFamily="18" charset="0"/>
              </a:defRPr>
            </a:lvl8pPr>
            <a:lvl9pPr marL="3886200" indent="-228600" eaLnBrk="0" fontAlgn="base" hangingPunct="0">
              <a:spcBef>
                <a:spcPct val="20000"/>
              </a:spcBef>
              <a:spcAft>
                <a:spcPct val="0"/>
              </a:spcAft>
              <a:buChar char="»"/>
              <a:defRPr sz="1600">
                <a:solidFill>
                  <a:srgbClr val="FF9900"/>
                </a:solidFill>
                <a:latin typeface="Cambria" panose="02040503050406030204" pitchFamily="18" charset="0"/>
              </a:defRPr>
            </a:lvl9pPr>
          </a:lstStyle>
          <a:p>
            <a:pPr eaLnBrk="1" hangingPunct="1">
              <a:spcBef>
                <a:spcPct val="50000"/>
              </a:spcBef>
              <a:buClrTx/>
              <a:buFontTx/>
              <a:buNone/>
            </a:pPr>
            <a:r>
              <a:rPr lang="en-US" altLang="en-US" sz="3200">
                <a:solidFill>
                  <a:schemeClr val="accent6">
                    <a:lumMod val="75000"/>
                  </a:schemeClr>
                </a:solidFill>
                <a:latin typeface="Times New Roman" panose="02020603050405020304" pitchFamily="18" charset="0"/>
              </a:rPr>
              <a:t>X</a:t>
            </a:r>
          </a:p>
        </p:txBody>
      </p:sp>
      <p:sp>
        <p:nvSpPr>
          <p:cNvPr id="51206" name="Line 6"/>
          <p:cNvSpPr>
            <a:spLocks noChangeShapeType="1"/>
          </p:cNvSpPr>
          <p:nvPr/>
        </p:nvSpPr>
        <p:spPr bwMode="auto">
          <a:xfrm rot="175333" flipV="1">
            <a:off x="1905000" y="1790699"/>
            <a:ext cx="4953000" cy="19685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solidFill>
                <a:schemeClr val="accent6">
                  <a:lumMod val="75000"/>
                </a:schemeClr>
              </a:solidFill>
            </a:endParaRPr>
          </a:p>
        </p:txBody>
      </p:sp>
      <p:sp>
        <p:nvSpPr>
          <p:cNvPr id="53255" name="Arc 7"/>
          <p:cNvSpPr>
            <a:spLocks/>
          </p:cNvSpPr>
          <p:nvPr/>
        </p:nvSpPr>
        <p:spPr bwMode="auto">
          <a:xfrm flipV="1">
            <a:off x="1524000" y="584199"/>
            <a:ext cx="4664075" cy="2343150"/>
          </a:xfrm>
          <a:custGeom>
            <a:avLst/>
            <a:gdLst>
              <a:gd name="T0" fmla="*/ 2147483646 w 20099"/>
              <a:gd name="T1" fmla="*/ 0 h 21543"/>
              <a:gd name="T2" fmla="*/ 2147483646 w 20099"/>
              <a:gd name="T3" fmla="*/ 2147483646 h 21543"/>
              <a:gd name="T4" fmla="*/ 0 w 20099"/>
              <a:gd name="T5" fmla="*/ 2147483646 h 21543"/>
              <a:gd name="T6" fmla="*/ 0 60000 65536"/>
              <a:gd name="T7" fmla="*/ 0 60000 65536"/>
              <a:gd name="T8" fmla="*/ 0 60000 65536"/>
            </a:gdLst>
            <a:ahLst/>
            <a:cxnLst>
              <a:cxn ang="T6">
                <a:pos x="T0" y="T1"/>
              </a:cxn>
              <a:cxn ang="T7">
                <a:pos x="T2" y="T3"/>
              </a:cxn>
              <a:cxn ang="T8">
                <a:pos x="T4" y="T5"/>
              </a:cxn>
            </a:cxnLst>
            <a:rect l="0" t="0" r="r" b="b"/>
            <a:pathLst>
              <a:path w="20099" h="21543" fill="none" extrusionOk="0">
                <a:moveTo>
                  <a:pt x="1563" y="-1"/>
                </a:moveTo>
                <a:cubicBezTo>
                  <a:pt x="9848" y="600"/>
                  <a:pt x="17055" y="5900"/>
                  <a:pt x="20098" y="13631"/>
                </a:cubicBezTo>
              </a:path>
              <a:path w="20099" h="21543" stroke="0" extrusionOk="0">
                <a:moveTo>
                  <a:pt x="1563" y="-1"/>
                </a:moveTo>
                <a:cubicBezTo>
                  <a:pt x="9848" y="600"/>
                  <a:pt x="17055" y="5900"/>
                  <a:pt x="20098" y="13631"/>
                </a:cubicBezTo>
                <a:lnTo>
                  <a:pt x="0" y="21543"/>
                </a:lnTo>
                <a:lnTo>
                  <a:pt x="1563" y="-1"/>
                </a:lnTo>
                <a:close/>
              </a:path>
            </a:pathLst>
          </a:cu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chemeClr val="accent6">
                  <a:lumMod val="75000"/>
                </a:schemeClr>
              </a:solidFill>
            </a:endParaRPr>
          </a:p>
        </p:txBody>
      </p:sp>
      <p:sp>
        <p:nvSpPr>
          <p:cNvPr id="53256" name="Arc 8"/>
          <p:cNvSpPr>
            <a:spLocks/>
          </p:cNvSpPr>
          <p:nvPr/>
        </p:nvSpPr>
        <p:spPr bwMode="auto">
          <a:xfrm rot="10800000" flipV="1">
            <a:off x="2692400" y="2439987"/>
            <a:ext cx="5308600" cy="3414712"/>
          </a:xfrm>
          <a:custGeom>
            <a:avLst/>
            <a:gdLst>
              <a:gd name="T0" fmla="*/ 2147483646 w 18417"/>
              <a:gd name="T1" fmla="*/ 0 h 21215"/>
              <a:gd name="T2" fmla="*/ 2147483646 w 18417"/>
              <a:gd name="T3" fmla="*/ 2147483646 h 21215"/>
              <a:gd name="T4" fmla="*/ 0 w 18417"/>
              <a:gd name="T5" fmla="*/ 2147483646 h 21215"/>
              <a:gd name="T6" fmla="*/ 0 60000 65536"/>
              <a:gd name="T7" fmla="*/ 0 60000 65536"/>
              <a:gd name="T8" fmla="*/ 0 60000 65536"/>
            </a:gdLst>
            <a:ahLst/>
            <a:cxnLst>
              <a:cxn ang="T6">
                <a:pos x="T0" y="T1"/>
              </a:cxn>
              <a:cxn ang="T7">
                <a:pos x="T2" y="T3"/>
              </a:cxn>
              <a:cxn ang="T8">
                <a:pos x="T4" y="T5"/>
              </a:cxn>
            </a:cxnLst>
            <a:rect l="0" t="0" r="r" b="b"/>
            <a:pathLst>
              <a:path w="18417" h="21215" fill="none" extrusionOk="0">
                <a:moveTo>
                  <a:pt x="4060" y="0"/>
                </a:moveTo>
                <a:cubicBezTo>
                  <a:pt x="10030" y="1142"/>
                  <a:pt x="15241" y="4747"/>
                  <a:pt x="18417" y="9928"/>
                </a:cubicBezTo>
              </a:path>
              <a:path w="18417" h="21215" stroke="0" extrusionOk="0">
                <a:moveTo>
                  <a:pt x="4060" y="0"/>
                </a:moveTo>
                <a:cubicBezTo>
                  <a:pt x="10030" y="1142"/>
                  <a:pt x="15241" y="4747"/>
                  <a:pt x="18417" y="9928"/>
                </a:cubicBezTo>
                <a:lnTo>
                  <a:pt x="0" y="21215"/>
                </a:lnTo>
                <a:lnTo>
                  <a:pt x="4060" y="0"/>
                </a:lnTo>
                <a:close/>
              </a:path>
            </a:pathLst>
          </a:cu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chemeClr val="accent6">
                  <a:lumMod val="75000"/>
                </a:schemeClr>
              </a:solidFill>
            </a:endParaRPr>
          </a:p>
        </p:txBody>
      </p:sp>
      <p:sp>
        <p:nvSpPr>
          <p:cNvPr id="53257" name="Line 9"/>
          <p:cNvSpPr>
            <a:spLocks noChangeShapeType="1"/>
          </p:cNvSpPr>
          <p:nvPr/>
        </p:nvSpPr>
        <p:spPr bwMode="auto">
          <a:xfrm>
            <a:off x="4648200" y="2425699"/>
            <a:ext cx="0" cy="2095500"/>
          </a:xfrm>
          <a:prstGeom prst="line">
            <a:avLst/>
          </a:prstGeom>
          <a:noFill/>
          <a:ln w="381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solidFill>
                <a:schemeClr val="accent6">
                  <a:lumMod val="75000"/>
                </a:schemeClr>
              </a:solidFill>
            </a:endParaRPr>
          </a:p>
        </p:txBody>
      </p:sp>
      <p:sp>
        <p:nvSpPr>
          <p:cNvPr id="53258" name="Line 10"/>
          <p:cNvSpPr>
            <a:spLocks noChangeShapeType="1"/>
          </p:cNvSpPr>
          <p:nvPr/>
        </p:nvSpPr>
        <p:spPr bwMode="auto">
          <a:xfrm>
            <a:off x="5257800" y="2171699"/>
            <a:ext cx="304800" cy="5080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solidFill>
                <a:schemeClr val="accent6">
                  <a:lumMod val="75000"/>
                </a:schemeClr>
              </a:solidFill>
            </a:endParaRPr>
          </a:p>
        </p:txBody>
      </p:sp>
      <p:sp>
        <p:nvSpPr>
          <p:cNvPr id="53259" name="Text Box 11"/>
          <p:cNvSpPr txBox="1">
            <a:spLocks noChangeArrowheads="1"/>
          </p:cNvSpPr>
          <p:nvPr/>
        </p:nvSpPr>
        <p:spPr bwMode="auto">
          <a:xfrm>
            <a:off x="5562600" y="2997199"/>
            <a:ext cx="2438400" cy="83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2300">
                <a:solidFill>
                  <a:srgbClr val="0033CC"/>
                </a:solidFill>
                <a:latin typeface="Cambria" panose="02040503050406030204" pitchFamily="18" charset="0"/>
              </a:defRPr>
            </a:lvl1pPr>
            <a:lvl2pPr marL="742950" indent="-285750">
              <a:spcBef>
                <a:spcPct val="20000"/>
              </a:spcBef>
              <a:buClr>
                <a:schemeClr val="accent1"/>
              </a:buClr>
              <a:buFont typeface="Wingdings" panose="05000000000000000000" pitchFamily="2" charset="2"/>
              <a:buChar char="§"/>
              <a:defRPr sz="2300">
                <a:solidFill>
                  <a:srgbClr val="8F3A00"/>
                </a:solidFill>
                <a:latin typeface="Cambria" panose="02040503050406030204" pitchFamily="18" charset="0"/>
              </a:defRPr>
            </a:lvl2pPr>
            <a:lvl3pPr marL="1143000" indent="-228600">
              <a:spcBef>
                <a:spcPct val="20000"/>
              </a:spcBef>
              <a:buClr>
                <a:schemeClr val="tx1"/>
              </a:buClr>
              <a:buChar char="•"/>
              <a:defRPr sz="2000">
                <a:solidFill>
                  <a:srgbClr val="003399"/>
                </a:solidFill>
                <a:latin typeface="Cambria" panose="02040503050406030204" pitchFamily="18" charset="0"/>
              </a:defRPr>
            </a:lvl3pPr>
            <a:lvl4pPr marL="1600200" indent="-228600">
              <a:spcBef>
                <a:spcPct val="20000"/>
              </a:spcBef>
              <a:buChar char="–"/>
              <a:defRPr sz="1600">
                <a:solidFill>
                  <a:srgbClr val="FF3300"/>
                </a:solidFill>
                <a:latin typeface="Cambria" panose="02040503050406030204" pitchFamily="18" charset="0"/>
              </a:defRPr>
            </a:lvl4pPr>
            <a:lvl5pPr marL="2057400" indent="-228600">
              <a:spcBef>
                <a:spcPct val="20000"/>
              </a:spcBef>
              <a:buChar char="»"/>
              <a:defRPr sz="1600">
                <a:solidFill>
                  <a:srgbClr val="FF9900"/>
                </a:solidFill>
                <a:latin typeface="Cambria" panose="02040503050406030204" pitchFamily="18" charset="0"/>
              </a:defRPr>
            </a:lvl5pPr>
            <a:lvl6pPr marL="2514600" indent="-228600" eaLnBrk="0" fontAlgn="base" hangingPunct="0">
              <a:spcBef>
                <a:spcPct val="20000"/>
              </a:spcBef>
              <a:spcAft>
                <a:spcPct val="0"/>
              </a:spcAft>
              <a:buChar char="»"/>
              <a:defRPr sz="1600">
                <a:solidFill>
                  <a:srgbClr val="FF9900"/>
                </a:solidFill>
                <a:latin typeface="Cambria" panose="02040503050406030204" pitchFamily="18" charset="0"/>
              </a:defRPr>
            </a:lvl6pPr>
            <a:lvl7pPr marL="2971800" indent="-228600" eaLnBrk="0" fontAlgn="base" hangingPunct="0">
              <a:spcBef>
                <a:spcPct val="20000"/>
              </a:spcBef>
              <a:spcAft>
                <a:spcPct val="0"/>
              </a:spcAft>
              <a:buChar char="»"/>
              <a:defRPr sz="1600">
                <a:solidFill>
                  <a:srgbClr val="FF9900"/>
                </a:solidFill>
                <a:latin typeface="Cambria" panose="02040503050406030204" pitchFamily="18" charset="0"/>
              </a:defRPr>
            </a:lvl7pPr>
            <a:lvl8pPr marL="3429000" indent="-228600" eaLnBrk="0" fontAlgn="base" hangingPunct="0">
              <a:spcBef>
                <a:spcPct val="20000"/>
              </a:spcBef>
              <a:spcAft>
                <a:spcPct val="0"/>
              </a:spcAft>
              <a:buChar char="»"/>
              <a:defRPr sz="1600">
                <a:solidFill>
                  <a:srgbClr val="FF9900"/>
                </a:solidFill>
                <a:latin typeface="Cambria" panose="02040503050406030204" pitchFamily="18" charset="0"/>
              </a:defRPr>
            </a:lvl8pPr>
            <a:lvl9pPr marL="3886200" indent="-228600" eaLnBrk="0" fontAlgn="base" hangingPunct="0">
              <a:spcBef>
                <a:spcPct val="20000"/>
              </a:spcBef>
              <a:spcAft>
                <a:spcPct val="0"/>
              </a:spcAft>
              <a:buChar char="»"/>
              <a:defRPr sz="1600">
                <a:solidFill>
                  <a:srgbClr val="FF9900"/>
                </a:solidFill>
                <a:latin typeface="Cambria" panose="02040503050406030204" pitchFamily="18" charset="0"/>
              </a:defRPr>
            </a:lvl9pPr>
          </a:lstStyle>
          <a:p>
            <a:pPr eaLnBrk="1" hangingPunct="1">
              <a:spcBef>
                <a:spcPct val="50000"/>
              </a:spcBef>
              <a:buClrTx/>
              <a:buFontTx/>
              <a:buNone/>
            </a:pPr>
            <a:r>
              <a:rPr lang="en-US" altLang="en-US" sz="2400">
                <a:solidFill>
                  <a:schemeClr val="accent6">
                    <a:lumMod val="75000"/>
                  </a:schemeClr>
                </a:solidFill>
                <a:latin typeface="Times New Roman" panose="02020603050405020304" pitchFamily="18" charset="0"/>
              </a:rPr>
              <a:t>dải tin cậy của giá trị trung bình</a:t>
            </a:r>
          </a:p>
        </p:txBody>
      </p:sp>
      <p:sp>
        <p:nvSpPr>
          <p:cNvPr id="53260" name="Line 12"/>
          <p:cNvSpPr>
            <a:spLocks noChangeShapeType="1"/>
          </p:cNvSpPr>
          <p:nvPr/>
        </p:nvSpPr>
        <p:spPr bwMode="auto">
          <a:xfrm>
            <a:off x="5486400" y="2552699"/>
            <a:ext cx="762000" cy="4445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solidFill>
                <a:schemeClr val="accent6">
                  <a:lumMod val="75000"/>
                </a:schemeClr>
              </a:solidFill>
            </a:endParaRPr>
          </a:p>
        </p:txBody>
      </p:sp>
      <p:sp>
        <p:nvSpPr>
          <p:cNvPr id="53261" name="Arc 13"/>
          <p:cNvSpPr>
            <a:spLocks/>
          </p:cNvSpPr>
          <p:nvPr/>
        </p:nvSpPr>
        <p:spPr bwMode="auto">
          <a:xfrm rot="10800000" flipV="1">
            <a:off x="2844800" y="2566987"/>
            <a:ext cx="5308600" cy="3414712"/>
          </a:xfrm>
          <a:custGeom>
            <a:avLst/>
            <a:gdLst>
              <a:gd name="T0" fmla="*/ 2147483646 w 18417"/>
              <a:gd name="T1" fmla="*/ 0 h 21215"/>
              <a:gd name="T2" fmla="*/ 2147483646 w 18417"/>
              <a:gd name="T3" fmla="*/ 2147483646 h 21215"/>
              <a:gd name="T4" fmla="*/ 0 w 18417"/>
              <a:gd name="T5" fmla="*/ 2147483646 h 21215"/>
              <a:gd name="T6" fmla="*/ 0 60000 65536"/>
              <a:gd name="T7" fmla="*/ 0 60000 65536"/>
              <a:gd name="T8" fmla="*/ 0 60000 65536"/>
            </a:gdLst>
            <a:ahLst/>
            <a:cxnLst>
              <a:cxn ang="T6">
                <a:pos x="T0" y="T1"/>
              </a:cxn>
              <a:cxn ang="T7">
                <a:pos x="T2" y="T3"/>
              </a:cxn>
              <a:cxn ang="T8">
                <a:pos x="T4" y="T5"/>
              </a:cxn>
            </a:cxnLst>
            <a:rect l="0" t="0" r="r" b="b"/>
            <a:pathLst>
              <a:path w="18417" h="21215" fill="none" extrusionOk="0">
                <a:moveTo>
                  <a:pt x="4060" y="0"/>
                </a:moveTo>
                <a:cubicBezTo>
                  <a:pt x="10030" y="1142"/>
                  <a:pt x="15241" y="4747"/>
                  <a:pt x="18417" y="9928"/>
                </a:cubicBezTo>
              </a:path>
              <a:path w="18417" h="21215" stroke="0" extrusionOk="0">
                <a:moveTo>
                  <a:pt x="4060" y="0"/>
                </a:moveTo>
                <a:cubicBezTo>
                  <a:pt x="10030" y="1142"/>
                  <a:pt x="15241" y="4747"/>
                  <a:pt x="18417" y="9928"/>
                </a:cubicBezTo>
                <a:lnTo>
                  <a:pt x="0" y="21215"/>
                </a:lnTo>
                <a:lnTo>
                  <a:pt x="4060" y="0"/>
                </a:lnTo>
                <a:close/>
              </a:path>
            </a:pathLst>
          </a:custGeom>
          <a:noFill/>
          <a:ln w="38100">
            <a:solidFill>
              <a:srgbClr val="FF0000"/>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chemeClr val="accent6">
                  <a:lumMod val="75000"/>
                </a:schemeClr>
              </a:solidFill>
            </a:endParaRPr>
          </a:p>
        </p:txBody>
      </p:sp>
      <p:sp>
        <p:nvSpPr>
          <p:cNvPr id="53262" name="Arc 14"/>
          <p:cNvSpPr>
            <a:spLocks/>
          </p:cNvSpPr>
          <p:nvPr/>
        </p:nvSpPr>
        <p:spPr bwMode="auto">
          <a:xfrm flipV="1">
            <a:off x="1447800" y="393699"/>
            <a:ext cx="4664075" cy="2343150"/>
          </a:xfrm>
          <a:custGeom>
            <a:avLst/>
            <a:gdLst>
              <a:gd name="T0" fmla="*/ 2147483646 w 20099"/>
              <a:gd name="T1" fmla="*/ 0 h 21543"/>
              <a:gd name="T2" fmla="*/ 2147483646 w 20099"/>
              <a:gd name="T3" fmla="*/ 2147483646 h 21543"/>
              <a:gd name="T4" fmla="*/ 0 w 20099"/>
              <a:gd name="T5" fmla="*/ 2147483646 h 21543"/>
              <a:gd name="T6" fmla="*/ 0 60000 65536"/>
              <a:gd name="T7" fmla="*/ 0 60000 65536"/>
              <a:gd name="T8" fmla="*/ 0 60000 65536"/>
            </a:gdLst>
            <a:ahLst/>
            <a:cxnLst>
              <a:cxn ang="T6">
                <a:pos x="T0" y="T1"/>
              </a:cxn>
              <a:cxn ang="T7">
                <a:pos x="T2" y="T3"/>
              </a:cxn>
              <a:cxn ang="T8">
                <a:pos x="T4" y="T5"/>
              </a:cxn>
            </a:cxnLst>
            <a:rect l="0" t="0" r="r" b="b"/>
            <a:pathLst>
              <a:path w="20099" h="21543" fill="none" extrusionOk="0">
                <a:moveTo>
                  <a:pt x="1563" y="-1"/>
                </a:moveTo>
                <a:cubicBezTo>
                  <a:pt x="9848" y="600"/>
                  <a:pt x="17055" y="5900"/>
                  <a:pt x="20098" y="13631"/>
                </a:cubicBezTo>
              </a:path>
              <a:path w="20099" h="21543" stroke="0" extrusionOk="0">
                <a:moveTo>
                  <a:pt x="1563" y="-1"/>
                </a:moveTo>
                <a:cubicBezTo>
                  <a:pt x="9848" y="600"/>
                  <a:pt x="17055" y="5900"/>
                  <a:pt x="20098" y="13631"/>
                </a:cubicBezTo>
                <a:lnTo>
                  <a:pt x="0" y="21543"/>
                </a:lnTo>
                <a:lnTo>
                  <a:pt x="1563" y="-1"/>
                </a:lnTo>
                <a:close/>
              </a:path>
            </a:pathLst>
          </a:custGeom>
          <a:noFill/>
          <a:ln w="38100">
            <a:solidFill>
              <a:srgbClr val="FF0000"/>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chemeClr val="accent6">
                  <a:lumMod val="75000"/>
                </a:schemeClr>
              </a:solidFill>
            </a:endParaRPr>
          </a:p>
        </p:txBody>
      </p:sp>
      <p:sp>
        <p:nvSpPr>
          <p:cNvPr id="53263" name="Line 15"/>
          <p:cNvSpPr>
            <a:spLocks noChangeShapeType="1"/>
          </p:cNvSpPr>
          <p:nvPr/>
        </p:nvSpPr>
        <p:spPr bwMode="auto">
          <a:xfrm>
            <a:off x="5638800" y="1663699"/>
            <a:ext cx="609600" cy="101600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solidFill>
                <a:schemeClr val="accent6">
                  <a:lumMod val="75000"/>
                </a:schemeClr>
              </a:solidFill>
            </a:endParaRPr>
          </a:p>
        </p:txBody>
      </p:sp>
      <p:sp>
        <p:nvSpPr>
          <p:cNvPr id="53265" name="Rectangle 17"/>
          <p:cNvSpPr>
            <a:spLocks noChangeArrowheads="1"/>
          </p:cNvSpPr>
          <p:nvPr/>
        </p:nvSpPr>
        <p:spPr bwMode="auto">
          <a:xfrm>
            <a:off x="2668588" y="1354137"/>
            <a:ext cx="2043112" cy="830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2300">
                <a:solidFill>
                  <a:srgbClr val="0033CC"/>
                </a:solidFill>
                <a:latin typeface="Cambria" panose="02040503050406030204" pitchFamily="18" charset="0"/>
              </a:defRPr>
            </a:lvl1pPr>
            <a:lvl2pPr marL="742950" indent="-285750">
              <a:spcBef>
                <a:spcPct val="20000"/>
              </a:spcBef>
              <a:buClr>
                <a:schemeClr val="accent1"/>
              </a:buClr>
              <a:buFont typeface="Wingdings" panose="05000000000000000000" pitchFamily="2" charset="2"/>
              <a:buChar char="§"/>
              <a:defRPr sz="2300">
                <a:solidFill>
                  <a:srgbClr val="8F3A00"/>
                </a:solidFill>
                <a:latin typeface="Cambria" panose="02040503050406030204" pitchFamily="18" charset="0"/>
              </a:defRPr>
            </a:lvl2pPr>
            <a:lvl3pPr marL="1143000" indent="-228600">
              <a:spcBef>
                <a:spcPct val="20000"/>
              </a:spcBef>
              <a:buClr>
                <a:schemeClr val="tx1"/>
              </a:buClr>
              <a:buChar char="•"/>
              <a:defRPr sz="2000">
                <a:solidFill>
                  <a:srgbClr val="003399"/>
                </a:solidFill>
                <a:latin typeface="Cambria" panose="02040503050406030204" pitchFamily="18" charset="0"/>
              </a:defRPr>
            </a:lvl3pPr>
            <a:lvl4pPr marL="1600200" indent="-228600">
              <a:spcBef>
                <a:spcPct val="20000"/>
              </a:spcBef>
              <a:buChar char="–"/>
              <a:defRPr sz="1600">
                <a:solidFill>
                  <a:srgbClr val="FF3300"/>
                </a:solidFill>
                <a:latin typeface="Cambria" panose="02040503050406030204" pitchFamily="18" charset="0"/>
              </a:defRPr>
            </a:lvl4pPr>
            <a:lvl5pPr marL="2057400" indent="-228600">
              <a:spcBef>
                <a:spcPct val="20000"/>
              </a:spcBef>
              <a:buChar char="»"/>
              <a:defRPr sz="1600">
                <a:solidFill>
                  <a:srgbClr val="FF9900"/>
                </a:solidFill>
                <a:latin typeface="Cambria" panose="02040503050406030204" pitchFamily="18" charset="0"/>
              </a:defRPr>
            </a:lvl5pPr>
            <a:lvl6pPr marL="2514600" indent="-228600" eaLnBrk="0" fontAlgn="base" hangingPunct="0">
              <a:spcBef>
                <a:spcPct val="20000"/>
              </a:spcBef>
              <a:spcAft>
                <a:spcPct val="0"/>
              </a:spcAft>
              <a:buChar char="»"/>
              <a:defRPr sz="1600">
                <a:solidFill>
                  <a:srgbClr val="FF9900"/>
                </a:solidFill>
                <a:latin typeface="Cambria" panose="02040503050406030204" pitchFamily="18" charset="0"/>
              </a:defRPr>
            </a:lvl6pPr>
            <a:lvl7pPr marL="2971800" indent="-228600" eaLnBrk="0" fontAlgn="base" hangingPunct="0">
              <a:spcBef>
                <a:spcPct val="20000"/>
              </a:spcBef>
              <a:spcAft>
                <a:spcPct val="0"/>
              </a:spcAft>
              <a:buChar char="»"/>
              <a:defRPr sz="1600">
                <a:solidFill>
                  <a:srgbClr val="FF9900"/>
                </a:solidFill>
                <a:latin typeface="Cambria" panose="02040503050406030204" pitchFamily="18" charset="0"/>
              </a:defRPr>
            </a:lvl7pPr>
            <a:lvl8pPr marL="3429000" indent="-228600" eaLnBrk="0" fontAlgn="base" hangingPunct="0">
              <a:spcBef>
                <a:spcPct val="20000"/>
              </a:spcBef>
              <a:spcAft>
                <a:spcPct val="0"/>
              </a:spcAft>
              <a:buChar char="»"/>
              <a:defRPr sz="1600">
                <a:solidFill>
                  <a:srgbClr val="FF9900"/>
                </a:solidFill>
                <a:latin typeface="Cambria" panose="02040503050406030204" pitchFamily="18" charset="0"/>
              </a:defRPr>
            </a:lvl8pPr>
            <a:lvl9pPr marL="3886200" indent="-228600" eaLnBrk="0" fontAlgn="base" hangingPunct="0">
              <a:spcBef>
                <a:spcPct val="20000"/>
              </a:spcBef>
              <a:spcAft>
                <a:spcPct val="0"/>
              </a:spcAft>
              <a:buChar char="»"/>
              <a:defRPr sz="1600">
                <a:solidFill>
                  <a:srgbClr val="FF9900"/>
                </a:solidFill>
                <a:latin typeface="Cambria" panose="02040503050406030204" pitchFamily="18" charset="0"/>
              </a:defRPr>
            </a:lvl9pPr>
          </a:lstStyle>
          <a:p>
            <a:pPr eaLnBrk="1" hangingPunct="1">
              <a:spcBef>
                <a:spcPct val="0"/>
              </a:spcBef>
              <a:buClrTx/>
              <a:buFontTx/>
              <a:buNone/>
            </a:pPr>
            <a:r>
              <a:rPr lang="en-US" altLang="en-US" sz="2400">
                <a:solidFill>
                  <a:schemeClr val="accent6">
                    <a:lumMod val="75000"/>
                  </a:schemeClr>
                </a:solidFill>
                <a:latin typeface="Times New Roman" panose="02020603050405020304" pitchFamily="18" charset="0"/>
              </a:rPr>
              <a:t>dải tin cậy của </a:t>
            </a:r>
          </a:p>
          <a:p>
            <a:pPr eaLnBrk="1" hangingPunct="1">
              <a:spcBef>
                <a:spcPct val="0"/>
              </a:spcBef>
              <a:buClrTx/>
              <a:buFontTx/>
              <a:buNone/>
            </a:pPr>
            <a:r>
              <a:rPr lang="en-US" altLang="en-US" sz="2400">
                <a:solidFill>
                  <a:schemeClr val="accent6">
                    <a:lumMod val="75000"/>
                  </a:schemeClr>
                </a:solidFill>
                <a:latin typeface="Times New Roman" panose="02020603050405020304" pitchFamily="18" charset="0"/>
              </a:rPr>
              <a:t>giá trị cá biệt</a:t>
            </a:r>
          </a:p>
        </p:txBody>
      </p:sp>
      <p:sp>
        <p:nvSpPr>
          <p:cNvPr id="53267" name="Line 19"/>
          <p:cNvSpPr>
            <a:spLocks noChangeShapeType="1"/>
          </p:cNvSpPr>
          <p:nvPr/>
        </p:nvSpPr>
        <p:spPr bwMode="auto">
          <a:xfrm flipH="1" flipV="1">
            <a:off x="4495800" y="1663699"/>
            <a:ext cx="1371600" cy="38100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solidFill>
                <a:schemeClr val="accent6">
                  <a:lumMod val="75000"/>
                </a:schemeClr>
              </a:solidFill>
            </a:endParaRPr>
          </a:p>
        </p:txBody>
      </p:sp>
      <p:sp>
        <p:nvSpPr>
          <p:cNvPr id="51218" name="Text Box 20"/>
          <p:cNvSpPr txBox="1">
            <a:spLocks noChangeArrowheads="1"/>
          </p:cNvSpPr>
          <p:nvPr/>
        </p:nvSpPr>
        <p:spPr bwMode="auto">
          <a:xfrm>
            <a:off x="4419600" y="4838699"/>
            <a:ext cx="91440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2300">
                <a:solidFill>
                  <a:srgbClr val="0033CC"/>
                </a:solidFill>
                <a:latin typeface="Cambria" panose="02040503050406030204" pitchFamily="18" charset="0"/>
              </a:defRPr>
            </a:lvl1pPr>
            <a:lvl2pPr marL="742950" indent="-285750">
              <a:spcBef>
                <a:spcPct val="20000"/>
              </a:spcBef>
              <a:buClr>
                <a:schemeClr val="accent1"/>
              </a:buClr>
              <a:buFont typeface="Wingdings" panose="05000000000000000000" pitchFamily="2" charset="2"/>
              <a:buChar char="§"/>
              <a:defRPr sz="2300">
                <a:solidFill>
                  <a:srgbClr val="8F3A00"/>
                </a:solidFill>
                <a:latin typeface="Cambria" panose="02040503050406030204" pitchFamily="18" charset="0"/>
              </a:defRPr>
            </a:lvl2pPr>
            <a:lvl3pPr marL="1143000" indent="-228600">
              <a:spcBef>
                <a:spcPct val="20000"/>
              </a:spcBef>
              <a:buClr>
                <a:schemeClr val="tx1"/>
              </a:buClr>
              <a:buChar char="•"/>
              <a:defRPr sz="2000">
                <a:solidFill>
                  <a:srgbClr val="003399"/>
                </a:solidFill>
                <a:latin typeface="Cambria" panose="02040503050406030204" pitchFamily="18" charset="0"/>
              </a:defRPr>
            </a:lvl3pPr>
            <a:lvl4pPr marL="1600200" indent="-228600">
              <a:spcBef>
                <a:spcPct val="20000"/>
              </a:spcBef>
              <a:buChar char="–"/>
              <a:defRPr sz="1600">
                <a:solidFill>
                  <a:srgbClr val="FF3300"/>
                </a:solidFill>
                <a:latin typeface="Cambria" panose="02040503050406030204" pitchFamily="18" charset="0"/>
              </a:defRPr>
            </a:lvl4pPr>
            <a:lvl5pPr marL="2057400" indent="-228600">
              <a:spcBef>
                <a:spcPct val="20000"/>
              </a:spcBef>
              <a:buChar char="»"/>
              <a:defRPr sz="1600">
                <a:solidFill>
                  <a:srgbClr val="FF9900"/>
                </a:solidFill>
                <a:latin typeface="Cambria" panose="02040503050406030204" pitchFamily="18" charset="0"/>
              </a:defRPr>
            </a:lvl5pPr>
            <a:lvl6pPr marL="2514600" indent="-228600" eaLnBrk="0" fontAlgn="base" hangingPunct="0">
              <a:spcBef>
                <a:spcPct val="20000"/>
              </a:spcBef>
              <a:spcAft>
                <a:spcPct val="0"/>
              </a:spcAft>
              <a:buChar char="»"/>
              <a:defRPr sz="1600">
                <a:solidFill>
                  <a:srgbClr val="FF9900"/>
                </a:solidFill>
                <a:latin typeface="Cambria" panose="02040503050406030204" pitchFamily="18" charset="0"/>
              </a:defRPr>
            </a:lvl6pPr>
            <a:lvl7pPr marL="2971800" indent="-228600" eaLnBrk="0" fontAlgn="base" hangingPunct="0">
              <a:spcBef>
                <a:spcPct val="20000"/>
              </a:spcBef>
              <a:spcAft>
                <a:spcPct val="0"/>
              </a:spcAft>
              <a:buChar char="»"/>
              <a:defRPr sz="1600">
                <a:solidFill>
                  <a:srgbClr val="FF9900"/>
                </a:solidFill>
                <a:latin typeface="Cambria" panose="02040503050406030204" pitchFamily="18" charset="0"/>
              </a:defRPr>
            </a:lvl7pPr>
            <a:lvl8pPr marL="3429000" indent="-228600" eaLnBrk="0" fontAlgn="base" hangingPunct="0">
              <a:spcBef>
                <a:spcPct val="20000"/>
              </a:spcBef>
              <a:spcAft>
                <a:spcPct val="0"/>
              </a:spcAft>
              <a:buChar char="»"/>
              <a:defRPr sz="1600">
                <a:solidFill>
                  <a:srgbClr val="FF9900"/>
                </a:solidFill>
                <a:latin typeface="Cambria" panose="02040503050406030204" pitchFamily="18" charset="0"/>
              </a:defRPr>
            </a:lvl8pPr>
            <a:lvl9pPr marL="3886200" indent="-228600" eaLnBrk="0" fontAlgn="base" hangingPunct="0">
              <a:spcBef>
                <a:spcPct val="20000"/>
              </a:spcBef>
              <a:spcAft>
                <a:spcPct val="0"/>
              </a:spcAft>
              <a:buChar char="»"/>
              <a:defRPr sz="1600">
                <a:solidFill>
                  <a:srgbClr val="FF9900"/>
                </a:solidFill>
                <a:latin typeface="Cambria" panose="02040503050406030204" pitchFamily="18" charset="0"/>
              </a:defRPr>
            </a:lvl9pPr>
          </a:lstStyle>
          <a:p>
            <a:pPr eaLnBrk="1" hangingPunct="1">
              <a:spcBef>
                <a:spcPct val="50000"/>
              </a:spcBef>
              <a:buClrTx/>
              <a:buFontTx/>
              <a:buNone/>
            </a:pPr>
            <a:endParaRPr lang="en-US" altLang="en-US" sz="2800">
              <a:solidFill>
                <a:schemeClr val="accent6">
                  <a:lumMod val="75000"/>
                </a:schemeClr>
              </a:solidFill>
              <a:latin typeface="Times New Roman" panose="02020603050405020304" pitchFamily="18" charset="0"/>
            </a:endParaRPr>
          </a:p>
        </p:txBody>
      </p:sp>
      <p:graphicFrame>
        <p:nvGraphicFramePr>
          <p:cNvPr id="53270" name="Object 22"/>
          <p:cNvGraphicFramePr>
            <a:graphicFrameLocks noChangeAspect="1"/>
          </p:cNvGraphicFramePr>
          <p:nvPr>
            <p:extLst>
              <p:ext uri="{D42A27DB-BD31-4B8C-83A1-F6EECF244321}">
                <p14:modId xmlns:p14="http://schemas.microsoft.com/office/powerpoint/2010/main" val="3088870468"/>
              </p:ext>
            </p:extLst>
          </p:nvPr>
        </p:nvGraphicFramePr>
        <p:xfrm>
          <a:off x="4495800" y="4584699"/>
          <a:ext cx="334963" cy="381000"/>
        </p:xfrm>
        <a:graphic>
          <a:graphicData uri="http://schemas.openxmlformats.org/presentationml/2006/ole">
            <mc:AlternateContent xmlns:mc="http://schemas.openxmlformats.org/markup-compatibility/2006">
              <mc:Choice xmlns:v="urn:schemas-microsoft-com:vml" Requires="v">
                <p:oleObj spid="_x0000_s683015" name="Equation" r:id="rId3" imgW="139639" imgH="190417" progId="Equation.3">
                  <p:embed/>
                </p:oleObj>
              </mc:Choice>
              <mc:Fallback>
                <p:oleObj name="Equation" r:id="rId3" imgW="139639" imgH="190417" progId="Equation.3">
                  <p:embed/>
                  <p:pic>
                    <p:nvPicPr>
                      <p:cNvPr id="53270" name="Object 2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95800" y="4584699"/>
                        <a:ext cx="334963"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3271" name="Text Box 23"/>
          <p:cNvSpPr txBox="1">
            <a:spLocks noChangeArrowheads="1"/>
          </p:cNvSpPr>
          <p:nvPr/>
        </p:nvSpPr>
        <p:spPr bwMode="auto">
          <a:xfrm>
            <a:off x="1447800" y="5219699"/>
            <a:ext cx="647700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2300">
                <a:solidFill>
                  <a:srgbClr val="0033CC"/>
                </a:solidFill>
                <a:latin typeface="Cambria" panose="02040503050406030204" pitchFamily="18" charset="0"/>
              </a:defRPr>
            </a:lvl1pPr>
            <a:lvl2pPr marL="742950" indent="-285750">
              <a:spcBef>
                <a:spcPct val="20000"/>
              </a:spcBef>
              <a:buClr>
                <a:schemeClr val="accent1"/>
              </a:buClr>
              <a:buFont typeface="Wingdings" panose="05000000000000000000" pitchFamily="2" charset="2"/>
              <a:buChar char="§"/>
              <a:defRPr sz="2300">
                <a:solidFill>
                  <a:srgbClr val="8F3A00"/>
                </a:solidFill>
                <a:latin typeface="Cambria" panose="02040503050406030204" pitchFamily="18" charset="0"/>
              </a:defRPr>
            </a:lvl2pPr>
            <a:lvl3pPr marL="1143000" indent="-228600">
              <a:spcBef>
                <a:spcPct val="20000"/>
              </a:spcBef>
              <a:buClr>
                <a:schemeClr val="tx1"/>
              </a:buClr>
              <a:buChar char="•"/>
              <a:defRPr sz="2000">
                <a:solidFill>
                  <a:srgbClr val="003399"/>
                </a:solidFill>
                <a:latin typeface="Cambria" panose="02040503050406030204" pitchFamily="18" charset="0"/>
              </a:defRPr>
            </a:lvl3pPr>
            <a:lvl4pPr marL="1600200" indent="-228600">
              <a:spcBef>
                <a:spcPct val="20000"/>
              </a:spcBef>
              <a:buChar char="–"/>
              <a:defRPr sz="1600">
                <a:solidFill>
                  <a:srgbClr val="FF3300"/>
                </a:solidFill>
                <a:latin typeface="Cambria" panose="02040503050406030204" pitchFamily="18" charset="0"/>
              </a:defRPr>
            </a:lvl4pPr>
            <a:lvl5pPr marL="2057400" indent="-228600">
              <a:spcBef>
                <a:spcPct val="20000"/>
              </a:spcBef>
              <a:buChar char="»"/>
              <a:defRPr sz="1600">
                <a:solidFill>
                  <a:srgbClr val="FF9900"/>
                </a:solidFill>
                <a:latin typeface="Cambria" panose="02040503050406030204" pitchFamily="18" charset="0"/>
              </a:defRPr>
            </a:lvl5pPr>
            <a:lvl6pPr marL="2514600" indent="-228600" eaLnBrk="0" fontAlgn="base" hangingPunct="0">
              <a:spcBef>
                <a:spcPct val="20000"/>
              </a:spcBef>
              <a:spcAft>
                <a:spcPct val="0"/>
              </a:spcAft>
              <a:buChar char="»"/>
              <a:defRPr sz="1600">
                <a:solidFill>
                  <a:srgbClr val="FF9900"/>
                </a:solidFill>
                <a:latin typeface="Cambria" panose="02040503050406030204" pitchFamily="18" charset="0"/>
              </a:defRPr>
            </a:lvl6pPr>
            <a:lvl7pPr marL="2971800" indent="-228600" eaLnBrk="0" fontAlgn="base" hangingPunct="0">
              <a:spcBef>
                <a:spcPct val="20000"/>
              </a:spcBef>
              <a:spcAft>
                <a:spcPct val="0"/>
              </a:spcAft>
              <a:buChar char="»"/>
              <a:defRPr sz="1600">
                <a:solidFill>
                  <a:srgbClr val="FF9900"/>
                </a:solidFill>
                <a:latin typeface="Cambria" panose="02040503050406030204" pitchFamily="18" charset="0"/>
              </a:defRPr>
            </a:lvl7pPr>
            <a:lvl8pPr marL="3429000" indent="-228600" eaLnBrk="0" fontAlgn="base" hangingPunct="0">
              <a:spcBef>
                <a:spcPct val="20000"/>
              </a:spcBef>
              <a:spcAft>
                <a:spcPct val="0"/>
              </a:spcAft>
              <a:buChar char="»"/>
              <a:defRPr sz="1600">
                <a:solidFill>
                  <a:srgbClr val="FF9900"/>
                </a:solidFill>
                <a:latin typeface="Cambria" panose="02040503050406030204" pitchFamily="18" charset="0"/>
              </a:defRPr>
            </a:lvl8pPr>
            <a:lvl9pPr marL="3886200" indent="-228600" eaLnBrk="0" fontAlgn="base" hangingPunct="0">
              <a:spcBef>
                <a:spcPct val="20000"/>
              </a:spcBef>
              <a:spcAft>
                <a:spcPct val="0"/>
              </a:spcAft>
              <a:buChar char="»"/>
              <a:defRPr sz="1600">
                <a:solidFill>
                  <a:srgbClr val="FF9900"/>
                </a:solidFill>
                <a:latin typeface="Cambria" panose="02040503050406030204" pitchFamily="18" charset="0"/>
              </a:defRPr>
            </a:lvl9pPr>
          </a:lstStyle>
          <a:p>
            <a:pPr algn="ctr" eaLnBrk="1" hangingPunct="1">
              <a:spcBef>
                <a:spcPct val="50000"/>
              </a:spcBef>
              <a:buClrTx/>
              <a:buFontTx/>
              <a:buNone/>
            </a:pPr>
            <a:r>
              <a:rPr lang="en-US" altLang="en-US" sz="2400">
                <a:solidFill>
                  <a:schemeClr val="accent6">
                    <a:lumMod val="75000"/>
                  </a:schemeClr>
                </a:solidFill>
                <a:latin typeface="Times New Roman" panose="02020603050405020304" pitchFamily="18" charset="0"/>
              </a:rPr>
              <a:t>Đặc điểm của dự báo khoảng</a:t>
            </a:r>
          </a:p>
        </p:txBody>
      </p:sp>
      <p:sp>
        <p:nvSpPr>
          <p:cNvPr id="5" name="Title 4"/>
          <p:cNvSpPr>
            <a:spLocks noGrp="1"/>
          </p:cNvSpPr>
          <p:nvPr>
            <p:ph type="title"/>
          </p:nvPr>
        </p:nvSpPr>
        <p:spPr/>
        <p:txBody>
          <a:bodyPr/>
          <a:lstStyle/>
          <a:p>
            <a:r>
              <a:rPr lang="en-US" sz="2800" b="1" smtClean="0">
                <a:solidFill>
                  <a:schemeClr val="accent6">
                    <a:lumMod val="75000"/>
                  </a:schemeClr>
                </a:solidFill>
              </a:rPr>
              <a:t>                   Dự </a:t>
            </a:r>
            <a:r>
              <a:rPr lang="en-US" sz="2800" b="1" smtClean="0">
                <a:solidFill>
                  <a:schemeClr val="accent6">
                    <a:lumMod val="75000"/>
                  </a:schemeClr>
                </a:solidFill>
              </a:rPr>
              <a:t>báo hồi quy</a:t>
            </a:r>
            <a:endParaRPr lang="en-US" sz="2800" b="1">
              <a:solidFill>
                <a:schemeClr val="accent6">
                  <a:lumMod val="75000"/>
                </a:schemeClr>
              </a:solidFill>
            </a:endParaRPr>
          </a:p>
        </p:txBody>
      </p:sp>
    </p:spTree>
    <p:extLst>
      <p:ext uri="{BB962C8B-B14F-4D97-AF65-F5344CB8AC3E}">
        <p14:creationId xmlns:p14="http://schemas.microsoft.com/office/powerpoint/2010/main" val="26006562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5325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5325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5325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53270"/>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53258"/>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53260"/>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53259"/>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499"/>
                                          </p:stCondLst>
                                        </p:cTn>
                                        <p:tgtEl>
                                          <p:spTgt spid="53261"/>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499"/>
                                          </p:stCondLst>
                                        </p:cTn>
                                        <p:tgtEl>
                                          <p:spTgt spid="53262"/>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499"/>
                                          </p:stCondLst>
                                        </p:cTn>
                                        <p:tgtEl>
                                          <p:spTgt spid="53263"/>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499"/>
                                          </p:stCondLst>
                                        </p:cTn>
                                        <p:tgtEl>
                                          <p:spTgt spid="53267"/>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53265"/>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53271"/>
                                        </p:tgtEl>
                                        <p:attrNameLst>
                                          <p:attrName>style.visibility</p:attrName>
                                        </p:attrNameLst>
                                      </p:cBhvr>
                                      <p:to>
                                        <p:strVal val="visible"/>
                                      </p:to>
                                    </p:set>
                                    <p:anim calcmode="lin" valueType="num">
                                      <p:cBhvr additive="base">
                                        <p:cTn id="55" dur="500" fill="hold"/>
                                        <p:tgtEl>
                                          <p:spTgt spid="53271"/>
                                        </p:tgtEl>
                                        <p:attrNameLst>
                                          <p:attrName>ppt_x</p:attrName>
                                        </p:attrNameLst>
                                      </p:cBhvr>
                                      <p:tavLst>
                                        <p:tav tm="0">
                                          <p:val>
                                            <p:strVal val="0-#ppt_w/2"/>
                                          </p:val>
                                        </p:tav>
                                        <p:tav tm="100000">
                                          <p:val>
                                            <p:strVal val="#ppt_x"/>
                                          </p:val>
                                        </p:tav>
                                      </p:tavLst>
                                    </p:anim>
                                    <p:anim calcmode="lin" valueType="num">
                                      <p:cBhvr additive="base">
                                        <p:cTn id="56" dur="500" fill="hold"/>
                                        <p:tgtEl>
                                          <p:spTgt spid="5327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9" grpId="0" autoUpdateAnimBg="0"/>
      <p:bldP spid="53265" grpId="0" autoUpdateAnimBg="0"/>
      <p:bldP spid="53271"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Đánh giá MHHQTT đa biến</a:t>
            </a:r>
            <a:endParaRPr lang="en-US"/>
          </a:p>
        </p:txBody>
      </p:sp>
      <p:sp>
        <p:nvSpPr>
          <p:cNvPr id="3" name="Content Placeholder 2"/>
          <p:cNvSpPr>
            <a:spLocks noGrp="1"/>
          </p:cNvSpPr>
          <p:nvPr>
            <p:ph idx="1"/>
          </p:nvPr>
        </p:nvSpPr>
        <p:spPr>
          <a:xfrm>
            <a:off x="511498" y="1123642"/>
            <a:ext cx="8317979" cy="2215991"/>
          </a:xfrm>
        </p:spPr>
        <p:txBody>
          <a:bodyPr/>
          <a:lstStyle/>
          <a:p>
            <a:pPr marL="0" indent="0">
              <a:buNone/>
            </a:pPr>
            <a:r>
              <a:rPr lang="vi-VN" sz="2400"/>
              <a:t>Ngoài MSE là hàm mất mát dùng để làm mục tiêu tối ưu loss function thì chúng ta có thể dựa trên nhiều chỉ số khác để đánh giá một mô hình hồi qui tuyến tính đa </a:t>
            </a:r>
            <a:r>
              <a:rPr lang="vi-VN" sz="2400" smtClean="0"/>
              <a:t>biến</a:t>
            </a:r>
            <a:r>
              <a:rPr lang="en-US" sz="2400" smtClean="0"/>
              <a:t>, trong đó phổ biến sử dụng 2 loại chỉ số sau:</a:t>
            </a:r>
            <a:endParaRPr lang="vi-VN" sz="2400"/>
          </a:p>
          <a:p>
            <a:pPr marL="1028700" lvl="1" indent="-342900">
              <a:buFont typeface="Arial" panose="020B0604020202020204" pitchFamily="34" charset="0"/>
              <a:buChar char="•"/>
            </a:pPr>
            <a:r>
              <a:rPr lang="en-US" sz="2400" smtClean="0"/>
              <a:t>Chỉ </a:t>
            </a:r>
            <a:r>
              <a:rPr lang="en-US" sz="2400"/>
              <a:t>số </a:t>
            </a:r>
            <a:r>
              <a:rPr lang="en-US" sz="2400" smtClean="0"/>
              <a:t>R-squared</a:t>
            </a:r>
            <a:endParaRPr lang="en-US" sz="2400"/>
          </a:p>
          <a:p>
            <a:pPr marL="1028700" lvl="1" indent="-342900">
              <a:buFont typeface="Arial" panose="020B0604020202020204" pitchFamily="34" charset="0"/>
              <a:buChar char="•"/>
            </a:pPr>
            <a:r>
              <a:rPr lang="en-US" sz="2400" smtClean="0"/>
              <a:t>Chỉ </a:t>
            </a:r>
            <a:r>
              <a:rPr lang="en-US" sz="2400"/>
              <a:t>số MAE và </a:t>
            </a:r>
            <a:r>
              <a:rPr lang="en-US" sz="2400" smtClean="0"/>
              <a:t>MAPE</a:t>
            </a:r>
            <a:endParaRPr lang="en-US" sz="2400"/>
          </a:p>
        </p:txBody>
      </p:sp>
      <p:sp>
        <p:nvSpPr>
          <p:cNvPr id="4" name="Slide Number Placeholder 3"/>
          <p:cNvSpPr>
            <a:spLocks noGrp="1"/>
          </p:cNvSpPr>
          <p:nvPr>
            <p:ph type="sldNum" sz="quarter" idx="12"/>
          </p:nvPr>
        </p:nvSpPr>
        <p:spPr/>
        <p:txBody>
          <a:bodyPr/>
          <a:lstStyle/>
          <a:p>
            <a:fld id="{F5311510-7DD5-4730-B8D5-500690970B83}" type="slidenum">
              <a:rPr lang="en-US" altLang="en-US" smtClean="0"/>
              <a:pPr/>
              <a:t>28</a:t>
            </a:fld>
            <a:endParaRPr lang="en-US" altLang="en-US"/>
          </a:p>
        </p:txBody>
      </p:sp>
    </p:spTree>
    <p:extLst>
      <p:ext uri="{BB962C8B-B14F-4D97-AF65-F5344CB8AC3E}">
        <p14:creationId xmlns:p14="http://schemas.microsoft.com/office/powerpoint/2010/main" val="9788447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Chỉ số R_Squared</a:t>
            </a:r>
            <a:endParaRPr lang="en-US"/>
          </a:p>
        </p:txBody>
      </p:sp>
      <p:sp>
        <p:nvSpPr>
          <p:cNvPr id="3" name="Content Placeholder 2"/>
          <p:cNvSpPr>
            <a:spLocks noGrp="1"/>
          </p:cNvSpPr>
          <p:nvPr>
            <p:ph idx="1"/>
          </p:nvPr>
        </p:nvSpPr>
        <p:spPr/>
        <p:txBody>
          <a:bodyPr/>
          <a:lstStyle/>
          <a:p>
            <a:r>
              <a:rPr lang="vi-VN" sz="2400"/>
              <a:t>R-squared cho ta biết mức độ các biến đầu vào </a:t>
            </a:r>
            <a:r>
              <a:rPr lang="vi-VN" sz="2400" smtClean="0"/>
              <a:t>sẽ </a:t>
            </a:r>
            <a:r>
              <a:rPr lang="vi-VN" sz="2400"/>
              <a:t>giải thích được bao nhiêu phần trăm các biến mục tiêu. </a:t>
            </a:r>
            <a:endParaRPr lang="en-US" sz="2400" smtClean="0"/>
          </a:p>
          <a:p>
            <a:r>
              <a:rPr lang="vi-VN" sz="2400" smtClean="0"/>
              <a:t>R-squared </a:t>
            </a:r>
            <a:r>
              <a:rPr lang="vi-VN" sz="2400"/>
              <a:t>càng lớn thì mô hình càng </a:t>
            </a:r>
            <a:r>
              <a:rPr lang="vi-VN" sz="2400" smtClean="0"/>
              <a:t>tốt</a:t>
            </a:r>
            <a:r>
              <a:rPr lang="en-US" sz="2400" smtClean="0"/>
              <a:t>.</a:t>
            </a:r>
          </a:p>
          <a:p>
            <a:r>
              <a:rPr lang="en-US" altLang="en-US" sz="2400" smtClean="0"/>
              <a:t>Miền </a:t>
            </a:r>
            <a:r>
              <a:rPr lang="en-US" altLang="en-US" sz="2400"/>
              <a:t>xác định của R</a:t>
            </a:r>
            <a:r>
              <a:rPr lang="en-US" altLang="en-US" sz="2400" baseline="30000"/>
              <a:t>2 </a:t>
            </a:r>
            <a:r>
              <a:rPr lang="en-US" altLang="en-US" sz="2400"/>
              <a:t>:</a:t>
            </a:r>
          </a:p>
          <a:p>
            <a:pPr eaLnBrk="1" hangingPunct="1">
              <a:buFontTx/>
              <a:buNone/>
            </a:pPr>
            <a:r>
              <a:rPr lang="en-US" altLang="en-US" sz="2400"/>
              <a:t>				0 </a:t>
            </a:r>
            <a:r>
              <a:rPr lang="en-US" altLang="en-US" sz="2400">
                <a:sym typeface="Symbol" panose="05050102010706020507" pitchFamily="18" charset="2"/>
              </a:rPr>
              <a:t> R</a:t>
            </a:r>
            <a:r>
              <a:rPr lang="en-US" altLang="en-US" sz="2400" baseline="30000">
                <a:sym typeface="Symbol" panose="05050102010706020507" pitchFamily="18" charset="2"/>
              </a:rPr>
              <a:t>2</a:t>
            </a:r>
            <a:r>
              <a:rPr lang="en-US" altLang="en-US" sz="2400">
                <a:sym typeface="Symbol" panose="05050102010706020507" pitchFamily="18" charset="2"/>
              </a:rPr>
              <a:t>  1</a:t>
            </a:r>
          </a:p>
          <a:p>
            <a:pPr eaLnBrk="1" hangingPunct="1">
              <a:buFontTx/>
              <a:buNone/>
            </a:pPr>
            <a:r>
              <a:rPr lang="en-US" altLang="en-US" sz="2400"/>
              <a:t>	R</a:t>
            </a:r>
            <a:r>
              <a:rPr lang="en-US" altLang="en-US" sz="2400" baseline="30000"/>
              <a:t>2</a:t>
            </a:r>
            <a:r>
              <a:rPr lang="en-US" altLang="en-US" sz="2400"/>
              <a:t> </a:t>
            </a:r>
            <a:r>
              <a:rPr lang="en-US" altLang="en-US" sz="2400">
                <a:sym typeface="Wingdings" panose="05000000000000000000" pitchFamily="2" charset="2"/>
              </a:rPr>
              <a:t> 1 : hàm hồi qui càng phù hợp.</a:t>
            </a:r>
          </a:p>
          <a:p>
            <a:pPr eaLnBrk="1" hangingPunct="1">
              <a:buFontTx/>
              <a:buNone/>
            </a:pPr>
            <a:r>
              <a:rPr lang="en-US" altLang="en-US" sz="2400">
                <a:sym typeface="Wingdings" panose="05000000000000000000" pitchFamily="2" charset="2"/>
              </a:rPr>
              <a:t>	</a:t>
            </a:r>
            <a:r>
              <a:rPr lang="en-US" altLang="en-US" sz="2400"/>
              <a:t>R</a:t>
            </a:r>
            <a:r>
              <a:rPr lang="en-US" altLang="en-US" sz="2400" baseline="30000"/>
              <a:t>2</a:t>
            </a:r>
            <a:r>
              <a:rPr lang="en-US" altLang="en-US" sz="2400"/>
              <a:t> </a:t>
            </a:r>
            <a:r>
              <a:rPr lang="en-US" altLang="en-US" sz="2400">
                <a:sym typeface="Wingdings" panose="05000000000000000000" pitchFamily="2" charset="2"/>
              </a:rPr>
              <a:t> 0 : hàm hồi qui càng ít phù hợp</a:t>
            </a:r>
          </a:p>
          <a:p>
            <a:endParaRPr lang="vi-VN" sz="2400"/>
          </a:p>
          <a:p>
            <a:endParaRPr lang="en-US" sz="2400"/>
          </a:p>
          <a:p>
            <a:endParaRPr lang="en-US" sz="2400" smtClean="0"/>
          </a:p>
          <a:p>
            <a:endParaRPr lang="en-US" sz="2400" smtClean="0"/>
          </a:p>
          <a:p>
            <a:pPr marL="0" indent="0">
              <a:buNone/>
            </a:pPr>
            <a:r>
              <a:rPr lang="en-US" sz="2400" smtClean="0"/>
              <a:t> </a:t>
            </a:r>
            <a:endParaRPr lang="en-US" sz="2400"/>
          </a:p>
        </p:txBody>
      </p:sp>
      <p:sp>
        <p:nvSpPr>
          <p:cNvPr id="4" name="Slide Number Placeholder 3"/>
          <p:cNvSpPr>
            <a:spLocks noGrp="1"/>
          </p:cNvSpPr>
          <p:nvPr>
            <p:ph type="sldNum" sz="quarter" idx="12"/>
          </p:nvPr>
        </p:nvSpPr>
        <p:spPr/>
        <p:txBody>
          <a:bodyPr/>
          <a:lstStyle/>
          <a:p>
            <a:fld id="{F5311510-7DD5-4730-B8D5-500690970B83}" type="slidenum">
              <a:rPr lang="en-US" altLang="en-US" smtClean="0"/>
              <a:pPr/>
              <a:t>29</a:t>
            </a:fld>
            <a:endParaRPr lang="en-US" altLang="en-US"/>
          </a:p>
        </p:txBody>
      </p:sp>
    </p:spTree>
    <p:extLst>
      <p:ext uri="{BB962C8B-B14F-4D97-AF65-F5344CB8AC3E}">
        <p14:creationId xmlns:p14="http://schemas.microsoft.com/office/powerpoint/2010/main" val="10027761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Chỉ số R_Squared</a:t>
            </a:r>
          </a:p>
        </p:txBody>
      </p:sp>
      <p:sp>
        <p:nvSpPr>
          <p:cNvPr id="3" name="Content Placeholder 2"/>
          <p:cNvSpPr>
            <a:spLocks noGrp="1"/>
          </p:cNvSpPr>
          <p:nvPr>
            <p:ph idx="1"/>
          </p:nvPr>
        </p:nvSpPr>
        <p:spPr/>
        <p:txBody>
          <a:bodyPr/>
          <a:lstStyle/>
          <a:p>
            <a:r>
              <a:rPr lang="vi-VN" sz="2400"/>
              <a:t>R-squared được xây dựng dựa trên ba chỉ số</a:t>
            </a:r>
            <a:r>
              <a:rPr lang="en-US" sz="2400" smtClean="0"/>
              <a:t>:</a:t>
            </a:r>
          </a:p>
          <a:p>
            <a:endParaRPr lang="en-US" sz="2400"/>
          </a:p>
          <a:p>
            <a:endParaRPr lang="en-US" sz="2400" smtClean="0"/>
          </a:p>
          <a:p>
            <a:pPr marL="0" indent="0">
              <a:buNone/>
            </a:pPr>
            <a:r>
              <a:rPr lang="en-US" sz="1800"/>
              <a:t>Trong đó: </a:t>
            </a:r>
          </a:p>
          <a:p>
            <a:pPr marL="0" indent="0">
              <a:buNone/>
            </a:pPr>
            <a:r>
              <a:rPr lang="en-US" sz="1800"/>
              <a:t>TSS: Tổng bình phương sai số (Total sum squared)</a:t>
            </a:r>
          </a:p>
          <a:p>
            <a:pPr marL="0" indent="0">
              <a:buNone/>
            </a:pPr>
            <a:r>
              <a:rPr lang="en-US" sz="1800"/>
              <a:t>RSS: Tổng bình phương sai số ngẫu nhiên (Residual sum squared)</a:t>
            </a:r>
          </a:p>
          <a:p>
            <a:pPr marL="0" indent="0">
              <a:buNone/>
            </a:pPr>
            <a:r>
              <a:rPr lang="en-US" sz="1800"/>
              <a:t>ESS: Tổng bình phương sai số được giải thích bởi mô hình (Explained sum squared</a:t>
            </a:r>
            <a:r>
              <a:rPr lang="en-US" sz="1800" smtClean="0"/>
              <a:t>)</a:t>
            </a:r>
          </a:p>
          <a:p>
            <a:pPr marL="0" indent="0">
              <a:buNone/>
            </a:pPr>
            <a:endParaRPr lang="en-US" sz="2400"/>
          </a:p>
        </p:txBody>
      </p:sp>
      <p:sp>
        <p:nvSpPr>
          <p:cNvPr id="4" name="Slide Number Placeholder 3"/>
          <p:cNvSpPr>
            <a:spLocks noGrp="1"/>
          </p:cNvSpPr>
          <p:nvPr>
            <p:ph type="sldNum" sz="quarter" idx="12"/>
          </p:nvPr>
        </p:nvSpPr>
        <p:spPr/>
        <p:txBody>
          <a:bodyPr/>
          <a:lstStyle/>
          <a:p>
            <a:fld id="{F5311510-7DD5-4730-B8D5-500690970B83}" type="slidenum">
              <a:rPr lang="en-US" altLang="en-US" smtClean="0"/>
              <a:pPr/>
              <a:t>30</a:t>
            </a:fld>
            <a:endParaRPr lang="en-US" altLang="en-US"/>
          </a:p>
        </p:txBody>
      </p:sp>
      <p:pic>
        <p:nvPicPr>
          <p:cNvPr id="7" name="Picture 6"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1790700"/>
            <a:ext cx="2223977" cy="762000"/>
          </a:xfrm>
          <a:prstGeom prst="rect">
            <a:avLst/>
          </a:prstGeom>
        </p:spPr>
      </p:pic>
      <p:pic>
        <p:nvPicPr>
          <p:cNvPr id="8" name="Picture 7"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1894421"/>
            <a:ext cx="2438400" cy="661722"/>
          </a:xfrm>
          <a:prstGeom prst="rect">
            <a:avLst/>
          </a:prstGeom>
        </p:spPr>
      </p:pic>
      <p:pic>
        <p:nvPicPr>
          <p:cNvPr id="9" name="Picture 8" descr="Screen Clippi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91200" y="1790700"/>
            <a:ext cx="2590800" cy="827063"/>
          </a:xfrm>
          <a:prstGeom prst="rect">
            <a:avLst/>
          </a:prstGeom>
        </p:spPr>
      </p:pic>
    </p:spTree>
    <p:extLst>
      <p:ext uri="{BB962C8B-B14F-4D97-AF65-F5344CB8AC3E}">
        <p14:creationId xmlns:p14="http://schemas.microsoft.com/office/powerpoint/2010/main" val="24244217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Chỉ số R_Squared</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smtClean="0"/>
                  <a:t>Bằng toán học chứng minh được rằng:</a:t>
                </a:r>
              </a:p>
              <a:p>
                <a:pPr marL="0" indent="0" algn="ctr">
                  <a:buNone/>
                </a:pPr>
                <a:r>
                  <a:rPr lang="en-US" smtClean="0"/>
                  <a:t>TSS= RSS+ESS</a:t>
                </a:r>
              </a:p>
              <a:p>
                <a:pPr marL="0" indent="0" algn="ctr">
                  <a:buNone/>
                </a:pPr>
                <a:r>
                  <a:rPr lang="en-US" smtClean="0"/>
                  <a:t>R_Squared =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𝐸𝑆𝑆</m:t>
                        </m:r>
                      </m:num>
                      <m:den>
                        <m:r>
                          <a:rPr lang="en-US" b="0" i="1" smtClean="0">
                            <a:latin typeface="Cambria Math" panose="02040503050406030204" pitchFamily="18" charset="0"/>
                          </a:rPr>
                          <m:t>𝑇𝑆𝑆</m:t>
                        </m:r>
                      </m:den>
                    </m:f>
                    <m:r>
                      <a:rPr lang="en-US" b="0" i="1" smtClean="0">
                        <a:latin typeface="Cambria Math" panose="02040503050406030204" pitchFamily="18" charset="0"/>
                      </a:rPr>
                      <m:t>=1−</m:t>
                    </m:r>
                    <m:f>
                      <m:fPr>
                        <m:ctrlPr>
                          <a:rPr lang="en-US" b="0" i="1" smtClean="0">
                            <a:latin typeface="Cambria Math" panose="02040503050406030204" pitchFamily="18" charset="0"/>
                          </a:rPr>
                        </m:ctrlPr>
                      </m:fPr>
                      <m:num>
                        <m:r>
                          <a:rPr lang="en-US" b="0" i="1" smtClean="0">
                            <a:latin typeface="Cambria Math" panose="02040503050406030204" pitchFamily="18" charset="0"/>
                          </a:rPr>
                          <m:t>𝑅𝑆𝑆</m:t>
                        </m:r>
                      </m:num>
                      <m:den>
                        <m:r>
                          <a:rPr lang="en-US" b="0" i="1" smtClean="0">
                            <a:latin typeface="Cambria Math" panose="02040503050406030204" pitchFamily="18" charset="0"/>
                          </a:rPr>
                          <m:t>𝑇𝑆𝑆</m:t>
                        </m:r>
                      </m:den>
                    </m:f>
                  </m:oMath>
                </a14:m>
                <a:endParaRPr lang="en-US" smtClean="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720" t="-1649"/>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F5311510-7DD5-4730-B8D5-500690970B83}" type="slidenum">
              <a:rPr lang="en-US" altLang="en-US" smtClean="0"/>
              <a:pPr/>
              <a:t>31</a:t>
            </a:fld>
            <a:endParaRPr lang="en-US" altLang="en-US"/>
          </a:p>
        </p:txBody>
      </p:sp>
    </p:spTree>
    <p:extLst>
      <p:ext uri="{BB962C8B-B14F-4D97-AF65-F5344CB8AC3E}">
        <p14:creationId xmlns:p14="http://schemas.microsoft.com/office/powerpoint/2010/main" val="11199166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r>
              <a:rPr lang="en-US" sz="2800" b="1">
                <a:solidFill>
                  <a:schemeClr val="accent6">
                    <a:lumMod val="75000"/>
                  </a:schemeClr>
                </a:solidFill>
              </a:rPr>
              <a:t>Chỉ số </a:t>
            </a:r>
            <a:r>
              <a:rPr lang="en-US" sz="2800" b="1" smtClean="0">
                <a:solidFill>
                  <a:schemeClr val="accent6">
                    <a:lumMod val="75000"/>
                  </a:schemeClr>
                </a:solidFill>
              </a:rPr>
              <a:t>MAE</a:t>
            </a:r>
            <a:endParaRPr lang="en-US" sz="2800" b="1">
              <a:solidFill>
                <a:schemeClr val="accent6">
                  <a:lumMod val="75000"/>
                </a:schemeClr>
              </a:solidFill>
            </a:endParaRPr>
          </a:p>
        </p:txBody>
      </p:sp>
      <p:sp>
        <p:nvSpPr>
          <p:cNvPr id="3" name="Content Placeholder 2"/>
          <p:cNvSpPr>
            <a:spLocks noGrp="1"/>
          </p:cNvSpPr>
          <p:nvPr>
            <p:ph idx="1"/>
          </p:nvPr>
        </p:nvSpPr>
        <p:spPr/>
        <p:txBody>
          <a:bodyPr/>
          <a:lstStyle/>
          <a:p>
            <a:r>
              <a:rPr lang="vi-VN" sz="2400"/>
              <a:t>MAE là chỉ số đo lường trung bình trị tuyệt đối sai số giữa giá trị dự báo và giá trị thực tế</a:t>
            </a:r>
            <a:r>
              <a:rPr lang="vi-VN" sz="2400" smtClean="0"/>
              <a:t>.</a:t>
            </a:r>
            <a:endParaRPr lang="en-US" sz="2400" smtClean="0"/>
          </a:p>
          <a:p>
            <a:endParaRPr lang="en-US" sz="2400"/>
          </a:p>
          <a:p>
            <a:endParaRPr lang="en-US" sz="2400" smtClean="0"/>
          </a:p>
          <a:p>
            <a:r>
              <a:rPr lang="en-US" sz="2400"/>
              <a:t>Khi MAE càng nhỏ thì khoảng cách giữa giá trị dự báo và giá trị thực tế càng nhỏ và mô hình càng tốt</a:t>
            </a:r>
            <a:r>
              <a:rPr lang="en-US" sz="2400" smtClean="0"/>
              <a:t>.</a:t>
            </a:r>
          </a:p>
          <a:p>
            <a:r>
              <a:rPr lang="en-US" sz="2400" smtClean="0"/>
              <a:t>T</a:t>
            </a:r>
            <a:r>
              <a:rPr lang="vi-VN" sz="2400" smtClean="0"/>
              <a:t>uy </a:t>
            </a:r>
            <a:r>
              <a:rPr lang="vi-VN" sz="2400"/>
              <a:t>nhiên giá trị MAE không bao hàm được sự khác biệt về mặt đơn </a:t>
            </a:r>
            <a:r>
              <a:rPr lang="vi-VN" sz="2400" smtClean="0"/>
              <a:t>vị</a:t>
            </a:r>
            <a:r>
              <a:rPr lang="vi-VN" sz="2400"/>
              <a:t/>
            </a:r>
            <a:br>
              <a:rPr lang="vi-VN" sz="2400"/>
            </a:br>
            <a:endParaRPr lang="en-US" sz="2400"/>
          </a:p>
        </p:txBody>
      </p:sp>
      <p:sp>
        <p:nvSpPr>
          <p:cNvPr id="4" name="Slide Number Placeholder 3"/>
          <p:cNvSpPr>
            <a:spLocks noGrp="1"/>
          </p:cNvSpPr>
          <p:nvPr>
            <p:ph type="sldNum" sz="quarter" idx="12"/>
          </p:nvPr>
        </p:nvSpPr>
        <p:spPr/>
        <p:txBody>
          <a:bodyPr/>
          <a:lstStyle/>
          <a:p>
            <a:fld id="{F5311510-7DD5-4730-B8D5-500690970B83}" type="slidenum">
              <a:rPr lang="en-US" altLang="en-US" smtClean="0"/>
              <a:pPr/>
              <a:t>32</a:t>
            </a:fld>
            <a:endParaRPr lang="en-US" altLang="en-US"/>
          </a:p>
        </p:txBody>
      </p:sp>
      <p:pic>
        <p:nvPicPr>
          <p:cNvPr id="5" name="Picture 4"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71800" y="1943100"/>
            <a:ext cx="3048000" cy="1016000"/>
          </a:xfrm>
          <a:prstGeom prst="rect">
            <a:avLst/>
          </a:prstGeom>
        </p:spPr>
      </p:pic>
    </p:spTree>
    <p:extLst>
      <p:ext uri="{BB962C8B-B14F-4D97-AF65-F5344CB8AC3E}">
        <p14:creationId xmlns:p14="http://schemas.microsoft.com/office/powerpoint/2010/main" val="2305694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Chỉ số MAPE</a:t>
            </a:r>
            <a:endParaRPr lang="en-US"/>
          </a:p>
        </p:txBody>
      </p:sp>
      <p:sp>
        <p:nvSpPr>
          <p:cNvPr id="3" name="Content Placeholder 2"/>
          <p:cNvSpPr>
            <a:spLocks noGrp="1"/>
          </p:cNvSpPr>
          <p:nvPr>
            <p:ph idx="1"/>
          </p:nvPr>
        </p:nvSpPr>
        <p:spPr/>
        <p:txBody>
          <a:bodyPr/>
          <a:lstStyle/>
          <a:p>
            <a:r>
              <a:rPr lang="en-US" sz="2400" smtClean="0"/>
              <a:t>Để loại bỏ sự khác biệt về đơn vị </a:t>
            </a:r>
          </a:p>
          <a:p>
            <a:r>
              <a:rPr lang="vi-VN" sz="2400"/>
              <a:t>MAPE </a:t>
            </a:r>
            <a:r>
              <a:rPr lang="en-US" sz="2400" smtClean="0"/>
              <a:t>(</a:t>
            </a:r>
            <a:r>
              <a:rPr lang="en-US" sz="2400" i="1"/>
              <a:t>mean absolute percentage </a:t>
            </a:r>
            <a:r>
              <a:rPr lang="en-US" sz="2400" i="1" smtClean="0"/>
              <a:t>error</a:t>
            </a:r>
            <a:r>
              <a:rPr lang="en-US" sz="2400" smtClean="0"/>
              <a:t>) </a:t>
            </a:r>
            <a:r>
              <a:rPr lang="vi-VN" sz="2400" smtClean="0"/>
              <a:t>là </a:t>
            </a:r>
            <a:r>
              <a:rPr lang="vi-VN" sz="2400"/>
              <a:t>chỉ số đo lường tỷ lệ phần trăm sai số giữa giá trị dự báo và giá trị thực </a:t>
            </a:r>
            <a:r>
              <a:rPr lang="vi-VN" sz="2400" smtClean="0"/>
              <a:t>tế</a:t>
            </a:r>
            <a:r>
              <a:rPr lang="en-US" sz="2400" smtClean="0"/>
              <a:t> </a:t>
            </a:r>
          </a:p>
          <a:p>
            <a:endParaRPr lang="en-US" sz="2400"/>
          </a:p>
          <a:p>
            <a:endParaRPr lang="en-US" sz="2400" smtClean="0"/>
          </a:p>
          <a:p>
            <a:r>
              <a:rPr lang="en-US" sz="2400" smtClean="0"/>
              <a:t>Ví dụ: </a:t>
            </a:r>
            <a:r>
              <a:rPr lang="en-US" sz="2400"/>
              <a:t>Khi một mô hình có MAPE=5% ta nói rằng mô hình có trung bình sai số là 5% so với giá trị trung bình</a:t>
            </a:r>
            <a:r>
              <a:rPr lang="en-US" sz="2400" smtClean="0"/>
              <a:t>.</a:t>
            </a:r>
          </a:p>
          <a:p>
            <a:endParaRPr lang="en-US" sz="2400"/>
          </a:p>
        </p:txBody>
      </p:sp>
      <p:sp>
        <p:nvSpPr>
          <p:cNvPr id="4" name="Slide Number Placeholder 3"/>
          <p:cNvSpPr>
            <a:spLocks noGrp="1"/>
          </p:cNvSpPr>
          <p:nvPr>
            <p:ph type="sldNum" sz="quarter" idx="12"/>
          </p:nvPr>
        </p:nvSpPr>
        <p:spPr/>
        <p:txBody>
          <a:bodyPr/>
          <a:lstStyle/>
          <a:p>
            <a:fld id="{F5311510-7DD5-4730-B8D5-500690970B83}" type="slidenum">
              <a:rPr lang="en-US" altLang="en-US" smtClean="0"/>
              <a:pPr/>
              <a:t>33</a:t>
            </a:fld>
            <a:endParaRPr lang="en-US" altLang="en-US"/>
          </a:p>
        </p:txBody>
      </p:sp>
      <p:pic>
        <p:nvPicPr>
          <p:cNvPr id="5" name="Picture 4"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86200" y="2552700"/>
            <a:ext cx="3657597" cy="1143000"/>
          </a:xfrm>
          <a:prstGeom prst="rect">
            <a:avLst/>
          </a:prstGeom>
        </p:spPr>
      </p:pic>
    </p:spTree>
    <p:extLst>
      <p:ext uri="{BB962C8B-B14F-4D97-AF65-F5344CB8AC3E}">
        <p14:creationId xmlns:p14="http://schemas.microsoft.com/office/powerpoint/2010/main" val="5079132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Hiện tượng overfitting</a:t>
            </a:r>
            <a:endParaRPr lang="en-US"/>
          </a:p>
        </p:txBody>
      </p:sp>
      <p:sp>
        <p:nvSpPr>
          <p:cNvPr id="3" name="Content Placeholder 2"/>
          <p:cNvSpPr>
            <a:spLocks noGrp="1"/>
          </p:cNvSpPr>
          <p:nvPr>
            <p:ph idx="1"/>
          </p:nvPr>
        </p:nvSpPr>
        <p:spPr>
          <a:xfrm>
            <a:off x="511498" y="1123642"/>
            <a:ext cx="8317979" cy="3016210"/>
          </a:xfrm>
        </p:spPr>
        <p:txBody>
          <a:bodyPr/>
          <a:lstStyle/>
          <a:p>
            <a:r>
              <a:rPr lang="en-US" sz="2400" i="1" smtClean="0"/>
              <a:t>Overfitting</a:t>
            </a:r>
            <a:r>
              <a:rPr lang="vi-VN" sz="2400"/>
              <a:t> là hiện tượng mà mô hình chỉ khớp tốt trên tập dữ liệu huấn luyện nhưng không dự báo tốt trên dữ liệu kiểm </a:t>
            </a:r>
            <a:r>
              <a:rPr lang="vi-VN" sz="2400" smtClean="0"/>
              <a:t>tra. </a:t>
            </a:r>
            <a:endParaRPr lang="en-US" sz="2400" smtClean="0"/>
          </a:p>
          <a:p>
            <a:r>
              <a:rPr lang="vi-VN" sz="2400" smtClean="0"/>
              <a:t>Có </a:t>
            </a:r>
            <a:r>
              <a:rPr lang="vi-VN" sz="2400"/>
              <a:t>nhiều nguyên nhân dẫn tới </a:t>
            </a:r>
            <a:r>
              <a:rPr lang="en-US" sz="2400" i="1"/>
              <a:t> Overfitting</a:t>
            </a:r>
            <a:r>
              <a:rPr lang="vi-VN" sz="2400" smtClean="0"/>
              <a:t>. </a:t>
            </a:r>
            <a:endParaRPr lang="en-US" sz="2400" smtClean="0"/>
          </a:p>
          <a:p>
            <a:pPr marL="1257300" lvl="1" indent="-342900">
              <a:buFont typeface="Arial" panose="020B0604020202020204" pitchFamily="34" charset="0"/>
              <a:buChar char="•"/>
            </a:pPr>
            <a:r>
              <a:rPr lang="en-US" sz="2000" smtClean="0"/>
              <a:t>T</a:t>
            </a:r>
            <a:r>
              <a:rPr lang="vi-VN" sz="2000" smtClean="0"/>
              <a:t>ập </a:t>
            </a:r>
            <a:r>
              <a:rPr lang="vi-VN" sz="2000"/>
              <a:t>dữ liệu huấn luyện và dữ liệu dự báo có phân phối khác xa nhau dẫn tới các qui luật học được ở dữ liệu huấn luyện không còn đúng trên dữ liệu dự báo. </a:t>
            </a:r>
            <a:endParaRPr lang="en-US" sz="2000"/>
          </a:p>
          <a:p>
            <a:pPr marL="1257300" lvl="1" indent="-342900">
              <a:buFont typeface="Arial" panose="020B0604020202020204" pitchFamily="34" charset="0"/>
              <a:buChar char="•"/>
            </a:pPr>
            <a:r>
              <a:rPr lang="en-US" sz="2000" smtClean="0"/>
              <a:t>M</a:t>
            </a:r>
            <a:r>
              <a:rPr lang="vi-VN" sz="2000" smtClean="0"/>
              <a:t>ô </a:t>
            </a:r>
            <a:r>
              <a:rPr lang="vi-VN" sz="2000"/>
              <a:t>hình </a:t>
            </a:r>
            <a:r>
              <a:rPr lang="en-US" sz="2000" smtClean="0"/>
              <a:t>có </a:t>
            </a:r>
            <a:r>
              <a:rPr lang="vi-VN" sz="2000" smtClean="0"/>
              <a:t>quá </a:t>
            </a:r>
            <a:r>
              <a:rPr lang="vi-VN" sz="2000"/>
              <a:t>nhiều tham số nên khả năng biểu diễn dữ liệu của nó không mang tính đại diện.</a:t>
            </a:r>
            <a:endParaRPr lang="en-US" sz="2000"/>
          </a:p>
        </p:txBody>
      </p:sp>
      <p:sp>
        <p:nvSpPr>
          <p:cNvPr id="4" name="Slide Number Placeholder 3"/>
          <p:cNvSpPr>
            <a:spLocks noGrp="1"/>
          </p:cNvSpPr>
          <p:nvPr>
            <p:ph type="sldNum" sz="quarter" idx="12"/>
          </p:nvPr>
        </p:nvSpPr>
        <p:spPr/>
        <p:txBody>
          <a:bodyPr/>
          <a:lstStyle/>
          <a:p>
            <a:fld id="{F5311510-7DD5-4730-B8D5-500690970B83}" type="slidenum">
              <a:rPr lang="en-US" altLang="en-US" smtClean="0"/>
              <a:pPr/>
              <a:t>34</a:t>
            </a:fld>
            <a:endParaRPr lang="en-US" altLang="en-US"/>
          </a:p>
        </p:txBody>
      </p:sp>
    </p:spTree>
    <p:extLst>
      <p:ext uri="{BB962C8B-B14F-4D97-AF65-F5344CB8AC3E}">
        <p14:creationId xmlns:p14="http://schemas.microsoft.com/office/powerpoint/2010/main" val="40150686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Hiện tượng overfitting</a:t>
            </a:r>
          </a:p>
        </p:txBody>
      </p:sp>
      <p:sp>
        <p:nvSpPr>
          <p:cNvPr id="3" name="Content Placeholder 2"/>
          <p:cNvSpPr>
            <a:spLocks noGrp="1"/>
          </p:cNvSpPr>
          <p:nvPr>
            <p:ph idx="1"/>
          </p:nvPr>
        </p:nvSpPr>
        <p:spPr>
          <a:xfrm>
            <a:off x="511498" y="1123642"/>
            <a:ext cx="8317979" cy="1292662"/>
          </a:xfrm>
        </p:spPr>
        <p:txBody>
          <a:bodyPr/>
          <a:lstStyle/>
          <a:p>
            <a:pPr indent="0"/>
            <a:r>
              <a:rPr lang="en-US" sz="2400"/>
              <a:t>Regularization là kĩ thuật tránh overfiting bằng cách cộng thêm vào loss function thành phần hiệu </a:t>
            </a:r>
            <a:r>
              <a:rPr lang="en-US" sz="2400" smtClean="0"/>
              <a:t>chuẩn</a:t>
            </a:r>
          </a:p>
          <a:p>
            <a:pPr marL="1200150" lvl="1" indent="-285750">
              <a:buFont typeface="Arial" panose="020B0604020202020204" pitchFamily="34" charset="0"/>
              <a:buChar char="•"/>
            </a:pPr>
            <a:r>
              <a:rPr lang="en-US"/>
              <a:t>Ridge </a:t>
            </a:r>
            <a:r>
              <a:rPr lang="en-US" smtClean="0"/>
              <a:t>regression</a:t>
            </a:r>
          </a:p>
          <a:p>
            <a:pPr marL="1200150" lvl="1" indent="-285750">
              <a:buFont typeface="Arial" panose="020B0604020202020204" pitchFamily="34" charset="0"/>
              <a:buChar char="•"/>
            </a:pPr>
            <a:r>
              <a:rPr lang="en-US"/>
              <a:t>Lasso </a:t>
            </a:r>
            <a:r>
              <a:rPr lang="en-US" smtClean="0"/>
              <a:t>regression</a:t>
            </a:r>
          </a:p>
        </p:txBody>
      </p:sp>
      <p:sp>
        <p:nvSpPr>
          <p:cNvPr id="4" name="Slide Number Placeholder 3"/>
          <p:cNvSpPr>
            <a:spLocks noGrp="1"/>
          </p:cNvSpPr>
          <p:nvPr>
            <p:ph type="sldNum" sz="quarter" idx="12"/>
          </p:nvPr>
        </p:nvSpPr>
        <p:spPr/>
        <p:txBody>
          <a:bodyPr/>
          <a:lstStyle/>
          <a:p>
            <a:fld id="{F5311510-7DD5-4730-B8D5-500690970B83}" type="slidenum">
              <a:rPr lang="en-US" altLang="en-US" smtClean="0"/>
              <a:pPr/>
              <a:t>35</a:t>
            </a:fld>
            <a:endParaRPr lang="en-US" altLang="en-US"/>
          </a:p>
        </p:txBody>
      </p:sp>
    </p:spTree>
    <p:extLst>
      <p:ext uri="{BB962C8B-B14F-4D97-AF65-F5344CB8AC3E}">
        <p14:creationId xmlns:p14="http://schemas.microsoft.com/office/powerpoint/2010/main" val="23390156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Overfitting</a:t>
            </a:r>
            <a:endParaRPr lang="en-US"/>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511499" y="1123642"/>
                <a:ext cx="7870502" cy="1661993"/>
              </a:xfrm>
            </p:spPr>
            <p:txBody>
              <a:bodyPr/>
              <a:lstStyle/>
              <a:p>
                <a:pPr lvl="1" algn="just">
                  <a:buFont typeface="Wingdings" panose="05000000000000000000" pitchFamily="2" charset="2"/>
                  <a:buChar char="ü"/>
                </a:pPr>
                <a:r>
                  <a:rPr lang="vi-VN"/>
                  <a:t>Trong trường hợp dữ liệu bị </a:t>
                </a:r>
                <a:r>
                  <a:rPr lang="vi-VN" i="1"/>
                  <a:t>quá khớp</a:t>
                </a:r>
                <a:r>
                  <a:rPr lang="vi-VN"/>
                  <a:t> nặng thì cần giảm </a:t>
                </a:r>
                <a:r>
                  <a:rPr lang="vi-VN" i="1"/>
                  <a:t>quá khớp</a:t>
                </a:r>
                <a:r>
                  <a:rPr lang="vi-VN"/>
                  <a:t> bằng cách gia tăng ảnh hưởng của thành phần điều chuẩn (</a:t>
                </a:r>
                <a:r>
                  <a:rPr lang="vi-VN" i="1"/>
                  <a:t>regularization term</a:t>
                </a:r>
                <a:r>
                  <a:rPr lang="vi-VN"/>
                  <a:t>) thông qua tăng hệ số </a:t>
                </a:r>
                <a14:m>
                  <m:oMath xmlns:m="http://schemas.openxmlformats.org/officeDocument/2006/math">
                    <m:r>
                      <a:rPr lang="vi-VN" i="1" smtClean="0">
                        <a:latin typeface="Cambria Math" panose="02040503050406030204" pitchFamily="18" charset="0"/>
                        <a:ea typeface="Cambria Math" panose="02040503050406030204" pitchFamily="18" charset="0"/>
                      </a:rPr>
                      <m:t>𝛼</m:t>
                    </m:r>
                  </m:oMath>
                </a14:m>
                <a:r>
                  <a:rPr lang="vi-VN" smtClean="0"/>
                  <a:t>. </a:t>
                </a:r>
                <a:endParaRPr lang="en-US" smtClean="0"/>
              </a:p>
              <a:p>
                <a:pPr lvl="1" algn="just">
                  <a:buFont typeface="Wingdings" panose="05000000000000000000" pitchFamily="2" charset="2"/>
                  <a:buChar char="ü"/>
                </a:pPr>
                <a:r>
                  <a:rPr lang="vi-VN" smtClean="0"/>
                  <a:t>Nếu </a:t>
                </a:r>
                <a:r>
                  <a:rPr lang="vi-VN"/>
                  <a:t>mô hình không bị </a:t>
                </a:r>
                <a:r>
                  <a:rPr lang="vi-VN" i="1"/>
                  <a:t>quá khớp</a:t>
                </a:r>
                <a:r>
                  <a:rPr lang="vi-VN"/>
                  <a:t> thì có thể lựa </a:t>
                </a:r>
                <a:r>
                  <a:rPr lang="vi-VN" smtClean="0"/>
                  <a:t>chọn</a:t>
                </a:r>
                <a:r>
                  <a:rPr lang="vi-VN" smtClean="0">
                    <a:ea typeface="Cambria Math" panose="02040503050406030204" pitchFamily="18" charset="0"/>
                  </a:rPr>
                  <a:t> </a:t>
                </a:r>
                <a14:m>
                  <m:oMath xmlns:m="http://schemas.openxmlformats.org/officeDocument/2006/math">
                    <m:r>
                      <a:rPr lang="vi-VN" i="1">
                        <a:latin typeface="Cambria Math" panose="02040503050406030204" pitchFamily="18" charset="0"/>
                        <a:ea typeface="Cambria Math" panose="02040503050406030204" pitchFamily="18" charset="0"/>
                      </a:rPr>
                      <m:t>𝛼</m:t>
                    </m:r>
                    <m:r>
                      <a:rPr lang="vi-VN" i="1">
                        <a:latin typeface="Cambria Math" panose="02040503050406030204" pitchFamily="18" charset="0"/>
                        <a:ea typeface="Cambria Math" panose="02040503050406030204" pitchFamily="18" charset="0"/>
                      </a:rPr>
                      <m:t> </m:t>
                    </m:r>
                  </m:oMath>
                </a14:m>
                <a:r>
                  <a:rPr lang="vi-VN" smtClean="0"/>
                  <a:t>gần </a:t>
                </a:r>
                <a:r>
                  <a:rPr lang="vi-VN"/>
                  <a:t>0. Trường hợp </a:t>
                </a:r>
                <a:r>
                  <a:rPr lang="vi-VN">
                    <a:ea typeface="Cambria Math" panose="02040503050406030204" pitchFamily="18" charset="0"/>
                  </a:rPr>
                  <a:t> </a:t>
                </a:r>
                <a14:m>
                  <m:oMath xmlns:m="http://schemas.openxmlformats.org/officeDocument/2006/math">
                    <m:r>
                      <a:rPr lang="vi-VN" i="1">
                        <a:latin typeface="Cambria Math" panose="02040503050406030204" pitchFamily="18" charset="0"/>
                        <a:ea typeface="Cambria Math" panose="02040503050406030204" pitchFamily="18" charset="0"/>
                      </a:rPr>
                      <m:t>𝛼</m:t>
                    </m:r>
                    <m:r>
                      <a:rPr lang="vi-VN" i="1">
                        <a:latin typeface="Cambria Math" panose="02040503050406030204" pitchFamily="18" charset="0"/>
                        <a:ea typeface="Cambria Math" panose="02040503050406030204" pitchFamily="18" charset="0"/>
                      </a:rPr>
                      <m:t> </m:t>
                    </m:r>
                  </m:oMath>
                </a14:m>
                <a:r>
                  <a:rPr lang="vi-VN" smtClean="0"/>
                  <a:t>=</a:t>
                </a:r>
                <a:r>
                  <a:rPr lang="vi-VN"/>
                  <a:t>0 thì phương trình hồi qui tương đương với hồi qui tuyến tính đa biến.</a:t>
                </a:r>
                <a:endParaRPr lang="en-US"/>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511499" y="1123642"/>
                <a:ext cx="7870502" cy="1661993"/>
              </a:xfrm>
              <a:blipFill>
                <a:blip r:embed="rId2"/>
                <a:stretch>
                  <a:fillRect t="-4762" r="-1782" b="-7692"/>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F5311510-7DD5-4730-B8D5-500690970B83}" type="slidenum">
              <a:rPr lang="en-US" altLang="en-US" smtClean="0"/>
              <a:pPr/>
              <a:t>36</a:t>
            </a:fld>
            <a:endParaRPr lang="en-US" altLang="en-US"/>
          </a:p>
        </p:txBody>
      </p:sp>
    </p:spTree>
    <p:extLst>
      <p:ext uri="{BB962C8B-B14F-4D97-AF65-F5344CB8AC3E}">
        <p14:creationId xmlns:p14="http://schemas.microsoft.com/office/powerpoint/2010/main" val="22910278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4098" name="Rectangle 2"/>
          <p:cNvSpPr>
            <a:spLocks noGrp="1" noChangeArrowheads="1"/>
          </p:cNvSpPr>
          <p:nvPr>
            <p:ph type="title"/>
          </p:nvPr>
        </p:nvSpPr>
        <p:spPr>
          <a:xfrm>
            <a:off x="1752600" y="190500"/>
            <a:ext cx="7239000" cy="847990"/>
          </a:xfrm>
        </p:spPr>
        <p:txBody>
          <a:bodyPr/>
          <a:lstStyle/>
          <a:p>
            <a:r>
              <a:rPr lang="en-US" altLang="en-US" sz="2800" b="1">
                <a:solidFill>
                  <a:schemeClr val="accent6">
                    <a:lumMod val="75000"/>
                  </a:schemeClr>
                </a:solidFill>
              </a:rPr>
              <a:t>3.3. Hồi qui phi tuyến</a:t>
            </a:r>
          </a:p>
        </p:txBody>
      </p:sp>
      <p:sp>
        <p:nvSpPr>
          <p:cNvPr id="644099" name="Rectangle 3"/>
          <p:cNvSpPr>
            <a:spLocks noGrp="1" noChangeArrowheads="1"/>
          </p:cNvSpPr>
          <p:nvPr>
            <p:ph type="body" sz="half" idx="1"/>
          </p:nvPr>
        </p:nvSpPr>
        <p:spPr>
          <a:xfrm>
            <a:off x="228600" y="1206500"/>
            <a:ext cx="8763000" cy="4445000"/>
          </a:xfrm>
        </p:spPr>
        <p:txBody>
          <a:bodyPr/>
          <a:lstStyle/>
          <a:p>
            <a:pPr>
              <a:spcBef>
                <a:spcPct val="40000"/>
              </a:spcBef>
            </a:pPr>
            <a:r>
              <a:rPr lang="en-US" altLang="en-US" sz="1800" b="1"/>
              <a:t>Y</a:t>
            </a:r>
            <a:r>
              <a:rPr lang="en-US" altLang="en-US" sz="1800"/>
              <a:t> = f(</a:t>
            </a:r>
            <a:r>
              <a:rPr lang="en-US" altLang="en-US" sz="1800" b="1"/>
              <a:t>X</a:t>
            </a:r>
            <a:r>
              <a:rPr lang="en-US" altLang="en-US" sz="1800"/>
              <a:t>, </a:t>
            </a:r>
            <a:r>
              <a:rPr lang="el-GR" altLang="en-US" sz="1800" b="1"/>
              <a:t>β</a:t>
            </a:r>
            <a:r>
              <a:rPr lang="en-US" altLang="en-US" sz="1800"/>
              <a:t>)</a:t>
            </a:r>
          </a:p>
          <a:p>
            <a:pPr lvl="1">
              <a:spcBef>
                <a:spcPct val="40000"/>
              </a:spcBef>
            </a:pPr>
            <a:r>
              <a:rPr lang="en-US" sz="1800" smtClean="0"/>
              <a:t>Hồi </a:t>
            </a:r>
            <a:r>
              <a:rPr lang="en-US" sz="1800"/>
              <a:t>quy là phi tuyến tính khi ít nhất một trong các tham số của nó xuất hiện phi tuyến tính</a:t>
            </a:r>
            <a:endParaRPr lang="en-US" altLang="en-US" sz="1800"/>
          </a:p>
          <a:p>
            <a:pPr lvl="1">
              <a:spcBef>
                <a:spcPct val="40000"/>
              </a:spcBef>
            </a:pPr>
            <a:r>
              <a:rPr lang="en-US" altLang="en-US" sz="1800"/>
              <a:t>Ví dụ: hàm mũ, hàm logarit, hàm Gauss, …</a:t>
            </a:r>
          </a:p>
          <a:p>
            <a:pPr>
              <a:spcBef>
                <a:spcPct val="40000"/>
              </a:spcBef>
            </a:pPr>
            <a:endParaRPr lang="en-US" altLang="en-US" sz="1800"/>
          </a:p>
          <a:p>
            <a:pPr>
              <a:spcBef>
                <a:spcPct val="40000"/>
              </a:spcBef>
            </a:pPr>
            <a:endParaRPr lang="en-US" altLang="en-US" sz="1800"/>
          </a:p>
          <a:p>
            <a:pPr>
              <a:spcBef>
                <a:spcPct val="40000"/>
              </a:spcBef>
            </a:pPr>
            <a:r>
              <a:rPr lang="en-US" altLang="en-US" sz="1800"/>
              <a:t>Xác định bộ thông số </a:t>
            </a:r>
            <a:r>
              <a:rPr lang="el-GR" altLang="en-US" sz="1800"/>
              <a:t>β</a:t>
            </a:r>
            <a:r>
              <a:rPr lang="en-US" altLang="en-US" sz="1800"/>
              <a:t> tối ưu: các giải thuật tối ưu hóa</a:t>
            </a:r>
          </a:p>
          <a:p>
            <a:pPr lvl="1">
              <a:spcBef>
                <a:spcPct val="40000"/>
              </a:spcBef>
            </a:pPr>
            <a:r>
              <a:rPr lang="en-US" altLang="en-US" sz="1800"/>
              <a:t>Tối ưu hóa cục bộ</a:t>
            </a:r>
          </a:p>
          <a:p>
            <a:pPr lvl="1">
              <a:spcBef>
                <a:spcPct val="40000"/>
              </a:spcBef>
            </a:pPr>
            <a:r>
              <a:rPr lang="en-US" altLang="en-US" sz="1800"/>
              <a:t>Tối ưu hóa toàn cục cho tổng thặng dư bình phương (sum of squared residuals)</a:t>
            </a:r>
          </a:p>
        </p:txBody>
      </p:sp>
      <p:pic>
        <p:nvPicPr>
          <p:cNvPr id="644101" name="Picture 5" descr=" f(x,\boldsymbol\beta)= \frac{\beta_1 x}{\beta_2 + x} "/>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2743200" y="2590271"/>
            <a:ext cx="3124200" cy="838729"/>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7" name="Slide Number Placeholder 6"/>
          <p:cNvSpPr>
            <a:spLocks noGrp="1"/>
          </p:cNvSpPr>
          <p:nvPr>
            <p:ph type="sldNum" sz="quarter" idx="12"/>
          </p:nvPr>
        </p:nvSpPr>
        <p:spPr/>
        <p:txBody>
          <a:bodyPr/>
          <a:lstStyle/>
          <a:p>
            <a:fld id="{4EAE62C4-0225-48FB-857D-93B04652B911}" type="slidenum">
              <a:rPr lang="en-US" altLang="en-US"/>
              <a:pPr/>
              <a:t>37</a:t>
            </a:fld>
            <a:endParaRPr lang="en-US" altLang="en-US"/>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a:spLocks noGrp="1" noChangeArrowheads="1"/>
          </p:cNvSpPr>
          <p:nvPr>
            <p:ph type="title"/>
          </p:nvPr>
        </p:nvSpPr>
        <p:spPr/>
        <p:txBody>
          <a:bodyPr/>
          <a:lstStyle/>
          <a:p>
            <a:r>
              <a:rPr lang="en-US" altLang="en-US"/>
              <a:t>3.3. Hồi qui phi tuyến</a:t>
            </a:r>
          </a:p>
        </p:txBody>
      </p:sp>
      <p:sp>
        <p:nvSpPr>
          <p:cNvPr id="7" name="Content Placeholder 6"/>
          <p:cNvSpPr>
            <a:spLocks noGrp="1"/>
          </p:cNvSpPr>
          <p:nvPr>
            <p:ph idx="1"/>
          </p:nvPr>
        </p:nvSpPr>
        <p:spPr/>
        <p:txBody>
          <a:bodyPr/>
          <a:lstStyle/>
          <a:p>
            <a:r>
              <a:rPr lang="en-US" smtClean="0"/>
              <a:t>Mô hình hồi quy phi tuyến được ứng dụng nhiều nhất là Hồi quy logistic</a:t>
            </a:r>
          </a:p>
          <a:p>
            <a:pPr marL="0" indent="0" algn="ctr">
              <a:buNone/>
            </a:pPr>
            <a:r>
              <a:rPr lang="en-US" sz="2400" i="1" smtClean="0"/>
              <a:t>f </a:t>
            </a:r>
            <a:r>
              <a:rPr lang="en-US" sz="2400" i="1"/>
              <a:t>(x) = logit (x) = log (x / (1-x))</a:t>
            </a:r>
            <a:endParaRPr lang="en-US" sz="2400"/>
          </a:p>
          <a:p>
            <a:r>
              <a:rPr lang="en-US" sz="2400" smtClean="0"/>
              <a:t>Ngoài ra còn có các hàm như:</a:t>
            </a:r>
          </a:p>
          <a:p>
            <a:pPr lvl="1"/>
            <a:r>
              <a:rPr lang="en-US" smtClean="0"/>
              <a:t>Michaelis-Menten: </a:t>
            </a:r>
            <a:r>
              <a:rPr lang="en-US" b="1" i="1" smtClean="0"/>
              <a:t>y </a:t>
            </a:r>
            <a:r>
              <a:rPr lang="en-US" b="1" i="1"/>
              <a:t>= ax / (1 + </a:t>
            </a:r>
            <a:r>
              <a:rPr lang="en-US" b="1" i="1" smtClean="0"/>
              <a:t>bx)</a:t>
            </a:r>
            <a:endParaRPr lang="en-US"/>
          </a:p>
          <a:p>
            <a:pPr lvl="1"/>
            <a:r>
              <a:rPr lang="en-US" smtClean="0"/>
              <a:t>Hàm mũ 2 tham số tiệm cận: </a:t>
            </a:r>
            <a:r>
              <a:rPr lang="en-US" b="1" i="1" smtClean="0"/>
              <a:t>y </a:t>
            </a:r>
            <a:r>
              <a:rPr lang="en-US" b="1" i="1"/>
              <a:t>= a (1 – </a:t>
            </a:r>
            <a:r>
              <a:rPr lang="en-US" b="1" i="1" smtClean="0"/>
              <a:t>e-bx)</a:t>
            </a:r>
            <a:endParaRPr lang="en-US"/>
          </a:p>
          <a:p>
            <a:pPr lvl="1"/>
            <a:r>
              <a:rPr lang="en-US" smtClean="0"/>
              <a:t>Cấp </a:t>
            </a:r>
            <a:r>
              <a:rPr lang="en-US"/>
              <a:t>số nhân tiệm cận 3 tham </a:t>
            </a:r>
            <a:r>
              <a:rPr lang="en-US" smtClean="0"/>
              <a:t>số: </a:t>
            </a:r>
            <a:r>
              <a:rPr lang="en-US" b="1" i="1" smtClean="0"/>
              <a:t>y </a:t>
            </a:r>
            <a:r>
              <a:rPr lang="en-US" b="1" i="1"/>
              <a:t>= </a:t>
            </a:r>
            <a:r>
              <a:rPr lang="en-US" b="1" i="1" smtClean="0"/>
              <a:t>a−be−cx</a:t>
            </a:r>
            <a:r>
              <a:rPr lang="en-US"/>
              <a:t/>
            </a:r>
            <a:br>
              <a:rPr lang="en-US"/>
            </a:br>
            <a:r>
              <a:rPr lang="en-US" sz="2800"/>
              <a:t/>
            </a:r>
            <a:br>
              <a:rPr lang="en-US" sz="2800"/>
            </a:br>
            <a:endParaRPr lang="en-US" sz="2800"/>
          </a:p>
          <a:p>
            <a:pPr lvl="1"/>
            <a:endParaRPr lang="en-US"/>
          </a:p>
        </p:txBody>
      </p:sp>
      <p:sp>
        <p:nvSpPr>
          <p:cNvPr id="5" name="Slide Number Placeholder 4"/>
          <p:cNvSpPr>
            <a:spLocks noGrp="1"/>
          </p:cNvSpPr>
          <p:nvPr>
            <p:ph type="sldNum" sz="quarter" idx="12"/>
          </p:nvPr>
        </p:nvSpPr>
        <p:spPr/>
        <p:txBody>
          <a:bodyPr/>
          <a:lstStyle/>
          <a:p>
            <a:fld id="{A5278D05-0D73-476F-A038-A107B7C70C7D}" type="slidenum">
              <a:rPr lang="en-US" altLang="en-US" smtClean="0"/>
              <a:pPr/>
              <a:t>38</a:t>
            </a:fld>
            <a:endParaRPr lang="en-US" altLang="en-US"/>
          </a:p>
        </p:txBody>
      </p:sp>
    </p:spTree>
    <p:extLst>
      <p:ext uri="{BB962C8B-B14F-4D97-AF65-F5344CB8AC3E}">
        <p14:creationId xmlns:p14="http://schemas.microsoft.com/office/powerpoint/2010/main" val="8192842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22" name="Rectangle 2"/>
          <p:cNvSpPr>
            <a:spLocks noGrp="1" noChangeArrowheads="1"/>
          </p:cNvSpPr>
          <p:nvPr>
            <p:ph type="title"/>
          </p:nvPr>
        </p:nvSpPr>
        <p:spPr/>
        <p:txBody>
          <a:bodyPr/>
          <a:lstStyle/>
          <a:p>
            <a:r>
              <a:rPr lang="en-US" altLang="en-US"/>
              <a:t>3.4. Ứng dụng</a:t>
            </a:r>
          </a:p>
        </p:txBody>
      </p:sp>
      <p:sp>
        <p:nvSpPr>
          <p:cNvPr id="645123" name="Rectangle 3"/>
          <p:cNvSpPr>
            <a:spLocks noGrp="1" noChangeArrowheads="1"/>
          </p:cNvSpPr>
          <p:nvPr>
            <p:ph idx="1"/>
          </p:nvPr>
        </p:nvSpPr>
        <p:spPr>
          <a:xfrm>
            <a:off x="457200" y="1028700"/>
            <a:ext cx="8458200" cy="4318000"/>
          </a:xfrm>
        </p:spPr>
        <p:txBody>
          <a:bodyPr/>
          <a:lstStyle/>
          <a:p>
            <a:pPr indent="0">
              <a:spcBef>
                <a:spcPts val="600"/>
              </a:spcBef>
            </a:pPr>
            <a:r>
              <a:rPr lang="en-US" altLang="en-US" sz="1800"/>
              <a:t>Quá trình khai phá dữ liệu</a:t>
            </a:r>
          </a:p>
          <a:p>
            <a:pPr marL="1200150" lvl="1" indent="-285750">
              <a:spcBef>
                <a:spcPts val="600"/>
              </a:spcBef>
              <a:buFont typeface="Wingdings" panose="05000000000000000000" pitchFamily="2" charset="2"/>
              <a:buChar char="Ø"/>
            </a:pPr>
            <a:r>
              <a:rPr lang="en-US" altLang="en-US" sz="1800"/>
              <a:t>Giai đoạn tiền xử lý dữ liệu</a:t>
            </a:r>
          </a:p>
          <a:p>
            <a:pPr marL="1200150" lvl="1" indent="-285750">
              <a:spcBef>
                <a:spcPts val="600"/>
              </a:spcBef>
              <a:buFont typeface="Wingdings" panose="05000000000000000000" pitchFamily="2" charset="2"/>
              <a:buChar char="Ø"/>
            </a:pPr>
            <a:r>
              <a:rPr lang="en-US" altLang="en-US" sz="1800"/>
              <a:t>Giai đoạn khai phá dữ liệu</a:t>
            </a:r>
          </a:p>
          <a:p>
            <a:pPr marL="1657350" lvl="2" indent="-285750">
              <a:spcBef>
                <a:spcPts val="600"/>
              </a:spcBef>
              <a:buFont typeface="Wingdings" panose="05000000000000000000" pitchFamily="2" charset="2"/>
              <a:buChar char="ü"/>
            </a:pPr>
            <a:r>
              <a:rPr lang="en-US" altLang="en-US" sz="1800"/>
              <a:t>Khai phá dữ liệu có tính mô tả</a:t>
            </a:r>
          </a:p>
          <a:p>
            <a:pPr marL="1657350" lvl="2" indent="-285750">
              <a:spcBef>
                <a:spcPts val="600"/>
              </a:spcBef>
              <a:buFont typeface="Wingdings" panose="05000000000000000000" pitchFamily="2" charset="2"/>
              <a:buChar char="ü"/>
            </a:pPr>
            <a:r>
              <a:rPr lang="en-US" altLang="en-US" sz="1800"/>
              <a:t>Khai phá dữ liệu có tính dự báo</a:t>
            </a:r>
          </a:p>
          <a:p>
            <a:pPr indent="0">
              <a:spcBef>
                <a:spcPct val="75000"/>
              </a:spcBef>
            </a:pPr>
            <a:r>
              <a:rPr lang="en-US" altLang="en-US" sz="1800"/>
              <a:t>Các lĩnh vực ứng </a:t>
            </a:r>
            <a:r>
              <a:rPr lang="en-US" altLang="en-US" sz="1800" smtClean="0"/>
              <a:t>dụng:</a:t>
            </a:r>
          </a:p>
          <a:p>
            <a:pPr marL="1200150" lvl="1" indent="-285750">
              <a:spcBef>
                <a:spcPct val="75000"/>
              </a:spcBef>
              <a:buFont typeface="Wingdings" panose="05000000000000000000" pitchFamily="2" charset="2"/>
              <a:buChar char="Ø"/>
            </a:pPr>
            <a:r>
              <a:rPr lang="vi-VN" sz="1800" smtClean="0"/>
              <a:t>Tài </a:t>
            </a:r>
            <a:r>
              <a:rPr lang="vi-VN" sz="1800"/>
              <a:t>chính: Mô hình tài sản giá vốn sử dụng hồi quy tuyến tính để phân tích và định lượng rủi ro hệ thống của một khoản đầu </a:t>
            </a:r>
            <a:r>
              <a:rPr lang="vi-VN" sz="1800" smtClean="0"/>
              <a:t>tư.</a:t>
            </a:r>
            <a:endParaRPr lang="en-US" sz="1800" smtClean="0"/>
          </a:p>
          <a:p>
            <a:pPr marL="1200150" lvl="1" indent="-285750">
              <a:spcBef>
                <a:spcPct val="75000"/>
              </a:spcBef>
              <a:buFont typeface="Wingdings" panose="05000000000000000000" pitchFamily="2" charset="2"/>
              <a:buChar char="Ø"/>
            </a:pPr>
            <a:r>
              <a:rPr lang="vi-VN" sz="1800" smtClean="0"/>
              <a:t>Sinh </a:t>
            </a:r>
            <a:r>
              <a:rPr lang="vi-VN" sz="1800"/>
              <a:t>học: Hồi quy tuyến tính được sử dụng để mô hình hóa mối quan hệ nhân quả giữa các thông số trong hệ thống sinh học.</a:t>
            </a:r>
          </a:p>
          <a:p>
            <a:pPr lvl="1" indent="0">
              <a:spcBef>
                <a:spcPct val="75000"/>
              </a:spcBef>
            </a:pPr>
            <a:endParaRPr lang="en-US" altLang="en-US" sz="1400"/>
          </a:p>
        </p:txBody>
      </p:sp>
      <p:sp>
        <p:nvSpPr>
          <p:cNvPr id="6" name="Slide Number Placeholder 5"/>
          <p:cNvSpPr>
            <a:spLocks noGrp="1"/>
          </p:cNvSpPr>
          <p:nvPr>
            <p:ph type="sldNum" sz="quarter" idx="12"/>
          </p:nvPr>
        </p:nvSpPr>
        <p:spPr/>
        <p:txBody>
          <a:bodyPr/>
          <a:lstStyle/>
          <a:p>
            <a:fld id="{D933557B-CCA0-40AE-B16D-70BEFBDD30E6}" type="slidenum">
              <a:rPr lang="en-US" altLang="en-US"/>
              <a:pPr/>
              <a:t>39</a:t>
            </a:fld>
            <a:endParaRPr lang="en-US"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solidFill>
                  <a:srgbClr val="FF0000"/>
                </a:solidFill>
              </a:rPr>
              <a:t>3.4. Ứng dụng</a:t>
            </a:r>
            <a:endParaRPr lang="en-US"/>
          </a:p>
        </p:txBody>
      </p:sp>
      <p:sp>
        <p:nvSpPr>
          <p:cNvPr id="3" name="Content Placeholder 2"/>
          <p:cNvSpPr>
            <a:spLocks noGrp="1"/>
          </p:cNvSpPr>
          <p:nvPr>
            <p:ph idx="1"/>
          </p:nvPr>
        </p:nvSpPr>
        <p:spPr>
          <a:xfrm>
            <a:off x="511498" y="1123642"/>
            <a:ext cx="8317979" cy="3554819"/>
          </a:xfrm>
        </p:spPr>
        <p:txBody>
          <a:bodyPr/>
          <a:lstStyle/>
          <a:p>
            <a:pPr algn="just">
              <a:spcBef>
                <a:spcPts val="600"/>
              </a:spcBef>
            </a:pPr>
            <a:r>
              <a:rPr lang="vi-VN" sz="1800" smtClean="0"/>
              <a:t>Đường </a:t>
            </a:r>
            <a:r>
              <a:rPr lang="vi-VN" sz="1800"/>
              <a:t>xu hướng</a:t>
            </a:r>
            <a:r>
              <a:rPr lang="vi-VN" sz="1800" b="1"/>
              <a:t>:</a:t>
            </a:r>
            <a:r>
              <a:rPr lang="vi-VN" sz="1800"/>
              <a:t> Đường xu hướng biểu thị sự thay đổi của một số dữ liệu định lượng theo thời gian (như GDP, giá dầu, v.v.). Các xu hướng này thường tuân theo một mối quan hệ tuyến tính. Do đó, hồi quy tuyến tính có thể được áp dụng để dự đoán các giá trị trong tương lai. Tuy nhiên, phương pháp này thiếu giá trị khoa học trong trường hợp các thay đổi tiềm ẩn khác có thể ảnh hưởng đến dữ liệu.</a:t>
            </a:r>
          </a:p>
          <a:p>
            <a:pPr algn="just">
              <a:spcBef>
                <a:spcPts val="600"/>
              </a:spcBef>
            </a:pPr>
            <a:r>
              <a:rPr lang="vi-VN" sz="1800" smtClean="0"/>
              <a:t>Kinh </a:t>
            </a:r>
            <a:r>
              <a:rPr lang="vi-VN" sz="1800"/>
              <a:t>tế học</a:t>
            </a:r>
            <a:r>
              <a:rPr lang="vi-VN" sz="1800" b="1"/>
              <a:t>:</a:t>
            </a:r>
            <a:r>
              <a:rPr lang="vi-VN" sz="1800"/>
              <a:t> Hồi quy tuyến tính là công cụ thực nghiệm chủ yếu trong kinh tế học. Ví dụ: nó được sử dụng để dự đoán chi tiêu tiêu dùng, chi tiêu đầu tư cố định, đầu tư hàng tồn kho, mua hàng xuất khẩu của một quốc gia, chi tiêu cho nhập khẩu, nhu cầu nắm giữ tài sản lưu động, nhu cầu lao động và cung lao động.</a:t>
            </a:r>
          </a:p>
          <a:p>
            <a:pPr algn="just">
              <a:spcBef>
                <a:spcPts val="600"/>
              </a:spcBef>
            </a:pPr>
            <a:endParaRPr lang="en-US" sz="1800"/>
          </a:p>
        </p:txBody>
      </p:sp>
      <p:sp>
        <p:nvSpPr>
          <p:cNvPr id="4" name="Slide Number Placeholder 3"/>
          <p:cNvSpPr>
            <a:spLocks noGrp="1"/>
          </p:cNvSpPr>
          <p:nvPr>
            <p:ph type="sldNum" sz="quarter" idx="12"/>
          </p:nvPr>
        </p:nvSpPr>
        <p:spPr/>
        <p:txBody>
          <a:bodyPr/>
          <a:lstStyle/>
          <a:p>
            <a:fld id="{F5311510-7DD5-4730-B8D5-500690970B83}" type="slidenum">
              <a:rPr lang="en-US" altLang="en-US" smtClean="0"/>
              <a:pPr/>
              <a:t>40</a:t>
            </a:fld>
            <a:endParaRPr lang="en-US" altLang="en-US"/>
          </a:p>
        </p:txBody>
      </p:sp>
    </p:spTree>
    <p:extLst>
      <p:ext uri="{BB962C8B-B14F-4D97-AF65-F5344CB8AC3E}">
        <p14:creationId xmlns:p14="http://schemas.microsoft.com/office/powerpoint/2010/main" val="13556903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6146" name="Rectangle 2"/>
          <p:cNvSpPr>
            <a:spLocks noGrp="1" noChangeArrowheads="1"/>
          </p:cNvSpPr>
          <p:nvPr>
            <p:ph type="title"/>
          </p:nvPr>
        </p:nvSpPr>
        <p:spPr/>
        <p:txBody>
          <a:bodyPr/>
          <a:lstStyle/>
          <a:p>
            <a:r>
              <a:rPr lang="en-US" altLang="en-US">
                <a:solidFill>
                  <a:srgbClr val="FF0000"/>
                </a:solidFill>
              </a:rPr>
              <a:t>3.5. Các vấn đề với hồi qui</a:t>
            </a:r>
          </a:p>
        </p:txBody>
      </p:sp>
      <p:sp>
        <p:nvSpPr>
          <p:cNvPr id="646147" name="Rectangle 3"/>
          <p:cNvSpPr>
            <a:spLocks noGrp="1" noChangeArrowheads="1"/>
          </p:cNvSpPr>
          <p:nvPr>
            <p:ph idx="1"/>
          </p:nvPr>
        </p:nvSpPr>
        <p:spPr>
          <a:xfrm>
            <a:off x="457200" y="1181100"/>
            <a:ext cx="8458200" cy="4064000"/>
          </a:xfrm>
        </p:spPr>
        <p:txBody>
          <a:bodyPr/>
          <a:lstStyle/>
          <a:p>
            <a:pPr>
              <a:spcBef>
                <a:spcPct val="75000"/>
              </a:spcBef>
            </a:pPr>
            <a:r>
              <a:rPr lang="en-US" altLang="en-US" sz="2200"/>
              <a:t>Các giả định (assumptions) đi kèm với bài toán hồi qui.</a:t>
            </a:r>
          </a:p>
          <a:p>
            <a:pPr>
              <a:spcBef>
                <a:spcPct val="75000"/>
              </a:spcBef>
            </a:pPr>
            <a:r>
              <a:rPr lang="en-US" altLang="en-US" sz="2200"/>
              <a:t>Lượng dữ liệu được xử lý.</a:t>
            </a:r>
          </a:p>
          <a:p>
            <a:pPr>
              <a:spcBef>
                <a:spcPct val="75000"/>
              </a:spcBef>
            </a:pPr>
            <a:r>
              <a:rPr lang="en-US" altLang="en-US" sz="2200"/>
              <a:t>Đánh giá mô hình hồi qui.</a:t>
            </a:r>
          </a:p>
          <a:p>
            <a:pPr>
              <a:spcBef>
                <a:spcPct val="75000"/>
              </a:spcBef>
            </a:pPr>
            <a:r>
              <a:rPr lang="en-US" altLang="en-US" sz="2200"/>
              <a:t>Các kỹ thuật tiên tiến cho hồi qui:</a:t>
            </a:r>
          </a:p>
          <a:p>
            <a:pPr lvl="1">
              <a:spcBef>
                <a:spcPct val="75000"/>
              </a:spcBef>
            </a:pPr>
            <a:r>
              <a:rPr lang="en-US" altLang="en-US" sz="2200"/>
              <a:t>Artificial Neural Network (ANN)</a:t>
            </a:r>
          </a:p>
          <a:p>
            <a:pPr lvl="1">
              <a:spcBef>
                <a:spcPct val="75000"/>
              </a:spcBef>
            </a:pPr>
            <a:r>
              <a:rPr lang="en-US" altLang="en-US" sz="2200"/>
              <a:t>Support Vector Machine (SVM)</a:t>
            </a:r>
          </a:p>
        </p:txBody>
      </p:sp>
      <p:sp>
        <p:nvSpPr>
          <p:cNvPr id="6" name="Slide Number Placeholder 5"/>
          <p:cNvSpPr>
            <a:spLocks noGrp="1"/>
          </p:cNvSpPr>
          <p:nvPr>
            <p:ph type="sldNum" sz="quarter" idx="12"/>
          </p:nvPr>
        </p:nvSpPr>
        <p:spPr/>
        <p:txBody>
          <a:bodyPr/>
          <a:lstStyle/>
          <a:p>
            <a:fld id="{A38033AF-017C-4E21-B92A-8F6840D337F0}" type="slidenum">
              <a:rPr lang="en-US" altLang="en-US"/>
              <a:pPr/>
              <a:t>41</a:t>
            </a:fld>
            <a:endParaRPr lang="en-US"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Rectangle 2"/>
          <p:cNvSpPr>
            <a:spLocks noGrp="1" noChangeArrowheads="1"/>
          </p:cNvSpPr>
          <p:nvPr>
            <p:ph type="title"/>
          </p:nvPr>
        </p:nvSpPr>
        <p:spPr/>
        <p:txBody>
          <a:bodyPr/>
          <a:lstStyle/>
          <a:p>
            <a:r>
              <a:rPr lang="en-US" altLang="en-US">
                <a:solidFill>
                  <a:srgbClr val="FF0000"/>
                </a:solidFill>
              </a:rPr>
              <a:t>3.6. Tóm tắt</a:t>
            </a:r>
          </a:p>
        </p:txBody>
      </p:sp>
      <p:sp>
        <p:nvSpPr>
          <p:cNvPr id="287747" name="Rectangle 3"/>
          <p:cNvSpPr>
            <a:spLocks noGrp="1" noChangeArrowheads="1"/>
          </p:cNvSpPr>
          <p:nvPr>
            <p:ph idx="1"/>
          </p:nvPr>
        </p:nvSpPr>
        <p:spPr>
          <a:xfrm>
            <a:off x="457200" y="1333500"/>
            <a:ext cx="8534400" cy="4254500"/>
          </a:xfrm>
        </p:spPr>
        <p:txBody>
          <a:bodyPr/>
          <a:lstStyle/>
          <a:p>
            <a:pPr>
              <a:spcBef>
                <a:spcPct val="50000"/>
              </a:spcBef>
            </a:pPr>
            <a:r>
              <a:rPr lang="en-US" altLang="en-US" sz="1800">
                <a:latin typeface="Times New Roman" pitchFamily="18" charset="0"/>
              </a:rPr>
              <a:t>H</a:t>
            </a:r>
            <a:r>
              <a:rPr lang="th-TH" altLang="en-US" sz="1800">
                <a:latin typeface="Times New Roman" pitchFamily="18" charset="0"/>
                <a:cs typeface="Angsana New" pitchFamily="18" charset="-34"/>
              </a:rPr>
              <a:t>ồ</a:t>
            </a:r>
            <a:r>
              <a:rPr lang="en-US" altLang="en-US" sz="1800">
                <a:latin typeface="Times New Roman" pitchFamily="18" charset="0"/>
                <a:cs typeface="Angsana New" pitchFamily="18" charset="-34"/>
              </a:rPr>
              <a:t>i qui</a:t>
            </a:r>
          </a:p>
          <a:p>
            <a:pPr lvl="1">
              <a:spcBef>
                <a:spcPct val="50000"/>
              </a:spcBef>
            </a:pPr>
            <a:r>
              <a:rPr lang="en-US" altLang="en-US" sz="1800">
                <a:latin typeface="Times New Roman" pitchFamily="18" charset="0"/>
                <a:cs typeface="Angsana New" pitchFamily="18" charset="-34"/>
              </a:rPr>
              <a:t>K</a:t>
            </a:r>
            <a:r>
              <a:rPr lang="th-TH" altLang="en-US" sz="1800">
                <a:latin typeface="Times New Roman" pitchFamily="18" charset="0"/>
                <a:cs typeface="Angsana New" pitchFamily="18" charset="-34"/>
              </a:rPr>
              <a:t>ỹ</a:t>
            </a:r>
            <a:r>
              <a:rPr lang="en-US" altLang="en-US" sz="1800">
                <a:latin typeface="Times New Roman" pitchFamily="18" charset="0"/>
                <a:cs typeface="Angsana New" pitchFamily="18" charset="-34"/>
              </a:rPr>
              <a:t> thu</a:t>
            </a:r>
            <a:r>
              <a:rPr lang="th-TH" altLang="en-US" sz="1800">
                <a:latin typeface="Times New Roman" pitchFamily="18" charset="0"/>
                <a:cs typeface="Angsana New" pitchFamily="18" charset="-34"/>
              </a:rPr>
              <a:t>ậ</a:t>
            </a:r>
            <a:r>
              <a:rPr lang="en-US" altLang="en-US" sz="1800">
                <a:latin typeface="Times New Roman" pitchFamily="18" charset="0"/>
                <a:cs typeface="Angsana New" pitchFamily="18" charset="-34"/>
              </a:rPr>
              <a:t>t th</a:t>
            </a:r>
            <a:r>
              <a:rPr lang="th-TH" altLang="en-US" sz="1800">
                <a:latin typeface="Times New Roman" pitchFamily="18" charset="0"/>
                <a:cs typeface="Angsana New" pitchFamily="18" charset="-34"/>
              </a:rPr>
              <a:t>ố</a:t>
            </a:r>
            <a:r>
              <a:rPr lang="en-US" altLang="en-US" sz="1800">
                <a:latin typeface="Times New Roman" pitchFamily="18" charset="0"/>
                <a:cs typeface="Angsana New" pitchFamily="18" charset="-34"/>
              </a:rPr>
              <a:t>ng k</a:t>
            </a:r>
            <a:r>
              <a:rPr lang="th-TH" altLang="en-US" sz="1800">
                <a:latin typeface="Times New Roman" pitchFamily="18" charset="0"/>
                <a:cs typeface="Angsana New" pitchFamily="18" charset="-34"/>
              </a:rPr>
              <a:t>ê</a:t>
            </a:r>
            <a:r>
              <a:rPr lang="en-US" altLang="en-US" sz="1800">
                <a:latin typeface="Times New Roman" pitchFamily="18" charset="0"/>
                <a:cs typeface="Angsana New" pitchFamily="18" charset="-34"/>
              </a:rPr>
              <a:t>, </a:t>
            </a:r>
            <a:r>
              <a:rPr lang="en-US" altLang="en-US" sz="1800">
                <a:latin typeface="Times New Roman" pitchFamily="18" charset="0"/>
              </a:rPr>
              <a:t>được áp dụng cho các thuộc tính liên tục (continuous attributes/features)</a:t>
            </a:r>
            <a:endParaRPr lang="en-US" altLang="en-US" sz="1800">
              <a:latin typeface="Times New Roman" pitchFamily="18" charset="0"/>
              <a:cs typeface="Angsana New" pitchFamily="18" charset="-34"/>
            </a:endParaRPr>
          </a:p>
          <a:p>
            <a:pPr lvl="1">
              <a:spcBef>
                <a:spcPct val="50000"/>
              </a:spcBef>
            </a:pPr>
            <a:r>
              <a:rPr lang="en-US" altLang="en-US" sz="1800">
                <a:latin typeface="Times New Roman" pitchFamily="18" charset="0"/>
                <a:cs typeface="Angsana New" pitchFamily="18" charset="-34"/>
              </a:rPr>
              <a:t>C</a:t>
            </a:r>
            <a:r>
              <a:rPr lang="th-TH" altLang="en-US" sz="1800">
                <a:latin typeface="Times New Roman" pitchFamily="18" charset="0"/>
                <a:cs typeface="Angsana New" pitchFamily="18" charset="-34"/>
              </a:rPr>
              <a:t>ó</a:t>
            </a:r>
            <a:r>
              <a:rPr lang="en-US" altLang="en-US" sz="1800">
                <a:latin typeface="Times New Roman" pitchFamily="18" charset="0"/>
                <a:cs typeface="Angsana New" pitchFamily="18" charset="-34"/>
              </a:rPr>
              <a:t> l</a:t>
            </a:r>
            <a:r>
              <a:rPr lang="th-TH" altLang="en-US" sz="1800">
                <a:latin typeface="Times New Roman" pitchFamily="18" charset="0"/>
                <a:cs typeface="Angsana New" pitchFamily="18" charset="-34"/>
              </a:rPr>
              <a:t>ị</a:t>
            </a:r>
            <a:r>
              <a:rPr lang="en-US" altLang="en-US" sz="1800">
                <a:latin typeface="Times New Roman" pitchFamily="18" charset="0"/>
                <a:cs typeface="Angsana New" pitchFamily="18" charset="-34"/>
              </a:rPr>
              <a:t>ch s</a:t>
            </a:r>
            <a:r>
              <a:rPr lang="th-TH" altLang="en-US" sz="1800">
                <a:latin typeface="Times New Roman" pitchFamily="18" charset="0"/>
                <a:cs typeface="Angsana New" pitchFamily="18" charset="-34"/>
              </a:rPr>
              <a:t>ử</a:t>
            </a:r>
            <a:r>
              <a:rPr lang="en-US" altLang="en-US" sz="1800">
                <a:latin typeface="Times New Roman" pitchFamily="18" charset="0"/>
                <a:cs typeface="Angsana New" pitchFamily="18" charset="-34"/>
              </a:rPr>
              <a:t> ph</a:t>
            </a:r>
            <a:r>
              <a:rPr lang="th-TH" altLang="en-US" sz="1800">
                <a:latin typeface="Times New Roman" pitchFamily="18" charset="0"/>
                <a:cs typeface="Angsana New" pitchFamily="18" charset="-34"/>
              </a:rPr>
              <a:t>á</a:t>
            </a:r>
            <a:r>
              <a:rPr lang="en-US" altLang="en-US" sz="1800">
                <a:latin typeface="Times New Roman" pitchFamily="18" charset="0"/>
                <a:cs typeface="Angsana New" pitchFamily="18" charset="-34"/>
              </a:rPr>
              <a:t>t tri</a:t>
            </a:r>
            <a:r>
              <a:rPr lang="th-TH" altLang="en-US" sz="1800">
                <a:latin typeface="Times New Roman" pitchFamily="18" charset="0"/>
                <a:cs typeface="Angsana New" pitchFamily="18" charset="-34"/>
              </a:rPr>
              <a:t>ể</a:t>
            </a:r>
            <a:r>
              <a:rPr lang="en-US" altLang="en-US" sz="1800">
                <a:latin typeface="Times New Roman" pitchFamily="18" charset="0"/>
                <a:cs typeface="Angsana New" pitchFamily="18" charset="-34"/>
              </a:rPr>
              <a:t>n l</a:t>
            </a:r>
            <a:r>
              <a:rPr lang="th-TH" altLang="en-US" sz="1800">
                <a:latin typeface="Times New Roman" pitchFamily="18" charset="0"/>
                <a:cs typeface="Angsana New" pitchFamily="18" charset="-34"/>
              </a:rPr>
              <a:t>â</a:t>
            </a:r>
            <a:r>
              <a:rPr lang="en-US" altLang="en-US" sz="1800">
                <a:latin typeface="Times New Roman" pitchFamily="18" charset="0"/>
                <a:cs typeface="Angsana New" pitchFamily="18" charset="-34"/>
              </a:rPr>
              <a:t>u </a:t>
            </a:r>
            <a:r>
              <a:rPr lang="th-TH" altLang="en-US" sz="1800">
                <a:latin typeface="Times New Roman" pitchFamily="18" charset="0"/>
                <a:cs typeface="Angsana New" pitchFamily="18" charset="-34"/>
              </a:rPr>
              <a:t>đờ</a:t>
            </a:r>
            <a:r>
              <a:rPr lang="en-US" altLang="en-US" sz="1800">
                <a:latin typeface="Times New Roman" pitchFamily="18" charset="0"/>
                <a:cs typeface="Angsana New" pitchFamily="18" charset="-34"/>
              </a:rPr>
              <a:t>i</a:t>
            </a:r>
          </a:p>
          <a:p>
            <a:pPr lvl="1">
              <a:spcBef>
                <a:spcPct val="50000"/>
              </a:spcBef>
            </a:pPr>
            <a:r>
              <a:rPr lang="th-TH" altLang="en-US" sz="1800">
                <a:latin typeface="Times New Roman" pitchFamily="18" charset="0"/>
                <a:cs typeface="Angsana New" pitchFamily="18" charset="-34"/>
              </a:rPr>
              <a:t>Đơ</a:t>
            </a:r>
            <a:r>
              <a:rPr lang="en-US" altLang="en-US" sz="1800">
                <a:latin typeface="Times New Roman" pitchFamily="18" charset="0"/>
                <a:cs typeface="Angsana New" pitchFamily="18" charset="-34"/>
              </a:rPr>
              <a:t>n gi</a:t>
            </a:r>
            <a:r>
              <a:rPr lang="th-TH" altLang="en-US" sz="1800">
                <a:latin typeface="Times New Roman" pitchFamily="18" charset="0"/>
                <a:cs typeface="Angsana New" pitchFamily="18" charset="-34"/>
              </a:rPr>
              <a:t>ả</a:t>
            </a:r>
            <a:r>
              <a:rPr lang="en-US" altLang="en-US" sz="1800">
                <a:latin typeface="Times New Roman" pitchFamily="18" charset="0"/>
                <a:cs typeface="Angsana New" pitchFamily="18" charset="-34"/>
              </a:rPr>
              <a:t>n nh</a:t>
            </a:r>
            <a:r>
              <a:rPr lang="th-TH" altLang="en-US" sz="1800">
                <a:latin typeface="Times New Roman" pitchFamily="18" charset="0"/>
                <a:cs typeface="Angsana New" pitchFamily="18" charset="-34"/>
              </a:rPr>
              <a:t>ư</a:t>
            </a:r>
            <a:r>
              <a:rPr lang="en-US" altLang="en-US" sz="1800">
                <a:latin typeface="Times New Roman" pitchFamily="18" charset="0"/>
                <a:cs typeface="Angsana New" pitchFamily="18" charset="-34"/>
              </a:rPr>
              <a:t>ng r</a:t>
            </a:r>
            <a:r>
              <a:rPr lang="th-TH" altLang="en-US" sz="1800">
                <a:latin typeface="Times New Roman" pitchFamily="18" charset="0"/>
                <a:cs typeface="Angsana New" pitchFamily="18" charset="-34"/>
              </a:rPr>
              <a:t>ấ</a:t>
            </a:r>
            <a:r>
              <a:rPr lang="en-US" altLang="en-US" sz="1800">
                <a:latin typeface="Times New Roman" pitchFamily="18" charset="0"/>
                <a:cs typeface="Angsana New" pitchFamily="18" charset="-34"/>
              </a:rPr>
              <a:t>t h</a:t>
            </a:r>
            <a:r>
              <a:rPr lang="th-TH" altLang="en-US" sz="1800">
                <a:latin typeface="Times New Roman" pitchFamily="18" charset="0"/>
                <a:cs typeface="Angsana New" pitchFamily="18" charset="-34"/>
              </a:rPr>
              <a:t>ữ</a:t>
            </a:r>
            <a:r>
              <a:rPr lang="en-US" altLang="en-US" sz="1800">
                <a:latin typeface="Times New Roman" pitchFamily="18" charset="0"/>
                <a:cs typeface="Angsana New" pitchFamily="18" charset="-34"/>
              </a:rPr>
              <a:t>u d</a:t>
            </a:r>
            <a:r>
              <a:rPr lang="th-TH" altLang="en-US" sz="1800">
                <a:latin typeface="Times New Roman" pitchFamily="18" charset="0"/>
                <a:cs typeface="Angsana New" pitchFamily="18" charset="-34"/>
              </a:rPr>
              <a:t>ụ</a:t>
            </a:r>
            <a:r>
              <a:rPr lang="en-US" altLang="en-US" sz="1800">
                <a:latin typeface="Times New Roman" pitchFamily="18" charset="0"/>
                <a:cs typeface="Angsana New" pitchFamily="18" charset="-34"/>
              </a:rPr>
              <a:t>ng, </a:t>
            </a:r>
            <a:r>
              <a:rPr lang="en-US" altLang="en-US" sz="1800">
                <a:latin typeface="Times New Roman" pitchFamily="18" charset="0"/>
              </a:rPr>
              <a:t>được ứng dụng rộng rãi</a:t>
            </a:r>
            <a:endParaRPr lang="en-US" altLang="en-US" sz="1800">
              <a:latin typeface="Times New Roman" pitchFamily="18" charset="0"/>
              <a:cs typeface="Angsana New" pitchFamily="18" charset="-34"/>
            </a:endParaRPr>
          </a:p>
          <a:p>
            <a:pPr lvl="1">
              <a:spcBef>
                <a:spcPct val="50000"/>
              </a:spcBef>
            </a:pPr>
            <a:r>
              <a:rPr lang="en-US" altLang="en-US" sz="1800">
                <a:latin typeface="Times New Roman" pitchFamily="18" charset="0"/>
                <a:cs typeface="Angsana New" pitchFamily="18" charset="-34"/>
              </a:rPr>
              <a:t>Cho th</a:t>
            </a:r>
            <a:r>
              <a:rPr lang="th-TH" altLang="en-US" sz="1800">
                <a:latin typeface="Times New Roman" pitchFamily="18" charset="0"/>
                <a:cs typeface="Angsana New" pitchFamily="18" charset="-34"/>
              </a:rPr>
              <a:t>ấ</a:t>
            </a:r>
            <a:r>
              <a:rPr lang="en-US" altLang="en-US" sz="1800">
                <a:latin typeface="Times New Roman" pitchFamily="18" charset="0"/>
                <a:cs typeface="Angsana New" pitchFamily="18" charset="-34"/>
              </a:rPr>
              <a:t>y s</a:t>
            </a:r>
            <a:r>
              <a:rPr lang="th-TH" altLang="en-US" sz="1800">
                <a:latin typeface="Times New Roman" pitchFamily="18" charset="0"/>
                <a:cs typeface="Angsana New" pitchFamily="18" charset="-34"/>
              </a:rPr>
              <a:t>ự</a:t>
            </a:r>
            <a:r>
              <a:rPr lang="en-US" altLang="en-US" sz="1800">
                <a:latin typeface="Times New Roman" pitchFamily="18" charset="0"/>
                <a:cs typeface="Angsana New" pitchFamily="18" charset="-34"/>
              </a:rPr>
              <a:t> </a:t>
            </a:r>
            <a:r>
              <a:rPr lang="th-TH" altLang="en-US" sz="1800">
                <a:latin typeface="Times New Roman" pitchFamily="18" charset="0"/>
                <a:cs typeface="Angsana New" pitchFamily="18" charset="-34"/>
              </a:rPr>
              <a:t>đó</a:t>
            </a:r>
            <a:r>
              <a:rPr lang="en-US" altLang="en-US" sz="1800">
                <a:latin typeface="Times New Roman" pitchFamily="18" charset="0"/>
                <a:cs typeface="Angsana New" pitchFamily="18" charset="-34"/>
              </a:rPr>
              <a:t>ng g</a:t>
            </a:r>
            <a:r>
              <a:rPr lang="th-TH" altLang="en-US" sz="1800">
                <a:latin typeface="Times New Roman" pitchFamily="18" charset="0"/>
                <a:cs typeface="Angsana New" pitchFamily="18" charset="-34"/>
              </a:rPr>
              <a:t>ó</a:t>
            </a:r>
            <a:r>
              <a:rPr lang="en-US" altLang="en-US" sz="1800">
                <a:latin typeface="Times New Roman" pitchFamily="18" charset="0"/>
                <a:cs typeface="Angsana New" pitchFamily="18" charset="-34"/>
              </a:rPr>
              <a:t>p </a:t>
            </a:r>
            <a:r>
              <a:rPr lang="th-TH" altLang="en-US" sz="1800">
                <a:latin typeface="Times New Roman" pitchFamily="18" charset="0"/>
                <a:cs typeface="Angsana New" pitchFamily="18" charset="-34"/>
              </a:rPr>
              <a:t>đá</a:t>
            </a:r>
            <a:r>
              <a:rPr lang="en-US" altLang="en-US" sz="1800">
                <a:latin typeface="Times New Roman" pitchFamily="18" charset="0"/>
                <a:cs typeface="Angsana New" pitchFamily="18" charset="-34"/>
              </a:rPr>
              <a:t>ng k</a:t>
            </a:r>
            <a:r>
              <a:rPr lang="th-TH" altLang="en-US" sz="1800">
                <a:latin typeface="Times New Roman" pitchFamily="18" charset="0"/>
                <a:cs typeface="Angsana New" pitchFamily="18" charset="-34"/>
              </a:rPr>
              <a:t>ể</a:t>
            </a:r>
            <a:r>
              <a:rPr lang="en-US" altLang="en-US" sz="1800">
                <a:latin typeface="Times New Roman" pitchFamily="18" charset="0"/>
                <a:cs typeface="Angsana New" pitchFamily="18" charset="-34"/>
              </a:rPr>
              <a:t> c</a:t>
            </a:r>
            <a:r>
              <a:rPr lang="th-TH" altLang="en-US" sz="1800">
                <a:latin typeface="Times New Roman" pitchFamily="18" charset="0"/>
                <a:cs typeface="Angsana New" pitchFamily="18" charset="-34"/>
              </a:rPr>
              <a:t>ủ</a:t>
            </a:r>
            <a:r>
              <a:rPr lang="en-US" altLang="en-US" sz="1800">
                <a:latin typeface="Times New Roman" pitchFamily="18" charset="0"/>
                <a:cs typeface="Angsana New" pitchFamily="18" charset="-34"/>
              </a:rPr>
              <a:t>a l</a:t>
            </a:r>
            <a:r>
              <a:rPr lang="th-TH" altLang="en-US" sz="1800">
                <a:latin typeface="Times New Roman" pitchFamily="18" charset="0"/>
                <a:cs typeface="Angsana New" pitchFamily="18" charset="-34"/>
              </a:rPr>
              <a:t>ĩ</a:t>
            </a:r>
            <a:r>
              <a:rPr lang="en-US" altLang="en-US" sz="1800">
                <a:latin typeface="Times New Roman" pitchFamily="18" charset="0"/>
                <a:cs typeface="Angsana New" pitchFamily="18" charset="-34"/>
              </a:rPr>
              <a:t>nh v</a:t>
            </a:r>
            <a:r>
              <a:rPr lang="th-TH" altLang="en-US" sz="1800">
                <a:latin typeface="Times New Roman" pitchFamily="18" charset="0"/>
                <a:cs typeface="Angsana New" pitchFamily="18" charset="-34"/>
              </a:rPr>
              <a:t>ự</a:t>
            </a:r>
            <a:r>
              <a:rPr lang="en-US" altLang="en-US" sz="1800">
                <a:latin typeface="Times New Roman" pitchFamily="18" charset="0"/>
                <a:cs typeface="Angsana New" pitchFamily="18" charset="-34"/>
              </a:rPr>
              <a:t>c th</a:t>
            </a:r>
            <a:r>
              <a:rPr lang="th-TH" altLang="en-US" sz="1800">
                <a:latin typeface="Times New Roman" pitchFamily="18" charset="0"/>
                <a:cs typeface="Angsana New" pitchFamily="18" charset="-34"/>
              </a:rPr>
              <a:t>ố</a:t>
            </a:r>
            <a:r>
              <a:rPr lang="en-US" altLang="en-US" sz="1800">
                <a:latin typeface="Times New Roman" pitchFamily="18" charset="0"/>
                <a:cs typeface="Angsana New" pitchFamily="18" charset="-34"/>
              </a:rPr>
              <a:t>ng k</a:t>
            </a:r>
            <a:r>
              <a:rPr lang="th-TH" altLang="en-US" sz="1800">
                <a:latin typeface="Times New Roman" pitchFamily="18" charset="0"/>
                <a:cs typeface="Angsana New" pitchFamily="18" charset="-34"/>
              </a:rPr>
              <a:t>ê</a:t>
            </a:r>
            <a:r>
              <a:rPr lang="en-US" altLang="en-US" sz="1800">
                <a:latin typeface="Times New Roman" pitchFamily="18" charset="0"/>
                <a:cs typeface="Angsana New" pitchFamily="18" charset="-34"/>
              </a:rPr>
              <a:t> trong l</a:t>
            </a:r>
            <a:r>
              <a:rPr lang="th-TH" altLang="en-US" sz="1800">
                <a:latin typeface="Times New Roman" pitchFamily="18" charset="0"/>
                <a:cs typeface="Angsana New" pitchFamily="18" charset="-34"/>
              </a:rPr>
              <a:t>ĩ</a:t>
            </a:r>
            <a:r>
              <a:rPr lang="en-US" altLang="en-US" sz="1800">
                <a:latin typeface="Times New Roman" pitchFamily="18" charset="0"/>
                <a:cs typeface="Angsana New" pitchFamily="18" charset="-34"/>
              </a:rPr>
              <a:t>nh v</a:t>
            </a:r>
            <a:r>
              <a:rPr lang="th-TH" altLang="en-US" sz="1800">
                <a:latin typeface="Times New Roman" pitchFamily="18" charset="0"/>
                <a:cs typeface="Angsana New" pitchFamily="18" charset="-34"/>
              </a:rPr>
              <a:t>ự</a:t>
            </a:r>
            <a:r>
              <a:rPr lang="en-US" altLang="en-US" sz="1800">
                <a:latin typeface="Times New Roman" pitchFamily="18" charset="0"/>
                <a:cs typeface="Angsana New" pitchFamily="18" charset="-34"/>
              </a:rPr>
              <a:t>c khai ph</a:t>
            </a:r>
            <a:r>
              <a:rPr lang="th-TH" altLang="en-US" sz="1800">
                <a:latin typeface="Times New Roman" pitchFamily="18" charset="0"/>
                <a:cs typeface="Angsana New" pitchFamily="18" charset="-34"/>
              </a:rPr>
              <a:t>á</a:t>
            </a:r>
            <a:r>
              <a:rPr lang="en-US" altLang="en-US" sz="1800">
                <a:latin typeface="Times New Roman" pitchFamily="18" charset="0"/>
                <a:cs typeface="Angsana New" pitchFamily="18" charset="-34"/>
              </a:rPr>
              <a:t> d</a:t>
            </a:r>
            <a:r>
              <a:rPr lang="th-TH" altLang="en-US" sz="1800">
                <a:latin typeface="Times New Roman" pitchFamily="18" charset="0"/>
                <a:cs typeface="Angsana New" pitchFamily="18" charset="-34"/>
              </a:rPr>
              <a:t>ữ</a:t>
            </a:r>
            <a:r>
              <a:rPr lang="en-US" altLang="en-US" sz="1800">
                <a:latin typeface="Times New Roman" pitchFamily="18" charset="0"/>
                <a:cs typeface="Angsana New" pitchFamily="18" charset="-34"/>
              </a:rPr>
              <a:t> li</a:t>
            </a:r>
            <a:r>
              <a:rPr lang="th-TH" altLang="en-US" sz="1800">
                <a:latin typeface="Times New Roman" pitchFamily="18" charset="0"/>
                <a:cs typeface="Angsana New" pitchFamily="18" charset="-34"/>
              </a:rPr>
              <a:t>ệ</a:t>
            </a:r>
            <a:r>
              <a:rPr lang="en-US" altLang="en-US" sz="1800">
                <a:latin typeface="Times New Roman" pitchFamily="18" charset="0"/>
                <a:cs typeface="Angsana New" pitchFamily="18" charset="-34"/>
              </a:rPr>
              <a:t>u</a:t>
            </a:r>
          </a:p>
          <a:p>
            <a:pPr>
              <a:spcBef>
                <a:spcPct val="50000"/>
              </a:spcBef>
            </a:pPr>
            <a:r>
              <a:rPr lang="en-US" altLang="en-US" sz="1800">
                <a:latin typeface="Times New Roman" pitchFamily="18" charset="0"/>
                <a:cs typeface="Angsana New" pitchFamily="18" charset="-34"/>
              </a:rPr>
              <a:t>C</a:t>
            </a:r>
            <a:r>
              <a:rPr lang="th-TH" altLang="en-US" sz="1800">
                <a:latin typeface="Times New Roman" pitchFamily="18" charset="0"/>
                <a:cs typeface="Angsana New" pitchFamily="18" charset="-34"/>
              </a:rPr>
              <a:t>á</a:t>
            </a:r>
            <a:r>
              <a:rPr lang="en-US" altLang="en-US" sz="1800">
                <a:latin typeface="Times New Roman" pitchFamily="18" charset="0"/>
                <a:cs typeface="Angsana New" pitchFamily="18" charset="-34"/>
              </a:rPr>
              <a:t>c d</a:t>
            </a:r>
            <a:r>
              <a:rPr lang="th-TH" altLang="en-US" sz="1800">
                <a:latin typeface="Times New Roman" pitchFamily="18" charset="0"/>
                <a:cs typeface="Angsana New" pitchFamily="18" charset="-34"/>
              </a:rPr>
              <a:t>ạ</a:t>
            </a:r>
            <a:r>
              <a:rPr lang="en-US" altLang="en-US" sz="1800">
                <a:latin typeface="Times New Roman" pitchFamily="18" charset="0"/>
                <a:cs typeface="Angsana New" pitchFamily="18" charset="-34"/>
              </a:rPr>
              <a:t>ng m</a:t>
            </a:r>
            <a:r>
              <a:rPr lang="th-TH" altLang="en-US" sz="1800">
                <a:latin typeface="Times New Roman" pitchFamily="18" charset="0"/>
                <a:cs typeface="Angsana New" pitchFamily="18" charset="-34"/>
              </a:rPr>
              <a:t>ô</a:t>
            </a:r>
            <a:r>
              <a:rPr lang="en-US" altLang="en-US" sz="1800">
                <a:latin typeface="Times New Roman" pitchFamily="18" charset="0"/>
                <a:cs typeface="Angsana New" pitchFamily="18" charset="-34"/>
              </a:rPr>
              <a:t> h</a:t>
            </a:r>
            <a:r>
              <a:rPr lang="th-TH" altLang="en-US" sz="1800">
                <a:latin typeface="Times New Roman" pitchFamily="18" charset="0"/>
                <a:cs typeface="Angsana New" pitchFamily="18" charset="-34"/>
              </a:rPr>
              <a:t>ì</a:t>
            </a:r>
            <a:r>
              <a:rPr lang="en-US" altLang="en-US" sz="1800">
                <a:latin typeface="Times New Roman" pitchFamily="18" charset="0"/>
                <a:cs typeface="Angsana New" pitchFamily="18" charset="-34"/>
              </a:rPr>
              <a:t>nh h</a:t>
            </a:r>
            <a:r>
              <a:rPr lang="th-TH" altLang="en-US" sz="1800">
                <a:latin typeface="Times New Roman" pitchFamily="18" charset="0"/>
                <a:cs typeface="Angsana New" pitchFamily="18" charset="-34"/>
              </a:rPr>
              <a:t>ồ</a:t>
            </a:r>
            <a:r>
              <a:rPr lang="en-US" altLang="en-US" sz="1800">
                <a:latin typeface="Times New Roman" pitchFamily="18" charset="0"/>
                <a:cs typeface="Angsana New" pitchFamily="18" charset="-34"/>
              </a:rPr>
              <a:t>i qui: tuy</a:t>
            </a:r>
            <a:r>
              <a:rPr lang="th-TH" altLang="en-US" sz="1800">
                <a:latin typeface="Times New Roman" pitchFamily="18" charset="0"/>
                <a:cs typeface="Angsana New" pitchFamily="18" charset="-34"/>
              </a:rPr>
              <a:t>ế</a:t>
            </a:r>
            <a:r>
              <a:rPr lang="en-US" altLang="en-US" sz="1800">
                <a:latin typeface="Times New Roman" pitchFamily="18" charset="0"/>
                <a:cs typeface="Angsana New" pitchFamily="18" charset="-34"/>
              </a:rPr>
              <a:t>n t</a:t>
            </a:r>
            <a:r>
              <a:rPr lang="th-TH" altLang="en-US" sz="1800">
                <a:latin typeface="Times New Roman" pitchFamily="18" charset="0"/>
                <a:cs typeface="Angsana New" pitchFamily="18" charset="-34"/>
              </a:rPr>
              <a:t>í</a:t>
            </a:r>
            <a:r>
              <a:rPr lang="en-US" altLang="en-US" sz="1800">
                <a:latin typeface="Times New Roman" pitchFamily="18" charset="0"/>
                <a:cs typeface="Angsana New" pitchFamily="18" charset="-34"/>
              </a:rPr>
              <a:t>nh/phi tuy</a:t>
            </a:r>
            <a:r>
              <a:rPr lang="th-TH" altLang="en-US" sz="1800">
                <a:latin typeface="Times New Roman" pitchFamily="18" charset="0"/>
                <a:cs typeface="Angsana New" pitchFamily="18" charset="-34"/>
              </a:rPr>
              <a:t>ế</a:t>
            </a:r>
            <a:r>
              <a:rPr lang="en-US" altLang="en-US" sz="1800">
                <a:latin typeface="Times New Roman" pitchFamily="18" charset="0"/>
                <a:cs typeface="Angsana New" pitchFamily="18" charset="-34"/>
              </a:rPr>
              <a:t>n, </a:t>
            </a:r>
            <a:r>
              <a:rPr lang="th-TH" altLang="en-US" sz="1800">
                <a:latin typeface="Times New Roman" pitchFamily="18" charset="0"/>
                <a:cs typeface="Angsana New" pitchFamily="18" charset="-34"/>
              </a:rPr>
              <a:t>đơ</a:t>
            </a:r>
            <a:r>
              <a:rPr lang="en-US" altLang="en-US" sz="1800">
                <a:latin typeface="Times New Roman" pitchFamily="18" charset="0"/>
                <a:cs typeface="Angsana New" pitchFamily="18" charset="-34"/>
              </a:rPr>
              <a:t>n bi</a:t>
            </a:r>
            <a:r>
              <a:rPr lang="th-TH" altLang="en-US" sz="1800">
                <a:latin typeface="Times New Roman" pitchFamily="18" charset="0"/>
                <a:cs typeface="Angsana New" pitchFamily="18" charset="-34"/>
              </a:rPr>
              <a:t>ế</a:t>
            </a:r>
            <a:r>
              <a:rPr lang="en-US" altLang="en-US" sz="1800">
                <a:latin typeface="Times New Roman" pitchFamily="18" charset="0"/>
                <a:cs typeface="Angsana New" pitchFamily="18" charset="-34"/>
              </a:rPr>
              <a:t>n/</a:t>
            </a:r>
            <a:r>
              <a:rPr lang="th-TH" altLang="en-US" sz="1800">
                <a:latin typeface="Times New Roman" pitchFamily="18" charset="0"/>
                <a:cs typeface="Angsana New" pitchFamily="18" charset="-34"/>
              </a:rPr>
              <a:t>đ</a:t>
            </a:r>
            <a:r>
              <a:rPr lang="en-US" altLang="en-US" sz="1800">
                <a:latin typeface="Times New Roman" pitchFamily="18" charset="0"/>
                <a:cs typeface="Angsana New" pitchFamily="18" charset="-34"/>
              </a:rPr>
              <a:t>a bi</a:t>
            </a:r>
            <a:r>
              <a:rPr lang="th-TH" altLang="en-US" sz="1800">
                <a:latin typeface="Times New Roman" pitchFamily="18" charset="0"/>
                <a:cs typeface="Angsana New" pitchFamily="18" charset="-34"/>
              </a:rPr>
              <a:t>ế</a:t>
            </a:r>
            <a:r>
              <a:rPr lang="en-US" altLang="en-US" sz="1800">
                <a:latin typeface="Times New Roman" pitchFamily="18" charset="0"/>
                <a:cs typeface="Angsana New" pitchFamily="18" charset="-34"/>
              </a:rPr>
              <a:t>n, c</a:t>
            </a:r>
            <a:r>
              <a:rPr lang="th-TH" altLang="en-US" sz="1800">
                <a:latin typeface="Times New Roman" pitchFamily="18" charset="0"/>
                <a:cs typeface="Angsana New" pitchFamily="18" charset="-34"/>
              </a:rPr>
              <a:t>ó</a:t>
            </a:r>
            <a:r>
              <a:rPr lang="en-US" altLang="en-US" sz="1800">
                <a:latin typeface="Times New Roman" pitchFamily="18" charset="0"/>
                <a:cs typeface="Angsana New" pitchFamily="18" charset="-34"/>
              </a:rPr>
              <a:t> th</a:t>
            </a:r>
            <a:r>
              <a:rPr lang="th-TH" altLang="en-US" sz="1800">
                <a:latin typeface="Times New Roman" pitchFamily="18" charset="0"/>
                <a:cs typeface="Angsana New" pitchFamily="18" charset="-34"/>
              </a:rPr>
              <a:t>ô</a:t>
            </a:r>
            <a:r>
              <a:rPr lang="en-US" altLang="en-US" sz="1800">
                <a:latin typeface="Times New Roman" pitchFamily="18" charset="0"/>
                <a:cs typeface="Angsana New" pitchFamily="18" charset="-34"/>
              </a:rPr>
              <a:t>ng s</a:t>
            </a:r>
            <a:r>
              <a:rPr lang="th-TH" altLang="en-US" sz="1800">
                <a:latin typeface="Times New Roman" pitchFamily="18" charset="0"/>
                <a:cs typeface="Angsana New" pitchFamily="18" charset="-34"/>
              </a:rPr>
              <a:t>ố</a:t>
            </a:r>
            <a:r>
              <a:rPr lang="en-US" altLang="en-US" sz="1800">
                <a:latin typeface="Times New Roman" pitchFamily="18" charset="0"/>
                <a:cs typeface="Angsana New" pitchFamily="18" charset="-34"/>
              </a:rPr>
              <a:t>/phi th</a:t>
            </a:r>
            <a:r>
              <a:rPr lang="th-TH" altLang="en-US" sz="1800">
                <a:latin typeface="Times New Roman" pitchFamily="18" charset="0"/>
                <a:cs typeface="Angsana New" pitchFamily="18" charset="-34"/>
              </a:rPr>
              <a:t>ô</a:t>
            </a:r>
            <a:r>
              <a:rPr lang="en-US" altLang="en-US" sz="1800">
                <a:latin typeface="Times New Roman" pitchFamily="18" charset="0"/>
                <a:cs typeface="Angsana New" pitchFamily="18" charset="-34"/>
              </a:rPr>
              <a:t>ng s</a:t>
            </a:r>
            <a:r>
              <a:rPr lang="th-TH" altLang="en-US" sz="1800">
                <a:latin typeface="Times New Roman" pitchFamily="18" charset="0"/>
                <a:cs typeface="Angsana New" pitchFamily="18" charset="-34"/>
              </a:rPr>
              <a:t>ố</a:t>
            </a:r>
            <a:r>
              <a:rPr lang="en-US" altLang="en-US" sz="1800">
                <a:latin typeface="Times New Roman" pitchFamily="18" charset="0"/>
                <a:cs typeface="Angsana New" pitchFamily="18" charset="-34"/>
              </a:rPr>
              <a:t>/th</a:t>
            </a:r>
            <a:r>
              <a:rPr lang="th-TH" altLang="en-US" sz="1800">
                <a:latin typeface="Times New Roman" pitchFamily="18" charset="0"/>
                <a:cs typeface="Angsana New" pitchFamily="18" charset="-34"/>
              </a:rPr>
              <a:t>ô</a:t>
            </a:r>
            <a:r>
              <a:rPr lang="en-US" altLang="en-US" sz="1800">
                <a:latin typeface="Times New Roman" pitchFamily="18" charset="0"/>
                <a:cs typeface="Angsana New" pitchFamily="18" charset="-34"/>
              </a:rPr>
              <a:t>ng s</a:t>
            </a:r>
            <a:r>
              <a:rPr lang="th-TH" altLang="en-US" sz="1800">
                <a:latin typeface="Times New Roman" pitchFamily="18" charset="0"/>
                <a:cs typeface="Angsana New" pitchFamily="18" charset="-34"/>
              </a:rPr>
              <a:t>ố</a:t>
            </a:r>
            <a:r>
              <a:rPr lang="en-US" altLang="en-US" sz="1800">
                <a:latin typeface="Times New Roman" pitchFamily="18" charset="0"/>
                <a:cs typeface="Angsana New" pitchFamily="18" charset="-34"/>
              </a:rPr>
              <a:t> k</a:t>
            </a:r>
            <a:r>
              <a:rPr lang="th-TH" altLang="en-US" sz="1800">
                <a:latin typeface="Times New Roman" pitchFamily="18" charset="0"/>
                <a:cs typeface="Angsana New" pitchFamily="18" charset="-34"/>
              </a:rPr>
              <a:t>ế</a:t>
            </a:r>
            <a:r>
              <a:rPr lang="en-US" altLang="en-US" sz="1800">
                <a:latin typeface="Times New Roman" pitchFamily="18" charset="0"/>
                <a:cs typeface="Angsana New" pitchFamily="18" charset="-34"/>
              </a:rPr>
              <a:t>t h</a:t>
            </a:r>
            <a:r>
              <a:rPr lang="th-TH" altLang="en-US" sz="1800">
                <a:latin typeface="Times New Roman" pitchFamily="18" charset="0"/>
                <a:cs typeface="Angsana New" pitchFamily="18" charset="-34"/>
              </a:rPr>
              <a:t>ợ</a:t>
            </a:r>
            <a:r>
              <a:rPr lang="en-US" altLang="en-US" sz="1800">
                <a:latin typeface="Times New Roman" pitchFamily="18" charset="0"/>
                <a:cs typeface="Angsana New" pitchFamily="18" charset="-34"/>
              </a:rPr>
              <a:t>p, </a:t>
            </a:r>
            <a:r>
              <a:rPr lang="th-TH" altLang="en-US" sz="1800">
                <a:latin typeface="Times New Roman" pitchFamily="18" charset="0"/>
                <a:cs typeface="Angsana New" pitchFamily="18" charset="-34"/>
              </a:rPr>
              <a:t>đố</a:t>
            </a:r>
            <a:r>
              <a:rPr lang="en-US" altLang="en-US" sz="1800">
                <a:latin typeface="Times New Roman" pitchFamily="18" charset="0"/>
                <a:cs typeface="Angsana New" pitchFamily="18" charset="-34"/>
              </a:rPr>
              <a:t>i x</a:t>
            </a:r>
            <a:r>
              <a:rPr lang="th-TH" altLang="en-US" sz="1800">
                <a:latin typeface="Times New Roman" pitchFamily="18" charset="0"/>
                <a:cs typeface="Angsana New" pitchFamily="18" charset="-34"/>
              </a:rPr>
              <a:t>ứ</a:t>
            </a:r>
            <a:r>
              <a:rPr lang="en-US" altLang="en-US" sz="1800">
                <a:latin typeface="Times New Roman" pitchFamily="18" charset="0"/>
                <a:cs typeface="Angsana New" pitchFamily="18" charset="-34"/>
              </a:rPr>
              <a:t>ng/b</a:t>
            </a:r>
            <a:r>
              <a:rPr lang="th-TH" altLang="en-US" sz="1800">
                <a:latin typeface="Times New Roman" pitchFamily="18" charset="0"/>
                <a:cs typeface="Angsana New" pitchFamily="18" charset="-34"/>
              </a:rPr>
              <a:t>ấ</a:t>
            </a:r>
            <a:r>
              <a:rPr lang="en-US" altLang="en-US" sz="1800">
                <a:latin typeface="Times New Roman" pitchFamily="18" charset="0"/>
                <a:cs typeface="Angsana New" pitchFamily="18" charset="-34"/>
              </a:rPr>
              <a:t>t </a:t>
            </a:r>
            <a:r>
              <a:rPr lang="th-TH" altLang="en-US" sz="1800">
                <a:latin typeface="Times New Roman" pitchFamily="18" charset="0"/>
                <a:cs typeface="Angsana New" pitchFamily="18" charset="-34"/>
              </a:rPr>
              <a:t>đố</a:t>
            </a:r>
            <a:r>
              <a:rPr lang="en-US" altLang="en-US" sz="1800">
                <a:latin typeface="Times New Roman" pitchFamily="18" charset="0"/>
                <a:cs typeface="Angsana New" pitchFamily="18" charset="-34"/>
              </a:rPr>
              <a:t>i x</a:t>
            </a:r>
            <a:r>
              <a:rPr lang="th-TH" altLang="en-US" sz="1800">
                <a:latin typeface="Times New Roman" pitchFamily="18" charset="0"/>
                <a:cs typeface="Angsana New" pitchFamily="18" charset="-34"/>
              </a:rPr>
              <a:t>ứ</a:t>
            </a:r>
            <a:r>
              <a:rPr lang="en-US" altLang="en-US" sz="1800">
                <a:latin typeface="Times New Roman" pitchFamily="18" charset="0"/>
                <a:cs typeface="Angsana New" pitchFamily="18" charset="-34"/>
              </a:rPr>
              <a:t>ng</a:t>
            </a:r>
            <a:endParaRPr lang="th-TH" altLang="en-US" sz="1800">
              <a:latin typeface="Times New Roman" pitchFamily="18" charset="0"/>
              <a:cs typeface="Angsana New" pitchFamily="18" charset="-34"/>
            </a:endParaRPr>
          </a:p>
        </p:txBody>
      </p:sp>
      <p:sp>
        <p:nvSpPr>
          <p:cNvPr id="6" name="Slide Number Placeholder 5"/>
          <p:cNvSpPr>
            <a:spLocks noGrp="1"/>
          </p:cNvSpPr>
          <p:nvPr>
            <p:ph type="sldNum" sz="quarter" idx="12"/>
          </p:nvPr>
        </p:nvSpPr>
        <p:spPr/>
        <p:txBody>
          <a:bodyPr/>
          <a:lstStyle/>
          <a:p>
            <a:fld id="{011B774E-EF8D-4E6A-8D9C-7208CFFC303D}" type="slidenum">
              <a:rPr lang="en-US" altLang="en-US"/>
              <a:pPr/>
              <a:t>42</a:t>
            </a:fld>
            <a:endParaRPr lang="en-US" altLang="en-US"/>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en-US" altLang="en-US">
                <a:solidFill>
                  <a:srgbClr val="FF0000"/>
                </a:solidFill>
                <a:effectLst>
                  <a:outerShdw blurRad="38100" dist="38100" dir="2700000" algn="tl">
                    <a:srgbClr val="C0C0C0"/>
                  </a:outerShdw>
                </a:effectLst>
              </a:rPr>
              <a:t>Hỏi &amp; Đáp …</a:t>
            </a:r>
          </a:p>
        </p:txBody>
      </p:sp>
      <p:sp>
        <p:nvSpPr>
          <p:cNvPr id="5" name="Slide Number Placeholder 5"/>
          <p:cNvSpPr>
            <a:spLocks noGrp="1"/>
          </p:cNvSpPr>
          <p:nvPr>
            <p:ph type="sldNum" sz="quarter" idx="12"/>
          </p:nvPr>
        </p:nvSpPr>
        <p:spPr/>
        <p:txBody>
          <a:bodyPr/>
          <a:lstStyle/>
          <a:p>
            <a:fld id="{A1EA1004-B073-4947-9D46-8EF758C3BD31}" type="slidenum">
              <a:rPr lang="en-US" altLang="en-US"/>
              <a:pPr/>
              <a:t>43</a:t>
            </a:fld>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grpId="2" nodeType="withEffect">
                                  <p:stCondLst>
                                    <p:cond delay="0"/>
                                  </p:stCondLst>
                                  <p:childTnLst>
                                    <p:set>
                                      <p:cBhvr>
                                        <p:cTn id="6" dur="1" fill="hold">
                                          <p:stCondLst>
                                            <p:cond delay="0"/>
                                          </p:stCondLst>
                                        </p:cTn>
                                        <p:tgtEl>
                                          <p:spTgt spid="21506"/>
                                        </p:tgtEl>
                                        <p:attrNameLst>
                                          <p:attrName>style.visibility</p:attrName>
                                        </p:attrNameLst>
                                      </p:cBhvr>
                                      <p:to>
                                        <p:strVal val="visible"/>
                                      </p:to>
                                    </p:set>
                                    <p:animEffect transition="in" filter="checkerboard(across)">
                                      <p:cBhvr>
                                        <p:cTn id="7" dur="500"/>
                                        <p:tgtEl>
                                          <p:spTgt spid="215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6" grpId="2"/>
    </p:bldLst>
  </p:timing>
</p:sld>
</file>

<file path=ppt/theme/theme1.xml><?xml version="1.0" encoding="utf-8"?>
<a:theme xmlns:a="http://schemas.openxmlformats.org/drawingml/2006/main" name="Theme1">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FFF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1" id="{AD38819A-F5E4-4B9C-8265-4C0447E0A9CF}" vid="{5315DFD1-2469-43F3-9BC7-52BFC0B94746}"/>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Theme1</Template>
  <TotalTime>12130</TotalTime>
  <Words>2986</Words>
  <Application>Microsoft Office PowerPoint</Application>
  <PresentationFormat>On-screen Show (16:10)</PresentationFormat>
  <Paragraphs>375</Paragraphs>
  <Slides>43</Slides>
  <Notes>14</Notes>
  <HiddenSlides>3</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1</vt:i4>
      </vt:variant>
      <vt:variant>
        <vt:lpstr>Slide Titles</vt:lpstr>
      </vt:variant>
      <vt:variant>
        <vt:i4>43</vt:i4>
      </vt:variant>
    </vt:vector>
  </HeadingPairs>
  <TitlesOfParts>
    <vt:vector size="57" baseType="lpstr">
      <vt:lpstr>Angsana New</vt:lpstr>
      <vt:lpstr>Arial</vt:lpstr>
      <vt:lpstr>Calibri</vt:lpstr>
      <vt:lpstr>Cambria</vt:lpstr>
      <vt:lpstr>Cambria Math</vt:lpstr>
      <vt:lpstr>Montserrat</vt:lpstr>
      <vt:lpstr>Symbol</vt:lpstr>
      <vt:lpstr>Tahoma</vt:lpstr>
      <vt:lpstr>Times New Roman</vt:lpstr>
      <vt:lpstr>Times New Roman (Heading)</vt:lpstr>
      <vt:lpstr>Verdana</vt:lpstr>
      <vt:lpstr>Wingdings</vt:lpstr>
      <vt:lpstr>Theme1</vt:lpstr>
      <vt:lpstr>Equation</vt:lpstr>
      <vt:lpstr>CHƯƠNG 3 MÔ HÌNH HỒI QUY</vt:lpstr>
      <vt:lpstr>Nội dung</vt:lpstr>
      <vt:lpstr>Tài liệu tham khảo</vt:lpstr>
      <vt:lpstr>3.0. Tình huống 1</vt:lpstr>
      <vt:lpstr>3.0. Tình huống 2</vt:lpstr>
      <vt:lpstr>3.0. Tình huống 3</vt:lpstr>
      <vt:lpstr>3.0. Tình huống 4</vt:lpstr>
      <vt:lpstr>3.0. Tình huống …</vt:lpstr>
      <vt:lpstr>3.1. Tổng quan về hồi quy</vt:lpstr>
      <vt:lpstr>3.1. Tổng quan về hồi quy</vt:lpstr>
      <vt:lpstr>3.1. Tổng quan về hồi quy</vt:lpstr>
      <vt:lpstr>3.1. Tổng quan về hồi qui</vt:lpstr>
      <vt:lpstr>3.1. Tổng quan về hồi quy</vt:lpstr>
      <vt:lpstr>3.2. Hồi qui tuyến tính</vt:lpstr>
      <vt:lpstr>                    3.2.1. Hồi qui tuyến tính đơn biến</vt:lpstr>
      <vt:lpstr>Hàm mất mát</vt:lpstr>
      <vt:lpstr>3.2.1. Hồi qui tuyến tính đơn biến</vt:lpstr>
      <vt:lpstr>Bài tập thực hành </vt:lpstr>
      <vt:lpstr>3.2.2. Hồi qui tuyến tính đa biến</vt:lpstr>
      <vt:lpstr>3.2.2. Hồi qui tuyến tính đa biến</vt:lpstr>
      <vt:lpstr>3.2.2. Hồi qui tuyến tính đa biến</vt:lpstr>
      <vt:lpstr>3.2.2. Hồi qui tuyến tính đa biến</vt:lpstr>
      <vt:lpstr>3.2.2. Hồi qui tuyến tính đa biến</vt:lpstr>
      <vt:lpstr>Thực hành </vt:lpstr>
      <vt:lpstr>Dự báo hồi quy</vt:lpstr>
      <vt:lpstr>Dự báo hồi quy</vt:lpstr>
      <vt:lpstr>                   Dự báo hồi quy</vt:lpstr>
      <vt:lpstr>Đánh giá MHHQTT đa biến</vt:lpstr>
      <vt:lpstr>Chỉ số R_Squared</vt:lpstr>
      <vt:lpstr>Chỉ số R_Squared</vt:lpstr>
      <vt:lpstr>Chỉ số R_Squared</vt:lpstr>
      <vt:lpstr>Chỉ số MAE</vt:lpstr>
      <vt:lpstr>Chỉ số MAPE</vt:lpstr>
      <vt:lpstr>Hiện tượng overfitting</vt:lpstr>
      <vt:lpstr>Hiện tượng overfitting</vt:lpstr>
      <vt:lpstr>Overfitting</vt:lpstr>
      <vt:lpstr>3.3. Hồi qui phi tuyến</vt:lpstr>
      <vt:lpstr>3.3. Hồi qui phi tuyến</vt:lpstr>
      <vt:lpstr>3.4. Ứng dụng</vt:lpstr>
      <vt:lpstr>3.4. Ứng dụng</vt:lpstr>
      <vt:lpstr>3.5. Các vấn đề với hồi qui</vt:lpstr>
      <vt:lpstr>3.6. Tóm tắt</vt:lpstr>
      <vt:lpstr>Hỏi &amp; Đáp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3: Data Regression</dc:title>
  <dc:creator>hungnd vn</dc:creator>
  <cp:lastModifiedBy>Lê Nhung</cp:lastModifiedBy>
  <cp:revision>212</cp:revision>
  <dcterms:created xsi:type="dcterms:W3CDTF">2006-01-04T09:12:42Z</dcterms:created>
  <dcterms:modified xsi:type="dcterms:W3CDTF">2025-09-08T08:03:52Z</dcterms:modified>
</cp:coreProperties>
</file>