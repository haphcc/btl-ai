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8" roundtripDataSignature="AMtx7mjtliKHRVsHqo/TQvTZTDcarZAp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881794-55D7-4F2D-B231-B57A93F97EFB}">
  <a:tblStyle styleId="{96881794-55D7-4F2D-B231-B57A93F97E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customschemas.google.com/relationships/presentationmetadata" Target="meta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4"/>
          <p:cNvSpPr txBox="1"/>
          <p:nvPr>
            <p:ph idx="1" type="subTitle"/>
          </p:nvPr>
        </p:nvSpPr>
        <p:spPr>
          <a:xfrm>
            <a:off x="4673600" y="2927350"/>
            <a:ext cx="4013200" cy="1822450"/>
          </a:xfrm>
          <a:prstGeom prst="rect">
            <a:avLst/>
          </a:prstGeom>
          <a:noFill/>
          <a:ln>
            <a:noFill/>
          </a:ln>
        </p:spPr>
        <p:txBody>
          <a:bodyPr anchorCtr="0" anchor="b" bIns="45700" lIns="91425" spcFirstLastPara="1" rIns="91425" wrap="square" tIns="45700">
            <a:noAutofit/>
          </a:bodyPr>
          <a:lstStyle>
            <a:lvl1pPr lvl="0" algn="l">
              <a:spcBef>
                <a:spcPts val="560"/>
              </a:spcBef>
              <a:spcAft>
                <a:spcPts val="0"/>
              </a:spcAft>
              <a:buSzPts val="2100"/>
              <a:buFont typeface="Noto Sans Symbols"/>
              <a:buNone/>
              <a:defRPr>
                <a:solidFill>
                  <a:schemeClr val="dk2"/>
                </a:solidFill>
              </a:defRPr>
            </a:lvl1pPr>
            <a:lvl2pPr lvl="1" algn="l">
              <a:spcBef>
                <a:spcPts val="360"/>
              </a:spcBef>
              <a:spcAft>
                <a:spcPts val="0"/>
              </a:spcAft>
              <a:buSzPts val="1350"/>
              <a:buChar char="–"/>
              <a:defRPr/>
            </a:lvl2pPr>
            <a:lvl3pPr lvl="2" algn="l">
              <a:spcBef>
                <a:spcPts val="360"/>
              </a:spcBef>
              <a:spcAft>
                <a:spcPts val="0"/>
              </a:spcAft>
              <a:buSzPts val="1350"/>
              <a:buChar char="●"/>
              <a:defRPr/>
            </a:lvl3pPr>
            <a:lvl4pPr lvl="3" algn="l">
              <a:spcBef>
                <a:spcPts val="360"/>
              </a:spcBef>
              <a:spcAft>
                <a:spcPts val="0"/>
              </a:spcAft>
              <a:buSzPts val="1440"/>
              <a:buChar char="–"/>
              <a:defRPr/>
            </a:lvl4pPr>
            <a:lvl5pPr lvl="4" algn="l">
              <a:spcBef>
                <a:spcPts val="360"/>
              </a:spcBef>
              <a:spcAft>
                <a:spcPts val="0"/>
              </a:spcAft>
              <a:buSzPts val="1170"/>
              <a:buChar char="●"/>
              <a:defRPr/>
            </a:lvl5pPr>
            <a:lvl6pPr lvl="5" algn="l">
              <a:spcBef>
                <a:spcPts val="360"/>
              </a:spcBef>
              <a:spcAft>
                <a:spcPts val="0"/>
              </a:spcAft>
              <a:buSzPts val="1170"/>
              <a:buChar char="●"/>
              <a:defRPr/>
            </a:lvl6pPr>
            <a:lvl7pPr lvl="6" algn="l">
              <a:spcBef>
                <a:spcPts val="360"/>
              </a:spcBef>
              <a:spcAft>
                <a:spcPts val="0"/>
              </a:spcAft>
              <a:buSzPts val="1170"/>
              <a:buChar char="●"/>
              <a:defRPr/>
            </a:lvl7pPr>
            <a:lvl8pPr lvl="7" algn="l">
              <a:spcBef>
                <a:spcPts val="360"/>
              </a:spcBef>
              <a:spcAft>
                <a:spcPts val="0"/>
              </a:spcAft>
              <a:buSzPts val="1170"/>
              <a:buChar char="●"/>
              <a:defRPr/>
            </a:lvl8pPr>
            <a:lvl9pPr lvl="8" algn="l">
              <a:spcBef>
                <a:spcPts val="360"/>
              </a:spcBef>
              <a:spcAft>
                <a:spcPts val="0"/>
              </a:spcAft>
              <a:buSzPts val="1170"/>
              <a:buChar char="●"/>
              <a:defRPr/>
            </a:lvl9pPr>
          </a:lstStyle>
          <a:p/>
        </p:txBody>
      </p:sp>
      <p:sp>
        <p:nvSpPr>
          <p:cNvPr id="23" name="Google Shape;23;p14"/>
          <p:cNvSpPr/>
          <p:nvPr>
            <p:ph type="ctrTitle"/>
          </p:nvPr>
        </p:nvSpPr>
        <p:spPr>
          <a:xfrm>
            <a:off x="685800" y="990600"/>
            <a:ext cx="8229600" cy="1905000"/>
          </a:xfrm>
          <a:prstGeom prst="roundRect">
            <a:avLst>
              <a:gd fmla="val 50000" name="adj"/>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 name="Google Shape;24;p14"/>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76200" y="6248400"/>
            <a:ext cx="587375" cy="48895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16"/>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16"/>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20039" lvl="3" marL="1828800" algn="l">
              <a:spcBef>
                <a:spcPts val="360"/>
              </a:spcBef>
              <a:spcAft>
                <a:spcPts val="0"/>
              </a:spcAft>
              <a:buSzPts val="1440"/>
              <a:buChar char="–"/>
              <a:defRPr/>
            </a:lvl4pPr>
            <a:lvl5pPr indent="-302895" lvl="4" marL="2286000" algn="l">
              <a:spcBef>
                <a:spcPts val="360"/>
              </a:spcBef>
              <a:spcAft>
                <a:spcPts val="0"/>
              </a:spcAft>
              <a:buSzPts val="1170"/>
              <a:buChar char="●"/>
              <a:defRPr/>
            </a:lvl5pPr>
            <a:lvl6pPr indent="-302895" lvl="5" marL="2743200" algn="l">
              <a:spcBef>
                <a:spcPts val="360"/>
              </a:spcBef>
              <a:spcAft>
                <a:spcPts val="0"/>
              </a:spcAft>
              <a:buSzPts val="1170"/>
              <a:buChar char="●"/>
              <a:defRPr/>
            </a:lvl6pPr>
            <a:lvl7pPr indent="-302895" lvl="6" marL="3200400" algn="l">
              <a:spcBef>
                <a:spcPts val="360"/>
              </a:spcBef>
              <a:spcAft>
                <a:spcPts val="0"/>
              </a:spcAft>
              <a:buSzPts val="1170"/>
              <a:buChar char="●"/>
              <a:defRPr/>
            </a:lvl7pPr>
            <a:lvl8pPr indent="-302895" lvl="7" marL="3657600" algn="l">
              <a:spcBef>
                <a:spcPts val="360"/>
              </a:spcBef>
              <a:spcAft>
                <a:spcPts val="0"/>
              </a:spcAft>
              <a:buSzPts val="1170"/>
              <a:buChar char="●"/>
              <a:defRPr/>
            </a:lvl8pPr>
            <a:lvl9pPr indent="-302895" lvl="8" marL="4114800" algn="l">
              <a:spcBef>
                <a:spcPts val="360"/>
              </a:spcBef>
              <a:spcAft>
                <a:spcPts val="0"/>
              </a:spcAft>
              <a:buSzPts val="1170"/>
              <a:buChar char="●"/>
              <a:defRPr/>
            </a:lvl9pPr>
          </a:lstStyle>
          <a:p/>
        </p:txBody>
      </p:sp>
      <p:sp>
        <p:nvSpPr>
          <p:cNvPr id="43" name="Google Shape;43;p16"/>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6" name="Shape 46"/>
        <p:cNvGrpSpPr/>
        <p:nvPr/>
      </p:nvGrpSpPr>
      <p:grpSpPr>
        <a:xfrm>
          <a:off x="0" y="0"/>
          <a:ext cx="0" cy="0"/>
          <a:chOff x="0" y="0"/>
          <a:chExt cx="0" cy="0"/>
        </a:xfrm>
      </p:grpSpPr>
      <p:sp>
        <p:nvSpPr>
          <p:cNvPr id="47" name="Google Shape;47;p17"/>
          <p:cNvSpPr/>
          <p:nvPr>
            <p:ph type="title"/>
          </p:nvPr>
        </p:nvSpPr>
        <p:spPr>
          <a:xfrm>
            <a:off x="6705600" y="762000"/>
            <a:ext cx="1981200" cy="5324475"/>
          </a:xfrm>
          <a:prstGeom prst="roundRect">
            <a:avLst>
              <a:gd fmla="val 4680" name="adj"/>
            </a:avLst>
          </a:prstGeom>
          <a:noFill/>
          <a:ln>
            <a:noFill/>
          </a:ln>
        </p:spPr>
        <p:txBody>
          <a:bodyPr anchorCtr="0" anchor="b" bIns="45700" lIns="91425" spcFirstLastPara="1" rIns="91425" wrap="square" tIns="45700">
            <a:noAutofit/>
          </a:bodyPr>
          <a:lstStyle>
            <a:lvl1pPr lvl="0">
              <a:spcBef>
                <a:spcPts val="0"/>
              </a:spcBef>
              <a:spcAft>
                <a:spcPts val="0"/>
              </a:spcAft>
              <a:buNone/>
              <a:defRPr/>
            </a:lvl1pPr>
          </a:lstStyle>
          <a:p/>
        </p:txBody>
      </p:sp>
      <p:sp>
        <p:nvSpPr>
          <p:cNvPr id="48" name="Google Shape;48;p17"/>
          <p:cNvSpPr txBox="1"/>
          <p:nvPr/>
        </p:nvSpPr>
        <p:spPr>
          <a:xfrm rot="5400000">
            <a:off x="5061119" y="2460794"/>
            <a:ext cx="5270161" cy="192688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chemeClr val="dk2"/>
                </a:solidFill>
                <a:latin typeface="Arial"/>
                <a:ea typeface="Arial"/>
                <a:cs typeface="Arial"/>
                <a:sym typeface="Arial"/>
              </a:rPr>
              <a:t>Click to edit Master title style</a:t>
            </a:r>
            <a:endParaRPr b="1" i="0" sz="3600" u="none" cap="none" strike="noStrike">
              <a:solidFill>
                <a:schemeClr val="dk2"/>
              </a:solidFill>
              <a:latin typeface="Arial"/>
              <a:ea typeface="Arial"/>
              <a:cs typeface="Arial"/>
              <a:sym typeface="Arial"/>
            </a:endParaRPr>
          </a:p>
        </p:txBody>
      </p:sp>
      <p:sp>
        <p:nvSpPr>
          <p:cNvPr id="49" name="Google Shape;49;p17"/>
          <p:cNvSpPr txBox="1"/>
          <p:nvPr>
            <p:ph idx="1" type="body"/>
          </p:nvPr>
        </p:nvSpPr>
        <p:spPr>
          <a:xfrm rot="5400000">
            <a:off x="995363" y="528638"/>
            <a:ext cx="5324475" cy="5791200"/>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20039" lvl="3" marL="1828800" algn="l">
              <a:spcBef>
                <a:spcPts val="360"/>
              </a:spcBef>
              <a:spcAft>
                <a:spcPts val="0"/>
              </a:spcAft>
              <a:buSzPts val="1440"/>
              <a:buChar char="–"/>
              <a:defRPr/>
            </a:lvl4pPr>
            <a:lvl5pPr indent="-302895" lvl="4" marL="2286000" algn="l">
              <a:spcBef>
                <a:spcPts val="360"/>
              </a:spcBef>
              <a:spcAft>
                <a:spcPts val="0"/>
              </a:spcAft>
              <a:buSzPts val="1170"/>
              <a:buChar char="●"/>
              <a:defRPr/>
            </a:lvl5pPr>
            <a:lvl6pPr indent="-302895" lvl="5" marL="2743200" algn="l">
              <a:spcBef>
                <a:spcPts val="360"/>
              </a:spcBef>
              <a:spcAft>
                <a:spcPts val="0"/>
              </a:spcAft>
              <a:buSzPts val="1170"/>
              <a:buChar char="●"/>
              <a:defRPr/>
            </a:lvl6pPr>
            <a:lvl7pPr indent="-302895" lvl="6" marL="3200400" algn="l">
              <a:spcBef>
                <a:spcPts val="360"/>
              </a:spcBef>
              <a:spcAft>
                <a:spcPts val="0"/>
              </a:spcAft>
              <a:buSzPts val="1170"/>
              <a:buChar char="●"/>
              <a:defRPr/>
            </a:lvl7pPr>
            <a:lvl8pPr indent="-302895" lvl="7" marL="3657600" algn="l">
              <a:spcBef>
                <a:spcPts val="360"/>
              </a:spcBef>
              <a:spcAft>
                <a:spcPts val="0"/>
              </a:spcAft>
              <a:buSzPts val="1170"/>
              <a:buChar char="●"/>
              <a:defRPr/>
            </a:lvl8pPr>
            <a:lvl9pPr indent="-302895" lvl="8" marL="4114800" algn="l">
              <a:spcBef>
                <a:spcPts val="360"/>
              </a:spcBef>
              <a:spcAft>
                <a:spcPts val="0"/>
              </a:spcAft>
              <a:buSzPts val="1170"/>
              <a:buChar char="●"/>
              <a:defRPr/>
            </a:lvl9pPr>
          </a:lstStyle>
          <a:p/>
        </p:txBody>
      </p:sp>
      <p:sp>
        <p:nvSpPr>
          <p:cNvPr id="50" name="Google Shape;50;p17"/>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18"/>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18"/>
          <p:cNvSpPr txBox="1"/>
          <p:nvPr>
            <p:ph idx="1" type="body"/>
          </p:nvPr>
        </p:nvSpPr>
        <p:spPr>
          <a:xfrm rot="5400000">
            <a:off x="2822575" y="377825"/>
            <a:ext cx="3724275" cy="7693025"/>
          </a:xfrm>
          <a:prstGeom prst="rect">
            <a:avLst/>
          </a:prstGeom>
          <a:noFill/>
          <a:ln>
            <a:noFill/>
          </a:ln>
        </p:spPr>
        <p:txBody>
          <a:bodyPr anchorCtr="0" anchor="t" bIns="45700" lIns="91425" spcFirstLastPara="1" rIns="91425" wrap="square" tIns="45700">
            <a:noAutofit/>
          </a:bodyPr>
          <a:lstStyle>
            <a:lvl1pPr indent="-314325" lvl="0" marL="457200" algn="l">
              <a:spcBef>
                <a:spcPts val="360"/>
              </a:spcBef>
              <a:spcAft>
                <a:spcPts val="0"/>
              </a:spcAft>
              <a:buSzPts val="1350"/>
              <a:buChar char="●"/>
              <a:defRPr/>
            </a:lvl1pPr>
            <a:lvl2pPr indent="-314325" lvl="1" marL="914400" algn="l">
              <a:spcBef>
                <a:spcPts val="360"/>
              </a:spcBef>
              <a:spcAft>
                <a:spcPts val="0"/>
              </a:spcAft>
              <a:buSzPts val="1350"/>
              <a:buChar char="–"/>
              <a:defRPr/>
            </a:lvl2pPr>
            <a:lvl3pPr indent="-314325" lvl="2" marL="1371600" algn="l">
              <a:spcBef>
                <a:spcPts val="360"/>
              </a:spcBef>
              <a:spcAft>
                <a:spcPts val="0"/>
              </a:spcAft>
              <a:buSzPts val="1350"/>
              <a:buChar char="●"/>
              <a:defRPr/>
            </a:lvl3pPr>
            <a:lvl4pPr indent="-320039" lvl="3" marL="1828800" algn="l">
              <a:spcBef>
                <a:spcPts val="360"/>
              </a:spcBef>
              <a:spcAft>
                <a:spcPts val="0"/>
              </a:spcAft>
              <a:buSzPts val="1440"/>
              <a:buChar char="–"/>
              <a:defRPr/>
            </a:lvl4pPr>
            <a:lvl5pPr indent="-302895" lvl="4" marL="2286000" algn="l">
              <a:spcBef>
                <a:spcPts val="360"/>
              </a:spcBef>
              <a:spcAft>
                <a:spcPts val="0"/>
              </a:spcAft>
              <a:buSzPts val="1170"/>
              <a:buChar char="●"/>
              <a:defRPr/>
            </a:lvl5pPr>
            <a:lvl6pPr indent="-302895" lvl="5" marL="2743200" algn="l">
              <a:spcBef>
                <a:spcPts val="360"/>
              </a:spcBef>
              <a:spcAft>
                <a:spcPts val="0"/>
              </a:spcAft>
              <a:buSzPts val="1170"/>
              <a:buChar char="●"/>
              <a:defRPr/>
            </a:lvl6pPr>
            <a:lvl7pPr indent="-302895" lvl="6" marL="3200400" algn="l">
              <a:spcBef>
                <a:spcPts val="360"/>
              </a:spcBef>
              <a:spcAft>
                <a:spcPts val="0"/>
              </a:spcAft>
              <a:buSzPts val="1170"/>
              <a:buChar char="●"/>
              <a:defRPr/>
            </a:lvl7pPr>
            <a:lvl8pPr indent="-302895" lvl="7" marL="3657600" algn="l">
              <a:spcBef>
                <a:spcPts val="360"/>
              </a:spcBef>
              <a:spcAft>
                <a:spcPts val="0"/>
              </a:spcAft>
              <a:buSzPts val="1170"/>
              <a:buChar char="●"/>
              <a:defRPr/>
            </a:lvl8pPr>
            <a:lvl9pPr indent="-302895" lvl="8" marL="4114800" algn="l">
              <a:spcBef>
                <a:spcPts val="360"/>
              </a:spcBef>
              <a:spcAft>
                <a:spcPts val="0"/>
              </a:spcAft>
              <a:buSzPts val="1170"/>
              <a:buChar char="●"/>
              <a:defRPr/>
            </a:lvl9pPr>
          </a:lstStyle>
          <a:p/>
        </p:txBody>
      </p:sp>
      <p:sp>
        <p:nvSpPr>
          <p:cNvPr id="56" name="Google Shape;56;p18"/>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9"/>
          <p:cNvSpPr/>
          <p:nvPr>
            <p:ph type="title"/>
          </p:nvPr>
        </p:nvSpPr>
        <p:spPr>
          <a:xfrm>
            <a:off x="1792288" y="4800600"/>
            <a:ext cx="5486400" cy="566738"/>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b="1" sz="2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19"/>
          <p:cNvSpPr/>
          <p:nvPr>
            <p:ph idx="2" type="pic"/>
          </p:nvPr>
        </p:nvSpPr>
        <p:spPr>
          <a:xfrm>
            <a:off x="1792288" y="612775"/>
            <a:ext cx="5486400" cy="4114800"/>
          </a:xfrm>
          <a:prstGeom prst="rect">
            <a:avLst/>
          </a:prstGeom>
          <a:noFill/>
          <a:ln>
            <a:noFill/>
          </a:ln>
        </p:spPr>
      </p:sp>
      <p:sp>
        <p:nvSpPr>
          <p:cNvPr id="62" name="Google Shape;62;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Font typeface="Arial"/>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720"/>
              <a:buFont typeface="Arial"/>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585"/>
              <a:buNone/>
              <a:defRPr sz="900"/>
            </a:lvl6pPr>
            <a:lvl7pPr indent="-228600" lvl="6" marL="3200400" algn="l">
              <a:spcBef>
                <a:spcPts val="180"/>
              </a:spcBef>
              <a:spcAft>
                <a:spcPts val="0"/>
              </a:spcAft>
              <a:buSzPts val="585"/>
              <a:buNone/>
              <a:defRPr sz="900"/>
            </a:lvl7pPr>
            <a:lvl8pPr indent="-228600" lvl="7" marL="3657600" algn="l">
              <a:spcBef>
                <a:spcPts val="180"/>
              </a:spcBef>
              <a:spcAft>
                <a:spcPts val="0"/>
              </a:spcAft>
              <a:buSzPts val="585"/>
              <a:buNone/>
              <a:defRPr sz="900"/>
            </a:lvl8pPr>
            <a:lvl9pPr indent="-228600" lvl="8" marL="4114800" algn="l">
              <a:spcBef>
                <a:spcPts val="180"/>
              </a:spcBef>
              <a:spcAft>
                <a:spcPts val="0"/>
              </a:spcAft>
              <a:buSzPts val="585"/>
              <a:buNone/>
              <a:defRPr sz="900"/>
            </a:lvl9pPr>
          </a:lstStyle>
          <a:p/>
        </p:txBody>
      </p:sp>
      <p:sp>
        <p:nvSpPr>
          <p:cNvPr id="63" name="Google Shape;63;p19"/>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9"/>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0"/>
          <p:cNvSpPr/>
          <p:nvPr>
            <p:ph type="title"/>
          </p:nvPr>
        </p:nvSpPr>
        <p:spPr>
          <a:xfrm>
            <a:off x="457200" y="273050"/>
            <a:ext cx="3008313" cy="116205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b="1" sz="2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8" name="Google Shape;68;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81000" lvl="0" marL="457200" algn="l">
              <a:spcBef>
                <a:spcPts val="640"/>
              </a:spcBef>
              <a:spcAft>
                <a:spcPts val="0"/>
              </a:spcAft>
              <a:buSzPts val="2400"/>
              <a:buChar char="●"/>
              <a:defRPr sz="3200"/>
            </a:lvl1pPr>
            <a:lvl2pPr indent="-361950" lvl="1" marL="914400" algn="l">
              <a:spcBef>
                <a:spcPts val="560"/>
              </a:spcBef>
              <a:spcAft>
                <a:spcPts val="0"/>
              </a:spcAft>
              <a:buSzPts val="2100"/>
              <a:buFont typeface="Arial"/>
              <a:buChar char="–"/>
              <a:defRPr sz="2800"/>
            </a:lvl2pPr>
            <a:lvl3pPr indent="-342900" lvl="2" marL="1371600" algn="l">
              <a:spcBef>
                <a:spcPts val="480"/>
              </a:spcBef>
              <a:spcAft>
                <a:spcPts val="0"/>
              </a:spcAft>
              <a:buSzPts val="1800"/>
              <a:buChar char="●"/>
              <a:defRPr sz="2400"/>
            </a:lvl3pPr>
            <a:lvl4pPr indent="-330200" lvl="3" marL="1828800" algn="l">
              <a:spcBef>
                <a:spcPts val="400"/>
              </a:spcBef>
              <a:spcAft>
                <a:spcPts val="0"/>
              </a:spcAft>
              <a:buSzPts val="1600"/>
              <a:buFont typeface="Arial"/>
              <a:buChar char="–"/>
              <a:defRPr sz="2000"/>
            </a:lvl4pPr>
            <a:lvl5pPr indent="-311150" lvl="4" marL="2286000" algn="l">
              <a:spcBef>
                <a:spcPts val="400"/>
              </a:spcBef>
              <a:spcAft>
                <a:spcPts val="0"/>
              </a:spcAft>
              <a:buSzPts val="1300"/>
              <a:buChar char="●"/>
              <a:defRPr sz="2000"/>
            </a:lvl5pPr>
            <a:lvl6pPr indent="-311150" lvl="5" marL="2743200" algn="l">
              <a:spcBef>
                <a:spcPts val="400"/>
              </a:spcBef>
              <a:spcAft>
                <a:spcPts val="0"/>
              </a:spcAft>
              <a:buSzPts val="1300"/>
              <a:buChar char="●"/>
              <a:defRPr sz="2000"/>
            </a:lvl6pPr>
            <a:lvl7pPr indent="-311150" lvl="6" marL="3200400" algn="l">
              <a:spcBef>
                <a:spcPts val="400"/>
              </a:spcBef>
              <a:spcAft>
                <a:spcPts val="0"/>
              </a:spcAft>
              <a:buSzPts val="1300"/>
              <a:buChar char="●"/>
              <a:defRPr sz="2000"/>
            </a:lvl7pPr>
            <a:lvl8pPr indent="-311150" lvl="7" marL="3657600" algn="l">
              <a:spcBef>
                <a:spcPts val="400"/>
              </a:spcBef>
              <a:spcAft>
                <a:spcPts val="0"/>
              </a:spcAft>
              <a:buSzPts val="1300"/>
              <a:buChar char="●"/>
              <a:defRPr sz="2000"/>
            </a:lvl8pPr>
            <a:lvl9pPr indent="-311150" lvl="8" marL="4114800" algn="l">
              <a:spcBef>
                <a:spcPts val="400"/>
              </a:spcBef>
              <a:spcAft>
                <a:spcPts val="0"/>
              </a:spcAft>
              <a:buSzPts val="1300"/>
              <a:buChar char="●"/>
              <a:defRPr sz="2000"/>
            </a:lvl9pPr>
          </a:lstStyle>
          <a:p/>
        </p:txBody>
      </p:sp>
      <p:sp>
        <p:nvSpPr>
          <p:cNvPr id="69" name="Google Shape;69;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050"/>
              <a:buNone/>
              <a:defRPr sz="1400"/>
            </a:lvl1pPr>
            <a:lvl2pPr indent="-228600" lvl="1" marL="914400" algn="l">
              <a:spcBef>
                <a:spcPts val="240"/>
              </a:spcBef>
              <a:spcAft>
                <a:spcPts val="0"/>
              </a:spcAft>
              <a:buSzPts val="900"/>
              <a:buFont typeface="Arial"/>
              <a:buNone/>
              <a:defRPr sz="1200"/>
            </a:lvl2pPr>
            <a:lvl3pPr indent="-228600" lvl="2" marL="1371600" algn="l">
              <a:spcBef>
                <a:spcPts val="200"/>
              </a:spcBef>
              <a:spcAft>
                <a:spcPts val="0"/>
              </a:spcAft>
              <a:buSzPts val="750"/>
              <a:buNone/>
              <a:defRPr sz="1000"/>
            </a:lvl3pPr>
            <a:lvl4pPr indent="-228600" lvl="3" marL="1828800" algn="l">
              <a:spcBef>
                <a:spcPts val="180"/>
              </a:spcBef>
              <a:spcAft>
                <a:spcPts val="0"/>
              </a:spcAft>
              <a:buSzPts val="720"/>
              <a:buFont typeface="Arial"/>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585"/>
              <a:buNone/>
              <a:defRPr sz="900"/>
            </a:lvl6pPr>
            <a:lvl7pPr indent="-228600" lvl="6" marL="3200400" algn="l">
              <a:spcBef>
                <a:spcPts val="180"/>
              </a:spcBef>
              <a:spcAft>
                <a:spcPts val="0"/>
              </a:spcAft>
              <a:buSzPts val="585"/>
              <a:buNone/>
              <a:defRPr sz="900"/>
            </a:lvl7pPr>
            <a:lvl8pPr indent="-228600" lvl="7" marL="3657600" algn="l">
              <a:spcBef>
                <a:spcPts val="180"/>
              </a:spcBef>
              <a:spcAft>
                <a:spcPts val="0"/>
              </a:spcAft>
              <a:buSzPts val="585"/>
              <a:buNone/>
              <a:defRPr sz="900"/>
            </a:lvl8pPr>
            <a:lvl9pPr indent="-228600" lvl="8" marL="4114800" algn="l">
              <a:spcBef>
                <a:spcPts val="180"/>
              </a:spcBef>
              <a:spcAft>
                <a:spcPts val="0"/>
              </a:spcAft>
              <a:buSzPts val="585"/>
              <a:buNone/>
              <a:defRPr sz="900"/>
            </a:lvl9pPr>
          </a:lstStyle>
          <a:p/>
        </p:txBody>
      </p:sp>
      <p:sp>
        <p:nvSpPr>
          <p:cNvPr id="70" name="Google Shape;70;p20"/>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21"/>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1"/>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22"/>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9" name="Google Shape;79;p22"/>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2"/>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23"/>
          <p:cNvSpPr/>
          <p:nvPr>
            <p:ph type="title"/>
          </p:nvPr>
        </p:nvSpPr>
        <p:spPr>
          <a:xfrm>
            <a:off x="457200" y="274638"/>
            <a:ext cx="8229600" cy="114300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4" name="Google Shape;84;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Font typeface="Arial"/>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80"/>
              <a:buFont typeface="Arial"/>
              <a:buNone/>
              <a:defRPr b="1" sz="1600"/>
            </a:lvl4pPr>
            <a:lvl5pPr indent="-228600" lvl="4" marL="2286000" algn="l">
              <a:spcBef>
                <a:spcPts val="320"/>
              </a:spcBef>
              <a:spcAft>
                <a:spcPts val="0"/>
              </a:spcAft>
              <a:buSzPts val="1040"/>
              <a:buNone/>
              <a:defRPr b="1" sz="1600"/>
            </a:lvl5pPr>
            <a:lvl6pPr indent="-228600" lvl="5" marL="2743200" algn="l">
              <a:spcBef>
                <a:spcPts val="320"/>
              </a:spcBef>
              <a:spcAft>
                <a:spcPts val="0"/>
              </a:spcAft>
              <a:buSzPts val="1040"/>
              <a:buNone/>
              <a:defRPr b="1" sz="1600"/>
            </a:lvl6pPr>
            <a:lvl7pPr indent="-228600" lvl="6" marL="3200400" algn="l">
              <a:spcBef>
                <a:spcPts val="320"/>
              </a:spcBef>
              <a:spcAft>
                <a:spcPts val="0"/>
              </a:spcAft>
              <a:buSzPts val="1040"/>
              <a:buNone/>
              <a:defRPr b="1" sz="1600"/>
            </a:lvl7pPr>
            <a:lvl8pPr indent="-228600" lvl="7" marL="3657600" algn="l">
              <a:spcBef>
                <a:spcPts val="320"/>
              </a:spcBef>
              <a:spcAft>
                <a:spcPts val="0"/>
              </a:spcAft>
              <a:buSzPts val="1040"/>
              <a:buNone/>
              <a:defRPr b="1" sz="1600"/>
            </a:lvl8pPr>
            <a:lvl9pPr indent="-228600" lvl="8" marL="4114800" algn="l">
              <a:spcBef>
                <a:spcPts val="320"/>
              </a:spcBef>
              <a:spcAft>
                <a:spcPts val="0"/>
              </a:spcAft>
              <a:buSzPts val="1040"/>
              <a:buNone/>
              <a:defRPr b="1" sz="1600"/>
            </a:lvl9pPr>
          </a:lstStyle>
          <a:p/>
        </p:txBody>
      </p:sp>
      <p:sp>
        <p:nvSpPr>
          <p:cNvPr id="85" name="Google Shape;85;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Font typeface="Arial"/>
              <a:buChar char="–"/>
              <a:defRPr sz="2000"/>
            </a:lvl2pPr>
            <a:lvl3pPr indent="-314325" lvl="2" marL="1371600" algn="l">
              <a:spcBef>
                <a:spcPts val="360"/>
              </a:spcBef>
              <a:spcAft>
                <a:spcPts val="0"/>
              </a:spcAft>
              <a:buSzPts val="1350"/>
              <a:buChar char="●"/>
              <a:defRPr sz="1800"/>
            </a:lvl3pPr>
            <a:lvl4pPr indent="-309880" lvl="3" marL="1828800" algn="l">
              <a:spcBef>
                <a:spcPts val="320"/>
              </a:spcBef>
              <a:spcAft>
                <a:spcPts val="0"/>
              </a:spcAft>
              <a:buSzPts val="1280"/>
              <a:buFont typeface="Arial"/>
              <a:buChar char="–"/>
              <a:defRPr sz="1600"/>
            </a:lvl4pPr>
            <a:lvl5pPr indent="-294639" lvl="4" marL="2286000" algn="l">
              <a:spcBef>
                <a:spcPts val="320"/>
              </a:spcBef>
              <a:spcAft>
                <a:spcPts val="0"/>
              </a:spcAft>
              <a:buSzPts val="1040"/>
              <a:buChar char="●"/>
              <a:defRPr sz="1600"/>
            </a:lvl5pPr>
            <a:lvl6pPr indent="-294639" lvl="5" marL="2743200" algn="l">
              <a:spcBef>
                <a:spcPts val="320"/>
              </a:spcBef>
              <a:spcAft>
                <a:spcPts val="0"/>
              </a:spcAft>
              <a:buSzPts val="1040"/>
              <a:buChar char="●"/>
              <a:defRPr sz="1600"/>
            </a:lvl6pPr>
            <a:lvl7pPr indent="-294639" lvl="6" marL="3200400" algn="l">
              <a:spcBef>
                <a:spcPts val="320"/>
              </a:spcBef>
              <a:spcAft>
                <a:spcPts val="0"/>
              </a:spcAft>
              <a:buSzPts val="1040"/>
              <a:buChar char="●"/>
              <a:defRPr sz="1600"/>
            </a:lvl7pPr>
            <a:lvl8pPr indent="-294640" lvl="7" marL="3657600" algn="l">
              <a:spcBef>
                <a:spcPts val="320"/>
              </a:spcBef>
              <a:spcAft>
                <a:spcPts val="0"/>
              </a:spcAft>
              <a:buSzPts val="1040"/>
              <a:buChar char="●"/>
              <a:defRPr sz="1600"/>
            </a:lvl8pPr>
            <a:lvl9pPr indent="-294640" lvl="8" marL="4114800" algn="l">
              <a:spcBef>
                <a:spcPts val="320"/>
              </a:spcBef>
              <a:spcAft>
                <a:spcPts val="0"/>
              </a:spcAft>
              <a:buSzPts val="1040"/>
              <a:buChar char="●"/>
              <a:defRPr sz="1600"/>
            </a:lvl9pPr>
          </a:lstStyle>
          <a:p/>
        </p:txBody>
      </p:sp>
      <p:sp>
        <p:nvSpPr>
          <p:cNvPr id="86" name="Google Shape;86;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1500"/>
              <a:buFont typeface="Arial"/>
              <a:buNone/>
              <a:defRPr b="1" sz="2000"/>
            </a:lvl2pPr>
            <a:lvl3pPr indent="-228600" lvl="2" marL="1371600" algn="l">
              <a:spcBef>
                <a:spcPts val="360"/>
              </a:spcBef>
              <a:spcAft>
                <a:spcPts val="0"/>
              </a:spcAft>
              <a:buSzPts val="1350"/>
              <a:buNone/>
              <a:defRPr b="1" sz="1800"/>
            </a:lvl3pPr>
            <a:lvl4pPr indent="-228600" lvl="3" marL="1828800" algn="l">
              <a:spcBef>
                <a:spcPts val="320"/>
              </a:spcBef>
              <a:spcAft>
                <a:spcPts val="0"/>
              </a:spcAft>
              <a:buSzPts val="1280"/>
              <a:buFont typeface="Arial"/>
              <a:buNone/>
              <a:defRPr b="1" sz="1600"/>
            </a:lvl4pPr>
            <a:lvl5pPr indent="-228600" lvl="4" marL="2286000" algn="l">
              <a:spcBef>
                <a:spcPts val="320"/>
              </a:spcBef>
              <a:spcAft>
                <a:spcPts val="0"/>
              </a:spcAft>
              <a:buSzPts val="1040"/>
              <a:buNone/>
              <a:defRPr b="1" sz="1600"/>
            </a:lvl5pPr>
            <a:lvl6pPr indent="-228600" lvl="5" marL="2743200" algn="l">
              <a:spcBef>
                <a:spcPts val="320"/>
              </a:spcBef>
              <a:spcAft>
                <a:spcPts val="0"/>
              </a:spcAft>
              <a:buSzPts val="1040"/>
              <a:buNone/>
              <a:defRPr b="1" sz="1600"/>
            </a:lvl6pPr>
            <a:lvl7pPr indent="-228600" lvl="6" marL="3200400" algn="l">
              <a:spcBef>
                <a:spcPts val="320"/>
              </a:spcBef>
              <a:spcAft>
                <a:spcPts val="0"/>
              </a:spcAft>
              <a:buSzPts val="1040"/>
              <a:buNone/>
              <a:defRPr b="1" sz="1600"/>
            </a:lvl7pPr>
            <a:lvl8pPr indent="-228600" lvl="7" marL="3657600" algn="l">
              <a:spcBef>
                <a:spcPts val="320"/>
              </a:spcBef>
              <a:spcAft>
                <a:spcPts val="0"/>
              </a:spcAft>
              <a:buSzPts val="1040"/>
              <a:buNone/>
              <a:defRPr b="1" sz="1600"/>
            </a:lvl8pPr>
            <a:lvl9pPr indent="-228600" lvl="8" marL="4114800" algn="l">
              <a:spcBef>
                <a:spcPts val="320"/>
              </a:spcBef>
              <a:spcAft>
                <a:spcPts val="0"/>
              </a:spcAft>
              <a:buSzPts val="1040"/>
              <a:buNone/>
              <a:defRPr b="1" sz="1600"/>
            </a:lvl9pPr>
          </a:lstStyle>
          <a:p/>
        </p:txBody>
      </p:sp>
      <p:sp>
        <p:nvSpPr>
          <p:cNvPr id="87" name="Google Shape;87;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42900" lvl="0" marL="457200" algn="l">
              <a:spcBef>
                <a:spcPts val="480"/>
              </a:spcBef>
              <a:spcAft>
                <a:spcPts val="0"/>
              </a:spcAft>
              <a:buSzPts val="1800"/>
              <a:buChar char="●"/>
              <a:defRPr sz="2400"/>
            </a:lvl1pPr>
            <a:lvl2pPr indent="-323850" lvl="1" marL="914400" algn="l">
              <a:spcBef>
                <a:spcPts val="400"/>
              </a:spcBef>
              <a:spcAft>
                <a:spcPts val="0"/>
              </a:spcAft>
              <a:buSzPts val="1500"/>
              <a:buFont typeface="Arial"/>
              <a:buChar char="–"/>
              <a:defRPr sz="2000"/>
            </a:lvl2pPr>
            <a:lvl3pPr indent="-314325" lvl="2" marL="1371600" algn="l">
              <a:spcBef>
                <a:spcPts val="360"/>
              </a:spcBef>
              <a:spcAft>
                <a:spcPts val="0"/>
              </a:spcAft>
              <a:buSzPts val="1350"/>
              <a:buChar char="●"/>
              <a:defRPr sz="1800"/>
            </a:lvl3pPr>
            <a:lvl4pPr indent="-309880" lvl="3" marL="1828800" algn="l">
              <a:spcBef>
                <a:spcPts val="320"/>
              </a:spcBef>
              <a:spcAft>
                <a:spcPts val="0"/>
              </a:spcAft>
              <a:buSzPts val="1280"/>
              <a:buFont typeface="Arial"/>
              <a:buChar char="–"/>
              <a:defRPr sz="1600"/>
            </a:lvl4pPr>
            <a:lvl5pPr indent="-294639" lvl="4" marL="2286000" algn="l">
              <a:spcBef>
                <a:spcPts val="320"/>
              </a:spcBef>
              <a:spcAft>
                <a:spcPts val="0"/>
              </a:spcAft>
              <a:buSzPts val="1040"/>
              <a:buChar char="●"/>
              <a:defRPr sz="1600"/>
            </a:lvl5pPr>
            <a:lvl6pPr indent="-294639" lvl="5" marL="2743200" algn="l">
              <a:spcBef>
                <a:spcPts val="320"/>
              </a:spcBef>
              <a:spcAft>
                <a:spcPts val="0"/>
              </a:spcAft>
              <a:buSzPts val="1040"/>
              <a:buChar char="●"/>
              <a:defRPr sz="1600"/>
            </a:lvl6pPr>
            <a:lvl7pPr indent="-294639" lvl="6" marL="3200400" algn="l">
              <a:spcBef>
                <a:spcPts val="320"/>
              </a:spcBef>
              <a:spcAft>
                <a:spcPts val="0"/>
              </a:spcAft>
              <a:buSzPts val="1040"/>
              <a:buChar char="●"/>
              <a:defRPr sz="1600"/>
            </a:lvl7pPr>
            <a:lvl8pPr indent="-294640" lvl="7" marL="3657600" algn="l">
              <a:spcBef>
                <a:spcPts val="320"/>
              </a:spcBef>
              <a:spcAft>
                <a:spcPts val="0"/>
              </a:spcAft>
              <a:buSzPts val="1040"/>
              <a:buChar char="●"/>
              <a:defRPr sz="1600"/>
            </a:lvl8pPr>
            <a:lvl9pPr indent="-294640" lvl="8" marL="4114800" algn="l">
              <a:spcBef>
                <a:spcPts val="320"/>
              </a:spcBef>
              <a:spcAft>
                <a:spcPts val="0"/>
              </a:spcAft>
              <a:buSzPts val="1040"/>
              <a:buChar char="●"/>
              <a:defRPr sz="1600"/>
            </a:lvl9pPr>
          </a:lstStyle>
          <a:p/>
        </p:txBody>
      </p:sp>
      <p:sp>
        <p:nvSpPr>
          <p:cNvPr id="88" name="Google Shape;88;p23"/>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3"/>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3"/>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1" name="Shape 91"/>
        <p:cNvGrpSpPr/>
        <p:nvPr/>
      </p:nvGrpSpPr>
      <p:grpSpPr>
        <a:xfrm>
          <a:off x="0" y="0"/>
          <a:ext cx="0" cy="0"/>
          <a:chOff x="0" y="0"/>
          <a:chExt cx="0" cy="0"/>
        </a:xfrm>
      </p:grpSpPr>
      <p:sp>
        <p:nvSpPr>
          <p:cNvPr id="92" name="Google Shape;92;p24"/>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3" name="Google Shape;93;p24"/>
          <p:cNvSpPr txBox="1"/>
          <p:nvPr>
            <p:ph idx="1" type="body"/>
          </p:nvPr>
        </p:nvSpPr>
        <p:spPr>
          <a:xfrm>
            <a:off x="838200" y="2362200"/>
            <a:ext cx="3770313" cy="3724275"/>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Font typeface="Arial"/>
              <a:buChar char="–"/>
              <a:defRPr sz="2400"/>
            </a:lvl2pPr>
            <a:lvl3pPr indent="-323850" lvl="2" marL="1371600" algn="l">
              <a:spcBef>
                <a:spcPts val="400"/>
              </a:spcBef>
              <a:spcAft>
                <a:spcPts val="0"/>
              </a:spcAft>
              <a:buSzPts val="1500"/>
              <a:buChar char="●"/>
              <a:defRPr sz="2000"/>
            </a:lvl3pPr>
            <a:lvl4pPr indent="-320039" lvl="3" marL="1828800" algn="l">
              <a:spcBef>
                <a:spcPts val="360"/>
              </a:spcBef>
              <a:spcAft>
                <a:spcPts val="0"/>
              </a:spcAft>
              <a:buSzPts val="1440"/>
              <a:buFont typeface="Arial"/>
              <a:buChar char="–"/>
              <a:defRPr sz="1800"/>
            </a:lvl4pPr>
            <a:lvl5pPr indent="-302895" lvl="4" marL="2286000" algn="l">
              <a:spcBef>
                <a:spcPts val="360"/>
              </a:spcBef>
              <a:spcAft>
                <a:spcPts val="0"/>
              </a:spcAft>
              <a:buSzPts val="1170"/>
              <a:buChar char="●"/>
              <a:defRPr sz="1800"/>
            </a:lvl5pPr>
            <a:lvl6pPr indent="-302895" lvl="5" marL="2743200" algn="l">
              <a:spcBef>
                <a:spcPts val="360"/>
              </a:spcBef>
              <a:spcAft>
                <a:spcPts val="0"/>
              </a:spcAft>
              <a:buSzPts val="1170"/>
              <a:buChar char="●"/>
              <a:defRPr sz="1800"/>
            </a:lvl6pPr>
            <a:lvl7pPr indent="-302895" lvl="6" marL="3200400" algn="l">
              <a:spcBef>
                <a:spcPts val="360"/>
              </a:spcBef>
              <a:spcAft>
                <a:spcPts val="0"/>
              </a:spcAft>
              <a:buSzPts val="1170"/>
              <a:buChar char="●"/>
              <a:defRPr sz="1800"/>
            </a:lvl7pPr>
            <a:lvl8pPr indent="-302895" lvl="7" marL="3657600" algn="l">
              <a:spcBef>
                <a:spcPts val="360"/>
              </a:spcBef>
              <a:spcAft>
                <a:spcPts val="0"/>
              </a:spcAft>
              <a:buSzPts val="1170"/>
              <a:buChar char="●"/>
              <a:defRPr sz="1800"/>
            </a:lvl8pPr>
            <a:lvl9pPr indent="-302895" lvl="8" marL="4114800" algn="l">
              <a:spcBef>
                <a:spcPts val="360"/>
              </a:spcBef>
              <a:spcAft>
                <a:spcPts val="0"/>
              </a:spcAft>
              <a:buSzPts val="1170"/>
              <a:buChar char="●"/>
              <a:defRPr sz="1800"/>
            </a:lvl9pPr>
          </a:lstStyle>
          <a:p/>
        </p:txBody>
      </p:sp>
      <p:sp>
        <p:nvSpPr>
          <p:cNvPr id="94" name="Google Shape;94;p24"/>
          <p:cNvSpPr txBox="1"/>
          <p:nvPr>
            <p:ph idx="2" type="body"/>
          </p:nvPr>
        </p:nvSpPr>
        <p:spPr>
          <a:xfrm>
            <a:off x="4760913" y="2362200"/>
            <a:ext cx="3770312" cy="3724275"/>
          </a:xfrm>
          <a:prstGeom prst="rect">
            <a:avLst/>
          </a:prstGeom>
          <a:noFill/>
          <a:ln>
            <a:noFill/>
          </a:ln>
        </p:spPr>
        <p:txBody>
          <a:bodyPr anchorCtr="0" anchor="t" bIns="45700" lIns="91425" spcFirstLastPara="1" rIns="91425" wrap="square" tIns="45700">
            <a:noAutofit/>
          </a:bodyPr>
          <a:lstStyle>
            <a:lvl1pPr indent="-361950" lvl="0" marL="457200" algn="l">
              <a:spcBef>
                <a:spcPts val="560"/>
              </a:spcBef>
              <a:spcAft>
                <a:spcPts val="0"/>
              </a:spcAft>
              <a:buSzPts val="2100"/>
              <a:buChar char="●"/>
              <a:defRPr sz="2800"/>
            </a:lvl1pPr>
            <a:lvl2pPr indent="-342900" lvl="1" marL="914400" algn="l">
              <a:spcBef>
                <a:spcPts val="480"/>
              </a:spcBef>
              <a:spcAft>
                <a:spcPts val="0"/>
              </a:spcAft>
              <a:buSzPts val="1800"/>
              <a:buFont typeface="Arial"/>
              <a:buChar char="–"/>
              <a:defRPr sz="2400"/>
            </a:lvl2pPr>
            <a:lvl3pPr indent="-323850" lvl="2" marL="1371600" algn="l">
              <a:spcBef>
                <a:spcPts val="400"/>
              </a:spcBef>
              <a:spcAft>
                <a:spcPts val="0"/>
              </a:spcAft>
              <a:buSzPts val="1500"/>
              <a:buChar char="●"/>
              <a:defRPr sz="2000"/>
            </a:lvl3pPr>
            <a:lvl4pPr indent="-320039" lvl="3" marL="1828800" algn="l">
              <a:spcBef>
                <a:spcPts val="360"/>
              </a:spcBef>
              <a:spcAft>
                <a:spcPts val="0"/>
              </a:spcAft>
              <a:buSzPts val="1440"/>
              <a:buFont typeface="Arial"/>
              <a:buChar char="–"/>
              <a:defRPr sz="1800"/>
            </a:lvl4pPr>
            <a:lvl5pPr indent="-302895" lvl="4" marL="2286000" algn="l">
              <a:spcBef>
                <a:spcPts val="360"/>
              </a:spcBef>
              <a:spcAft>
                <a:spcPts val="0"/>
              </a:spcAft>
              <a:buSzPts val="1170"/>
              <a:buChar char="●"/>
              <a:defRPr sz="1800"/>
            </a:lvl5pPr>
            <a:lvl6pPr indent="-302895" lvl="5" marL="2743200" algn="l">
              <a:spcBef>
                <a:spcPts val="360"/>
              </a:spcBef>
              <a:spcAft>
                <a:spcPts val="0"/>
              </a:spcAft>
              <a:buSzPts val="1170"/>
              <a:buChar char="●"/>
              <a:defRPr sz="1800"/>
            </a:lvl6pPr>
            <a:lvl7pPr indent="-302895" lvl="6" marL="3200400" algn="l">
              <a:spcBef>
                <a:spcPts val="360"/>
              </a:spcBef>
              <a:spcAft>
                <a:spcPts val="0"/>
              </a:spcAft>
              <a:buSzPts val="1170"/>
              <a:buChar char="●"/>
              <a:defRPr sz="1800"/>
            </a:lvl7pPr>
            <a:lvl8pPr indent="-302895" lvl="7" marL="3657600" algn="l">
              <a:spcBef>
                <a:spcPts val="360"/>
              </a:spcBef>
              <a:spcAft>
                <a:spcPts val="0"/>
              </a:spcAft>
              <a:buSzPts val="1170"/>
              <a:buChar char="●"/>
              <a:defRPr sz="1800"/>
            </a:lvl8pPr>
            <a:lvl9pPr indent="-302895" lvl="8" marL="4114800" algn="l">
              <a:spcBef>
                <a:spcPts val="360"/>
              </a:spcBef>
              <a:spcAft>
                <a:spcPts val="0"/>
              </a:spcAft>
              <a:buSzPts val="1170"/>
              <a:buChar char="●"/>
              <a:defRPr sz="1800"/>
            </a:lvl9pPr>
          </a:lstStyle>
          <a:p/>
        </p:txBody>
      </p:sp>
      <p:sp>
        <p:nvSpPr>
          <p:cNvPr id="95" name="Google Shape;95;p24"/>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4"/>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4"/>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p25"/>
          <p:cNvSpPr/>
          <p:nvPr>
            <p:ph type="title"/>
          </p:nvPr>
        </p:nvSpPr>
        <p:spPr>
          <a:xfrm>
            <a:off x="722313" y="4406900"/>
            <a:ext cx="7772400" cy="1362075"/>
          </a:xfrm>
          <a:prstGeom prst="roundRect">
            <a:avLst>
              <a:gd fmla="val 4680" name="adj"/>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1400"/>
              <a:buNone/>
              <a:defRPr b="1" sz="4000" cap="none"/>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0" name="Google Shape;100;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500"/>
              <a:buNone/>
              <a:defRPr sz="2000"/>
            </a:lvl1pPr>
            <a:lvl2pPr indent="-228600" lvl="1" marL="914400" algn="l">
              <a:spcBef>
                <a:spcPts val="360"/>
              </a:spcBef>
              <a:spcAft>
                <a:spcPts val="0"/>
              </a:spcAft>
              <a:buSzPts val="1350"/>
              <a:buFont typeface="Arial"/>
              <a:buNone/>
              <a:defRPr sz="1800"/>
            </a:lvl2pPr>
            <a:lvl3pPr indent="-228600" lvl="2" marL="1371600" algn="l">
              <a:spcBef>
                <a:spcPts val="320"/>
              </a:spcBef>
              <a:spcAft>
                <a:spcPts val="0"/>
              </a:spcAft>
              <a:buSzPts val="1200"/>
              <a:buNone/>
              <a:defRPr sz="1600"/>
            </a:lvl3pPr>
            <a:lvl4pPr indent="-228600" lvl="3" marL="1828800" algn="l">
              <a:spcBef>
                <a:spcPts val="280"/>
              </a:spcBef>
              <a:spcAft>
                <a:spcPts val="0"/>
              </a:spcAft>
              <a:buSzPts val="1120"/>
              <a:buFont typeface="Arial"/>
              <a:buNone/>
              <a:defRPr sz="1400"/>
            </a:lvl4pPr>
            <a:lvl5pPr indent="-228600" lvl="4" marL="2286000" algn="l">
              <a:spcBef>
                <a:spcPts val="280"/>
              </a:spcBef>
              <a:spcAft>
                <a:spcPts val="0"/>
              </a:spcAft>
              <a:buSzPts val="910"/>
              <a:buNone/>
              <a:defRPr sz="1400"/>
            </a:lvl5pPr>
            <a:lvl6pPr indent="-228600" lvl="5" marL="2743200" algn="l">
              <a:spcBef>
                <a:spcPts val="280"/>
              </a:spcBef>
              <a:spcAft>
                <a:spcPts val="0"/>
              </a:spcAft>
              <a:buSzPts val="910"/>
              <a:buNone/>
              <a:defRPr sz="1400"/>
            </a:lvl6pPr>
            <a:lvl7pPr indent="-228600" lvl="6" marL="3200400" algn="l">
              <a:spcBef>
                <a:spcPts val="280"/>
              </a:spcBef>
              <a:spcAft>
                <a:spcPts val="0"/>
              </a:spcAft>
              <a:buSzPts val="910"/>
              <a:buNone/>
              <a:defRPr sz="1400"/>
            </a:lvl7pPr>
            <a:lvl8pPr indent="-228600" lvl="7" marL="3657600" algn="l">
              <a:spcBef>
                <a:spcPts val="280"/>
              </a:spcBef>
              <a:spcAft>
                <a:spcPts val="0"/>
              </a:spcAft>
              <a:buSzPts val="910"/>
              <a:buNone/>
              <a:defRPr sz="1400"/>
            </a:lvl8pPr>
            <a:lvl9pPr indent="-228600" lvl="8" marL="4114800" algn="l">
              <a:spcBef>
                <a:spcPts val="280"/>
              </a:spcBef>
              <a:spcAft>
                <a:spcPts val="0"/>
              </a:spcAft>
              <a:buSzPts val="910"/>
              <a:buNone/>
              <a:defRPr sz="1400"/>
            </a:lvl9pPr>
          </a:lstStyle>
          <a:p/>
        </p:txBody>
      </p:sp>
      <p:sp>
        <p:nvSpPr>
          <p:cNvPr id="101" name="Google Shape;101;p25"/>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5"/>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5"/>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1.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3"/>
          <p:cNvGrpSpPr/>
          <p:nvPr/>
        </p:nvGrpSpPr>
        <p:grpSpPr>
          <a:xfrm>
            <a:off x="0" y="0"/>
            <a:ext cx="5867400" cy="6858000"/>
            <a:chOff x="0" y="0"/>
            <a:chExt cx="3696" cy="4320"/>
          </a:xfrm>
        </p:grpSpPr>
        <p:sp>
          <p:nvSpPr>
            <p:cNvPr id="11" name="Google Shape;11;p13"/>
            <p:cNvSpPr txBox="1"/>
            <p:nvPr/>
          </p:nvSpPr>
          <p:spPr>
            <a:xfrm>
              <a:off x="0" y="0"/>
              <a:ext cx="2880" cy="432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13"/>
            <p:cNvSpPr/>
            <p:nvPr/>
          </p:nvSpPr>
          <p:spPr>
            <a:xfrm>
              <a:off x="432" y="624"/>
              <a:ext cx="3264" cy="1200"/>
            </a:xfrm>
            <a:prstGeom prst="roundRect">
              <a:avLst>
                <a:gd fmla="val 108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13" name="Google Shape;13;p13"/>
          <p:cNvGrpSpPr/>
          <p:nvPr/>
        </p:nvGrpSpPr>
        <p:grpSpPr>
          <a:xfrm>
            <a:off x="3632200" y="4889500"/>
            <a:ext cx="4876800" cy="319087"/>
            <a:chOff x="2288" y="3080"/>
            <a:chExt cx="3072" cy="201"/>
          </a:xfrm>
        </p:grpSpPr>
        <p:sp>
          <p:nvSpPr>
            <p:cNvPr id="14" name="Google Shape;14;p13"/>
            <p:cNvSpPr/>
            <p:nvPr/>
          </p:nvSpPr>
          <p:spPr>
            <a:xfrm flipH="1">
              <a:off x="2288" y="3080"/>
              <a:ext cx="2914" cy="200"/>
            </a:xfrm>
            <a:prstGeom prst="roundRect">
              <a:avLst>
                <a:gd fmla="val 0" name="adj"/>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13"/>
            <p:cNvSpPr/>
            <p:nvPr/>
          </p:nvSpPr>
          <p:spPr>
            <a:xfrm>
              <a:off x="5196" y="3080"/>
              <a:ext cx="164" cy="201"/>
            </a:xfrm>
            <a:prstGeom prst="flowChartDelay">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6" name="Google Shape;16;p13"/>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17" name="Google Shape;17;p13"/>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61950" lvl="0" marL="457200" marR="0" rtl="0" algn="l">
              <a:spcBef>
                <a:spcPts val="560"/>
              </a:spcBef>
              <a:spcAft>
                <a:spcPts val="0"/>
              </a:spcAft>
              <a:buClr>
                <a:schemeClr val="dk1"/>
              </a:buClr>
              <a:buSzPts val="2100"/>
              <a:buFont typeface="Noto Sans Symbols"/>
              <a:buChar char="●"/>
              <a:defRPr b="0" i="0" sz="2800" u="none" cap="none" strike="noStrike">
                <a:solidFill>
                  <a:schemeClr val="dk1"/>
                </a:solidFill>
                <a:latin typeface="Arial"/>
                <a:ea typeface="Arial"/>
                <a:cs typeface="Arial"/>
                <a:sym typeface="Arial"/>
              </a:defRPr>
            </a:lvl1pPr>
            <a:lvl2pPr indent="-342900" lvl="1" marL="914400" marR="0" rtl="0" algn="l">
              <a:spcBef>
                <a:spcPts val="480"/>
              </a:spcBef>
              <a:spcAft>
                <a:spcPts val="0"/>
              </a:spcAft>
              <a:buClr>
                <a:schemeClr val="dk1"/>
              </a:buClr>
              <a:buSzPts val="1800"/>
              <a:buFont typeface="Arial"/>
              <a:buChar char="–"/>
              <a:defRPr b="0" i="0" sz="2400" u="none" cap="none" strike="noStrike">
                <a:solidFill>
                  <a:schemeClr val="dk1"/>
                </a:solidFill>
                <a:latin typeface="Arial"/>
                <a:ea typeface="Arial"/>
                <a:cs typeface="Arial"/>
                <a:sym typeface="Arial"/>
              </a:defRPr>
            </a:lvl2pPr>
            <a:lvl3pPr indent="-323850" lvl="2" marL="1371600" marR="0" rtl="0" algn="l">
              <a:spcBef>
                <a:spcPts val="400"/>
              </a:spcBef>
              <a:spcAft>
                <a:spcPts val="0"/>
              </a:spcAft>
              <a:buClr>
                <a:schemeClr val="dk1"/>
              </a:buClr>
              <a:buSzPts val="1500"/>
              <a:buFont typeface="Noto Sans Symbols"/>
              <a:buChar char="●"/>
              <a:defRPr b="0" i="0" sz="2000" u="none" cap="none" strike="noStrike">
                <a:solidFill>
                  <a:schemeClr val="dk1"/>
                </a:solidFill>
                <a:latin typeface="Arial"/>
                <a:ea typeface="Arial"/>
                <a:cs typeface="Arial"/>
                <a:sym typeface="Arial"/>
              </a:defRPr>
            </a:lvl3pPr>
            <a:lvl4pPr indent="-330200" lvl="3" marL="1828800" marR="0" rtl="0" algn="l">
              <a:spcBef>
                <a:spcPts val="400"/>
              </a:spcBef>
              <a:spcAft>
                <a:spcPts val="0"/>
              </a:spcAft>
              <a:buClr>
                <a:schemeClr val="dk1"/>
              </a:buClr>
              <a:buSzPts val="1600"/>
              <a:buFont typeface="Arial"/>
              <a:buChar char="–"/>
              <a:defRPr b="0" i="0" sz="2000" u="none" cap="none" strike="noStrike">
                <a:solidFill>
                  <a:schemeClr val="dk1"/>
                </a:solidFill>
                <a:latin typeface="Arial"/>
                <a:ea typeface="Arial"/>
                <a:cs typeface="Arial"/>
                <a:sym typeface="Arial"/>
              </a:defRPr>
            </a:lvl4pPr>
            <a:lvl5pPr indent="-311150" lvl="4" marL="22860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18" name="Google Shape;18;p13"/>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 name="Google Shape;19;p13"/>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13"/>
          <p:cNvSpPr txBox="1"/>
          <p:nvPr>
            <p:ph idx="12" type="sldNum"/>
          </p:nvPr>
        </p:nvSpPr>
        <p:spPr>
          <a:xfrm>
            <a:off x="76200" y="6248400"/>
            <a:ext cx="587375" cy="48895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grpSp>
        <p:nvGrpSpPr>
          <p:cNvPr id="28" name="Google Shape;28;p15"/>
          <p:cNvGrpSpPr/>
          <p:nvPr/>
        </p:nvGrpSpPr>
        <p:grpSpPr>
          <a:xfrm>
            <a:off x="0" y="0"/>
            <a:ext cx="7620000" cy="6858000"/>
            <a:chOff x="0" y="0"/>
            <a:chExt cx="4800" cy="4320"/>
          </a:xfrm>
        </p:grpSpPr>
        <p:grpSp>
          <p:nvGrpSpPr>
            <p:cNvPr id="29" name="Google Shape;29;p15"/>
            <p:cNvGrpSpPr/>
            <p:nvPr/>
          </p:nvGrpSpPr>
          <p:grpSpPr>
            <a:xfrm>
              <a:off x="0" y="0"/>
              <a:ext cx="2016" cy="4320"/>
              <a:chOff x="0" y="0"/>
              <a:chExt cx="2016" cy="4320"/>
            </a:xfrm>
          </p:grpSpPr>
          <p:sp>
            <p:nvSpPr>
              <p:cNvPr id="30" name="Google Shape;30;p15"/>
              <p:cNvSpPr txBox="1"/>
              <p:nvPr/>
            </p:nvSpPr>
            <p:spPr>
              <a:xfrm>
                <a:off x="0" y="0"/>
                <a:ext cx="480" cy="432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 name="Google Shape;31;p15"/>
              <p:cNvSpPr/>
              <p:nvPr/>
            </p:nvSpPr>
            <p:spPr>
              <a:xfrm>
                <a:off x="288" y="0"/>
                <a:ext cx="1728" cy="735"/>
              </a:xfrm>
              <a:custGeom>
                <a:rect b="b" l="l" r="r" t="t"/>
                <a:pathLst>
                  <a:path extrusionOk="0" h="735" w="1728">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32" name="Google Shape;32;p15"/>
            <p:cNvGrpSpPr/>
            <p:nvPr/>
          </p:nvGrpSpPr>
          <p:grpSpPr>
            <a:xfrm>
              <a:off x="144" y="1248"/>
              <a:ext cx="4656" cy="201"/>
              <a:chOff x="144" y="1248"/>
              <a:chExt cx="4656" cy="201"/>
            </a:xfrm>
          </p:grpSpPr>
          <p:sp>
            <p:nvSpPr>
              <p:cNvPr id="33" name="Google Shape;33;p15"/>
              <p:cNvSpPr/>
              <p:nvPr/>
            </p:nvSpPr>
            <p:spPr>
              <a:xfrm>
                <a:off x="384" y="1248"/>
                <a:ext cx="4416" cy="200"/>
              </a:xfrm>
              <a:prstGeom prst="roundRect">
                <a:avLst>
                  <a:gd fmla="val 0" name="adj"/>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15"/>
              <p:cNvSpPr/>
              <p:nvPr/>
            </p:nvSpPr>
            <p:spPr>
              <a:xfrm flipH="1">
                <a:off x="144" y="1248"/>
                <a:ext cx="248" cy="201"/>
              </a:xfrm>
              <a:prstGeom prst="flowChartDelay">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35" name="Google Shape;35;p15"/>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36" name="Google Shape;36;p15"/>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61950" lvl="0" marL="457200" marR="0" rtl="0" algn="l">
              <a:spcBef>
                <a:spcPts val="560"/>
              </a:spcBef>
              <a:spcAft>
                <a:spcPts val="0"/>
              </a:spcAft>
              <a:buClr>
                <a:schemeClr val="dk1"/>
              </a:buClr>
              <a:buSzPts val="2100"/>
              <a:buFont typeface="Noto Sans Symbols"/>
              <a:buChar char="●"/>
              <a:defRPr b="0" i="0" sz="2800" u="none" cap="none" strike="noStrike">
                <a:solidFill>
                  <a:schemeClr val="dk1"/>
                </a:solidFill>
                <a:latin typeface="Arial"/>
                <a:ea typeface="Arial"/>
                <a:cs typeface="Arial"/>
                <a:sym typeface="Arial"/>
              </a:defRPr>
            </a:lvl1pPr>
            <a:lvl2pPr indent="-342900" lvl="1" marL="914400" marR="0" rtl="0" algn="l">
              <a:spcBef>
                <a:spcPts val="480"/>
              </a:spcBef>
              <a:spcAft>
                <a:spcPts val="0"/>
              </a:spcAft>
              <a:buClr>
                <a:schemeClr val="dk1"/>
              </a:buClr>
              <a:buSzPts val="1800"/>
              <a:buFont typeface="Arial"/>
              <a:buChar char="–"/>
              <a:defRPr b="0" i="0" sz="2400" u="none" cap="none" strike="noStrike">
                <a:solidFill>
                  <a:schemeClr val="dk1"/>
                </a:solidFill>
                <a:latin typeface="Arial"/>
                <a:ea typeface="Arial"/>
                <a:cs typeface="Arial"/>
                <a:sym typeface="Arial"/>
              </a:defRPr>
            </a:lvl2pPr>
            <a:lvl3pPr indent="-323850" lvl="2" marL="1371600" marR="0" rtl="0" algn="l">
              <a:spcBef>
                <a:spcPts val="400"/>
              </a:spcBef>
              <a:spcAft>
                <a:spcPts val="0"/>
              </a:spcAft>
              <a:buClr>
                <a:schemeClr val="dk1"/>
              </a:buClr>
              <a:buSzPts val="1500"/>
              <a:buFont typeface="Noto Sans Symbols"/>
              <a:buChar char="●"/>
              <a:defRPr b="0" i="0" sz="2000" u="none" cap="none" strike="noStrike">
                <a:solidFill>
                  <a:schemeClr val="dk1"/>
                </a:solidFill>
                <a:latin typeface="Arial"/>
                <a:ea typeface="Arial"/>
                <a:cs typeface="Arial"/>
                <a:sym typeface="Arial"/>
              </a:defRPr>
            </a:lvl3pPr>
            <a:lvl4pPr indent="-330200" lvl="3" marL="1828800" marR="0" rtl="0" algn="l">
              <a:spcBef>
                <a:spcPts val="400"/>
              </a:spcBef>
              <a:spcAft>
                <a:spcPts val="0"/>
              </a:spcAft>
              <a:buClr>
                <a:schemeClr val="dk1"/>
              </a:buClr>
              <a:buSzPts val="1600"/>
              <a:buFont typeface="Arial"/>
              <a:buChar char="–"/>
              <a:defRPr b="0" i="0" sz="2000" u="none" cap="none" strike="noStrike">
                <a:solidFill>
                  <a:schemeClr val="dk1"/>
                </a:solidFill>
                <a:latin typeface="Arial"/>
                <a:ea typeface="Arial"/>
                <a:cs typeface="Arial"/>
                <a:sym typeface="Arial"/>
              </a:defRPr>
            </a:lvl4pPr>
            <a:lvl5pPr indent="-311150" lvl="4" marL="22860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37" name="Google Shape;37;p15"/>
          <p:cNvSpPr txBox="1"/>
          <p:nvPr>
            <p:ph idx="10" type="dt"/>
          </p:nvPr>
        </p:nvSpPr>
        <p:spPr>
          <a:xfrm>
            <a:off x="2438400" y="6248400"/>
            <a:ext cx="2130425" cy="47466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15"/>
          <p:cNvSpPr txBox="1"/>
          <p:nvPr>
            <p:ph idx="11" type="ftr"/>
          </p:nvPr>
        </p:nvSpPr>
        <p:spPr>
          <a:xfrm>
            <a:off x="5791200" y="6248400"/>
            <a:ext cx="2897187" cy="47466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15"/>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ph type="title"/>
          </p:nvPr>
        </p:nvSpPr>
        <p:spPr>
          <a:xfrm>
            <a:off x="762000" y="8382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Arial"/>
              <a:buNone/>
            </a:pPr>
            <a:r>
              <a:rPr lang="en-US" sz="3200"/>
              <a:t>chương 2:</a:t>
            </a:r>
            <a:br>
              <a:rPr b="1" i="0" lang="en-US" sz="3200" u="none">
                <a:solidFill>
                  <a:schemeClr val="dk2"/>
                </a:solidFill>
                <a:latin typeface="Arial"/>
                <a:ea typeface="Arial"/>
                <a:cs typeface="Arial"/>
                <a:sym typeface="Arial"/>
              </a:rPr>
            </a:br>
            <a:r>
              <a:rPr b="1" i="0" lang="en-US" sz="3200" u="none">
                <a:solidFill>
                  <a:srgbClr val="0000FF"/>
                </a:solidFill>
                <a:latin typeface="Arial"/>
                <a:ea typeface="Arial"/>
                <a:cs typeface="Arial"/>
                <a:sym typeface="Arial"/>
              </a:rPr>
              <a:t>1. Khái niệm danh sách</a:t>
            </a:r>
            <a:endParaRPr/>
          </a:p>
        </p:txBody>
      </p:sp>
      <p:sp>
        <p:nvSpPr>
          <p:cNvPr id="109" name="Google Shape;109;p3"/>
          <p:cNvSpPr txBox="1"/>
          <p:nvPr>
            <p:ph idx="1" type="body"/>
          </p:nvPr>
        </p:nvSpPr>
        <p:spPr>
          <a:xfrm>
            <a:off x="838200" y="2219325"/>
            <a:ext cx="7693025" cy="372427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2700"/>
              <a:buNone/>
            </a:pPr>
            <a:r>
              <a:rPr b="0" i="0" lang="en-US" sz="3600" u="none">
                <a:solidFill>
                  <a:schemeClr val="dk1"/>
                </a:solidFill>
                <a:latin typeface="Arial"/>
                <a:ea typeface="Arial"/>
                <a:cs typeface="Arial"/>
                <a:sym typeface="Arial"/>
              </a:rPr>
              <a:t>a) </a:t>
            </a:r>
            <a:r>
              <a:rPr b="0" i="0" lang="en-US" sz="3200" u="none">
                <a:solidFill>
                  <a:schemeClr val="dk1"/>
                </a:solidFill>
                <a:latin typeface="Arial"/>
                <a:ea typeface="Arial"/>
                <a:cs typeface="Arial"/>
                <a:sym typeface="Arial"/>
              </a:rPr>
              <a:t>Định nghĩa</a:t>
            </a:r>
            <a:endParaRPr/>
          </a:p>
          <a:p>
            <a:pPr indent="-342900" lvl="0" marL="342900" rtl="0" algn="just">
              <a:lnSpc>
                <a:spcPct val="90000"/>
              </a:lnSpc>
              <a:spcBef>
                <a:spcPts val="640"/>
              </a:spcBef>
              <a:spcAft>
                <a:spcPts val="0"/>
              </a:spcAft>
              <a:buClr>
                <a:schemeClr val="dk1"/>
              </a:buClr>
              <a:buSzPts val="2400"/>
              <a:buFont typeface="Noto Sans Symbols"/>
              <a:buChar char="●"/>
            </a:pPr>
            <a:r>
              <a:rPr b="0" i="0" lang="en-US" sz="3200" u="none">
                <a:solidFill>
                  <a:srgbClr val="0000FF"/>
                </a:solidFill>
                <a:latin typeface="Arial"/>
                <a:ea typeface="Arial"/>
                <a:cs typeface="Arial"/>
                <a:sym typeface="Arial"/>
              </a:rPr>
              <a:t>Danh sách</a:t>
            </a:r>
            <a:r>
              <a:rPr b="0" i="0" lang="en-US" sz="3200" u="none">
                <a:solidFill>
                  <a:schemeClr val="dk2"/>
                </a:solidFill>
                <a:latin typeface="Arial"/>
                <a:ea typeface="Arial"/>
                <a:cs typeface="Arial"/>
                <a:sym typeface="Arial"/>
              </a:rPr>
              <a:t> là một tập sắp thứ tự các phần tử cùng kiểu.</a:t>
            </a:r>
            <a:endParaRPr/>
          </a:p>
          <a:p>
            <a:pPr indent="-342900" lvl="0" marL="342900" rtl="0" algn="just">
              <a:lnSpc>
                <a:spcPct val="90000"/>
              </a:lnSpc>
              <a:spcBef>
                <a:spcPts val="640"/>
              </a:spcBef>
              <a:spcAft>
                <a:spcPts val="0"/>
              </a:spcAft>
              <a:buClr>
                <a:schemeClr val="dk1"/>
              </a:buClr>
              <a:buSzPts val="2400"/>
              <a:buFont typeface="Noto Sans Symbols"/>
              <a:buChar char="●"/>
            </a:pPr>
            <a:r>
              <a:rPr b="0" i="0" lang="en-US" sz="3200" u="none">
                <a:solidFill>
                  <a:schemeClr val="dk2"/>
                </a:solidFill>
                <a:latin typeface="Arial"/>
                <a:ea typeface="Arial"/>
                <a:cs typeface="Arial"/>
                <a:sym typeface="Arial"/>
              </a:rPr>
              <a:t>C</a:t>
            </a:r>
            <a:r>
              <a:rPr b="0" i="0" lang="en-US" sz="3200" u="none">
                <a:solidFill>
                  <a:schemeClr val="dk2"/>
                </a:solidFill>
                <a:latin typeface="Arial"/>
                <a:ea typeface="Arial"/>
                <a:cs typeface="Arial"/>
                <a:sym typeface="Arial"/>
              </a:rPr>
              <a:t>ác phần tử được sắp theo thứ tự “trước- sau”</a:t>
            </a:r>
            <a:endParaRPr/>
          </a:p>
          <a:p>
            <a:pPr indent="-342900" lvl="0" marL="342900" rtl="0" algn="just">
              <a:lnSpc>
                <a:spcPct val="90000"/>
              </a:lnSpc>
              <a:spcBef>
                <a:spcPts val="640"/>
              </a:spcBef>
              <a:spcAft>
                <a:spcPts val="0"/>
              </a:spcAft>
              <a:buClr>
                <a:schemeClr val="dk1"/>
              </a:buClr>
              <a:buSzPts val="2400"/>
              <a:buFont typeface="Noto Sans Symbols"/>
              <a:buChar char="●"/>
            </a:pPr>
            <a:r>
              <a:rPr b="0" i="0" lang="en-US" sz="3200" u="none">
                <a:solidFill>
                  <a:srgbClr val="0000FF"/>
                </a:solidFill>
                <a:latin typeface="Arial"/>
                <a:ea typeface="Arial"/>
                <a:cs typeface="Arial"/>
                <a:sym typeface="Arial"/>
              </a:rPr>
              <a:t>Danh sách con</a:t>
            </a:r>
            <a:r>
              <a:rPr b="0" i="0" lang="en-US" sz="3200" u="none">
                <a:solidFill>
                  <a:schemeClr val="dk2"/>
                </a:solidFill>
                <a:latin typeface="Arial"/>
                <a:ea typeface="Arial"/>
                <a:cs typeface="Arial"/>
                <a:sym typeface="Arial"/>
              </a:rPr>
              <a:t> gồm các phần tử liên tiếp từ a</a:t>
            </a:r>
            <a:r>
              <a:rPr b="0" baseline="-25000" i="0" lang="en-US" sz="3200" u="none">
                <a:solidFill>
                  <a:schemeClr val="dk2"/>
                </a:solidFill>
                <a:latin typeface="Arial"/>
                <a:ea typeface="Arial"/>
                <a:cs typeface="Arial"/>
                <a:sym typeface="Arial"/>
              </a:rPr>
              <a:t>i</a:t>
            </a:r>
            <a:r>
              <a:rPr b="0" i="0" lang="en-US" sz="3200" u="none">
                <a:solidFill>
                  <a:schemeClr val="dk2"/>
                </a:solidFill>
                <a:latin typeface="Arial"/>
                <a:ea typeface="Arial"/>
                <a:cs typeface="Arial"/>
                <a:sym typeface="Arial"/>
              </a:rPr>
              <a:t> đến a</a:t>
            </a:r>
            <a:r>
              <a:rPr b="0" baseline="-25000" i="0" lang="en-US" sz="3200" u="none">
                <a:solidFill>
                  <a:schemeClr val="dk2"/>
                </a:solidFill>
                <a:latin typeface="Arial"/>
                <a:ea typeface="Arial"/>
                <a:cs typeface="Arial"/>
                <a:sym typeface="Arial"/>
              </a:rPr>
              <a:t>j</a:t>
            </a:r>
            <a:r>
              <a:rPr b="0" i="0" lang="en-US" sz="3200" u="none">
                <a:solidFill>
                  <a:schemeClr val="dk2"/>
                </a:solidFill>
                <a:latin typeface="Arial"/>
                <a:ea typeface="Arial"/>
                <a:cs typeface="Arial"/>
                <a:sym typeface="Arial"/>
              </a:rPr>
              <a:t> của danh sách.</a:t>
            </a:r>
            <a:endParaRPr/>
          </a:p>
          <a:p>
            <a:pPr indent="-285750" lvl="1" marL="742950" rtl="0" algn="just">
              <a:lnSpc>
                <a:spcPct val="9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Nếu i=1 gọi là phần đầu (prefix)</a:t>
            </a:r>
            <a:endParaRPr/>
          </a:p>
          <a:p>
            <a:pPr indent="-285750" lvl="1" marL="742950" rtl="0" algn="just">
              <a:lnSpc>
                <a:spcPct val="9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Nếu j=n gọi là phần cuối (postfix). </a:t>
            </a:r>
            <a:endParaRPr/>
          </a:p>
          <a:p>
            <a:pPr indent="-190500" lvl="0" marL="342900" rtl="0" algn="l">
              <a:spcBef>
                <a:spcPts val="640"/>
              </a:spcBef>
              <a:spcAft>
                <a:spcPts val="0"/>
              </a:spcAft>
              <a:buSzPts val="2400"/>
              <a:buNone/>
            </a:pPr>
            <a:r>
              <a:t/>
            </a:r>
            <a:endParaRPr b="0" i="0" sz="3200" u="non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600"/>
              <a:buFont typeface="Arial"/>
              <a:buNone/>
            </a:pPr>
            <a:r>
              <a:rPr lang="en-US"/>
              <a:t>chương 2: List</a:t>
            </a:r>
            <a:br>
              <a:rPr b="1" i="0" lang="en-US" sz="3600" u="none">
                <a:solidFill>
                  <a:schemeClr val="dk2"/>
                </a:solidFill>
                <a:latin typeface="Arial"/>
                <a:ea typeface="Arial"/>
                <a:cs typeface="Arial"/>
                <a:sym typeface="Arial"/>
              </a:rPr>
            </a:br>
            <a:r>
              <a:rPr b="1" i="0" lang="en-US" sz="3200" u="none">
                <a:solidFill>
                  <a:srgbClr val="0000FF"/>
                </a:solidFill>
                <a:latin typeface="Arial"/>
                <a:ea typeface="Arial"/>
                <a:cs typeface="Arial"/>
                <a:sym typeface="Arial"/>
              </a:rPr>
              <a:t>1. Khái niệm danh sách</a:t>
            </a:r>
            <a:endParaRPr/>
          </a:p>
        </p:txBody>
      </p:sp>
      <p:sp>
        <p:nvSpPr>
          <p:cNvPr id="115" name="Google Shape;115;p4"/>
          <p:cNvSpPr txBox="1"/>
          <p:nvPr>
            <p:ph idx="1" type="body"/>
          </p:nvPr>
        </p:nvSpPr>
        <p:spPr>
          <a:xfrm>
            <a:off x="914400" y="2362200"/>
            <a:ext cx="7692900" cy="37242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Font typeface="Noto Sans Symbols"/>
              <a:buChar char="●"/>
            </a:pPr>
            <a:r>
              <a:rPr b="0" i="0" lang="en-US" sz="3200" u="none">
                <a:solidFill>
                  <a:srgbClr val="0000FF"/>
                </a:solidFill>
                <a:latin typeface="Arial"/>
                <a:ea typeface="Arial"/>
                <a:cs typeface="Arial"/>
                <a:sym typeface="Arial"/>
              </a:rPr>
              <a:t>Dãy con</a:t>
            </a:r>
            <a:r>
              <a:rPr b="0" i="0" lang="en-US" sz="3200" u="none">
                <a:solidFill>
                  <a:schemeClr val="dk2"/>
                </a:solidFill>
                <a:latin typeface="Arial"/>
                <a:ea typeface="Arial"/>
                <a:cs typeface="Arial"/>
                <a:sym typeface="Arial"/>
              </a:rPr>
              <a:t> là một DS tạo thành bằng cách loại từ DS một số phần tử. Ví dụ, DS = (a,b,c,d,e,f).  Khi đó:</a:t>
            </a:r>
            <a:endParaRPr/>
          </a:p>
          <a:p>
            <a:pPr indent="-285750" lvl="1" marL="742950" rtl="0" algn="just">
              <a:lnSpc>
                <a:spcPct val="10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(c,d,e) là một danh sách con của DS</a:t>
            </a:r>
            <a:endParaRPr/>
          </a:p>
          <a:p>
            <a:pPr indent="-285750" lvl="1" marL="742950" rtl="0" algn="just">
              <a:lnSpc>
                <a:spcPct val="10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(a, b) là một  phần đầu của DS</a:t>
            </a:r>
            <a:endParaRPr/>
          </a:p>
          <a:p>
            <a:pPr indent="-285750" lvl="1" marL="742950" rtl="0" algn="just">
              <a:lnSpc>
                <a:spcPct val="10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(c,d,e,f) là một phần cuối của DS</a:t>
            </a:r>
            <a:endParaRPr/>
          </a:p>
          <a:p>
            <a:pPr indent="-285750" lvl="1" marL="742950" rtl="0" algn="just">
              <a:lnSpc>
                <a:spcPct val="100000"/>
              </a:lnSpc>
              <a:spcBef>
                <a:spcPts val="640"/>
              </a:spcBef>
              <a:spcAft>
                <a:spcPts val="0"/>
              </a:spcAft>
              <a:buClr>
                <a:schemeClr val="dk1"/>
              </a:buClr>
              <a:buSzPts val="2400"/>
              <a:buFont typeface="Arial"/>
              <a:buChar char="–"/>
            </a:pPr>
            <a:r>
              <a:rPr b="0" i="0" lang="en-US" sz="3200" u="none">
                <a:solidFill>
                  <a:schemeClr val="dk2"/>
                </a:solidFill>
                <a:latin typeface="Arial"/>
                <a:ea typeface="Arial"/>
                <a:cs typeface="Arial"/>
                <a:sym typeface="Arial"/>
              </a:rPr>
              <a:t>(a,c,f) là một dãy con của DS</a:t>
            </a:r>
            <a:endParaRPr/>
          </a:p>
          <a:p>
            <a:pPr indent="-190500" lvl="0" marL="342900" rtl="0" algn="l">
              <a:spcBef>
                <a:spcPts val="640"/>
              </a:spcBef>
              <a:spcAft>
                <a:spcPts val="0"/>
              </a:spcAft>
              <a:buSzPts val="2400"/>
              <a:buNone/>
            </a:pPr>
            <a:r>
              <a:t/>
            </a:r>
            <a:endParaRPr b="0" i="0" sz="3200" u="non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00FF"/>
              </a:buClr>
              <a:buSzPts val="3200"/>
              <a:buFont typeface="Arial"/>
              <a:buNone/>
            </a:pPr>
            <a:r>
              <a:rPr b="1" i="0" lang="en-US" sz="3200" u="none">
                <a:solidFill>
                  <a:srgbClr val="0000FF"/>
                </a:solidFill>
                <a:latin typeface="Arial"/>
                <a:ea typeface="Arial"/>
                <a:cs typeface="Arial"/>
                <a:sym typeface="Arial"/>
              </a:rPr>
              <a:t>1. Khái niệm danh sách</a:t>
            </a:r>
            <a:endParaRPr/>
          </a:p>
        </p:txBody>
      </p:sp>
      <p:sp>
        <p:nvSpPr>
          <p:cNvPr id="121" name="Google Shape;121;p5"/>
          <p:cNvSpPr txBox="1"/>
          <p:nvPr>
            <p:ph idx="1" type="body"/>
          </p:nvPr>
        </p:nvSpPr>
        <p:spPr>
          <a:xfrm>
            <a:off x="838200" y="2286000"/>
            <a:ext cx="7693025" cy="372427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2100"/>
              <a:buNone/>
            </a:pPr>
            <a:r>
              <a:rPr b="1" i="0" lang="en-US" sz="2800" u="none">
                <a:solidFill>
                  <a:schemeClr val="dk2"/>
                </a:solidFill>
                <a:latin typeface="Arial"/>
                <a:ea typeface="Arial"/>
                <a:cs typeface="Arial"/>
                <a:sym typeface="Arial"/>
              </a:rPr>
              <a:t>b) Các phép toán </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Phép khởi tạo tạo ra một danh sách rỗng.</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Xác định độ dài </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Xóa</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Chèn</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Tìm kiếm</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Kiểm tra  tính trạng thái rỗng</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Kiểm tra trạng thái tràn </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Duyệt danh sách.</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Sắp xếp</a:t>
            </a:r>
            <a:endParaRPr/>
          </a:p>
          <a:p>
            <a:pPr indent="-342900" lvl="0" marL="342900" rtl="0" algn="l">
              <a:lnSpc>
                <a:spcPct val="8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Arial"/>
              <a:buNone/>
            </a:pPr>
            <a:br>
              <a:rPr b="1" i="0" lang="en-US" sz="3200" u="none">
                <a:solidFill>
                  <a:schemeClr val="dk2"/>
                </a:solidFill>
                <a:latin typeface="Arial"/>
                <a:ea typeface="Arial"/>
                <a:cs typeface="Arial"/>
                <a:sym typeface="Arial"/>
              </a:rPr>
            </a:br>
            <a:r>
              <a:rPr b="1" i="0" lang="en-US" sz="3200" u="none">
                <a:solidFill>
                  <a:srgbClr val="0000FF"/>
                </a:solidFill>
                <a:latin typeface="Arial"/>
                <a:ea typeface="Arial"/>
                <a:cs typeface="Arial"/>
                <a:sym typeface="Arial"/>
              </a:rPr>
              <a:t>2. Biểu diễn danh sách trong máy tính</a:t>
            </a:r>
            <a:endParaRPr/>
          </a:p>
        </p:txBody>
      </p:sp>
      <p:sp>
        <p:nvSpPr>
          <p:cNvPr id="127" name="Google Shape;127;p6"/>
          <p:cNvSpPr txBox="1"/>
          <p:nvPr>
            <p:ph idx="1" type="body"/>
          </p:nvPr>
        </p:nvSpPr>
        <p:spPr>
          <a:xfrm>
            <a:off x="838200" y="2362200"/>
            <a:ext cx="7693025" cy="30353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100"/>
              <a:buNone/>
            </a:pPr>
            <a:r>
              <a:rPr b="1" i="0" lang="en-US" sz="2800" u="none">
                <a:solidFill>
                  <a:schemeClr val="dk2"/>
                </a:solidFill>
                <a:latin typeface="Arial"/>
                <a:ea typeface="Arial"/>
                <a:cs typeface="Arial"/>
                <a:sym typeface="Arial"/>
              </a:rPr>
              <a:t>2.1. Cài đặt bằng mảng (một chiều)</a:t>
            </a:r>
            <a:endParaRPr/>
          </a:p>
          <a:p>
            <a:pPr indent="-342900" lvl="0" marL="342900" rtl="0" algn="l">
              <a:lnSpc>
                <a:spcPct val="100000"/>
              </a:lnSpc>
              <a:spcBef>
                <a:spcPts val="480"/>
              </a:spcBef>
              <a:spcAft>
                <a:spcPts val="0"/>
              </a:spcAft>
              <a:buClr>
                <a:schemeClr val="dk1"/>
              </a:buClr>
              <a:buSzPts val="1800"/>
              <a:buFont typeface="Noto Sans Symbols"/>
              <a:buChar char="●"/>
            </a:pPr>
            <a:r>
              <a:rPr b="0" i="0" lang="en-US" sz="2400" u="none">
                <a:solidFill>
                  <a:schemeClr val="dk2"/>
                </a:solidFill>
                <a:latin typeface="Arial"/>
                <a:ea typeface="Arial"/>
                <a:cs typeface="Arial"/>
                <a:sym typeface="Arial"/>
              </a:rPr>
              <a:t>Lưu trữ các phần tử của danh sách trong một vector lưu trữ bao gồm các ô nhớ liên tiếp</a:t>
            </a:r>
            <a:endParaRPr/>
          </a:p>
          <a:p>
            <a:pPr indent="-342900" lvl="0" marL="342900" rtl="0" algn="l">
              <a:lnSpc>
                <a:spcPct val="100000"/>
              </a:lnSpc>
              <a:spcBef>
                <a:spcPts val="480"/>
              </a:spcBef>
              <a:spcAft>
                <a:spcPts val="0"/>
              </a:spcAft>
              <a:buClr>
                <a:schemeClr val="dk1"/>
              </a:buClr>
              <a:buSzPts val="1800"/>
              <a:buFont typeface="Noto Sans Symbols"/>
              <a:buChar char="●"/>
            </a:pPr>
            <a:r>
              <a:rPr b="0" i="0" lang="en-US" sz="2400" u="none">
                <a:solidFill>
                  <a:schemeClr val="dk2"/>
                </a:solidFill>
                <a:latin typeface="Arial"/>
                <a:ea typeface="Arial"/>
                <a:cs typeface="Arial"/>
                <a:sym typeface="Arial"/>
              </a:rPr>
              <a:t>VD. DS = ( A, B, C, D, E, F, G, H, I, J, K)</a:t>
            </a:r>
            <a:endParaRPr/>
          </a:p>
          <a:p>
            <a:pPr indent="-342900" lvl="0" marL="342900" rtl="0" algn="l">
              <a:lnSpc>
                <a:spcPct val="100000"/>
              </a:lnSpc>
              <a:spcBef>
                <a:spcPts val="560"/>
              </a:spcBef>
              <a:spcAft>
                <a:spcPts val="0"/>
              </a:spcAft>
              <a:buClr>
                <a:schemeClr val="dk1"/>
              </a:buClr>
              <a:buSzPts val="1800"/>
              <a:buFont typeface="Noto Sans Symbols"/>
              <a:buChar char="●"/>
            </a:pPr>
            <a:r>
              <a:rPr b="0" i="0" lang="en-US" sz="2400" u="none">
                <a:solidFill>
                  <a:schemeClr val="dk2"/>
                </a:solidFill>
                <a:latin typeface="Arial"/>
                <a:ea typeface="Arial"/>
                <a:cs typeface="Arial"/>
                <a:sym typeface="Arial"/>
              </a:rPr>
              <a:t>Mảng M gồm 11 phần tử:</a:t>
            </a:r>
            <a:r>
              <a:rPr b="0" i="0" lang="en-US" sz="2800" u="none">
                <a:solidFill>
                  <a:schemeClr val="dk2"/>
                </a:solidFill>
                <a:latin typeface="Arial"/>
                <a:ea typeface="Arial"/>
                <a:cs typeface="Arial"/>
                <a:sym typeface="Arial"/>
              </a:rPr>
              <a:t>  </a:t>
            </a:r>
            <a:endParaRPr/>
          </a:p>
          <a:p>
            <a:pPr indent="-342900" lvl="0" marL="342900" rtl="0" algn="l">
              <a:lnSpc>
                <a:spcPct val="100000"/>
              </a:lnSpc>
              <a:spcBef>
                <a:spcPts val="560"/>
              </a:spcBef>
              <a:spcAft>
                <a:spcPts val="0"/>
              </a:spcAft>
              <a:buSzPts val="2100"/>
              <a:buNone/>
            </a:pPr>
            <a:r>
              <a:rPr b="0" i="0" lang="en-US" sz="2800" u="none">
                <a:solidFill>
                  <a:schemeClr val="dk2"/>
                </a:solidFill>
                <a:latin typeface="Arial"/>
                <a:ea typeface="Arial"/>
                <a:cs typeface="Arial"/>
                <a:sym typeface="Arial"/>
              </a:rPr>
              <a:t>                                                             </a:t>
            </a:r>
            <a:endParaRPr/>
          </a:p>
          <a:p>
            <a:pPr indent="-209550" lvl="0" marL="342900" rtl="0" algn="l">
              <a:spcBef>
                <a:spcPts val="560"/>
              </a:spcBef>
              <a:spcAft>
                <a:spcPts val="0"/>
              </a:spcAft>
              <a:buSzPts val="2100"/>
              <a:buNone/>
            </a:pPr>
            <a:r>
              <a:t/>
            </a:r>
            <a:endParaRPr b="0" i="0" sz="2800" u="none">
              <a:solidFill>
                <a:schemeClr val="dk2"/>
              </a:solidFill>
              <a:latin typeface="Arial"/>
              <a:ea typeface="Arial"/>
              <a:cs typeface="Arial"/>
              <a:sym typeface="Arial"/>
            </a:endParaRPr>
          </a:p>
        </p:txBody>
      </p:sp>
      <p:graphicFrame>
        <p:nvGraphicFramePr>
          <p:cNvPr id="128" name="Google Shape;128;p6"/>
          <p:cNvGraphicFramePr/>
          <p:nvPr/>
        </p:nvGraphicFramePr>
        <p:xfrm>
          <a:off x="1219200" y="5181600"/>
          <a:ext cx="3000000" cy="3000000"/>
        </p:xfrm>
        <a:graphic>
          <a:graphicData uri="http://schemas.openxmlformats.org/drawingml/2006/table">
            <a:tbl>
              <a:tblPr>
                <a:noFill/>
                <a:tableStyleId>{96881794-55D7-4F2D-B231-B57A93F97EFB}</a:tableStyleId>
              </a:tblPr>
              <a:tblGrid>
                <a:gridCol w="609600"/>
                <a:gridCol w="552450"/>
                <a:gridCol w="666750"/>
                <a:gridCol w="609600"/>
                <a:gridCol w="609600"/>
                <a:gridCol w="609600"/>
                <a:gridCol w="609600"/>
                <a:gridCol w="609600"/>
                <a:gridCol w="609600"/>
                <a:gridCol w="609600"/>
                <a:gridCol w="609600"/>
              </a:tblGrid>
              <a:tr h="762000">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B</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H</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J</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K</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00FF"/>
              </a:buClr>
              <a:buSzPts val="3200"/>
              <a:buFont typeface="Arial"/>
              <a:buNone/>
            </a:pPr>
            <a:r>
              <a:rPr b="1" i="0" lang="en-US" sz="3200" u="none">
                <a:solidFill>
                  <a:srgbClr val="0000FF"/>
                </a:solidFill>
                <a:latin typeface="Arial"/>
                <a:ea typeface="Arial"/>
                <a:cs typeface="Arial"/>
                <a:sym typeface="Arial"/>
              </a:rPr>
              <a:t>2. Biểu diễn danh sách trong máy tính</a:t>
            </a:r>
            <a:endParaRPr/>
          </a:p>
        </p:txBody>
      </p:sp>
      <p:sp>
        <p:nvSpPr>
          <p:cNvPr id="134" name="Google Shape;134;p7"/>
          <p:cNvSpPr txBox="1"/>
          <p:nvPr>
            <p:ph idx="1" type="body"/>
          </p:nvPr>
        </p:nvSpPr>
        <p:spPr>
          <a:xfrm>
            <a:off x="990600" y="2362200"/>
            <a:ext cx="8042275" cy="1524000"/>
          </a:xfrm>
          <a:prstGeom prst="rect">
            <a:avLst/>
          </a:prstGeom>
          <a:noFill/>
          <a:ln>
            <a:noFill/>
          </a:ln>
        </p:spPr>
        <p:txBody>
          <a:bodyPr anchorCtr="0" anchor="t" bIns="45700" lIns="91425" spcFirstLastPara="1" rIns="91425" wrap="square" tIns="45700">
            <a:noAutofit/>
          </a:bodyPr>
          <a:lstStyle/>
          <a:p>
            <a:pPr indent="-609600" lvl="0" marL="609600" rtl="0" algn="l">
              <a:lnSpc>
                <a:spcPct val="90000"/>
              </a:lnSpc>
              <a:spcBef>
                <a:spcPts val="0"/>
              </a:spcBef>
              <a:spcAft>
                <a:spcPts val="0"/>
              </a:spcAft>
              <a:buSzPts val="2100"/>
              <a:buNone/>
            </a:pPr>
            <a:r>
              <a:rPr b="1" i="0" lang="en-US" sz="2800" u="none">
                <a:solidFill>
                  <a:schemeClr val="dk2"/>
                </a:solidFill>
                <a:latin typeface="Arial"/>
                <a:ea typeface="Arial"/>
                <a:cs typeface="Arial"/>
                <a:sym typeface="Arial"/>
              </a:rPr>
              <a:t>2.1. Cài đặt bằng mảng (một chiều)</a:t>
            </a:r>
            <a:endParaRPr/>
          </a:p>
          <a:p>
            <a:pPr indent="-609600" lvl="0" marL="609600" rtl="0" algn="l">
              <a:lnSpc>
                <a:spcPct val="90000"/>
              </a:lnSpc>
              <a:spcBef>
                <a:spcPts val="480"/>
              </a:spcBef>
              <a:spcAft>
                <a:spcPts val="0"/>
              </a:spcAft>
              <a:buClr>
                <a:schemeClr val="dk1"/>
              </a:buClr>
              <a:buSzPts val="1800"/>
              <a:buFont typeface="Noto Sans Symbols"/>
              <a:buAutoNum type="alphaLcParenR"/>
            </a:pPr>
            <a:r>
              <a:rPr b="1" i="1" lang="en-US" sz="2400" u="none">
                <a:solidFill>
                  <a:schemeClr val="dk2"/>
                </a:solidFill>
                <a:latin typeface="Arial"/>
                <a:ea typeface="Arial"/>
                <a:cs typeface="Arial"/>
                <a:sym typeface="Arial"/>
              </a:rPr>
              <a:t>Chèn </a:t>
            </a:r>
            <a:endParaRPr/>
          </a:p>
          <a:p>
            <a:pPr indent="-609600" lvl="0" marL="609600" rtl="0" algn="l">
              <a:lnSpc>
                <a:spcPct val="90000"/>
              </a:lnSpc>
              <a:spcBef>
                <a:spcPts val="480"/>
              </a:spcBef>
              <a:spcAft>
                <a:spcPts val="0"/>
              </a:spcAft>
              <a:buSzPts val="1350"/>
              <a:buNone/>
            </a:pPr>
            <a:r>
              <a:rPr b="0" i="0" lang="en-US" sz="1800" u="none">
                <a:solidFill>
                  <a:schemeClr val="dk2"/>
                </a:solidFill>
                <a:latin typeface="Arial"/>
                <a:ea typeface="Arial"/>
                <a:cs typeface="Arial"/>
                <a:sym typeface="Arial"/>
              </a:rPr>
              <a:t>   - </a:t>
            </a:r>
            <a:r>
              <a:rPr b="0" i="0" lang="en-US" sz="2400" u="none">
                <a:solidFill>
                  <a:schemeClr val="dk2"/>
                </a:solidFill>
                <a:latin typeface="Arial"/>
                <a:ea typeface="Arial"/>
                <a:cs typeface="Arial"/>
                <a:sym typeface="Arial"/>
              </a:rPr>
              <a:t>Dồn các phần tử từ vị trí P đến cuối sang phải một vị trí: </a:t>
            </a:r>
            <a:endParaRPr/>
          </a:p>
          <a:p>
            <a:pPr indent="-609600" lvl="0" marL="609600" rtl="0" algn="l">
              <a:lnSpc>
                <a:spcPct val="90000"/>
              </a:lnSpc>
              <a:spcBef>
                <a:spcPts val="640"/>
              </a:spcBef>
              <a:spcAft>
                <a:spcPts val="0"/>
              </a:spcAft>
              <a:buSzPts val="2400"/>
              <a:buNone/>
            </a:pPr>
            <a:r>
              <a:t/>
            </a:r>
            <a:endParaRPr b="0" i="0" sz="3200" u="none">
              <a:solidFill>
                <a:schemeClr val="dk2"/>
              </a:solidFill>
              <a:latin typeface="Arial"/>
              <a:ea typeface="Arial"/>
              <a:cs typeface="Arial"/>
              <a:sym typeface="Arial"/>
            </a:endParaRPr>
          </a:p>
          <a:p>
            <a:pPr indent="-609600" lvl="0" marL="609600" rtl="0" algn="l">
              <a:lnSpc>
                <a:spcPct val="90000"/>
              </a:lnSpc>
              <a:spcBef>
                <a:spcPts val="640"/>
              </a:spcBef>
              <a:spcAft>
                <a:spcPts val="0"/>
              </a:spcAft>
              <a:buSzPts val="2400"/>
              <a:buNone/>
            </a:pPr>
            <a:r>
              <a:t/>
            </a:r>
            <a:endParaRPr b="0" i="0" sz="3200" u="none">
              <a:solidFill>
                <a:schemeClr val="dk2"/>
              </a:solidFill>
              <a:latin typeface="Arial"/>
              <a:ea typeface="Arial"/>
              <a:cs typeface="Arial"/>
              <a:sym typeface="Arial"/>
            </a:endParaRPr>
          </a:p>
          <a:p>
            <a:pPr indent="-190500" lvl="0" marL="342900" rtl="0" algn="l">
              <a:spcBef>
                <a:spcPts val="640"/>
              </a:spcBef>
              <a:spcAft>
                <a:spcPts val="0"/>
              </a:spcAft>
              <a:buSzPts val="2400"/>
              <a:buNone/>
            </a:pPr>
            <a:r>
              <a:t/>
            </a:r>
            <a:endParaRPr b="0" i="0" sz="3200" u="none">
              <a:solidFill>
                <a:schemeClr val="dk2"/>
              </a:solidFill>
              <a:latin typeface="Arial"/>
              <a:ea typeface="Arial"/>
              <a:cs typeface="Arial"/>
              <a:sym typeface="Arial"/>
            </a:endParaRPr>
          </a:p>
        </p:txBody>
      </p:sp>
      <p:graphicFrame>
        <p:nvGraphicFramePr>
          <p:cNvPr id="135" name="Google Shape;135;p7"/>
          <p:cNvGraphicFramePr/>
          <p:nvPr/>
        </p:nvGraphicFramePr>
        <p:xfrm>
          <a:off x="1981200" y="4038600"/>
          <a:ext cx="3000000" cy="3000000"/>
        </p:xfrm>
        <a:graphic>
          <a:graphicData uri="http://schemas.openxmlformats.org/drawingml/2006/table">
            <a:tbl>
              <a:tblPr>
                <a:noFill/>
                <a:tableStyleId>{96881794-55D7-4F2D-B231-B57A93F97EFB}</a:tableStyleId>
              </a:tblPr>
              <a:tblGrid>
                <a:gridCol w="457200"/>
                <a:gridCol w="457200"/>
                <a:gridCol w="457200"/>
                <a:gridCol w="457200"/>
                <a:gridCol w="457200"/>
                <a:gridCol w="385750"/>
                <a:gridCol w="457200"/>
                <a:gridCol w="457200"/>
                <a:gridCol w="457200"/>
                <a:gridCol w="457200"/>
                <a:gridCol w="457200"/>
                <a:gridCol w="457200"/>
              </a:tblGrid>
              <a:tr h="639750">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B</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C</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K</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36" name="Google Shape;136;p7"/>
          <p:cNvSpPr txBox="1"/>
          <p:nvPr/>
        </p:nvSpPr>
        <p:spPr>
          <a:xfrm>
            <a:off x="1219200" y="4191000"/>
            <a:ext cx="5486400" cy="954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2"/>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 </a:t>
            </a:r>
            <a:r>
              <a:rPr b="0" i="0" lang="en-US" sz="2400" u="none">
                <a:solidFill>
                  <a:schemeClr val="dk2"/>
                </a:solidFill>
                <a:latin typeface="Arial"/>
                <a:ea typeface="Arial"/>
                <a:cs typeface="Arial"/>
                <a:sym typeface="Arial"/>
              </a:rPr>
              <a:t>Đặt V vào vị trí    P</a:t>
            </a:r>
            <a:endParaRPr/>
          </a:p>
        </p:txBody>
      </p:sp>
      <p:sp>
        <p:nvSpPr>
          <p:cNvPr id="137" name="Google Shape;137;p7"/>
          <p:cNvSpPr txBox="1"/>
          <p:nvPr/>
        </p:nvSpPr>
        <p:spPr>
          <a:xfrm>
            <a:off x="4648200" y="3717925"/>
            <a:ext cx="72866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P</a:t>
            </a:r>
            <a:endParaRPr/>
          </a:p>
        </p:txBody>
      </p:sp>
      <p:sp>
        <p:nvSpPr>
          <p:cNvPr id="138" name="Google Shape;138;p7"/>
          <p:cNvSpPr txBox="1"/>
          <p:nvPr/>
        </p:nvSpPr>
        <p:spPr>
          <a:xfrm>
            <a:off x="1219200" y="4694237"/>
            <a:ext cx="5486400" cy="9445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2"/>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a:t>
            </a:r>
            <a:r>
              <a:rPr b="0" i="0" lang="en-US" sz="2400" u="none">
                <a:solidFill>
                  <a:schemeClr val="dk2"/>
                </a:solidFill>
                <a:latin typeface="Arial"/>
                <a:ea typeface="Arial"/>
                <a:cs typeface="Arial"/>
                <a:sym typeface="Arial"/>
              </a:rPr>
              <a:t>Tăng n lên 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00FF"/>
              </a:buClr>
              <a:buSzPts val="2400"/>
              <a:buFont typeface="Arial"/>
              <a:buNone/>
            </a:pPr>
            <a:r>
              <a:rPr b="1" i="1" lang="en-US" sz="2400" u="none">
                <a:solidFill>
                  <a:srgbClr val="0000FF"/>
                </a:solidFill>
                <a:latin typeface="Arial"/>
                <a:ea typeface="Arial"/>
                <a:cs typeface="Arial"/>
                <a:sym typeface="Arial"/>
              </a:rPr>
              <a:t>2. Biểu diễn danh sách trong máy tính</a:t>
            </a:r>
            <a:endParaRPr/>
          </a:p>
        </p:txBody>
      </p:sp>
      <p:sp>
        <p:nvSpPr>
          <p:cNvPr id="144" name="Google Shape;144;p8"/>
          <p:cNvSpPr txBox="1"/>
          <p:nvPr>
            <p:ph idx="1" type="body"/>
          </p:nvPr>
        </p:nvSpPr>
        <p:spPr>
          <a:xfrm>
            <a:off x="877888" y="2464600"/>
            <a:ext cx="7692900" cy="1379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800"/>
              <a:buNone/>
            </a:pPr>
            <a:r>
              <a:rPr b="1" i="1" lang="en-US" sz="2400" u="none">
                <a:solidFill>
                  <a:schemeClr val="accent1"/>
                </a:solidFill>
                <a:latin typeface="Arial"/>
                <a:ea typeface="Arial"/>
                <a:cs typeface="Arial"/>
                <a:sym typeface="Arial"/>
              </a:rPr>
              <a:t>b) </a:t>
            </a:r>
            <a:r>
              <a:rPr b="1" i="1" lang="en-US" sz="2400" u="none">
                <a:solidFill>
                  <a:schemeClr val="dk1"/>
                </a:solidFill>
                <a:latin typeface="Arial"/>
                <a:ea typeface="Arial"/>
                <a:cs typeface="Arial"/>
                <a:sym typeface="Arial"/>
              </a:rPr>
              <a:t>Xóa </a:t>
            </a:r>
            <a:endParaRPr/>
          </a:p>
          <a:p>
            <a:pPr indent="-342900" lvl="0" marL="342900" rtl="0" algn="l">
              <a:lnSpc>
                <a:spcPct val="100000"/>
              </a:lnSpc>
              <a:spcBef>
                <a:spcPts val="560"/>
              </a:spcBef>
              <a:spcAft>
                <a:spcPts val="0"/>
              </a:spcAft>
              <a:buSzPts val="1350"/>
              <a:buNone/>
            </a:pPr>
            <a:r>
              <a:rPr b="0" i="0" lang="en-US" sz="1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Mảng ban đầu</a:t>
            </a:r>
            <a:endParaRPr/>
          </a:p>
          <a:p>
            <a:pPr indent="-209550" lvl="0" marL="342900" rtl="0" algn="l">
              <a:spcBef>
                <a:spcPts val="560"/>
              </a:spcBef>
              <a:spcAft>
                <a:spcPts val="0"/>
              </a:spcAft>
              <a:buSzPts val="2100"/>
              <a:buNone/>
            </a:pPr>
            <a:r>
              <a:t/>
            </a:r>
            <a:endParaRPr b="0" i="0" sz="2800" u="none">
              <a:solidFill>
                <a:schemeClr val="dk1"/>
              </a:solidFill>
              <a:latin typeface="Arial"/>
              <a:ea typeface="Arial"/>
              <a:cs typeface="Arial"/>
              <a:sym typeface="Arial"/>
            </a:endParaRPr>
          </a:p>
        </p:txBody>
      </p:sp>
      <p:graphicFrame>
        <p:nvGraphicFramePr>
          <p:cNvPr id="145" name="Google Shape;145;p8"/>
          <p:cNvGraphicFramePr/>
          <p:nvPr/>
        </p:nvGraphicFramePr>
        <p:xfrm>
          <a:off x="1530350" y="3521075"/>
          <a:ext cx="3000000" cy="3000000"/>
        </p:xfrm>
        <a:graphic>
          <a:graphicData uri="http://schemas.openxmlformats.org/drawingml/2006/table">
            <a:tbl>
              <a:tblPr>
                <a:noFill/>
                <a:tableStyleId>{96881794-55D7-4F2D-B231-B57A93F97EFB}</a:tableStyleId>
              </a:tblPr>
              <a:tblGrid>
                <a:gridCol w="469900"/>
                <a:gridCol w="469900"/>
                <a:gridCol w="469900"/>
                <a:gridCol w="471475"/>
                <a:gridCol w="469900"/>
                <a:gridCol w="468300"/>
                <a:gridCol w="473075"/>
                <a:gridCol w="473075"/>
                <a:gridCol w="463550"/>
                <a:gridCol w="466725"/>
                <a:gridCol w="473075"/>
                <a:gridCol w="457200"/>
              </a:tblGrid>
              <a:tr h="365125">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B</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F</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H</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J</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K</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46" name="Google Shape;146;p8"/>
          <p:cNvSpPr txBox="1"/>
          <p:nvPr/>
        </p:nvSpPr>
        <p:spPr>
          <a:xfrm>
            <a:off x="4343400" y="2955925"/>
            <a:ext cx="6858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P</a:t>
            </a:r>
            <a:endParaRPr/>
          </a:p>
        </p:txBody>
      </p:sp>
      <p:sp>
        <p:nvSpPr>
          <p:cNvPr id="147" name="Google Shape;147;p8"/>
          <p:cNvSpPr txBox="1"/>
          <p:nvPr/>
        </p:nvSpPr>
        <p:spPr>
          <a:xfrm>
            <a:off x="838200" y="4191000"/>
            <a:ext cx="8001000" cy="954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 </a:t>
            </a:r>
            <a:r>
              <a:rPr b="0" i="0" lang="en-US" sz="2800" u="none">
                <a:solidFill>
                  <a:schemeClr val="dk2"/>
                </a:solidFill>
                <a:latin typeface="Arial"/>
                <a:ea typeface="Arial"/>
                <a:cs typeface="Arial"/>
                <a:sym typeface="Arial"/>
              </a:rPr>
              <a:t>Chuyển tất cả các phần tử từ vị trí P+1 đến cuối sang trái 1 vị trí</a:t>
            </a:r>
            <a:endParaRPr/>
          </a:p>
        </p:txBody>
      </p:sp>
      <p:graphicFrame>
        <p:nvGraphicFramePr>
          <p:cNvPr id="148" name="Google Shape;148;p8"/>
          <p:cNvGraphicFramePr/>
          <p:nvPr/>
        </p:nvGraphicFramePr>
        <p:xfrm>
          <a:off x="1600200" y="5410200"/>
          <a:ext cx="3000000" cy="3000000"/>
        </p:xfrm>
        <a:graphic>
          <a:graphicData uri="http://schemas.openxmlformats.org/drawingml/2006/table">
            <a:tbl>
              <a:tblPr>
                <a:noFill/>
                <a:tableStyleId>{96881794-55D7-4F2D-B231-B57A93F97EFB}</a:tableStyleId>
              </a:tblPr>
              <a:tblGrid>
                <a:gridCol w="469900"/>
                <a:gridCol w="469900"/>
                <a:gridCol w="469900"/>
                <a:gridCol w="471475"/>
                <a:gridCol w="469900"/>
                <a:gridCol w="468300"/>
                <a:gridCol w="473075"/>
                <a:gridCol w="473075"/>
                <a:gridCol w="463550"/>
                <a:gridCol w="466725"/>
                <a:gridCol w="473075"/>
              </a:tblGrid>
              <a:tr h="365125">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B</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F</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H</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J</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K</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49" name="Google Shape;149;p8"/>
          <p:cNvSpPr txBox="1"/>
          <p:nvPr/>
        </p:nvSpPr>
        <p:spPr>
          <a:xfrm>
            <a:off x="838200" y="5980112"/>
            <a:ext cx="8001000" cy="1169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a:t>
            </a:r>
            <a:r>
              <a:rPr b="0" i="0" lang="en-US" sz="2800" u="none">
                <a:solidFill>
                  <a:schemeClr val="dk2"/>
                </a:solidFill>
                <a:latin typeface="Arial"/>
                <a:ea typeface="Arial"/>
                <a:cs typeface="Arial"/>
                <a:sym typeface="Arial"/>
              </a:rPr>
              <a:t>Giảm n đi 1. </a:t>
            </a:r>
            <a:endParaRPr/>
          </a:p>
          <a:p>
            <a:pPr indent="-177800" lvl="0" marL="0" marR="0" rtl="0" algn="l">
              <a:lnSpc>
                <a:spcPct val="100000"/>
              </a:lnSpc>
              <a:spcBef>
                <a:spcPts val="1400"/>
              </a:spcBef>
              <a:spcAft>
                <a:spcPts val="0"/>
              </a:spcAft>
              <a:buClr>
                <a:schemeClr val="dk2"/>
              </a:buClr>
              <a:buSzPts val="2800"/>
              <a:buFont typeface="Arial"/>
              <a:buChar char="-"/>
            </a:pPr>
            <a:r>
              <a:rPr b="0" i="0" lang="en-US" sz="2800" u="none">
                <a:solidFill>
                  <a:schemeClr val="dk2"/>
                </a:solidFill>
                <a:latin typeface="Arial"/>
                <a:ea typeface="Arial"/>
                <a:cs typeface="Arial"/>
                <a:sym typeface="Aria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100"/>
              <a:buFont typeface="Noto Sans Symbols"/>
              <a:buChar char="●"/>
            </a:pPr>
            <a:r>
              <a:rPr b="0" i="0" lang="en-US" sz="2800" u="none" cap="none" strike="noStrike">
                <a:solidFill>
                  <a:schemeClr val="dk2"/>
                </a:solidFill>
                <a:latin typeface="Arial"/>
                <a:ea typeface="Arial"/>
                <a:cs typeface="Arial"/>
                <a:sym typeface="Arial"/>
              </a:rPr>
              <a:t>Nếu không cần bảo lưu thứ tự các phần tử sau khi xóa thì chỉ cần tráo đổi giá trị phần tử cần xóa cho phần tử cuối cùng và giảm n đi 1. </a:t>
            </a:r>
            <a:endParaRPr/>
          </a:p>
          <a:p>
            <a:pPr indent="-209550" lvl="0" marL="342900" marR="0" rtl="0" algn="l">
              <a:spcBef>
                <a:spcPts val="560"/>
              </a:spcBef>
              <a:spcAft>
                <a:spcPts val="0"/>
              </a:spcAft>
              <a:buClr>
                <a:schemeClr val="dk1"/>
              </a:buClr>
              <a:buSzPts val="2100"/>
              <a:buFont typeface="Noto Sans Symbols"/>
              <a:buNone/>
            </a:pPr>
            <a:r>
              <a:t/>
            </a:r>
            <a:endParaRPr b="0" i="0" sz="2800" u="non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Arial"/>
              <a:buNone/>
            </a:pPr>
            <a:br>
              <a:rPr b="1" i="0" lang="en-US" sz="3200" u="none">
                <a:solidFill>
                  <a:schemeClr val="dk2"/>
                </a:solidFill>
                <a:latin typeface="Arial"/>
                <a:ea typeface="Arial"/>
                <a:cs typeface="Arial"/>
                <a:sym typeface="Arial"/>
              </a:rPr>
            </a:br>
            <a:r>
              <a:rPr b="1" i="0" lang="en-US" sz="3200" u="none">
                <a:solidFill>
                  <a:srgbClr val="0000FF"/>
                </a:solidFill>
                <a:latin typeface="Arial"/>
                <a:ea typeface="Arial"/>
                <a:cs typeface="Arial"/>
                <a:sym typeface="Arial"/>
              </a:rPr>
              <a:t>2. Biểu diễn danh sách trong máy tính</a:t>
            </a:r>
            <a:endParaRPr/>
          </a:p>
        </p:txBody>
      </p:sp>
      <p:sp>
        <p:nvSpPr>
          <p:cNvPr id="160" name="Google Shape;160;p11"/>
          <p:cNvSpPr txBox="1"/>
          <p:nvPr>
            <p:ph idx="1" type="body"/>
          </p:nvPr>
        </p:nvSpPr>
        <p:spPr>
          <a:xfrm>
            <a:off x="841375" y="2362200"/>
            <a:ext cx="8226425" cy="4267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None/>
            </a:pPr>
            <a:r>
              <a:rPr b="1" i="0" lang="en-US" sz="3200" u="none">
                <a:solidFill>
                  <a:schemeClr val="dk2"/>
                </a:solidFill>
                <a:latin typeface="Arial"/>
                <a:ea typeface="Arial"/>
                <a:cs typeface="Arial"/>
                <a:sym typeface="Arial"/>
              </a:rPr>
              <a:t>2.2. Cài đặt bằng DS móc nối</a:t>
            </a:r>
            <a:r>
              <a:rPr b="1" i="0" lang="en-US" sz="3600" u="none">
                <a:solidFill>
                  <a:schemeClr val="dk2"/>
                </a:solidFill>
                <a:latin typeface="Arial"/>
                <a:ea typeface="Arial"/>
                <a:cs typeface="Arial"/>
                <a:sym typeface="Arial"/>
              </a:rPr>
              <a:t> </a:t>
            </a:r>
            <a:endParaRPr/>
          </a:p>
          <a:p>
            <a:pPr indent="-342900" lvl="0" marL="342900" rtl="0" algn="l">
              <a:lnSpc>
                <a:spcPct val="100000"/>
              </a:lnSpc>
              <a:spcBef>
                <a:spcPts val="480"/>
              </a:spcBef>
              <a:spcAft>
                <a:spcPts val="0"/>
              </a:spcAft>
              <a:buClr>
                <a:schemeClr val="dk1"/>
              </a:buClr>
              <a:buSzPts val="1800"/>
              <a:buFont typeface="Noto Sans Symbols"/>
              <a:buChar char="●"/>
            </a:pPr>
            <a:r>
              <a:rPr b="0" i="0" lang="en-US" sz="2400" u="none">
                <a:solidFill>
                  <a:schemeClr val="dk2"/>
                </a:solidFill>
                <a:latin typeface="Arial"/>
                <a:ea typeface="Arial"/>
                <a:cs typeface="Arial"/>
                <a:sym typeface="Arial"/>
              </a:rPr>
              <a:t>Các phần tử được lưu trữ trong các ô nhớ ở các vị trí tùy ý trong bộ nhớ</a:t>
            </a:r>
            <a:endParaRPr/>
          </a:p>
          <a:p>
            <a:pPr indent="-342900" lvl="0" marL="342900" rtl="0" algn="l">
              <a:lnSpc>
                <a:spcPct val="100000"/>
              </a:lnSpc>
              <a:spcBef>
                <a:spcPts val="480"/>
              </a:spcBef>
              <a:spcAft>
                <a:spcPts val="0"/>
              </a:spcAft>
              <a:buClr>
                <a:schemeClr val="dk1"/>
              </a:buClr>
              <a:buSzPts val="1800"/>
              <a:buFont typeface="Noto Sans Symbols"/>
              <a:buChar char="●"/>
            </a:pPr>
            <a:r>
              <a:rPr b="0" i="0" lang="en-US" sz="2400" u="none">
                <a:solidFill>
                  <a:schemeClr val="dk2"/>
                </a:solidFill>
                <a:latin typeface="Arial"/>
                <a:ea typeface="Arial"/>
                <a:cs typeface="Arial"/>
                <a:sym typeface="Arial"/>
              </a:rPr>
              <a:t>Các phần tử liên kết với nhau bằng con trỏ</a:t>
            </a:r>
            <a:endParaRPr/>
          </a:p>
          <a:p>
            <a:pPr indent="-342900" lvl="0" marL="342900" rtl="0" algn="l">
              <a:lnSpc>
                <a:spcPct val="100000"/>
              </a:lnSpc>
              <a:spcBef>
                <a:spcPts val="720"/>
              </a:spcBef>
              <a:spcAft>
                <a:spcPts val="0"/>
              </a:spcAft>
              <a:buSzPts val="2700"/>
              <a:buNone/>
            </a:pPr>
            <a:r>
              <a:rPr b="1" i="0" lang="en-US" sz="3600" u="none">
                <a:solidFill>
                  <a:schemeClr val="dk2"/>
                </a:solidFill>
                <a:latin typeface="Arial"/>
                <a:ea typeface="Arial"/>
                <a:cs typeface="Arial"/>
                <a:sym typeface="Arial"/>
              </a:rPr>
              <a:t>(Trình bày ở chương tiếp theo)</a:t>
            </a:r>
            <a:endParaRPr/>
          </a:p>
        </p:txBody>
      </p:sp>
      <p:grpSp>
        <p:nvGrpSpPr>
          <p:cNvPr id="161" name="Google Shape;161;p11"/>
          <p:cNvGrpSpPr/>
          <p:nvPr/>
        </p:nvGrpSpPr>
        <p:grpSpPr>
          <a:xfrm>
            <a:off x="1600200" y="5105400"/>
            <a:ext cx="5715000" cy="1371600"/>
            <a:chOff x="1632" y="2256"/>
            <a:chExt cx="4128" cy="1344"/>
          </a:xfrm>
        </p:grpSpPr>
        <p:sp>
          <p:nvSpPr>
            <p:cNvPr id="162" name="Google Shape;162;p11"/>
            <p:cNvSpPr txBox="1"/>
            <p:nvPr/>
          </p:nvSpPr>
          <p:spPr>
            <a:xfrm>
              <a:off x="1968" y="2256"/>
              <a:ext cx="864" cy="336"/>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63" name="Google Shape;163;p11"/>
            <p:cNvCxnSpPr/>
            <p:nvPr/>
          </p:nvCxnSpPr>
          <p:spPr>
            <a:xfrm>
              <a:off x="2400" y="2256"/>
              <a:ext cx="0" cy="336"/>
            </a:xfrm>
            <a:prstGeom prst="straightConnector1">
              <a:avLst/>
            </a:prstGeom>
            <a:noFill/>
            <a:ln cap="flat" cmpd="sng" w="22225">
              <a:solidFill>
                <a:schemeClr val="dk1"/>
              </a:solidFill>
              <a:prstDash val="solid"/>
              <a:miter lim="800000"/>
              <a:headEnd len="med" w="med" type="none"/>
              <a:tailEnd len="med" w="med" type="none"/>
            </a:ln>
          </p:spPr>
        </p:cxnSp>
        <p:cxnSp>
          <p:nvCxnSpPr>
            <p:cNvPr id="164" name="Google Shape;164;p11"/>
            <p:cNvCxnSpPr/>
            <p:nvPr/>
          </p:nvCxnSpPr>
          <p:spPr>
            <a:xfrm>
              <a:off x="2160" y="2448"/>
              <a:ext cx="0" cy="480"/>
            </a:xfrm>
            <a:prstGeom prst="straightConnector1">
              <a:avLst/>
            </a:prstGeom>
            <a:noFill/>
            <a:ln cap="flat" cmpd="sng" w="31750">
              <a:solidFill>
                <a:schemeClr val="dk1"/>
              </a:solidFill>
              <a:prstDash val="solid"/>
              <a:miter lim="800000"/>
              <a:headEnd len="med" w="med" type="oval"/>
              <a:tailEnd len="med" w="med" type="stealth"/>
            </a:ln>
          </p:spPr>
        </p:cxnSp>
        <p:cxnSp>
          <p:nvCxnSpPr>
            <p:cNvPr id="165" name="Google Shape;165;p11"/>
            <p:cNvCxnSpPr/>
            <p:nvPr/>
          </p:nvCxnSpPr>
          <p:spPr>
            <a:xfrm>
              <a:off x="2592" y="2448"/>
              <a:ext cx="624" cy="0"/>
            </a:xfrm>
            <a:prstGeom prst="straightConnector1">
              <a:avLst/>
            </a:prstGeom>
            <a:noFill/>
            <a:ln cap="flat" cmpd="sng" w="31750">
              <a:solidFill>
                <a:schemeClr val="dk1"/>
              </a:solidFill>
              <a:prstDash val="solid"/>
              <a:miter lim="800000"/>
              <a:headEnd len="med" w="med" type="oval"/>
              <a:tailEnd len="med" w="med" type="stealth"/>
            </a:ln>
          </p:spPr>
        </p:cxnSp>
        <p:pic>
          <p:nvPicPr>
            <p:cNvPr descr="so01102_" id="166" name="Google Shape;166;p11"/>
            <p:cNvPicPr preferRelativeResize="0"/>
            <p:nvPr/>
          </p:nvPicPr>
          <p:blipFill rotWithShape="1">
            <a:blip r:embed="rId3">
              <a:alphaModFix/>
            </a:blip>
            <a:srcRect b="0" l="0" r="0" t="0"/>
            <a:stretch/>
          </p:blipFill>
          <p:spPr>
            <a:xfrm>
              <a:off x="3120" y="2880"/>
              <a:ext cx="660" cy="720"/>
            </a:xfrm>
            <a:prstGeom prst="rect">
              <a:avLst/>
            </a:prstGeom>
            <a:noFill/>
            <a:ln>
              <a:noFill/>
            </a:ln>
          </p:spPr>
        </p:pic>
        <p:pic>
          <p:nvPicPr>
            <p:cNvPr descr="so00971_" id="167" name="Google Shape;167;p11"/>
            <p:cNvPicPr preferRelativeResize="0"/>
            <p:nvPr/>
          </p:nvPicPr>
          <p:blipFill rotWithShape="1">
            <a:blip r:embed="rId4">
              <a:alphaModFix/>
            </a:blip>
            <a:srcRect b="0" l="0" r="0" t="0"/>
            <a:stretch/>
          </p:blipFill>
          <p:spPr>
            <a:xfrm>
              <a:off x="1632" y="2880"/>
              <a:ext cx="960" cy="612"/>
            </a:xfrm>
            <a:prstGeom prst="rect">
              <a:avLst/>
            </a:prstGeom>
            <a:noFill/>
            <a:ln>
              <a:noFill/>
            </a:ln>
          </p:spPr>
        </p:pic>
        <p:sp>
          <p:nvSpPr>
            <p:cNvPr id="168" name="Google Shape;168;p11"/>
            <p:cNvSpPr txBox="1"/>
            <p:nvPr/>
          </p:nvSpPr>
          <p:spPr>
            <a:xfrm>
              <a:off x="4416" y="2256"/>
              <a:ext cx="864" cy="336"/>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69" name="Google Shape;169;p11"/>
            <p:cNvCxnSpPr/>
            <p:nvPr/>
          </p:nvCxnSpPr>
          <p:spPr>
            <a:xfrm>
              <a:off x="4848" y="2256"/>
              <a:ext cx="0" cy="336"/>
            </a:xfrm>
            <a:prstGeom prst="straightConnector1">
              <a:avLst/>
            </a:prstGeom>
            <a:noFill/>
            <a:ln cap="flat" cmpd="sng" w="22225">
              <a:solidFill>
                <a:schemeClr val="dk1"/>
              </a:solidFill>
              <a:prstDash val="solid"/>
              <a:miter lim="800000"/>
              <a:headEnd len="med" w="med" type="none"/>
              <a:tailEnd len="med" w="med" type="none"/>
            </a:ln>
          </p:spPr>
        </p:cxnSp>
        <p:cxnSp>
          <p:nvCxnSpPr>
            <p:cNvPr id="170" name="Google Shape;170;p11"/>
            <p:cNvCxnSpPr/>
            <p:nvPr/>
          </p:nvCxnSpPr>
          <p:spPr>
            <a:xfrm>
              <a:off x="4608" y="2448"/>
              <a:ext cx="0" cy="480"/>
            </a:xfrm>
            <a:prstGeom prst="straightConnector1">
              <a:avLst/>
            </a:prstGeom>
            <a:noFill/>
            <a:ln cap="flat" cmpd="sng" w="31750">
              <a:solidFill>
                <a:schemeClr val="dk1"/>
              </a:solidFill>
              <a:prstDash val="solid"/>
              <a:miter lim="800000"/>
              <a:headEnd len="med" w="med" type="oval"/>
              <a:tailEnd len="med" w="med" type="stealth"/>
            </a:ln>
          </p:spPr>
        </p:cxnSp>
        <p:cxnSp>
          <p:nvCxnSpPr>
            <p:cNvPr id="171" name="Google Shape;171;p11"/>
            <p:cNvCxnSpPr/>
            <p:nvPr/>
          </p:nvCxnSpPr>
          <p:spPr>
            <a:xfrm>
              <a:off x="5040" y="2448"/>
              <a:ext cx="480" cy="0"/>
            </a:xfrm>
            <a:prstGeom prst="straightConnector1">
              <a:avLst/>
            </a:prstGeom>
            <a:noFill/>
            <a:ln cap="flat" cmpd="sng" w="31750">
              <a:solidFill>
                <a:schemeClr val="dk1"/>
              </a:solidFill>
              <a:prstDash val="solid"/>
              <a:miter lim="800000"/>
              <a:headEnd len="med" w="med" type="oval"/>
              <a:tailEnd len="med" w="med" type="stealth"/>
            </a:ln>
          </p:spPr>
        </p:cxnSp>
        <p:sp>
          <p:nvSpPr>
            <p:cNvPr id="172" name="Google Shape;172;p11"/>
            <p:cNvSpPr txBox="1"/>
            <p:nvPr/>
          </p:nvSpPr>
          <p:spPr>
            <a:xfrm>
              <a:off x="3216" y="2256"/>
              <a:ext cx="864" cy="336"/>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73" name="Google Shape;173;p11"/>
            <p:cNvCxnSpPr/>
            <p:nvPr/>
          </p:nvCxnSpPr>
          <p:spPr>
            <a:xfrm>
              <a:off x="3648" y="2256"/>
              <a:ext cx="0" cy="336"/>
            </a:xfrm>
            <a:prstGeom prst="straightConnector1">
              <a:avLst/>
            </a:prstGeom>
            <a:noFill/>
            <a:ln cap="flat" cmpd="sng" w="22225">
              <a:solidFill>
                <a:schemeClr val="dk1"/>
              </a:solidFill>
              <a:prstDash val="solid"/>
              <a:miter lim="800000"/>
              <a:headEnd len="med" w="med" type="none"/>
              <a:tailEnd len="med" w="med" type="none"/>
            </a:ln>
          </p:spPr>
        </p:cxnSp>
        <p:cxnSp>
          <p:nvCxnSpPr>
            <p:cNvPr id="174" name="Google Shape;174;p11"/>
            <p:cNvCxnSpPr/>
            <p:nvPr/>
          </p:nvCxnSpPr>
          <p:spPr>
            <a:xfrm>
              <a:off x="3408" y="2448"/>
              <a:ext cx="0" cy="480"/>
            </a:xfrm>
            <a:prstGeom prst="straightConnector1">
              <a:avLst/>
            </a:prstGeom>
            <a:noFill/>
            <a:ln cap="flat" cmpd="sng" w="31750">
              <a:solidFill>
                <a:schemeClr val="dk1"/>
              </a:solidFill>
              <a:prstDash val="solid"/>
              <a:miter lim="800000"/>
              <a:headEnd len="med" w="med" type="oval"/>
              <a:tailEnd len="med" w="med" type="stealth"/>
            </a:ln>
          </p:spPr>
        </p:cxnSp>
        <p:cxnSp>
          <p:nvCxnSpPr>
            <p:cNvPr id="175" name="Google Shape;175;p11"/>
            <p:cNvCxnSpPr/>
            <p:nvPr/>
          </p:nvCxnSpPr>
          <p:spPr>
            <a:xfrm>
              <a:off x="3840" y="2448"/>
              <a:ext cx="528" cy="0"/>
            </a:xfrm>
            <a:prstGeom prst="straightConnector1">
              <a:avLst/>
            </a:prstGeom>
            <a:noFill/>
            <a:ln cap="flat" cmpd="sng" w="31750">
              <a:solidFill>
                <a:schemeClr val="dk1"/>
              </a:solidFill>
              <a:prstDash val="solid"/>
              <a:miter lim="800000"/>
              <a:headEnd len="med" w="med" type="oval"/>
              <a:tailEnd len="med" w="med" type="stealth"/>
            </a:ln>
          </p:spPr>
        </p:cxnSp>
        <p:sp>
          <p:nvSpPr>
            <p:cNvPr id="176" name="Google Shape;176;p11"/>
            <p:cNvSpPr txBox="1"/>
            <p:nvPr/>
          </p:nvSpPr>
          <p:spPr>
            <a:xfrm>
              <a:off x="5520" y="2256"/>
              <a:ext cx="240" cy="336"/>
            </a:xfrm>
            <a:prstGeom prst="rect">
              <a:avLst/>
            </a:prstGeom>
            <a:solidFill>
              <a:schemeClr val="accen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so01097_" id="177" name="Google Shape;177;p11"/>
            <p:cNvPicPr preferRelativeResize="0"/>
            <p:nvPr/>
          </p:nvPicPr>
          <p:blipFill rotWithShape="1">
            <a:blip r:embed="rId5">
              <a:alphaModFix/>
            </a:blip>
            <a:srcRect b="0" l="0" r="0" t="0"/>
            <a:stretch/>
          </p:blipFill>
          <p:spPr>
            <a:xfrm>
              <a:off x="4272" y="2880"/>
              <a:ext cx="802" cy="672"/>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Arial"/>
              <a:buNone/>
            </a:pPr>
            <a:br>
              <a:rPr b="1" i="0" lang="en-US" sz="3200" u="none">
                <a:solidFill>
                  <a:schemeClr val="dk2"/>
                </a:solidFill>
                <a:latin typeface="Arial"/>
                <a:ea typeface="Arial"/>
                <a:cs typeface="Arial"/>
                <a:sym typeface="Arial"/>
              </a:rPr>
            </a:br>
            <a:r>
              <a:rPr b="1" i="0" lang="en-US" sz="3200" u="none">
                <a:solidFill>
                  <a:srgbClr val="0000FF"/>
                </a:solidFill>
                <a:latin typeface="Arial"/>
                <a:ea typeface="Arial"/>
                <a:cs typeface="Arial"/>
                <a:sym typeface="Arial"/>
              </a:rPr>
              <a:t>2. Biểu diễn danh sách trong máy tính</a:t>
            </a:r>
            <a:endParaRPr/>
          </a:p>
        </p:txBody>
      </p:sp>
      <p:sp>
        <p:nvSpPr>
          <p:cNvPr id="183" name="Google Shape;183;p10"/>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None/>
            </a:pPr>
            <a:r>
              <a:rPr b="1" i="1" lang="en-US" sz="3200" u="none">
                <a:solidFill>
                  <a:schemeClr val="accent1"/>
                </a:solidFill>
                <a:latin typeface="Arial"/>
                <a:ea typeface="Arial"/>
                <a:cs typeface="Arial"/>
                <a:sym typeface="Arial"/>
              </a:rPr>
              <a:t>c) </a:t>
            </a:r>
            <a:r>
              <a:rPr b="1" i="1" lang="en-US" sz="3200" u="none">
                <a:solidFill>
                  <a:schemeClr val="dk1"/>
                </a:solidFill>
                <a:latin typeface="Arial"/>
                <a:ea typeface="Arial"/>
                <a:cs typeface="Arial"/>
                <a:sym typeface="Arial"/>
              </a:rPr>
              <a:t>Nhận xét</a:t>
            </a:r>
            <a:endParaRPr/>
          </a:p>
          <a:p>
            <a:pPr indent="-342900" lvl="0" marL="342900" rtl="0" algn="just">
              <a:lnSpc>
                <a:spcPct val="10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Truy cấp trực tiếp đến mọi phần tử</a:t>
            </a:r>
            <a:endParaRPr/>
          </a:p>
          <a:p>
            <a:pPr indent="-342900" lvl="0" marL="342900" rtl="0" algn="just">
              <a:lnSpc>
                <a:spcPct val="10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Chèn và xóa đều phải dịch chuyển một số các phần tử</a:t>
            </a:r>
            <a:endParaRPr/>
          </a:p>
          <a:p>
            <a:pPr indent="-342900" lvl="0" marL="342900" rtl="0" algn="just">
              <a:lnSpc>
                <a:spcPct val="100000"/>
              </a:lnSpc>
              <a:spcBef>
                <a:spcPts val="560"/>
              </a:spcBef>
              <a:spcAft>
                <a:spcPts val="0"/>
              </a:spcAft>
              <a:buClr>
                <a:schemeClr val="dk1"/>
              </a:buClr>
              <a:buSzPts val="2100"/>
              <a:buFont typeface="Noto Sans Symbols"/>
              <a:buChar char="●"/>
            </a:pPr>
            <a:r>
              <a:rPr b="0" i="0" lang="en-US" sz="2800" u="none">
                <a:solidFill>
                  <a:schemeClr val="dk2"/>
                </a:solidFill>
                <a:latin typeface="Arial"/>
                <a:ea typeface="Arial"/>
                <a:cs typeface="Arial"/>
                <a:sym typeface="Arial"/>
              </a:rPr>
              <a:t>Kích thước mảng trong mọi ngôn ngữ lập trình đều là cố định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00FF"/>
              </a:buClr>
              <a:buSzPts val="3200"/>
              <a:buFont typeface="Arial"/>
              <a:buNone/>
            </a:pPr>
            <a:r>
              <a:rPr b="1" i="0" lang="en-US" sz="3200" u="none">
                <a:solidFill>
                  <a:srgbClr val="0000FF"/>
                </a:solidFill>
                <a:latin typeface="Arial"/>
                <a:ea typeface="Arial"/>
                <a:cs typeface="Arial"/>
                <a:sym typeface="Arial"/>
              </a:rPr>
              <a:t>2. Biểu diễn danh sách trong máy tính</a:t>
            </a:r>
            <a:endParaRPr/>
          </a:p>
        </p:txBody>
      </p:sp>
      <p:sp>
        <p:nvSpPr>
          <p:cNvPr id="189" name="Google Shape;189;p12"/>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100"/>
              <a:buNone/>
            </a:pPr>
            <a:r>
              <a:rPr b="0" i="0" lang="en-US" sz="2800" u="none">
                <a:solidFill>
                  <a:schemeClr val="dk1"/>
                </a:solidFill>
                <a:latin typeface="Arial"/>
                <a:ea typeface="Arial"/>
                <a:cs typeface="Arial"/>
                <a:sym typeface="Arial"/>
              </a:rPr>
              <a:t>2.3. Cài đặt bằng cách Dùng địa chỉ gián tiếp</a:t>
            </a:r>
            <a:endParaRPr/>
          </a:p>
          <a:p>
            <a:pPr indent="-342900" lvl="0" marL="342900" rtl="0" algn="l">
              <a:lnSpc>
                <a:spcPct val="100000"/>
              </a:lnSpc>
              <a:spcBef>
                <a:spcPts val="560"/>
              </a:spcBef>
              <a:spcAft>
                <a:spcPts val="0"/>
              </a:spcAft>
              <a:buClr>
                <a:schemeClr val="dk1"/>
              </a:buClr>
              <a:buSzPts val="2100"/>
              <a:buFont typeface="Noto Sans Symbols"/>
              <a:buChar char="●"/>
            </a:pPr>
            <a:r>
              <a:rPr b="0" i="0" lang="en-US" sz="2800" u="none">
                <a:solidFill>
                  <a:schemeClr val="dk1"/>
                </a:solidFill>
                <a:latin typeface="Arial"/>
                <a:ea typeface="Arial"/>
                <a:cs typeface="Arial"/>
                <a:sym typeface="Arial"/>
              </a:rPr>
              <a:t>Các phần tử được lưu trữ trong các ô nhớ ở các vị trí tùy ý trong bộ nhớ</a:t>
            </a:r>
            <a:endParaRPr/>
          </a:p>
          <a:p>
            <a:pPr indent="-342900" lvl="0" marL="342900" rtl="0" algn="l">
              <a:lnSpc>
                <a:spcPct val="100000"/>
              </a:lnSpc>
              <a:spcBef>
                <a:spcPts val="560"/>
              </a:spcBef>
              <a:spcAft>
                <a:spcPts val="0"/>
              </a:spcAft>
              <a:buClr>
                <a:schemeClr val="dk1"/>
              </a:buClr>
              <a:buSzPts val="2100"/>
              <a:buFont typeface="Noto Sans Symbols"/>
              <a:buChar char="●"/>
            </a:pPr>
            <a:r>
              <a:rPr b="0" i="0" lang="en-US" sz="2800" u="none">
                <a:solidFill>
                  <a:schemeClr val="dk1"/>
                </a:solidFill>
                <a:latin typeface="Arial"/>
                <a:ea typeface="Arial"/>
                <a:cs typeface="Arial"/>
                <a:sym typeface="Arial"/>
              </a:rPr>
              <a:t>Có một mảng địa chỉ trong đó phần tử thứ i của mảng chứa địa chỉ của phần tử thứ i trong danh sách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2007-09-09T02:51:16Z</dcterms:created>
  <dc:creator>Duong Le Minh</dc:creator>
</cp:coreProperties>
</file>