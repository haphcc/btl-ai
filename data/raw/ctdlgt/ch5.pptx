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5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8" roundtripDataSignature="AMtx7mhHikucZYKWOBLnFbf1eSKUlppxW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customschemas.google.com/relationships/presentationmetadata" Target="meta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3"/>
          <p:cNvSpPr txBox="1"/>
          <p:nvPr>
            <p:ph idx="1" type="subTitle"/>
          </p:nvPr>
        </p:nvSpPr>
        <p:spPr>
          <a:xfrm>
            <a:off x="4673600" y="2927350"/>
            <a:ext cx="4013200" cy="18224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560"/>
              </a:spcBef>
              <a:spcAft>
                <a:spcPts val="0"/>
              </a:spcAft>
              <a:buSzPts val="2100"/>
              <a:buFont typeface="Noto Sans Symbols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360"/>
              </a:spcBef>
              <a:spcAft>
                <a:spcPts val="0"/>
              </a:spcAft>
              <a:buSzPts val="1350"/>
              <a:buChar char="–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440"/>
              <a:buChar char="–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9pPr>
          </a:lstStyle>
          <a:p/>
        </p:txBody>
      </p:sp>
      <p:sp>
        <p:nvSpPr>
          <p:cNvPr id="23" name="Google Shape;23;p23"/>
          <p:cNvSpPr/>
          <p:nvPr>
            <p:ph type="ctrTitle"/>
          </p:nvPr>
        </p:nvSpPr>
        <p:spPr>
          <a:xfrm>
            <a:off x="685800" y="990600"/>
            <a:ext cx="8229600" cy="1905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3"/>
          <p:cNvSpPr txBox="1"/>
          <p:nvPr>
            <p:ph idx="10" type="dt"/>
          </p:nvPr>
        </p:nvSpPr>
        <p:spPr>
          <a:xfrm>
            <a:off x="2438400" y="6248400"/>
            <a:ext cx="2130425" cy="4746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3"/>
          <p:cNvSpPr txBox="1"/>
          <p:nvPr>
            <p:ph idx="11" type="ftr"/>
          </p:nvPr>
        </p:nvSpPr>
        <p:spPr>
          <a:xfrm>
            <a:off x="5791200" y="6248400"/>
            <a:ext cx="2897187" cy="4746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3"/>
          <p:cNvSpPr txBox="1"/>
          <p:nvPr>
            <p:ph idx="12" type="sldNum"/>
          </p:nvPr>
        </p:nvSpPr>
        <p:spPr>
          <a:xfrm>
            <a:off x="76200" y="6248400"/>
            <a:ext cx="587375" cy="4889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5"/>
          <p:cNvSpPr/>
          <p:nvPr>
            <p:ph type="title"/>
          </p:nvPr>
        </p:nvSpPr>
        <p:spPr>
          <a:xfrm>
            <a:off x="762000" y="762000"/>
            <a:ext cx="7924800" cy="1143000"/>
          </a:xfrm>
          <a:prstGeom prst="roundRect">
            <a:avLst>
              <a:gd fmla="val 4680" name="adj"/>
            </a:avLst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5"/>
          <p:cNvSpPr txBox="1"/>
          <p:nvPr>
            <p:ph idx="1" type="body"/>
          </p:nvPr>
        </p:nvSpPr>
        <p:spPr>
          <a:xfrm>
            <a:off x="838200" y="2362200"/>
            <a:ext cx="7693025" cy="3724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4325" lvl="0" marL="4572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 algn="l">
              <a:spcBef>
                <a:spcPts val="360"/>
              </a:spcBef>
              <a:spcAft>
                <a:spcPts val="0"/>
              </a:spcAft>
              <a:buSzPts val="1350"/>
              <a:buChar char="–"/>
              <a:defRPr/>
            </a:lvl2pPr>
            <a:lvl3pPr indent="-314325" lvl="2" marL="13716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3pPr>
            <a:lvl4pPr indent="-320039" lvl="3" marL="1828800" algn="l">
              <a:spcBef>
                <a:spcPts val="360"/>
              </a:spcBef>
              <a:spcAft>
                <a:spcPts val="0"/>
              </a:spcAft>
              <a:buSzPts val="1440"/>
              <a:buChar char="–"/>
              <a:defRPr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5pPr>
            <a:lvl6pPr indent="-302895" lvl="5" marL="2743200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6pPr>
            <a:lvl7pPr indent="-302895" lvl="6" marL="3200400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7pPr>
            <a:lvl8pPr indent="-302895" lvl="7" marL="3657600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8pPr>
            <a:lvl9pPr indent="-302895" lvl="8" marL="4114800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9pPr>
          </a:lstStyle>
          <a:p/>
        </p:txBody>
      </p:sp>
      <p:sp>
        <p:nvSpPr>
          <p:cNvPr id="43" name="Google Shape;43;p25"/>
          <p:cNvSpPr txBox="1"/>
          <p:nvPr>
            <p:ph idx="10" type="dt"/>
          </p:nvPr>
        </p:nvSpPr>
        <p:spPr>
          <a:xfrm>
            <a:off x="2438400" y="6248400"/>
            <a:ext cx="2130425" cy="4746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5"/>
          <p:cNvSpPr txBox="1"/>
          <p:nvPr>
            <p:ph idx="11" type="ftr"/>
          </p:nvPr>
        </p:nvSpPr>
        <p:spPr>
          <a:xfrm>
            <a:off x="5791200" y="6248400"/>
            <a:ext cx="2897187" cy="4746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5"/>
          <p:cNvSpPr txBox="1"/>
          <p:nvPr>
            <p:ph idx="12" type="sldNum"/>
          </p:nvPr>
        </p:nvSpPr>
        <p:spPr>
          <a:xfrm>
            <a:off x="84137" y="6242050"/>
            <a:ext cx="587375" cy="488950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6"/>
          <p:cNvSpPr/>
          <p:nvPr>
            <p:ph type="title"/>
          </p:nvPr>
        </p:nvSpPr>
        <p:spPr>
          <a:xfrm>
            <a:off x="762000" y="762000"/>
            <a:ext cx="7924800" cy="1143000"/>
          </a:xfrm>
          <a:prstGeom prst="roundRect">
            <a:avLst>
              <a:gd fmla="val 4680" name="adj"/>
            </a:avLst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6"/>
          <p:cNvSpPr txBox="1"/>
          <p:nvPr>
            <p:ph idx="1" type="body"/>
          </p:nvPr>
        </p:nvSpPr>
        <p:spPr>
          <a:xfrm>
            <a:off x="838200" y="2362200"/>
            <a:ext cx="3770313" cy="3724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1950" lvl="0" marL="457200" algn="l">
              <a:spcBef>
                <a:spcPts val="560"/>
              </a:spcBef>
              <a:spcAft>
                <a:spcPts val="0"/>
              </a:spcAft>
              <a:buSzPts val="2100"/>
              <a:buChar char="●"/>
              <a:defRPr sz="2800"/>
            </a:lvl1pPr>
            <a:lvl2pPr indent="-342900" lvl="1" marL="914400" algn="l">
              <a:spcBef>
                <a:spcPts val="480"/>
              </a:spcBef>
              <a:spcAft>
                <a:spcPts val="0"/>
              </a:spcAft>
              <a:buSzPts val="1800"/>
              <a:buFont typeface="Arial"/>
              <a:buChar char="–"/>
              <a:defRPr sz="2400"/>
            </a:lvl2pPr>
            <a:lvl3pPr indent="-323850" lvl="2" marL="1371600" algn="l">
              <a:spcBef>
                <a:spcPts val="400"/>
              </a:spcBef>
              <a:spcAft>
                <a:spcPts val="0"/>
              </a:spcAft>
              <a:buSzPts val="1500"/>
              <a:buChar char="●"/>
              <a:defRPr sz="2000"/>
            </a:lvl3pPr>
            <a:lvl4pPr indent="-320039" lvl="3" marL="1828800" algn="l">
              <a:spcBef>
                <a:spcPts val="360"/>
              </a:spcBef>
              <a:spcAft>
                <a:spcPts val="0"/>
              </a:spcAft>
              <a:buSzPts val="1440"/>
              <a:buFont typeface="Arial"/>
              <a:buChar char="–"/>
              <a:defRPr sz="1800"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 sz="1800"/>
            </a:lvl5pPr>
            <a:lvl6pPr indent="-302895" lvl="5" marL="2743200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 sz="1800"/>
            </a:lvl6pPr>
            <a:lvl7pPr indent="-302895" lvl="6" marL="3200400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 sz="1800"/>
            </a:lvl7pPr>
            <a:lvl8pPr indent="-302895" lvl="7" marL="3657600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 sz="1800"/>
            </a:lvl8pPr>
            <a:lvl9pPr indent="-302895" lvl="8" marL="4114800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 sz="1800"/>
            </a:lvl9pPr>
          </a:lstStyle>
          <a:p/>
        </p:txBody>
      </p:sp>
      <p:sp>
        <p:nvSpPr>
          <p:cNvPr id="49" name="Google Shape;49;p26"/>
          <p:cNvSpPr txBox="1"/>
          <p:nvPr>
            <p:ph idx="2" type="body"/>
          </p:nvPr>
        </p:nvSpPr>
        <p:spPr>
          <a:xfrm>
            <a:off x="4760913" y="2362200"/>
            <a:ext cx="3770312" cy="3724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1950" lvl="0" marL="457200" algn="l">
              <a:spcBef>
                <a:spcPts val="560"/>
              </a:spcBef>
              <a:spcAft>
                <a:spcPts val="0"/>
              </a:spcAft>
              <a:buSzPts val="2100"/>
              <a:buChar char="●"/>
              <a:defRPr sz="2800"/>
            </a:lvl1pPr>
            <a:lvl2pPr indent="-342900" lvl="1" marL="914400" algn="l">
              <a:spcBef>
                <a:spcPts val="480"/>
              </a:spcBef>
              <a:spcAft>
                <a:spcPts val="0"/>
              </a:spcAft>
              <a:buSzPts val="1800"/>
              <a:buFont typeface="Arial"/>
              <a:buChar char="–"/>
              <a:defRPr sz="2400"/>
            </a:lvl2pPr>
            <a:lvl3pPr indent="-323850" lvl="2" marL="1371600" algn="l">
              <a:spcBef>
                <a:spcPts val="400"/>
              </a:spcBef>
              <a:spcAft>
                <a:spcPts val="0"/>
              </a:spcAft>
              <a:buSzPts val="1500"/>
              <a:buChar char="●"/>
              <a:defRPr sz="2000"/>
            </a:lvl3pPr>
            <a:lvl4pPr indent="-320039" lvl="3" marL="1828800" algn="l">
              <a:spcBef>
                <a:spcPts val="360"/>
              </a:spcBef>
              <a:spcAft>
                <a:spcPts val="0"/>
              </a:spcAft>
              <a:buSzPts val="1440"/>
              <a:buFont typeface="Arial"/>
              <a:buChar char="–"/>
              <a:defRPr sz="1800"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 sz="1800"/>
            </a:lvl5pPr>
            <a:lvl6pPr indent="-302895" lvl="5" marL="2743200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 sz="1800"/>
            </a:lvl6pPr>
            <a:lvl7pPr indent="-302895" lvl="6" marL="3200400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 sz="1800"/>
            </a:lvl7pPr>
            <a:lvl8pPr indent="-302895" lvl="7" marL="3657600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 sz="1800"/>
            </a:lvl8pPr>
            <a:lvl9pPr indent="-302895" lvl="8" marL="4114800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 sz="1800"/>
            </a:lvl9pPr>
          </a:lstStyle>
          <a:p/>
        </p:txBody>
      </p:sp>
      <p:sp>
        <p:nvSpPr>
          <p:cNvPr id="50" name="Google Shape;50;p26"/>
          <p:cNvSpPr txBox="1"/>
          <p:nvPr>
            <p:ph idx="10" type="dt"/>
          </p:nvPr>
        </p:nvSpPr>
        <p:spPr>
          <a:xfrm>
            <a:off x="2438400" y="6248400"/>
            <a:ext cx="2130425" cy="4746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6"/>
          <p:cNvSpPr txBox="1"/>
          <p:nvPr>
            <p:ph idx="11" type="ftr"/>
          </p:nvPr>
        </p:nvSpPr>
        <p:spPr>
          <a:xfrm>
            <a:off x="5791200" y="6248400"/>
            <a:ext cx="2897187" cy="4746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6"/>
          <p:cNvSpPr txBox="1"/>
          <p:nvPr>
            <p:ph idx="12" type="sldNum"/>
          </p:nvPr>
        </p:nvSpPr>
        <p:spPr>
          <a:xfrm>
            <a:off x="84137" y="6242050"/>
            <a:ext cx="587375" cy="488950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7"/>
          <p:cNvSpPr/>
          <p:nvPr>
            <p:ph type="title"/>
          </p:nvPr>
        </p:nvSpPr>
        <p:spPr>
          <a:xfrm>
            <a:off x="6705600" y="762000"/>
            <a:ext cx="1981200" cy="5324475"/>
          </a:xfrm>
          <a:prstGeom prst="roundRect">
            <a:avLst>
              <a:gd fmla="val 4680" name="adj"/>
            </a:avLst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</a:lstStyle>
          <a:p/>
        </p:txBody>
      </p:sp>
      <p:sp>
        <p:nvSpPr>
          <p:cNvPr id="55" name="Google Shape;55;p27"/>
          <p:cNvSpPr txBox="1"/>
          <p:nvPr/>
        </p:nvSpPr>
        <p:spPr>
          <a:xfrm rot="5400000">
            <a:off x="5061119" y="2460794"/>
            <a:ext cx="5270161" cy="192688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Click to edit Master title style</a:t>
            </a:r>
            <a:endParaRPr b="1" i="0" sz="3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7"/>
          <p:cNvSpPr txBox="1"/>
          <p:nvPr>
            <p:ph idx="1" type="body"/>
          </p:nvPr>
        </p:nvSpPr>
        <p:spPr>
          <a:xfrm rot="5400000">
            <a:off x="995363" y="528638"/>
            <a:ext cx="5324475" cy="57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4325" lvl="0" marL="4572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 algn="l">
              <a:spcBef>
                <a:spcPts val="360"/>
              </a:spcBef>
              <a:spcAft>
                <a:spcPts val="0"/>
              </a:spcAft>
              <a:buSzPts val="1350"/>
              <a:buChar char="–"/>
              <a:defRPr/>
            </a:lvl2pPr>
            <a:lvl3pPr indent="-314325" lvl="2" marL="13716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3pPr>
            <a:lvl4pPr indent="-320039" lvl="3" marL="1828800" algn="l">
              <a:spcBef>
                <a:spcPts val="360"/>
              </a:spcBef>
              <a:spcAft>
                <a:spcPts val="0"/>
              </a:spcAft>
              <a:buSzPts val="1440"/>
              <a:buChar char="–"/>
              <a:defRPr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5pPr>
            <a:lvl6pPr indent="-302895" lvl="5" marL="2743200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6pPr>
            <a:lvl7pPr indent="-302895" lvl="6" marL="3200400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7pPr>
            <a:lvl8pPr indent="-302895" lvl="7" marL="3657600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8pPr>
            <a:lvl9pPr indent="-302895" lvl="8" marL="4114800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9pPr>
          </a:lstStyle>
          <a:p/>
        </p:txBody>
      </p:sp>
      <p:sp>
        <p:nvSpPr>
          <p:cNvPr id="57" name="Google Shape;57;p27"/>
          <p:cNvSpPr txBox="1"/>
          <p:nvPr>
            <p:ph idx="10" type="dt"/>
          </p:nvPr>
        </p:nvSpPr>
        <p:spPr>
          <a:xfrm>
            <a:off x="2438400" y="6248400"/>
            <a:ext cx="2130425" cy="4746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7"/>
          <p:cNvSpPr txBox="1"/>
          <p:nvPr>
            <p:ph idx="11" type="ftr"/>
          </p:nvPr>
        </p:nvSpPr>
        <p:spPr>
          <a:xfrm>
            <a:off x="5791200" y="6248400"/>
            <a:ext cx="2897187" cy="4746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7"/>
          <p:cNvSpPr txBox="1"/>
          <p:nvPr>
            <p:ph idx="12" type="sldNum"/>
          </p:nvPr>
        </p:nvSpPr>
        <p:spPr>
          <a:xfrm>
            <a:off x="84137" y="6242050"/>
            <a:ext cx="587375" cy="488950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8"/>
          <p:cNvSpPr/>
          <p:nvPr>
            <p:ph type="title"/>
          </p:nvPr>
        </p:nvSpPr>
        <p:spPr>
          <a:xfrm>
            <a:off x="762000" y="762000"/>
            <a:ext cx="7924800" cy="1143000"/>
          </a:xfrm>
          <a:prstGeom prst="roundRect">
            <a:avLst>
              <a:gd fmla="val 4680" name="adj"/>
            </a:avLst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8"/>
          <p:cNvSpPr txBox="1"/>
          <p:nvPr>
            <p:ph idx="1" type="body"/>
          </p:nvPr>
        </p:nvSpPr>
        <p:spPr>
          <a:xfrm rot="5400000">
            <a:off x="2822575" y="377825"/>
            <a:ext cx="3724275" cy="7693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4325" lvl="0" marL="4572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 algn="l">
              <a:spcBef>
                <a:spcPts val="360"/>
              </a:spcBef>
              <a:spcAft>
                <a:spcPts val="0"/>
              </a:spcAft>
              <a:buSzPts val="1350"/>
              <a:buChar char="–"/>
              <a:defRPr/>
            </a:lvl2pPr>
            <a:lvl3pPr indent="-314325" lvl="2" marL="13716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3pPr>
            <a:lvl4pPr indent="-320039" lvl="3" marL="1828800" algn="l">
              <a:spcBef>
                <a:spcPts val="360"/>
              </a:spcBef>
              <a:spcAft>
                <a:spcPts val="0"/>
              </a:spcAft>
              <a:buSzPts val="1440"/>
              <a:buChar char="–"/>
              <a:defRPr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5pPr>
            <a:lvl6pPr indent="-302895" lvl="5" marL="2743200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6pPr>
            <a:lvl7pPr indent="-302895" lvl="6" marL="3200400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7pPr>
            <a:lvl8pPr indent="-302895" lvl="7" marL="3657600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8pPr>
            <a:lvl9pPr indent="-302895" lvl="8" marL="4114800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9pPr>
          </a:lstStyle>
          <a:p/>
        </p:txBody>
      </p:sp>
      <p:sp>
        <p:nvSpPr>
          <p:cNvPr id="63" name="Google Shape;63;p28"/>
          <p:cNvSpPr txBox="1"/>
          <p:nvPr>
            <p:ph idx="10" type="dt"/>
          </p:nvPr>
        </p:nvSpPr>
        <p:spPr>
          <a:xfrm>
            <a:off x="2438400" y="6248400"/>
            <a:ext cx="2130425" cy="4746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8"/>
          <p:cNvSpPr txBox="1"/>
          <p:nvPr>
            <p:ph idx="11" type="ftr"/>
          </p:nvPr>
        </p:nvSpPr>
        <p:spPr>
          <a:xfrm>
            <a:off x="5791200" y="6248400"/>
            <a:ext cx="2897187" cy="4746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8"/>
          <p:cNvSpPr txBox="1"/>
          <p:nvPr>
            <p:ph idx="12" type="sldNum"/>
          </p:nvPr>
        </p:nvSpPr>
        <p:spPr>
          <a:xfrm>
            <a:off x="84137" y="6242050"/>
            <a:ext cx="587375" cy="488950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9"/>
          <p:cNvSpPr/>
          <p:nvPr>
            <p:ph type="title"/>
          </p:nvPr>
        </p:nvSpPr>
        <p:spPr>
          <a:xfrm>
            <a:off x="1792288" y="4800600"/>
            <a:ext cx="5486400" cy="566738"/>
          </a:xfrm>
          <a:prstGeom prst="roundRect">
            <a:avLst>
              <a:gd fmla="val 4680" name="adj"/>
            </a:avLst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05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9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75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72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9pPr>
          </a:lstStyle>
          <a:p/>
        </p:txBody>
      </p:sp>
      <p:sp>
        <p:nvSpPr>
          <p:cNvPr id="70" name="Google Shape;70;p29"/>
          <p:cNvSpPr txBox="1"/>
          <p:nvPr>
            <p:ph idx="10" type="dt"/>
          </p:nvPr>
        </p:nvSpPr>
        <p:spPr>
          <a:xfrm>
            <a:off x="2438400" y="6248400"/>
            <a:ext cx="2130425" cy="4746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9"/>
          <p:cNvSpPr txBox="1"/>
          <p:nvPr>
            <p:ph idx="11" type="ftr"/>
          </p:nvPr>
        </p:nvSpPr>
        <p:spPr>
          <a:xfrm>
            <a:off x="5791200" y="6248400"/>
            <a:ext cx="2897187" cy="4746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9"/>
          <p:cNvSpPr txBox="1"/>
          <p:nvPr>
            <p:ph idx="12" type="sldNum"/>
          </p:nvPr>
        </p:nvSpPr>
        <p:spPr>
          <a:xfrm>
            <a:off x="84137" y="6242050"/>
            <a:ext cx="587375" cy="488950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0"/>
          <p:cNvSpPr/>
          <p:nvPr>
            <p:ph type="title"/>
          </p:nvPr>
        </p:nvSpPr>
        <p:spPr>
          <a:xfrm>
            <a:off x="457200" y="273050"/>
            <a:ext cx="3008313" cy="1162050"/>
          </a:xfrm>
          <a:prstGeom prst="roundRect">
            <a:avLst>
              <a:gd fmla="val 4680" name="adj"/>
            </a:avLst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3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640"/>
              </a:spcBef>
              <a:spcAft>
                <a:spcPts val="0"/>
              </a:spcAft>
              <a:buSzPts val="2400"/>
              <a:buChar char="●"/>
              <a:defRPr sz="3200"/>
            </a:lvl1pPr>
            <a:lvl2pPr indent="-361950" lvl="1" marL="914400" algn="l">
              <a:spcBef>
                <a:spcPts val="560"/>
              </a:spcBef>
              <a:spcAft>
                <a:spcPts val="0"/>
              </a:spcAft>
              <a:buSzPts val="2100"/>
              <a:buFont typeface="Arial"/>
              <a:buChar char="–"/>
              <a:defRPr sz="2800"/>
            </a:lvl2pPr>
            <a:lvl3pPr indent="-342900" lvl="2" marL="1371600" algn="l">
              <a:spcBef>
                <a:spcPts val="480"/>
              </a:spcBef>
              <a:spcAft>
                <a:spcPts val="0"/>
              </a:spcAft>
              <a:buSzPts val="1800"/>
              <a:buChar char="●"/>
              <a:defRPr sz="2400"/>
            </a:lvl3pPr>
            <a:lvl4pPr indent="-330200" lvl="3" marL="1828800" algn="l">
              <a:spcBef>
                <a:spcPts val="400"/>
              </a:spcBef>
              <a:spcAft>
                <a:spcPts val="0"/>
              </a:spcAft>
              <a:buSzPts val="1600"/>
              <a:buFont typeface="Arial"/>
              <a:buChar char="–"/>
              <a:defRPr sz="2000"/>
            </a:lvl4pPr>
            <a:lvl5pPr indent="-311150" lvl="4" marL="2286000" algn="l">
              <a:spcBef>
                <a:spcPts val="400"/>
              </a:spcBef>
              <a:spcAft>
                <a:spcPts val="0"/>
              </a:spcAft>
              <a:buSzPts val="1300"/>
              <a:buChar char="●"/>
              <a:defRPr sz="2000"/>
            </a:lvl5pPr>
            <a:lvl6pPr indent="-311150" lvl="5" marL="2743200" algn="l">
              <a:spcBef>
                <a:spcPts val="400"/>
              </a:spcBef>
              <a:spcAft>
                <a:spcPts val="0"/>
              </a:spcAft>
              <a:buSzPts val="1300"/>
              <a:buChar char="●"/>
              <a:defRPr sz="2000"/>
            </a:lvl6pPr>
            <a:lvl7pPr indent="-311150" lvl="6" marL="3200400" algn="l">
              <a:spcBef>
                <a:spcPts val="400"/>
              </a:spcBef>
              <a:spcAft>
                <a:spcPts val="0"/>
              </a:spcAft>
              <a:buSzPts val="1300"/>
              <a:buChar char="●"/>
              <a:defRPr sz="2000"/>
            </a:lvl7pPr>
            <a:lvl8pPr indent="-311150" lvl="7" marL="3657600" algn="l">
              <a:spcBef>
                <a:spcPts val="400"/>
              </a:spcBef>
              <a:spcAft>
                <a:spcPts val="0"/>
              </a:spcAft>
              <a:buSzPts val="1300"/>
              <a:buChar char="●"/>
              <a:defRPr sz="2000"/>
            </a:lvl8pPr>
            <a:lvl9pPr indent="-311150" lvl="8" marL="4114800" algn="l">
              <a:spcBef>
                <a:spcPts val="400"/>
              </a:spcBef>
              <a:spcAft>
                <a:spcPts val="0"/>
              </a:spcAft>
              <a:buSzPts val="1300"/>
              <a:buChar char="●"/>
              <a:defRPr sz="2000"/>
            </a:lvl9pPr>
          </a:lstStyle>
          <a:p/>
        </p:txBody>
      </p:sp>
      <p:sp>
        <p:nvSpPr>
          <p:cNvPr id="76" name="Google Shape;76;p3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05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9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75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72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9pPr>
          </a:lstStyle>
          <a:p/>
        </p:txBody>
      </p:sp>
      <p:sp>
        <p:nvSpPr>
          <p:cNvPr id="77" name="Google Shape;77;p30"/>
          <p:cNvSpPr txBox="1"/>
          <p:nvPr>
            <p:ph idx="10" type="dt"/>
          </p:nvPr>
        </p:nvSpPr>
        <p:spPr>
          <a:xfrm>
            <a:off x="2438400" y="6248400"/>
            <a:ext cx="2130425" cy="4746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0"/>
          <p:cNvSpPr txBox="1"/>
          <p:nvPr>
            <p:ph idx="11" type="ftr"/>
          </p:nvPr>
        </p:nvSpPr>
        <p:spPr>
          <a:xfrm>
            <a:off x="5791200" y="6248400"/>
            <a:ext cx="2897187" cy="4746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0"/>
          <p:cNvSpPr txBox="1"/>
          <p:nvPr>
            <p:ph idx="12" type="sldNum"/>
          </p:nvPr>
        </p:nvSpPr>
        <p:spPr>
          <a:xfrm>
            <a:off x="84137" y="6242050"/>
            <a:ext cx="587375" cy="488950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1"/>
          <p:cNvSpPr txBox="1"/>
          <p:nvPr>
            <p:ph idx="10" type="dt"/>
          </p:nvPr>
        </p:nvSpPr>
        <p:spPr>
          <a:xfrm>
            <a:off x="2438400" y="6248400"/>
            <a:ext cx="2130425" cy="4746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1"/>
          <p:cNvSpPr txBox="1"/>
          <p:nvPr>
            <p:ph idx="11" type="ftr"/>
          </p:nvPr>
        </p:nvSpPr>
        <p:spPr>
          <a:xfrm>
            <a:off x="5791200" y="6248400"/>
            <a:ext cx="2897187" cy="4746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1"/>
          <p:cNvSpPr txBox="1"/>
          <p:nvPr>
            <p:ph idx="12" type="sldNum"/>
          </p:nvPr>
        </p:nvSpPr>
        <p:spPr>
          <a:xfrm>
            <a:off x="84137" y="6242050"/>
            <a:ext cx="587375" cy="488950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2"/>
          <p:cNvSpPr/>
          <p:nvPr>
            <p:ph type="title"/>
          </p:nvPr>
        </p:nvSpPr>
        <p:spPr>
          <a:xfrm>
            <a:off x="762000" y="762000"/>
            <a:ext cx="7924800" cy="1143000"/>
          </a:xfrm>
          <a:prstGeom prst="roundRect">
            <a:avLst>
              <a:gd fmla="val 4680" name="adj"/>
            </a:avLst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2"/>
          <p:cNvSpPr txBox="1"/>
          <p:nvPr>
            <p:ph idx="10" type="dt"/>
          </p:nvPr>
        </p:nvSpPr>
        <p:spPr>
          <a:xfrm>
            <a:off x="2438400" y="6248400"/>
            <a:ext cx="2130425" cy="4746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2"/>
          <p:cNvSpPr txBox="1"/>
          <p:nvPr>
            <p:ph idx="11" type="ftr"/>
          </p:nvPr>
        </p:nvSpPr>
        <p:spPr>
          <a:xfrm>
            <a:off x="5791200" y="6248400"/>
            <a:ext cx="2897187" cy="4746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2"/>
          <p:cNvSpPr txBox="1"/>
          <p:nvPr>
            <p:ph idx="12" type="sldNum"/>
          </p:nvPr>
        </p:nvSpPr>
        <p:spPr>
          <a:xfrm>
            <a:off x="84137" y="6242050"/>
            <a:ext cx="587375" cy="488950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3"/>
          <p:cNvSpPr/>
          <p:nvPr>
            <p:ph type="title"/>
          </p:nvPr>
        </p:nvSpPr>
        <p:spPr>
          <a:xfrm>
            <a:off x="457200" y="274638"/>
            <a:ext cx="8229600" cy="1143000"/>
          </a:xfrm>
          <a:prstGeom prst="roundRect">
            <a:avLst>
              <a:gd fmla="val 4680" name="adj"/>
            </a:avLst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3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8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5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35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28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9pPr>
          </a:lstStyle>
          <a:p/>
        </p:txBody>
      </p:sp>
      <p:sp>
        <p:nvSpPr>
          <p:cNvPr id="92" name="Google Shape;92;p3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480"/>
              </a:spcBef>
              <a:spcAft>
                <a:spcPts val="0"/>
              </a:spcAft>
              <a:buSzPts val="1800"/>
              <a:buChar char="●"/>
              <a:defRPr sz="2400"/>
            </a:lvl1pPr>
            <a:lvl2pPr indent="-323850" lvl="1" marL="914400" algn="l">
              <a:spcBef>
                <a:spcPts val="400"/>
              </a:spcBef>
              <a:spcAft>
                <a:spcPts val="0"/>
              </a:spcAft>
              <a:buSzPts val="1500"/>
              <a:buFont typeface="Arial"/>
              <a:buChar char="–"/>
              <a:defRPr sz="2000"/>
            </a:lvl2pPr>
            <a:lvl3pPr indent="-314325" lvl="2" marL="13716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 sz="1800"/>
            </a:lvl3pPr>
            <a:lvl4pPr indent="-309880" lvl="3" marL="1828800" algn="l">
              <a:spcBef>
                <a:spcPts val="320"/>
              </a:spcBef>
              <a:spcAft>
                <a:spcPts val="0"/>
              </a:spcAft>
              <a:buSzPts val="1280"/>
              <a:buFont typeface="Arial"/>
              <a:buChar char="–"/>
              <a:defRPr sz="1600"/>
            </a:lvl4pPr>
            <a:lvl5pPr indent="-294639" lvl="4" marL="2286000" algn="l">
              <a:spcBef>
                <a:spcPts val="320"/>
              </a:spcBef>
              <a:spcAft>
                <a:spcPts val="0"/>
              </a:spcAft>
              <a:buSzPts val="1040"/>
              <a:buChar char="●"/>
              <a:defRPr sz="1600"/>
            </a:lvl5pPr>
            <a:lvl6pPr indent="-294639" lvl="5" marL="2743200" algn="l">
              <a:spcBef>
                <a:spcPts val="320"/>
              </a:spcBef>
              <a:spcAft>
                <a:spcPts val="0"/>
              </a:spcAft>
              <a:buSzPts val="1040"/>
              <a:buChar char="●"/>
              <a:defRPr sz="1600"/>
            </a:lvl6pPr>
            <a:lvl7pPr indent="-294639" lvl="6" marL="3200400" algn="l">
              <a:spcBef>
                <a:spcPts val="320"/>
              </a:spcBef>
              <a:spcAft>
                <a:spcPts val="0"/>
              </a:spcAft>
              <a:buSzPts val="1040"/>
              <a:buChar char="●"/>
              <a:defRPr sz="1600"/>
            </a:lvl7pPr>
            <a:lvl8pPr indent="-294640" lvl="7" marL="3657600" algn="l">
              <a:spcBef>
                <a:spcPts val="320"/>
              </a:spcBef>
              <a:spcAft>
                <a:spcPts val="0"/>
              </a:spcAft>
              <a:buSzPts val="1040"/>
              <a:buChar char="●"/>
              <a:defRPr sz="1600"/>
            </a:lvl8pPr>
            <a:lvl9pPr indent="-294640" lvl="8" marL="4114800" algn="l">
              <a:spcBef>
                <a:spcPts val="320"/>
              </a:spcBef>
              <a:spcAft>
                <a:spcPts val="0"/>
              </a:spcAft>
              <a:buSzPts val="1040"/>
              <a:buChar char="●"/>
              <a:defRPr sz="1600"/>
            </a:lvl9pPr>
          </a:lstStyle>
          <a:p/>
        </p:txBody>
      </p:sp>
      <p:sp>
        <p:nvSpPr>
          <p:cNvPr id="93" name="Google Shape;93;p3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8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5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35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28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9pPr>
          </a:lstStyle>
          <a:p/>
        </p:txBody>
      </p:sp>
      <p:sp>
        <p:nvSpPr>
          <p:cNvPr id="94" name="Google Shape;94;p3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480"/>
              </a:spcBef>
              <a:spcAft>
                <a:spcPts val="0"/>
              </a:spcAft>
              <a:buSzPts val="1800"/>
              <a:buChar char="●"/>
              <a:defRPr sz="2400"/>
            </a:lvl1pPr>
            <a:lvl2pPr indent="-323850" lvl="1" marL="914400" algn="l">
              <a:spcBef>
                <a:spcPts val="400"/>
              </a:spcBef>
              <a:spcAft>
                <a:spcPts val="0"/>
              </a:spcAft>
              <a:buSzPts val="1500"/>
              <a:buFont typeface="Arial"/>
              <a:buChar char="–"/>
              <a:defRPr sz="2000"/>
            </a:lvl2pPr>
            <a:lvl3pPr indent="-314325" lvl="2" marL="13716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 sz="1800"/>
            </a:lvl3pPr>
            <a:lvl4pPr indent="-309880" lvl="3" marL="1828800" algn="l">
              <a:spcBef>
                <a:spcPts val="320"/>
              </a:spcBef>
              <a:spcAft>
                <a:spcPts val="0"/>
              </a:spcAft>
              <a:buSzPts val="1280"/>
              <a:buFont typeface="Arial"/>
              <a:buChar char="–"/>
              <a:defRPr sz="1600"/>
            </a:lvl4pPr>
            <a:lvl5pPr indent="-294639" lvl="4" marL="2286000" algn="l">
              <a:spcBef>
                <a:spcPts val="320"/>
              </a:spcBef>
              <a:spcAft>
                <a:spcPts val="0"/>
              </a:spcAft>
              <a:buSzPts val="1040"/>
              <a:buChar char="●"/>
              <a:defRPr sz="1600"/>
            </a:lvl5pPr>
            <a:lvl6pPr indent="-294639" lvl="5" marL="2743200" algn="l">
              <a:spcBef>
                <a:spcPts val="320"/>
              </a:spcBef>
              <a:spcAft>
                <a:spcPts val="0"/>
              </a:spcAft>
              <a:buSzPts val="1040"/>
              <a:buChar char="●"/>
              <a:defRPr sz="1600"/>
            </a:lvl6pPr>
            <a:lvl7pPr indent="-294639" lvl="6" marL="3200400" algn="l">
              <a:spcBef>
                <a:spcPts val="320"/>
              </a:spcBef>
              <a:spcAft>
                <a:spcPts val="0"/>
              </a:spcAft>
              <a:buSzPts val="1040"/>
              <a:buChar char="●"/>
              <a:defRPr sz="1600"/>
            </a:lvl7pPr>
            <a:lvl8pPr indent="-294640" lvl="7" marL="3657600" algn="l">
              <a:spcBef>
                <a:spcPts val="320"/>
              </a:spcBef>
              <a:spcAft>
                <a:spcPts val="0"/>
              </a:spcAft>
              <a:buSzPts val="1040"/>
              <a:buChar char="●"/>
              <a:defRPr sz="1600"/>
            </a:lvl8pPr>
            <a:lvl9pPr indent="-294640" lvl="8" marL="4114800" algn="l">
              <a:spcBef>
                <a:spcPts val="320"/>
              </a:spcBef>
              <a:spcAft>
                <a:spcPts val="0"/>
              </a:spcAft>
              <a:buSzPts val="1040"/>
              <a:buChar char="●"/>
              <a:defRPr sz="1600"/>
            </a:lvl9pPr>
          </a:lstStyle>
          <a:p/>
        </p:txBody>
      </p:sp>
      <p:sp>
        <p:nvSpPr>
          <p:cNvPr id="95" name="Google Shape;95;p33"/>
          <p:cNvSpPr txBox="1"/>
          <p:nvPr>
            <p:ph idx="10" type="dt"/>
          </p:nvPr>
        </p:nvSpPr>
        <p:spPr>
          <a:xfrm>
            <a:off x="2438400" y="6248400"/>
            <a:ext cx="2130425" cy="4746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33"/>
          <p:cNvSpPr txBox="1"/>
          <p:nvPr>
            <p:ph idx="11" type="ftr"/>
          </p:nvPr>
        </p:nvSpPr>
        <p:spPr>
          <a:xfrm>
            <a:off x="5791200" y="6248400"/>
            <a:ext cx="2897187" cy="4746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33"/>
          <p:cNvSpPr txBox="1"/>
          <p:nvPr>
            <p:ph idx="12" type="sldNum"/>
          </p:nvPr>
        </p:nvSpPr>
        <p:spPr>
          <a:xfrm>
            <a:off x="84137" y="6242050"/>
            <a:ext cx="587375" cy="488950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4"/>
          <p:cNvSpPr/>
          <p:nvPr>
            <p:ph type="title"/>
          </p:nvPr>
        </p:nvSpPr>
        <p:spPr>
          <a:xfrm>
            <a:off x="722313" y="4406900"/>
            <a:ext cx="7772400" cy="1362075"/>
          </a:xfrm>
          <a:prstGeom prst="roundRect">
            <a:avLst>
              <a:gd fmla="val 4680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3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500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350"/>
              <a:buFont typeface="Arial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200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1120"/>
              <a:buFont typeface="Arial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910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910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910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910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910"/>
              <a:buNone/>
              <a:defRPr sz="1400"/>
            </a:lvl9pPr>
          </a:lstStyle>
          <a:p/>
        </p:txBody>
      </p:sp>
      <p:sp>
        <p:nvSpPr>
          <p:cNvPr id="101" name="Google Shape;101;p34"/>
          <p:cNvSpPr txBox="1"/>
          <p:nvPr>
            <p:ph idx="10" type="dt"/>
          </p:nvPr>
        </p:nvSpPr>
        <p:spPr>
          <a:xfrm>
            <a:off x="2438400" y="6248400"/>
            <a:ext cx="2130425" cy="4746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34"/>
          <p:cNvSpPr txBox="1"/>
          <p:nvPr>
            <p:ph idx="11" type="ftr"/>
          </p:nvPr>
        </p:nvSpPr>
        <p:spPr>
          <a:xfrm>
            <a:off x="5791200" y="6248400"/>
            <a:ext cx="2897187" cy="4746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34"/>
          <p:cNvSpPr txBox="1"/>
          <p:nvPr>
            <p:ph idx="12" type="sldNum"/>
          </p:nvPr>
        </p:nvSpPr>
        <p:spPr>
          <a:xfrm>
            <a:off x="84137" y="6242050"/>
            <a:ext cx="587375" cy="488950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0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2"/>
          <p:cNvGrpSpPr/>
          <p:nvPr/>
        </p:nvGrpSpPr>
        <p:grpSpPr>
          <a:xfrm>
            <a:off x="0" y="0"/>
            <a:ext cx="5867400" cy="6858000"/>
            <a:chOff x="0" y="0"/>
            <a:chExt cx="3696" cy="4320"/>
          </a:xfrm>
        </p:grpSpPr>
        <p:sp>
          <p:nvSpPr>
            <p:cNvPr id="11" name="Google Shape;11;p22"/>
            <p:cNvSpPr txBox="1"/>
            <p:nvPr/>
          </p:nvSpPr>
          <p:spPr>
            <a:xfrm>
              <a:off x="0" y="0"/>
              <a:ext cx="2880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22"/>
            <p:cNvSpPr/>
            <p:nvPr/>
          </p:nvSpPr>
          <p:spPr>
            <a:xfrm>
              <a:off x="432" y="624"/>
              <a:ext cx="3264" cy="1200"/>
            </a:xfrm>
            <a:prstGeom prst="roundRect">
              <a:avLst>
                <a:gd fmla="val 108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" name="Google Shape;13;p22"/>
          <p:cNvGrpSpPr/>
          <p:nvPr/>
        </p:nvGrpSpPr>
        <p:grpSpPr>
          <a:xfrm>
            <a:off x="3632200" y="4252912"/>
            <a:ext cx="4876800" cy="319087"/>
            <a:chOff x="2288" y="3080"/>
            <a:chExt cx="3072" cy="201"/>
          </a:xfrm>
        </p:grpSpPr>
        <p:sp>
          <p:nvSpPr>
            <p:cNvPr id="14" name="Google Shape;14;p22"/>
            <p:cNvSpPr/>
            <p:nvPr/>
          </p:nvSpPr>
          <p:spPr>
            <a:xfrm flipH="1">
              <a:off x="2288" y="3080"/>
              <a:ext cx="2914" cy="200"/>
            </a:xfrm>
            <a:prstGeom prst="roundRect">
              <a:avLst>
                <a:gd fmla="val 0" name="adj"/>
              </a:avLst>
            </a:prstGeom>
            <a:solidFill>
              <a:schemeClr val="hlink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22"/>
            <p:cNvSpPr/>
            <p:nvPr/>
          </p:nvSpPr>
          <p:spPr>
            <a:xfrm>
              <a:off x="5196" y="3080"/>
              <a:ext cx="164" cy="201"/>
            </a:xfrm>
            <a:prstGeom prst="flowChartDelay">
              <a:avLst/>
            </a:prstGeom>
            <a:solidFill>
              <a:schemeClr val="hlink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" name="Google Shape;16;p22"/>
          <p:cNvSpPr/>
          <p:nvPr>
            <p:ph type="title"/>
          </p:nvPr>
        </p:nvSpPr>
        <p:spPr>
          <a:xfrm>
            <a:off x="762000" y="762000"/>
            <a:ext cx="7924800" cy="1143000"/>
          </a:xfrm>
          <a:prstGeom prst="roundRect">
            <a:avLst>
              <a:gd fmla="val 4680" name="adj"/>
            </a:avLst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22"/>
          <p:cNvSpPr txBox="1"/>
          <p:nvPr>
            <p:ph idx="1" type="body"/>
          </p:nvPr>
        </p:nvSpPr>
        <p:spPr>
          <a:xfrm>
            <a:off x="838200" y="2362200"/>
            <a:ext cx="7693025" cy="3724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195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●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115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2895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7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2895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7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2895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7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2895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7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22"/>
          <p:cNvSpPr txBox="1"/>
          <p:nvPr>
            <p:ph idx="10" type="dt"/>
          </p:nvPr>
        </p:nvSpPr>
        <p:spPr>
          <a:xfrm>
            <a:off x="2438400" y="6248400"/>
            <a:ext cx="2130425" cy="4746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22"/>
          <p:cNvSpPr txBox="1"/>
          <p:nvPr>
            <p:ph idx="11" type="ftr"/>
          </p:nvPr>
        </p:nvSpPr>
        <p:spPr>
          <a:xfrm>
            <a:off x="5791200" y="6248400"/>
            <a:ext cx="2897187" cy="4746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22"/>
          <p:cNvSpPr txBox="1"/>
          <p:nvPr>
            <p:ph idx="12" type="sldNum"/>
          </p:nvPr>
        </p:nvSpPr>
        <p:spPr>
          <a:xfrm>
            <a:off x="76200" y="6248400"/>
            <a:ext cx="587375" cy="4889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oogle Shape;28;p24"/>
          <p:cNvGrpSpPr/>
          <p:nvPr/>
        </p:nvGrpSpPr>
        <p:grpSpPr>
          <a:xfrm>
            <a:off x="0" y="0"/>
            <a:ext cx="7620000" cy="6858000"/>
            <a:chOff x="0" y="0"/>
            <a:chExt cx="4800" cy="4320"/>
          </a:xfrm>
        </p:grpSpPr>
        <p:grpSp>
          <p:nvGrpSpPr>
            <p:cNvPr id="29" name="Google Shape;29;p24"/>
            <p:cNvGrpSpPr/>
            <p:nvPr/>
          </p:nvGrpSpPr>
          <p:grpSpPr>
            <a:xfrm>
              <a:off x="0" y="0"/>
              <a:ext cx="2016" cy="4320"/>
              <a:chOff x="0" y="0"/>
              <a:chExt cx="2016" cy="4320"/>
            </a:xfrm>
          </p:grpSpPr>
          <p:sp>
            <p:nvSpPr>
              <p:cNvPr id="30" name="Google Shape;30;p24"/>
              <p:cNvSpPr txBox="1"/>
              <p:nvPr/>
            </p:nvSpPr>
            <p:spPr>
              <a:xfrm>
                <a:off x="0" y="0"/>
                <a:ext cx="480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" name="Google Shape;31;p24"/>
              <p:cNvSpPr/>
              <p:nvPr/>
            </p:nvSpPr>
            <p:spPr>
              <a:xfrm>
                <a:off x="288" y="0"/>
                <a:ext cx="1728" cy="735"/>
              </a:xfrm>
              <a:custGeom>
                <a:rect b="b" l="l" r="r" t="t"/>
                <a:pathLst>
                  <a:path extrusionOk="0" h="735" w="1728">
                    <a:moveTo>
                      <a:pt x="1728" y="0"/>
                    </a:moveTo>
                    <a:lnTo>
                      <a:pt x="1728" y="480"/>
                    </a:lnTo>
                    <a:lnTo>
                      <a:pt x="380" y="482"/>
                    </a:lnTo>
                    <a:lnTo>
                      <a:pt x="354" y="480"/>
                    </a:lnTo>
                    <a:lnTo>
                      <a:pt x="308" y="489"/>
                    </a:lnTo>
                    <a:cubicBezTo>
                      <a:pt x="290" y="498"/>
                      <a:pt x="263" y="513"/>
                      <a:pt x="246" y="531"/>
                    </a:cubicBezTo>
                    <a:cubicBezTo>
                      <a:pt x="229" y="549"/>
                      <a:pt x="215" y="574"/>
                      <a:pt x="206" y="597"/>
                    </a:cubicBezTo>
                    <a:cubicBezTo>
                      <a:pt x="197" y="620"/>
                      <a:pt x="194" y="643"/>
                      <a:pt x="192" y="666"/>
                    </a:cubicBezTo>
                    <a:lnTo>
                      <a:pt x="192" y="735"/>
                    </a:lnTo>
                    <a:lnTo>
                      <a:pt x="0" y="735"/>
                    </a:lnTo>
                    <a:lnTo>
                      <a:pt x="0" y="480"/>
                    </a:lnTo>
                    <a:lnTo>
                      <a:pt x="0" y="0"/>
                    </a:lnTo>
                    <a:lnTo>
                      <a:pt x="172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" name="Google Shape;32;p24"/>
            <p:cNvGrpSpPr/>
            <p:nvPr/>
          </p:nvGrpSpPr>
          <p:grpSpPr>
            <a:xfrm>
              <a:off x="144" y="1248"/>
              <a:ext cx="4656" cy="201"/>
              <a:chOff x="144" y="1248"/>
              <a:chExt cx="4656" cy="201"/>
            </a:xfrm>
          </p:grpSpPr>
          <p:sp>
            <p:nvSpPr>
              <p:cNvPr id="33" name="Google Shape;33;p24"/>
              <p:cNvSpPr/>
              <p:nvPr/>
            </p:nvSpPr>
            <p:spPr>
              <a:xfrm>
                <a:off x="384" y="1248"/>
                <a:ext cx="4416" cy="200"/>
              </a:xfrm>
              <a:prstGeom prst="roundRect">
                <a:avLst>
                  <a:gd fmla="val 0" name="adj"/>
                </a:avLst>
              </a:prstGeom>
              <a:solidFill>
                <a:schemeClr val="hlink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" name="Google Shape;34;p24"/>
              <p:cNvSpPr/>
              <p:nvPr/>
            </p:nvSpPr>
            <p:spPr>
              <a:xfrm flipH="1">
                <a:off x="144" y="1248"/>
                <a:ext cx="248" cy="201"/>
              </a:xfrm>
              <a:prstGeom prst="flowChartDelay">
                <a:avLst/>
              </a:prstGeom>
              <a:solidFill>
                <a:schemeClr val="hlink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5" name="Google Shape;35;p24"/>
          <p:cNvSpPr/>
          <p:nvPr>
            <p:ph type="title"/>
          </p:nvPr>
        </p:nvSpPr>
        <p:spPr>
          <a:xfrm>
            <a:off x="762000" y="762000"/>
            <a:ext cx="7924800" cy="1143000"/>
          </a:xfrm>
          <a:prstGeom prst="roundRect">
            <a:avLst>
              <a:gd fmla="val 4680" name="adj"/>
            </a:avLst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" name="Google Shape;36;p24"/>
          <p:cNvSpPr txBox="1"/>
          <p:nvPr>
            <p:ph idx="1" type="body"/>
          </p:nvPr>
        </p:nvSpPr>
        <p:spPr>
          <a:xfrm>
            <a:off x="838200" y="2362200"/>
            <a:ext cx="7693025" cy="3724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195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●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115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2895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7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2895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7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2895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7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2895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7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" name="Google Shape;37;p24"/>
          <p:cNvSpPr txBox="1"/>
          <p:nvPr>
            <p:ph idx="10" type="dt"/>
          </p:nvPr>
        </p:nvSpPr>
        <p:spPr>
          <a:xfrm>
            <a:off x="2438400" y="6248400"/>
            <a:ext cx="2130425" cy="4746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" name="Google Shape;38;p24"/>
          <p:cNvSpPr txBox="1"/>
          <p:nvPr>
            <p:ph idx="11" type="ftr"/>
          </p:nvPr>
        </p:nvSpPr>
        <p:spPr>
          <a:xfrm>
            <a:off x="5791200" y="6248400"/>
            <a:ext cx="2897187" cy="4746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Google Shape;39;p24"/>
          <p:cNvSpPr txBox="1"/>
          <p:nvPr>
            <p:ph idx="12" type="sldNum"/>
          </p:nvPr>
        </p:nvSpPr>
        <p:spPr>
          <a:xfrm>
            <a:off x="84137" y="6242050"/>
            <a:ext cx="587375" cy="488950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sz="2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"/>
          <p:cNvSpPr/>
          <p:nvPr>
            <p:ph type="ctrTitle"/>
          </p:nvPr>
        </p:nvSpPr>
        <p:spPr>
          <a:xfrm>
            <a:off x="685800" y="1066800"/>
            <a:ext cx="8229600" cy="1905000"/>
          </a:xfrm>
          <a:prstGeom prst="roundRect">
            <a:avLst>
              <a:gd fmla="val 108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i="0" lang="en-US" sz="3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CẤU TRÚC DỮ LIỆU </a:t>
            </a:r>
            <a:br>
              <a:rPr b="1" i="0" lang="en-US" sz="3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3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VÀ GIẢI THUẬT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2"/>
          <p:cNvPicPr preferRelativeResize="0"/>
          <p:nvPr>
            <p:ph type="title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600" y="1093787"/>
            <a:ext cx="2743200" cy="6588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400" y="2524125"/>
            <a:ext cx="4114800" cy="372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"/>
          <p:cNvSpPr/>
          <p:nvPr>
            <p:ph type="title"/>
          </p:nvPr>
        </p:nvSpPr>
        <p:spPr>
          <a:xfrm>
            <a:off x="762000" y="762000"/>
            <a:ext cx="7924800" cy="1143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0" name="Google Shape;120;p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7800" y="2362200"/>
            <a:ext cx="6400800" cy="419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"/>
          <p:cNvSpPr/>
          <p:nvPr>
            <p:ph type="title"/>
          </p:nvPr>
        </p:nvSpPr>
        <p:spPr>
          <a:xfrm>
            <a:off x="762000" y="762000"/>
            <a:ext cx="7924800" cy="1143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i="0" lang="en-US" sz="36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CHƯƠNG V: BẢNG BĂM</a:t>
            </a:r>
            <a:endParaRPr/>
          </a:p>
        </p:txBody>
      </p:sp>
      <p:sp>
        <p:nvSpPr>
          <p:cNvPr id="126" name="Google Shape;126;p4"/>
          <p:cNvSpPr txBox="1"/>
          <p:nvPr>
            <p:ph idx="1" type="body"/>
          </p:nvPr>
        </p:nvSpPr>
        <p:spPr>
          <a:xfrm>
            <a:off x="838200" y="2362200"/>
            <a:ext cx="7693025" cy="3724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33400" lvl="0" marL="533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AutoNum type="arabicPeriod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Bảng băm mở</a:t>
            </a:r>
            <a:endParaRPr/>
          </a:p>
          <a:p>
            <a:pPr indent="-449262" lvl="1" marL="906462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1.1. Bảng băm</a:t>
            </a:r>
            <a:endParaRPr/>
          </a:p>
          <a:p>
            <a:pPr indent="-449262" lvl="1" marL="906462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1.2. Hàm băm</a:t>
            </a:r>
            <a:endParaRPr/>
          </a:p>
          <a:p>
            <a:pPr indent="-449262" lvl="1" marL="906462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1.3. Xung đột</a:t>
            </a:r>
            <a:endParaRPr/>
          </a:p>
          <a:p>
            <a:pPr indent="-449262" lvl="1" marL="906462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1.4. Một số hàm băm thông dụng</a:t>
            </a:r>
            <a:endParaRPr/>
          </a:p>
          <a:p>
            <a:pPr indent="-533400" lvl="0" marL="5334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AutoNum type="arabicPeriod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Bảng băm đóng</a:t>
            </a:r>
            <a:endParaRPr/>
          </a:p>
          <a:p>
            <a:pPr indent="-533400" lvl="0" marL="5334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800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2.1. Băm lại tuyến tính.</a:t>
            </a:r>
            <a:endParaRPr/>
          </a:p>
          <a:p>
            <a:pPr indent="-533400" lvl="0" marL="533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2.2. Băm lại bình phương</a:t>
            </a:r>
            <a:endParaRPr/>
          </a:p>
          <a:p>
            <a:pPr indent="-533400" lvl="0" marL="533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2.3. Băm lại bằng cách tạo vùng mới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"/>
          <p:cNvSpPr/>
          <p:nvPr>
            <p:ph type="title"/>
          </p:nvPr>
        </p:nvSpPr>
        <p:spPr>
          <a:xfrm>
            <a:off x="762000" y="762000"/>
            <a:ext cx="7924800" cy="1143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1. Bảng băm mở</a:t>
            </a:r>
            <a:endParaRPr/>
          </a:p>
        </p:txBody>
      </p:sp>
      <p:sp>
        <p:nvSpPr>
          <p:cNvPr id="132" name="Google Shape;132;p5"/>
          <p:cNvSpPr txBox="1"/>
          <p:nvPr>
            <p:ph idx="1" type="body"/>
          </p:nvPr>
        </p:nvSpPr>
        <p:spPr>
          <a:xfrm>
            <a:off x="762000" y="1981200"/>
            <a:ext cx="78486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4765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None/>
            </a:pPr>
            <a:r>
              <a:t/>
            </a:r>
            <a:endParaRPr b="1" i="0" sz="20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765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None/>
            </a:pPr>
            <a:r>
              <a:t/>
            </a:r>
            <a:endParaRPr b="1" i="0" sz="20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●"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Bảng băm 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(Hash Table):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100"/>
              <a:buNone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- Mảng B gồm m phần tử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100"/>
              <a:buNone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-Lưu trữ chỉ số định vị phần tử dữ liệu có khóa phân biệt  thuộc tập số nguyên { 0,1,2…m-1}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600" y="2286000"/>
            <a:ext cx="7848600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6"/>
          <p:cNvSpPr/>
          <p:nvPr/>
        </p:nvSpPr>
        <p:spPr>
          <a:xfrm>
            <a:off x="762000" y="762000"/>
            <a:ext cx="7924800" cy="1143000"/>
          </a:xfrm>
          <a:prstGeom prst="roundRect">
            <a:avLst>
              <a:gd fmla="val 4680" name="adj"/>
            </a:avLst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1. Bảng băm mở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2362200"/>
            <a:ext cx="8610599" cy="449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7"/>
          <p:cNvSpPr/>
          <p:nvPr/>
        </p:nvSpPr>
        <p:spPr>
          <a:xfrm>
            <a:off x="762000" y="762000"/>
            <a:ext cx="7924800" cy="1143000"/>
          </a:xfrm>
          <a:prstGeom prst="roundRect">
            <a:avLst>
              <a:gd fmla="val 4680" name="adj"/>
            </a:avLst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1. Bảng băm mở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"/>
          <p:cNvSpPr txBox="1"/>
          <p:nvPr>
            <p:ph idx="1" type="body"/>
          </p:nvPr>
        </p:nvSpPr>
        <p:spPr>
          <a:xfrm>
            <a:off x="838200" y="2362200"/>
            <a:ext cx="7924800" cy="3724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●"/>
            </a:pP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Hàm băm </a:t>
            </a:r>
            <a:b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(Hash function):</a:t>
            </a:r>
            <a:r>
              <a:rPr b="0" i="0" lang="en-US" sz="32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None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H(x) cho giá trị là một chỉ số phần tử của B</a:t>
            </a:r>
            <a:endParaRPr/>
          </a:p>
        </p:txBody>
      </p:sp>
      <p:sp>
        <p:nvSpPr>
          <p:cNvPr id="150" name="Google Shape;150;p8"/>
          <p:cNvSpPr/>
          <p:nvPr/>
        </p:nvSpPr>
        <p:spPr>
          <a:xfrm>
            <a:off x="762000" y="762000"/>
            <a:ext cx="7924800" cy="1143000"/>
          </a:xfrm>
          <a:prstGeom prst="roundRect">
            <a:avLst>
              <a:gd fmla="val 4680" name="adj"/>
            </a:avLst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1. Bảng băm mở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"/>
          <p:cNvSpPr txBox="1"/>
          <p:nvPr>
            <p:ph idx="1" type="body"/>
          </p:nvPr>
        </p:nvSpPr>
        <p:spPr>
          <a:xfrm>
            <a:off x="838200" y="2362200"/>
            <a:ext cx="7693025" cy="89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●"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Xung đột 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(collision):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x1&lt;&gt;x2 nhưng H(x1)=H(x2)</a:t>
            </a:r>
            <a:endParaRPr/>
          </a:p>
        </p:txBody>
      </p:sp>
      <p:sp>
        <p:nvSpPr>
          <p:cNvPr id="156" name="Google Shape;156;p9"/>
          <p:cNvSpPr/>
          <p:nvPr/>
        </p:nvSpPr>
        <p:spPr>
          <a:xfrm>
            <a:off x="762000" y="762000"/>
            <a:ext cx="7924800" cy="1143000"/>
          </a:xfrm>
          <a:prstGeom prst="roundRect">
            <a:avLst>
              <a:gd fmla="val 4680" name="adj"/>
            </a:avLst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1. Bảng băm mở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0"/>
          <p:cNvSpPr txBox="1"/>
          <p:nvPr>
            <p:ph idx="1" type="body"/>
          </p:nvPr>
        </p:nvSpPr>
        <p:spPr>
          <a:xfrm>
            <a:off x="838200" y="2362200"/>
            <a:ext cx="7693025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Xung đột:</a:t>
            </a:r>
            <a:endParaRPr/>
          </a:p>
        </p:txBody>
      </p:sp>
      <p:pic>
        <p:nvPicPr>
          <p:cNvPr id="162" name="Google Shape;16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2362200"/>
            <a:ext cx="8382000" cy="441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0"/>
          <p:cNvSpPr/>
          <p:nvPr/>
        </p:nvSpPr>
        <p:spPr>
          <a:xfrm>
            <a:off x="762000" y="762000"/>
            <a:ext cx="7924800" cy="1143000"/>
          </a:xfrm>
          <a:prstGeom prst="roundRect">
            <a:avLst>
              <a:gd fmla="val 4680" name="adj"/>
            </a:avLst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1. Bảng băm mở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1"/>
          <p:cNvSpPr txBox="1"/>
          <p:nvPr>
            <p:ph idx="1" type="body"/>
          </p:nvPr>
        </p:nvSpPr>
        <p:spPr>
          <a:xfrm>
            <a:off x="838200" y="2506662"/>
            <a:ext cx="7693025" cy="13795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Xung đột:</a:t>
            </a:r>
            <a:endParaRPr/>
          </a:p>
          <a:p>
            <a:pPr indent="-342900" lvl="0" marL="342900" rtl="0" algn="just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●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Giải quyết: </a:t>
            </a:r>
            <a:endParaRPr b="0" i="0" sz="28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just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liên kết các danh sách có các khóa khác nhau nhưng có cùng giá trị hàm băm thành một danh sách</a:t>
            </a:r>
            <a:endParaRPr/>
          </a:p>
          <a:p>
            <a:pPr indent="-285750" lvl="1" marL="742950" rtl="0" algn="just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liên kết trong bảng băm B sẽ trỏ tới danh sách đầu tiên.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169" name="Google Shape;169;p11"/>
          <p:cNvSpPr/>
          <p:nvPr/>
        </p:nvSpPr>
        <p:spPr>
          <a:xfrm>
            <a:off x="762000" y="762000"/>
            <a:ext cx="7924800" cy="1143000"/>
          </a:xfrm>
          <a:prstGeom prst="roundRect">
            <a:avLst>
              <a:gd fmla="val 4680" name="adj"/>
            </a:avLst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1. Bảng băm mở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1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2362200"/>
            <a:ext cx="8382000" cy="449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2"/>
          <p:cNvSpPr/>
          <p:nvPr/>
        </p:nvSpPr>
        <p:spPr>
          <a:xfrm>
            <a:off x="762000" y="762000"/>
            <a:ext cx="7924800" cy="1143000"/>
          </a:xfrm>
          <a:prstGeom prst="roundRect">
            <a:avLst>
              <a:gd fmla="val 4680" name="adj"/>
            </a:avLst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1. Bảng băm mở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3"/>
          <p:cNvSpPr txBox="1"/>
          <p:nvPr>
            <p:ph idx="1" type="body"/>
          </p:nvPr>
        </p:nvSpPr>
        <p:spPr>
          <a:xfrm>
            <a:off x="838200" y="2362200"/>
            <a:ext cx="7693025" cy="3724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350"/>
              <a:buNone/>
            </a:pPr>
            <a:r>
              <a:t/>
            </a:r>
            <a:endParaRPr b="1" i="0" sz="18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350"/>
              <a:buNone/>
            </a:pPr>
            <a:r>
              <a:t/>
            </a:r>
            <a:endParaRPr b="1" i="0" sz="18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just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SzPts val="2100"/>
              <a:buNone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Một số hàm băm thông dụng:</a:t>
            </a:r>
            <a:endParaRPr/>
          </a:p>
          <a:p>
            <a:pPr indent="-342900" lvl="0" marL="342900" rtl="0" algn="just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●"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Hàm cắt bỏ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bỏ bớt một phần nào đó của khóa.</a:t>
            </a:r>
            <a:endParaRPr/>
          </a:p>
          <a:p>
            <a:pPr indent="-285750" lvl="1" marL="742950" rtl="0" algn="just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Ví dụ: x=842615, bỏ bớt chẳng hạn các chữ số hàng lẻ (1,3,5…), số còn lại sẽ là 821. Vậy  H(x) = H(842615) = 821.</a:t>
            </a:r>
            <a:endParaRPr/>
          </a:p>
          <a:p>
            <a:pPr indent="-285750" lvl="1" marL="742950" rtl="0" algn="just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</a:pPr>
            <a:r>
              <a:rPr b="1" i="1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Nhận xét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:  khó có phân bố đều.</a:t>
            </a:r>
            <a:endParaRPr/>
          </a:p>
          <a:p>
            <a:pPr indent="-209550" lvl="0" marL="342900" rtl="0" algn="l">
              <a:spcBef>
                <a:spcPts val="56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b="0" i="0" sz="28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3"/>
          <p:cNvSpPr/>
          <p:nvPr/>
        </p:nvSpPr>
        <p:spPr>
          <a:xfrm>
            <a:off x="762000" y="762000"/>
            <a:ext cx="7924800" cy="1143000"/>
          </a:xfrm>
          <a:prstGeom prst="roundRect">
            <a:avLst>
              <a:gd fmla="val 4680" name="adj"/>
            </a:avLst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1. Bảng băm mở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4"/>
          <p:cNvSpPr txBox="1"/>
          <p:nvPr>
            <p:ph idx="1" type="body"/>
          </p:nvPr>
        </p:nvSpPr>
        <p:spPr>
          <a:xfrm>
            <a:off x="838200" y="2362200"/>
            <a:ext cx="8001000" cy="3724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●"/>
            </a:pPr>
            <a: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Hàm gấp </a:t>
            </a: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chia số nguyên đó thành một số đoạn tùy chọn, sau đó kết hợp</a:t>
            </a:r>
            <a:r>
              <a:rPr b="0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342900" lvl="0" marL="342900" marR="0" rtl="0" algn="just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Ví dụ: Số các hàng lẻ: 465 và số các hàng chẵn: 821, vậy H(x)=465+821=1286.</a:t>
            </a:r>
            <a:endParaRPr/>
          </a:p>
          <a:p>
            <a:pPr indent="-285750" lvl="1" marL="742950" marR="0" rtl="0" algn="just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</a:pPr>
            <a:r>
              <a:rPr b="1" i="1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Nhận xét</a:t>
            </a:r>
            <a:r>
              <a:rPr b="0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:  Tính chất thứ hai có thể thỏa mãn tốt hơn</a:t>
            </a:r>
            <a:endParaRPr/>
          </a:p>
        </p:txBody>
      </p:sp>
      <p:sp>
        <p:nvSpPr>
          <p:cNvPr id="187" name="Google Shape;187;p14"/>
          <p:cNvSpPr/>
          <p:nvPr/>
        </p:nvSpPr>
        <p:spPr>
          <a:xfrm>
            <a:off x="762000" y="762000"/>
            <a:ext cx="7924800" cy="1143000"/>
          </a:xfrm>
          <a:prstGeom prst="roundRect">
            <a:avLst>
              <a:gd fmla="val 4680" name="adj"/>
            </a:avLst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1. Bảng băm mở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5"/>
          <p:cNvSpPr txBox="1"/>
          <p:nvPr>
            <p:ph idx="1" type="body"/>
          </p:nvPr>
        </p:nvSpPr>
        <p:spPr>
          <a:xfrm>
            <a:off x="838200" y="2362200"/>
            <a:ext cx="7693025" cy="3724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●"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Hàm phần dư 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của phép chia x/m</a:t>
            </a:r>
            <a:endParaRPr/>
          </a:p>
          <a:p>
            <a:pPr indent="-342900" lvl="0" marL="342900" rtl="0" algn="just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●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Nên chọn m là số nguyên tố. </a:t>
            </a:r>
            <a:endParaRPr/>
          </a:p>
          <a:p>
            <a:pPr indent="-209550" lvl="0" marL="342900" rtl="0" algn="just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just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</a:pPr>
            <a:r>
              <a:rPr b="1" i="1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Nhận xét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:  Các cách lấy phần dư cho khả năng tránh hiện tượng xung đột</a:t>
            </a:r>
            <a:endParaRPr/>
          </a:p>
        </p:txBody>
      </p:sp>
      <p:sp>
        <p:nvSpPr>
          <p:cNvPr id="193" name="Google Shape;193;p15"/>
          <p:cNvSpPr/>
          <p:nvPr/>
        </p:nvSpPr>
        <p:spPr>
          <a:xfrm>
            <a:off x="762000" y="762000"/>
            <a:ext cx="7924800" cy="1143000"/>
          </a:xfrm>
          <a:prstGeom prst="roundRect">
            <a:avLst>
              <a:gd fmla="val 4680" name="adj"/>
            </a:avLst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1. Bảng băm mở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1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600" y="2286000"/>
            <a:ext cx="8153400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6"/>
          <p:cNvSpPr/>
          <p:nvPr/>
        </p:nvSpPr>
        <p:spPr>
          <a:xfrm>
            <a:off x="762000" y="762000"/>
            <a:ext cx="7924800" cy="1143000"/>
          </a:xfrm>
          <a:prstGeom prst="roundRect">
            <a:avLst>
              <a:gd fmla="val 4680" name="adj"/>
            </a:avLst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1. Bảng băm mở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7"/>
          <p:cNvSpPr/>
          <p:nvPr>
            <p:ph type="title"/>
          </p:nvPr>
        </p:nvSpPr>
        <p:spPr>
          <a:xfrm>
            <a:off x="762000" y="762000"/>
            <a:ext cx="7924800" cy="1143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2. Bảng băm đóng</a:t>
            </a:r>
            <a:endParaRPr/>
          </a:p>
        </p:txBody>
      </p:sp>
      <p:sp>
        <p:nvSpPr>
          <p:cNvPr id="205" name="Google Shape;205;p17"/>
          <p:cNvSpPr txBox="1"/>
          <p:nvPr>
            <p:ph idx="1" type="body"/>
          </p:nvPr>
        </p:nvSpPr>
        <p:spPr>
          <a:xfrm>
            <a:off x="838200" y="2362200"/>
            <a:ext cx="7693025" cy="3724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●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Bảng băm mở: chỉ dùng để lưu trữ các liên kết trỏ đến các thành phần dữ liệu có khóa tương ứng.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●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Bảng băm đóng: bảng băm mà mỗi thành phần của nó lưu trữ chính các thành phần dữ liệu. 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8"/>
          <p:cNvSpPr txBox="1"/>
          <p:nvPr>
            <p:ph idx="1" type="body"/>
          </p:nvPr>
        </p:nvSpPr>
        <p:spPr>
          <a:xfrm>
            <a:off x="838200" y="2362200"/>
            <a:ext cx="7693025" cy="3724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i="0" lang="en-US" sz="32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Các phương pháp xử lý:</a:t>
            </a:r>
            <a:endParaRPr/>
          </a:p>
          <a:p>
            <a:pPr indent="-609600" lvl="0" marL="6096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2400"/>
              <a:buNone/>
            </a:pPr>
            <a:r>
              <a:rPr b="1" i="1" lang="en-US" sz="32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a) Băm lại tuyến tính</a:t>
            </a:r>
            <a:br>
              <a:rPr b="0" i="0" lang="en-US" sz="32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32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Hi (x) = (H(x)+i) mod m</a:t>
            </a:r>
            <a:endParaRPr/>
          </a:p>
          <a:p>
            <a:pPr indent="-525462" lvl="1" marL="982662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Nhận xét: 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Các giá trị hàm băm xếp thành từng đoạn con, nên việc tìm kiếm ví trí  rỗng sẽ rất chậm.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211" name="Google Shape;211;p18"/>
          <p:cNvSpPr/>
          <p:nvPr/>
        </p:nvSpPr>
        <p:spPr>
          <a:xfrm>
            <a:off x="762000" y="914400"/>
            <a:ext cx="7924800" cy="1143000"/>
          </a:xfrm>
          <a:prstGeom prst="roundRect">
            <a:avLst>
              <a:gd fmla="val 4680" name="adj"/>
            </a:avLst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2. Bảng băm đóng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1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2362200"/>
            <a:ext cx="8001000" cy="4478337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9"/>
          <p:cNvSpPr/>
          <p:nvPr/>
        </p:nvSpPr>
        <p:spPr>
          <a:xfrm>
            <a:off x="762000" y="762000"/>
            <a:ext cx="7924800" cy="1143000"/>
          </a:xfrm>
          <a:prstGeom prst="roundRect">
            <a:avLst>
              <a:gd fmla="val 4680" name="adj"/>
            </a:avLst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2. Bảng băm đóng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0"/>
          <p:cNvSpPr txBox="1"/>
          <p:nvPr>
            <p:ph idx="1" type="body"/>
          </p:nvPr>
        </p:nvSpPr>
        <p:spPr>
          <a:xfrm>
            <a:off x="838200" y="2362200"/>
            <a:ext cx="7693025" cy="1173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i="1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b) Băm lại bình phương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Hi(x) = ( H(x)+i</a:t>
            </a:r>
            <a:r>
              <a:rPr b="0" baseline="3000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) mod m </a:t>
            </a:r>
            <a:endParaRPr/>
          </a:p>
        </p:txBody>
      </p:sp>
      <p:pic>
        <p:nvPicPr>
          <p:cNvPr id="223" name="Google Shape;22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3124200"/>
            <a:ext cx="8001000" cy="37338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0"/>
          <p:cNvSpPr/>
          <p:nvPr/>
        </p:nvSpPr>
        <p:spPr>
          <a:xfrm>
            <a:off x="762000" y="762000"/>
            <a:ext cx="7924800" cy="1143000"/>
          </a:xfrm>
          <a:prstGeom prst="roundRect">
            <a:avLst>
              <a:gd fmla="val 4680" name="adj"/>
            </a:avLst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2. Bảng băm đóng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1"/>
          <p:cNvSpPr txBox="1"/>
          <p:nvPr>
            <p:ph idx="1" type="body"/>
          </p:nvPr>
        </p:nvSpPr>
        <p:spPr>
          <a:xfrm>
            <a:off x="838200" y="2362200"/>
            <a:ext cx="7692900" cy="11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b="1" i="1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c) Băm lại bằng cách tạo vùng mới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●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Ngoài bảng B cần tạo ra một vùng không gian mới</a:t>
            </a:r>
            <a:endParaRPr/>
          </a:p>
        </p:txBody>
      </p:sp>
      <p:pic>
        <p:nvPicPr>
          <p:cNvPr id="230" name="Google Shape;23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3276600"/>
            <a:ext cx="7696200" cy="3541712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1"/>
          <p:cNvSpPr/>
          <p:nvPr/>
        </p:nvSpPr>
        <p:spPr>
          <a:xfrm>
            <a:off x="762000" y="762000"/>
            <a:ext cx="7924800" cy="1143000"/>
          </a:xfrm>
          <a:prstGeom prst="roundRect">
            <a:avLst>
              <a:gd fmla="val 4680" name="adj"/>
            </a:avLst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2. Bảng băm đóng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apsules">
  <a:themeElements>
    <a:clrScheme name="Capsules 1">
      <a:dk1>
        <a:srgbClr val="003366"/>
      </a:dk1>
      <a:lt1>
        <a:srgbClr val="FFFFFF"/>
      </a:lt1>
      <a:dk2>
        <a:srgbClr val="006666"/>
      </a:dk2>
      <a:lt2>
        <a:srgbClr val="666699"/>
      </a:lt2>
      <a:accent1>
        <a:srgbClr val="33CCCC"/>
      </a:accent1>
      <a:accent2>
        <a:srgbClr val="99CC99"/>
      </a:accent2>
      <a:accent3>
        <a:srgbClr val="FFFFFF"/>
      </a:accent3>
      <a:accent4>
        <a:srgbClr val="002A56"/>
      </a:accent4>
      <a:accent5>
        <a:srgbClr val="ADE2E2"/>
      </a:accent5>
      <a:accent6>
        <a:srgbClr val="8AB98A"/>
      </a:accent6>
      <a:hlink>
        <a:srgbClr val="003366"/>
      </a:hlink>
      <a:folHlink>
        <a:srgbClr val="CC99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Capsules">
  <a:themeElements>
    <a:clrScheme name="Capsules 1">
      <a:dk1>
        <a:srgbClr val="003366"/>
      </a:dk1>
      <a:lt1>
        <a:srgbClr val="FFFFFF"/>
      </a:lt1>
      <a:dk2>
        <a:srgbClr val="006666"/>
      </a:dk2>
      <a:lt2>
        <a:srgbClr val="666699"/>
      </a:lt2>
      <a:accent1>
        <a:srgbClr val="33CCCC"/>
      </a:accent1>
      <a:accent2>
        <a:srgbClr val="99CC99"/>
      </a:accent2>
      <a:accent3>
        <a:srgbClr val="FFFFFF"/>
      </a:accent3>
      <a:accent4>
        <a:srgbClr val="002A56"/>
      </a:accent4>
      <a:accent5>
        <a:srgbClr val="ADE2E2"/>
      </a:accent5>
      <a:accent6>
        <a:srgbClr val="8AB98A"/>
      </a:accent6>
      <a:hlink>
        <a:srgbClr val="003366"/>
      </a:hlink>
      <a:folHlink>
        <a:srgbClr val="CC99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2007-09-09T02:51:16Z</dcterms:created>
  <dc:creator>Duong Le Minh</dc:creator>
</cp:coreProperties>
</file>