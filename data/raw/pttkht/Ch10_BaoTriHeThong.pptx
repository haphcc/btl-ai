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8" r:id="rId1"/>
  </p:sldMasterIdLst>
  <p:notesMasterIdLst>
    <p:notesMasterId r:id="rId19"/>
  </p:notesMasterIdLst>
  <p:sldIdLst>
    <p:sldId id="305" r:id="rId2"/>
    <p:sldId id="308" r:id="rId3"/>
    <p:sldId id="307" r:id="rId4"/>
    <p:sldId id="312" r:id="rId5"/>
    <p:sldId id="309" r:id="rId6"/>
    <p:sldId id="313" r:id="rId7"/>
    <p:sldId id="314" r:id="rId8"/>
    <p:sldId id="315" r:id="rId9"/>
    <p:sldId id="310" r:id="rId10"/>
    <p:sldId id="316" r:id="rId11"/>
    <p:sldId id="317" r:id="rId12"/>
    <p:sldId id="318" r:id="rId13"/>
    <p:sldId id="319" r:id="rId14"/>
    <p:sldId id="311" r:id="rId15"/>
    <p:sldId id="320" r:id="rId16"/>
    <p:sldId id="321" r:id="rId17"/>
    <p:sldId id="265" r:id="rId18"/>
  </p:sldIdLst>
  <p:sldSz cx="10287000" cy="6858000" type="35mm"/>
  <p:notesSz cx="6858000" cy="9144000"/>
  <p:defaultTextStyle>
    <a:defPPr>
      <a:defRPr lang="vi-VN"/>
    </a:defPPr>
    <a:lvl1pPr marL="0" algn="l" defTabSz="1041044" rtl="0" eaLnBrk="1" latinLnBrk="0" hangingPunct="1">
      <a:defRPr sz="2000" kern="1200">
        <a:solidFill>
          <a:schemeClr val="tx1"/>
        </a:solidFill>
        <a:latin typeface="+mn-lt"/>
        <a:ea typeface="+mn-ea"/>
        <a:cs typeface="+mn-cs"/>
      </a:defRPr>
    </a:lvl1pPr>
    <a:lvl2pPr marL="520522" algn="l" defTabSz="1041044" rtl="0" eaLnBrk="1" latinLnBrk="0" hangingPunct="1">
      <a:defRPr sz="2000" kern="1200">
        <a:solidFill>
          <a:schemeClr val="tx1"/>
        </a:solidFill>
        <a:latin typeface="+mn-lt"/>
        <a:ea typeface="+mn-ea"/>
        <a:cs typeface="+mn-cs"/>
      </a:defRPr>
    </a:lvl2pPr>
    <a:lvl3pPr marL="1041044" algn="l" defTabSz="1041044" rtl="0" eaLnBrk="1" latinLnBrk="0" hangingPunct="1">
      <a:defRPr sz="2000" kern="1200">
        <a:solidFill>
          <a:schemeClr val="tx1"/>
        </a:solidFill>
        <a:latin typeface="+mn-lt"/>
        <a:ea typeface="+mn-ea"/>
        <a:cs typeface="+mn-cs"/>
      </a:defRPr>
    </a:lvl3pPr>
    <a:lvl4pPr marL="1561567" algn="l" defTabSz="1041044" rtl="0" eaLnBrk="1" latinLnBrk="0" hangingPunct="1">
      <a:defRPr sz="2000" kern="1200">
        <a:solidFill>
          <a:schemeClr val="tx1"/>
        </a:solidFill>
        <a:latin typeface="+mn-lt"/>
        <a:ea typeface="+mn-ea"/>
        <a:cs typeface="+mn-cs"/>
      </a:defRPr>
    </a:lvl4pPr>
    <a:lvl5pPr marL="2082089" algn="l" defTabSz="1041044" rtl="0" eaLnBrk="1" latinLnBrk="0" hangingPunct="1">
      <a:defRPr sz="2000" kern="1200">
        <a:solidFill>
          <a:schemeClr val="tx1"/>
        </a:solidFill>
        <a:latin typeface="+mn-lt"/>
        <a:ea typeface="+mn-ea"/>
        <a:cs typeface="+mn-cs"/>
      </a:defRPr>
    </a:lvl5pPr>
    <a:lvl6pPr marL="2602611" algn="l" defTabSz="1041044" rtl="0" eaLnBrk="1" latinLnBrk="0" hangingPunct="1">
      <a:defRPr sz="2000" kern="1200">
        <a:solidFill>
          <a:schemeClr val="tx1"/>
        </a:solidFill>
        <a:latin typeface="+mn-lt"/>
        <a:ea typeface="+mn-ea"/>
        <a:cs typeface="+mn-cs"/>
      </a:defRPr>
    </a:lvl6pPr>
    <a:lvl7pPr marL="3123133" algn="l" defTabSz="1041044" rtl="0" eaLnBrk="1" latinLnBrk="0" hangingPunct="1">
      <a:defRPr sz="2000" kern="1200">
        <a:solidFill>
          <a:schemeClr val="tx1"/>
        </a:solidFill>
        <a:latin typeface="+mn-lt"/>
        <a:ea typeface="+mn-ea"/>
        <a:cs typeface="+mn-cs"/>
      </a:defRPr>
    </a:lvl7pPr>
    <a:lvl8pPr marL="3643655" algn="l" defTabSz="1041044" rtl="0" eaLnBrk="1" latinLnBrk="0" hangingPunct="1">
      <a:defRPr sz="2000" kern="1200">
        <a:solidFill>
          <a:schemeClr val="tx1"/>
        </a:solidFill>
        <a:latin typeface="+mn-lt"/>
        <a:ea typeface="+mn-ea"/>
        <a:cs typeface="+mn-cs"/>
      </a:defRPr>
    </a:lvl8pPr>
    <a:lvl9pPr marL="4164178" algn="l" defTabSz="1041044" rtl="0" eaLnBrk="1" latinLnBrk="0" hangingPunct="1">
      <a:defRPr sz="20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0000FF"/>
    <a:srgbClr val="0D8E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8991" autoAdjust="0"/>
    <p:restoredTop sz="99623" autoAdjust="0"/>
  </p:normalViewPr>
  <p:slideViewPr>
    <p:cSldViewPr>
      <p:cViewPr>
        <p:scale>
          <a:sx n="50" d="100"/>
          <a:sy n="50" d="100"/>
        </p:scale>
        <p:origin x="-102" y="-438"/>
      </p:cViewPr>
      <p:guideLst>
        <p:guide orient="horz" pos="2161"/>
        <p:guide pos="3240"/>
      </p:guideLst>
    </p:cSldViewPr>
  </p:slideViewPr>
  <p:outlineViewPr>
    <p:cViewPr>
      <p:scale>
        <a:sx n="33" d="100"/>
        <a:sy n="33" d="100"/>
      </p:scale>
      <p:origin x="0" y="50472"/>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53" d="100"/>
          <a:sy n="53" d="100"/>
        </p:scale>
        <p:origin x="-2820"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323B086-1834-404D-BF86-D7E3742DB3C6}"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vi-VN"/>
        </a:p>
      </dgm:t>
    </dgm:pt>
    <dgm:pt modelId="{0260F488-0856-4885-BE6A-D1B3BB6C6BDE}">
      <dgm:prSet phldrT="[Text]" custT="1"/>
      <dgm:spPr/>
      <dgm:t>
        <a:bodyPr/>
        <a:lstStyle/>
        <a:p>
          <a:endParaRPr lang="en-US" sz="2000" b="1" kern="1200" smtClean="0">
            <a:solidFill>
              <a:srgbClr val="FF0066"/>
            </a:solidFill>
            <a:latin typeface="Arial" pitchFamily="34" charset="0"/>
            <a:ea typeface="+mn-ea"/>
            <a:cs typeface="Arial" pitchFamily="34" charset="0"/>
          </a:endParaRPr>
        </a:p>
        <a:p>
          <a:r>
            <a:rPr lang="en-US" sz="2000" b="1" kern="1200" smtClean="0">
              <a:solidFill>
                <a:srgbClr val="FF0066"/>
              </a:solidFill>
              <a:latin typeface="Arial" pitchFamily="34" charset="0"/>
              <a:ea typeface="+mn-ea"/>
              <a:cs typeface="Arial" pitchFamily="34" charset="0"/>
            </a:rPr>
            <a:t>Phần 4</a:t>
          </a:r>
          <a:endParaRPr lang="vi-VN" sz="2000" b="1" kern="1200">
            <a:solidFill>
              <a:srgbClr val="FF0066"/>
            </a:solidFill>
            <a:latin typeface="Arial" pitchFamily="34" charset="0"/>
            <a:ea typeface="+mn-ea"/>
            <a:cs typeface="Arial" pitchFamily="34" charset="0"/>
          </a:endParaRPr>
        </a:p>
      </dgm:t>
    </dgm:pt>
    <dgm:pt modelId="{95040FC8-2CD3-4491-88A6-2B8A429D6FC9}" type="parTrans" cxnId="{A4ACD94A-AD73-41D7-B516-A082DD498B79}">
      <dgm:prSet/>
      <dgm:spPr/>
      <dgm:t>
        <a:bodyPr/>
        <a:lstStyle/>
        <a:p>
          <a:endParaRPr lang="vi-VN"/>
        </a:p>
      </dgm:t>
    </dgm:pt>
    <dgm:pt modelId="{3EC7BCE0-88DB-4C58-B4EE-49B0B146E157}" type="sibTrans" cxnId="{A4ACD94A-AD73-41D7-B516-A082DD498B79}">
      <dgm:prSet/>
      <dgm:spPr/>
      <dgm:t>
        <a:bodyPr/>
        <a:lstStyle/>
        <a:p>
          <a:endParaRPr lang="vi-VN"/>
        </a:p>
      </dgm:t>
    </dgm:pt>
    <dgm:pt modelId="{778B28D7-5046-4E74-90E6-28410FAC41E4}">
      <dgm:prSet phldrT="[Text]" custT="1"/>
      <dgm:spPr/>
      <dgm:t>
        <a:bodyPr/>
        <a:lstStyle/>
        <a:p>
          <a:r>
            <a:rPr lang="en-US" sz="2800" b="0" kern="1200" smtClean="0">
              <a:solidFill>
                <a:schemeClr val="accent2">
                  <a:lumMod val="50000"/>
                </a:schemeClr>
              </a:solidFill>
              <a:latin typeface="+mn-lt"/>
              <a:ea typeface="+mn-ea"/>
              <a:cs typeface="Arial" pitchFamily="34" charset="0"/>
            </a:rPr>
            <a:t>Triển khai và vận hành hệ thống</a:t>
          </a:r>
          <a:endParaRPr lang="vi-VN" sz="2800" b="0" kern="1200">
            <a:solidFill>
              <a:schemeClr val="accent2">
                <a:lumMod val="50000"/>
              </a:schemeClr>
            </a:solidFill>
            <a:latin typeface="+mn-lt"/>
            <a:ea typeface="+mn-ea"/>
            <a:cs typeface="Arial" pitchFamily="34" charset="0"/>
          </a:endParaRPr>
        </a:p>
      </dgm:t>
    </dgm:pt>
    <dgm:pt modelId="{EE6295D5-D397-4CAE-B69A-ABD00BC2ED9E}" type="parTrans" cxnId="{A1656E6D-38D8-49C0-B402-C2F46C097650}">
      <dgm:prSet/>
      <dgm:spPr/>
      <dgm:t>
        <a:bodyPr/>
        <a:lstStyle/>
        <a:p>
          <a:endParaRPr lang="vi-VN"/>
        </a:p>
      </dgm:t>
    </dgm:pt>
    <dgm:pt modelId="{91E317F6-05BD-4692-AD76-BDF81928F364}" type="sibTrans" cxnId="{A1656E6D-38D8-49C0-B402-C2F46C097650}">
      <dgm:prSet/>
      <dgm:spPr/>
      <dgm:t>
        <a:bodyPr/>
        <a:lstStyle/>
        <a:p>
          <a:endParaRPr lang="vi-VN"/>
        </a:p>
      </dgm:t>
    </dgm:pt>
    <dgm:pt modelId="{E798BC6D-45BE-44CB-8CC8-DB9C1471CA3C}">
      <dgm:prSet phldrT="[Text]" custT="1"/>
      <dgm:spPr/>
      <dgm:t>
        <a:bodyPr/>
        <a:lstStyle/>
        <a:p>
          <a:endParaRPr lang="vi-VN" sz="2000" b="1" kern="1200">
            <a:solidFill>
              <a:srgbClr val="FF0066"/>
            </a:solidFill>
            <a:latin typeface="Arial" pitchFamily="34" charset="0"/>
            <a:ea typeface="+mn-ea"/>
            <a:cs typeface="Arial" pitchFamily="34" charset="0"/>
          </a:endParaRPr>
        </a:p>
      </dgm:t>
    </dgm:pt>
    <dgm:pt modelId="{0BAFAAA6-8B3D-4D7C-B198-6A51A840F645}" type="parTrans" cxnId="{EE78EB2D-9633-458C-AA1E-B32BDFB24DD5}">
      <dgm:prSet/>
      <dgm:spPr/>
      <dgm:t>
        <a:bodyPr/>
        <a:lstStyle/>
        <a:p>
          <a:endParaRPr lang="vi-VN"/>
        </a:p>
      </dgm:t>
    </dgm:pt>
    <dgm:pt modelId="{C607F695-BB60-4E06-8B4C-02CFB151F2E8}" type="sibTrans" cxnId="{EE78EB2D-9633-458C-AA1E-B32BDFB24DD5}">
      <dgm:prSet/>
      <dgm:spPr/>
      <dgm:t>
        <a:bodyPr/>
        <a:lstStyle/>
        <a:p>
          <a:endParaRPr lang="vi-VN"/>
        </a:p>
      </dgm:t>
    </dgm:pt>
    <dgm:pt modelId="{3F099641-3016-4E36-A57C-08492461DA9E}">
      <dgm:prSet phldrT="[Text]" custT="1"/>
      <dgm:spPr/>
      <dgm:t>
        <a:bodyPr/>
        <a:lstStyle/>
        <a:p>
          <a:endParaRPr lang="vi-VN" sz="2400" kern="1200">
            <a:solidFill>
              <a:srgbClr val="FF0000"/>
            </a:solidFill>
            <a:latin typeface="+mn-lt"/>
            <a:ea typeface="+mn-ea"/>
            <a:cs typeface="Arial" pitchFamily="34" charset="0"/>
          </a:endParaRPr>
        </a:p>
      </dgm:t>
    </dgm:pt>
    <dgm:pt modelId="{1DE74F0F-71C3-427F-9BA8-88247CBD5315}" type="parTrans" cxnId="{15526149-690E-448A-A6B4-6D77B868B3D5}">
      <dgm:prSet/>
      <dgm:spPr/>
      <dgm:t>
        <a:bodyPr/>
        <a:lstStyle/>
        <a:p>
          <a:endParaRPr lang="vi-VN"/>
        </a:p>
      </dgm:t>
    </dgm:pt>
    <dgm:pt modelId="{BCB2569F-AD56-4492-872D-7BFEBE5F40D9}" type="sibTrans" cxnId="{15526149-690E-448A-A6B4-6D77B868B3D5}">
      <dgm:prSet/>
      <dgm:spPr/>
      <dgm:t>
        <a:bodyPr/>
        <a:lstStyle/>
        <a:p>
          <a:endParaRPr lang="vi-VN"/>
        </a:p>
      </dgm:t>
    </dgm:pt>
    <dgm:pt modelId="{83E18DC7-CA2C-4F21-AAB9-8F7C3D2CC03D}" type="pres">
      <dgm:prSet presAssocID="{2323B086-1834-404D-BF86-D7E3742DB3C6}" presName="linearFlow" presStyleCnt="0">
        <dgm:presLayoutVars>
          <dgm:dir/>
          <dgm:animLvl val="lvl"/>
          <dgm:resizeHandles val="exact"/>
        </dgm:presLayoutVars>
      </dgm:prSet>
      <dgm:spPr/>
      <dgm:t>
        <a:bodyPr/>
        <a:lstStyle/>
        <a:p>
          <a:endParaRPr lang="vi-VN"/>
        </a:p>
      </dgm:t>
    </dgm:pt>
    <dgm:pt modelId="{8CA3D8D9-C5D3-4B07-96B2-D57EB897391D}" type="pres">
      <dgm:prSet presAssocID="{0260F488-0856-4885-BE6A-D1B3BB6C6BDE}" presName="composite" presStyleCnt="0"/>
      <dgm:spPr/>
    </dgm:pt>
    <dgm:pt modelId="{2CC43149-30BB-41CF-A3CF-A8E9DA4C7E65}" type="pres">
      <dgm:prSet presAssocID="{0260F488-0856-4885-BE6A-D1B3BB6C6BDE}" presName="parentText" presStyleLbl="alignNode1" presStyleIdx="0" presStyleCnt="1">
        <dgm:presLayoutVars>
          <dgm:chMax val="1"/>
          <dgm:bulletEnabled val="1"/>
        </dgm:presLayoutVars>
      </dgm:prSet>
      <dgm:spPr/>
      <dgm:t>
        <a:bodyPr/>
        <a:lstStyle/>
        <a:p>
          <a:endParaRPr lang="vi-VN"/>
        </a:p>
      </dgm:t>
    </dgm:pt>
    <dgm:pt modelId="{FF0FE9B2-91E4-4688-AED9-7B41985CEB42}" type="pres">
      <dgm:prSet presAssocID="{0260F488-0856-4885-BE6A-D1B3BB6C6BDE}" presName="descendantText" presStyleLbl="alignAcc1" presStyleIdx="0" presStyleCnt="1">
        <dgm:presLayoutVars>
          <dgm:bulletEnabled val="1"/>
        </dgm:presLayoutVars>
      </dgm:prSet>
      <dgm:spPr/>
      <dgm:t>
        <a:bodyPr/>
        <a:lstStyle/>
        <a:p>
          <a:endParaRPr lang="vi-VN"/>
        </a:p>
      </dgm:t>
    </dgm:pt>
  </dgm:ptLst>
  <dgm:cxnLst>
    <dgm:cxn modelId="{ED16B1B1-B2FA-452A-8068-03E202D762B7}" type="presOf" srcId="{0260F488-0856-4885-BE6A-D1B3BB6C6BDE}" destId="{2CC43149-30BB-41CF-A3CF-A8E9DA4C7E65}" srcOrd="0" destOrd="0" presId="urn:microsoft.com/office/officeart/2005/8/layout/chevron2"/>
    <dgm:cxn modelId="{DC233F7C-E2CD-46C8-913A-2D8316E14C77}" type="presOf" srcId="{3F099641-3016-4E36-A57C-08492461DA9E}" destId="{FF0FE9B2-91E4-4688-AED9-7B41985CEB42}" srcOrd="0" destOrd="0" presId="urn:microsoft.com/office/officeart/2005/8/layout/chevron2"/>
    <dgm:cxn modelId="{586B4421-3B3B-455E-8291-AED72CCB3309}" type="presOf" srcId="{2323B086-1834-404D-BF86-D7E3742DB3C6}" destId="{83E18DC7-CA2C-4F21-AAB9-8F7C3D2CC03D}" srcOrd="0" destOrd="0" presId="urn:microsoft.com/office/officeart/2005/8/layout/chevron2"/>
    <dgm:cxn modelId="{A4ACD94A-AD73-41D7-B516-A082DD498B79}" srcId="{2323B086-1834-404D-BF86-D7E3742DB3C6}" destId="{0260F488-0856-4885-BE6A-D1B3BB6C6BDE}" srcOrd="0" destOrd="0" parTransId="{95040FC8-2CD3-4491-88A6-2B8A429D6FC9}" sibTransId="{3EC7BCE0-88DB-4C58-B4EE-49B0B146E157}"/>
    <dgm:cxn modelId="{EE78EB2D-9633-458C-AA1E-B32BDFB24DD5}" srcId="{778B28D7-5046-4E74-90E6-28410FAC41E4}" destId="{E798BC6D-45BE-44CB-8CC8-DB9C1471CA3C}" srcOrd="0" destOrd="0" parTransId="{0BAFAAA6-8B3D-4D7C-B198-6A51A840F645}" sibTransId="{C607F695-BB60-4E06-8B4C-02CFB151F2E8}"/>
    <dgm:cxn modelId="{6DE84731-F6EF-4749-A872-FE4A1BC18207}" type="presOf" srcId="{778B28D7-5046-4E74-90E6-28410FAC41E4}" destId="{FF0FE9B2-91E4-4688-AED9-7B41985CEB42}" srcOrd="0" destOrd="1" presId="urn:microsoft.com/office/officeart/2005/8/layout/chevron2"/>
    <dgm:cxn modelId="{A1656E6D-38D8-49C0-B402-C2F46C097650}" srcId="{0260F488-0856-4885-BE6A-D1B3BB6C6BDE}" destId="{778B28D7-5046-4E74-90E6-28410FAC41E4}" srcOrd="1" destOrd="0" parTransId="{EE6295D5-D397-4CAE-B69A-ABD00BC2ED9E}" sibTransId="{91E317F6-05BD-4692-AD76-BDF81928F364}"/>
    <dgm:cxn modelId="{C0C00E7F-A580-4DCC-8B5B-D6A24A51D0B7}" type="presOf" srcId="{E798BC6D-45BE-44CB-8CC8-DB9C1471CA3C}" destId="{FF0FE9B2-91E4-4688-AED9-7B41985CEB42}" srcOrd="0" destOrd="2" presId="urn:microsoft.com/office/officeart/2005/8/layout/chevron2"/>
    <dgm:cxn modelId="{15526149-690E-448A-A6B4-6D77B868B3D5}" srcId="{0260F488-0856-4885-BE6A-D1B3BB6C6BDE}" destId="{3F099641-3016-4E36-A57C-08492461DA9E}" srcOrd="0" destOrd="0" parTransId="{1DE74F0F-71C3-427F-9BA8-88247CBD5315}" sibTransId="{BCB2569F-AD56-4492-872D-7BFEBE5F40D9}"/>
    <dgm:cxn modelId="{9CFC73CC-BF3B-446C-81EA-AD7479BA8295}" type="presParOf" srcId="{83E18DC7-CA2C-4F21-AAB9-8F7C3D2CC03D}" destId="{8CA3D8D9-C5D3-4B07-96B2-D57EB897391D}" srcOrd="0" destOrd="0" presId="urn:microsoft.com/office/officeart/2005/8/layout/chevron2"/>
    <dgm:cxn modelId="{9BEC2CBB-52C6-408D-BACA-F185D766632F}" type="presParOf" srcId="{8CA3D8D9-C5D3-4B07-96B2-D57EB897391D}" destId="{2CC43149-30BB-41CF-A3CF-A8E9DA4C7E65}" srcOrd="0" destOrd="0" presId="urn:microsoft.com/office/officeart/2005/8/layout/chevron2"/>
    <dgm:cxn modelId="{89C75657-4537-4EB9-8F76-464CDC33E1BE}" type="presParOf" srcId="{8CA3D8D9-C5D3-4B07-96B2-D57EB897391D}" destId="{FF0FE9B2-91E4-4688-AED9-7B41985CEB42}"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C43149-30BB-41CF-A3CF-A8E9DA4C7E65}">
      <dsp:nvSpPr>
        <dsp:cNvPr id="0" name=""/>
        <dsp:cNvSpPr/>
      </dsp:nvSpPr>
      <dsp:spPr>
        <a:xfrm rot="5400000">
          <a:off x="-161701" y="162756"/>
          <a:ext cx="1078011" cy="754607"/>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endParaRPr lang="en-US" sz="2000" b="1" kern="1200" smtClean="0">
            <a:solidFill>
              <a:srgbClr val="FF0066"/>
            </a:solidFill>
            <a:latin typeface="Arial" pitchFamily="34" charset="0"/>
            <a:ea typeface="+mn-ea"/>
            <a:cs typeface="Arial" pitchFamily="34" charset="0"/>
          </a:endParaRPr>
        </a:p>
        <a:p>
          <a:pPr lvl="0" algn="ctr" defTabSz="889000">
            <a:lnSpc>
              <a:spcPct val="90000"/>
            </a:lnSpc>
            <a:spcBef>
              <a:spcPct val="0"/>
            </a:spcBef>
            <a:spcAft>
              <a:spcPct val="35000"/>
            </a:spcAft>
          </a:pPr>
          <a:r>
            <a:rPr lang="en-US" sz="2000" b="1" kern="1200" smtClean="0">
              <a:solidFill>
                <a:srgbClr val="FF0066"/>
              </a:solidFill>
              <a:latin typeface="Arial" pitchFamily="34" charset="0"/>
              <a:ea typeface="+mn-ea"/>
              <a:cs typeface="Arial" pitchFamily="34" charset="0"/>
            </a:rPr>
            <a:t>Phần 4</a:t>
          </a:r>
          <a:endParaRPr lang="vi-VN" sz="2000" b="1" kern="1200">
            <a:solidFill>
              <a:srgbClr val="FF0066"/>
            </a:solidFill>
            <a:latin typeface="Arial" pitchFamily="34" charset="0"/>
            <a:ea typeface="+mn-ea"/>
            <a:cs typeface="Arial" pitchFamily="34" charset="0"/>
          </a:endParaRPr>
        </a:p>
      </dsp:txBody>
      <dsp:txXfrm rot="-5400000">
        <a:off x="2" y="378358"/>
        <a:ext cx="754607" cy="323404"/>
      </dsp:txXfrm>
    </dsp:sp>
    <dsp:sp modelId="{FF0FE9B2-91E4-4688-AED9-7B41985CEB42}">
      <dsp:nvSpPr>
        <dsp:cNvPr id="0" name=""/>
        <dsp:cNvSpPr/>
      </dsp:nvSpPr>
      <dsp:spPr>
        <a:xfrm rot="5400000">
          <a:off x="4131222" y="-3375559"/>
          <a:ext cx="701075" cy="7454304"/>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228600" lvl="1" indent="-228600" algn="l" defTabSz="1066800">
            <a:lnSpc>
              <a:spcPct val="90000"/>
            </a:lnSpc>
            <a:spcBef>
              <a:spcPct val="0"/>
            </a:spcBef>
            <a:spcAft>
              <a:spcPct val="15000"/>
            </a:spcAft>
            <a:buChar char="••"/>
          </a:pPr>
          <a:endParaRPr lang="vi-VN" sz="2400" kern="1200">
            <a:solidFill>
              <a:srgbClr val="FF0000"/>
            </a:solidFill>
            <a:latin typeface="+mn-lt"/>
            <a:ea typeface="+mn-ea"/>
            <a:cs typeface="Arial" pitchFamily="34" charset="0"/>
          </a:endParaRPr>
        </a:p>
        <a:p>
          <a:pPr marL="285750" lvl="1" indent="-285750" algn="l" defTabSz="1244600">
            <a:lnSpc>
              <a:spcPct val="90000"/>
            </a:lnSpc>
            <a:spcBef>
              <a:spcPct val="0"/>
            </a:spcBef>
            <a:spcAft>
              <a:spcPct val="15000"/>
            </a:spcAft>
            <a:buChar char="••"/>
          </a:pPr>
          <a:r>
            <a:rPr lang="en-US" sz="2800" b="0" kern="1200" smtClean="0">
              <a:solidFill>
                <a:schemeClr val="accent2">
                  <a:lumMod val="50000"/>
                </a:schemeClr>
              </a:solidFill>
              <a:latin typeface="+mn-lt"/>
              <a:ea typeface="+mn-ea"/>
              <a:cs typeface="Arial" pitchFamily="34" charset="0"/>
            </a:rPr>
            <a:t>Triển khai và vận hành hệ thống</a:t>
          </a:r>
          <a:endParaRPr lang="vi-VN" sz="2800" b="0" kern="1200">
            <a:solidFill>
              <a:schemeClr val="accent2">
                <a:lumMod val="50000"/>
              </a:schemeClr>
            </a:solidFill>
            <a:latin typeface="+mn-lt"/>
            <a:ea typeface="+mn-ea"/>
            <a:cs typeface="Arial" pitchFamily="34" charset="0"/>
          </a:endParaRPr>
        </a:p>
        <a:p>
          <a:pPr marL="457200" lvl="2" indent="-228600" algn="l" defTabSz="889000">
            <a:lnSpc>
              <a:spcPct val="90000"/>
            </a:lnSpc>
            <a:spcBef>
              <a:spcPct val="0"/>
            </a:spcBef>
            <a:spcAft>
              <a:spcPct val="15000"/>
            </a:spcAft>
            <a:buChar char="••"/>
          </a:pPr>
          <a:endParaRPr lang="vi-VN" sz="2000" b="1" kern="1200">
            <a:solidFill>
              <a:srgbClr val="FF0066"/>
            </a:solidFill>
            <a:latin typeface="Arial" pitchFamily="34" charset="0"/>
            <a:ea typeface="+mn-ea"/>
            <a:cs typeface="Arial" pitchFamily="34" charset="0"/>
          </a:endParaRPr>
        </a:p>
      </dsp:txBody>
      <dsp:txXfrm rot="-5400000">
        <a:off x="754608" y="35279"/>
        <a:ext cx="7420080" cy="632627"/>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0583693-2DF8-4331-9992-1E94EDAA209F}" type="datetimeFigureOut">
              <a:rPr lang="vi-VN" smtClean="0"/>
              <a:t>08/05/2015</a:t>
            </a:fld>
            <a:endParaRPr lang="vi-VN"/>
          </a:p>
        </p:txBody>
      </p:sp>
      <p:sp>
        <p:nvSpPr>
          <p:cNvPr id="4" name="Slide Image Placeholder 3"/>
          <p:cNvSpPr>
            <a:spLocks noGrp="1" noRot="1" noChangeAspect="1"/>
          </p:cNvSpPr>
          <p:nvPr>
            <p:ph type="sldImg" idx="2"/>
          </p:nvPr>
        </p:nvSpPr>
        <p:spPr>
          <a:xfrm>
            <a:off x="857250" y="685800"/>
            <a:ext cx="5143500" cy="34290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CB7DE39-524D-47F3-9B19-31A9B31B8792}" type="slidenum">
              <a:rPr lang="vi-VN" smtClean="0"/>
              <a:t>‹#›</a:t>
            </a:fld>
            <a:endParaRPr lang="vi-VN"/>
          </a:p>
        </p:txBody>
      </p:sp>
    </p:spTree>
    <p:extLst>
      <p:ext uri="{BB962C8B-B14F-4D97-AF65-F5344CB8AC3E}">
        <p14:creationId xmlns:p14="http://schemas.microsoft.com/office/powerpoint/2010/main" val="2226779658"/>
      </p:ext>
    </p:extLst>
  </p:cSld>
  <p:clrMap bg1="lt1" tx1="dk1" bg2="lt2" tx2="dk2" accent1="accent1" accent2="accent2" accent3="accent3" accent4="accent4" accent5="accent5" accent6="accent6" hlink="hlink" folHlink="folHlink"/>
  <p:notesStyle>
    <a:lvl1pPr marL="0" algn="l" defTabSz="1041044" rtl="0" eaLnBrk="1" latinLnBrk="0" hangingPunct="1">
      <a:defRPr sz="1400" kern="1200">
        <a:solidFill>
          <a:schemeClr val="tx1"/>
        </a:solidFill>
        <a:latin typeface="+mn-lt"/>
        <a:ea typeface="+mn-ea"/>
        <a:cs typeface="+mn-cs"/>
      </a:defRPr>
    </a:lvl1pPr>
    <a:lvl2pPr marL="520522" algn="l" defTabSz="1041044" rtl="0" eaLnBrk="1" latinLnBrk="0" hangingPunct="1">
      <a:defRPr sz="1400" kern="1200">
        <a:solidFill>
          <a:schemeClr val="tx1"/>
        </a:solidFill>
        <a:latin typeface="+mn-lt"/>
        <a:ea typeface="+mn-ea"/>
        <a:cs typeface="+mn-cs"/>
      </a:defRPr>
    </a:lvl2pPr>
    <a:lvl3pPr marL="1041044" algn="l" defTabSz="1041044" rtl="0" eaLnBrk="1" latinLnBrk="0" hangingPunct="1">
      <a:defRPr sz="1400" kern="1200">
        <a:solidFill>
          <a:schemeClr val="tx1"/>
        </a:solidFill>
        <a:latin typeface="+mn-lt"/>
        <a:ea typeface="+mn-ea"/>
        <a:cs typeface="+mn-cs"/>
      </a:defRPr>
    </a:lvl3pPr>
    <a:lvl4pPr marL="1561567" algn="l" defTabSz="1041044" rtl="0" eaLnBrk="1" latinLnBrk="0" hangingPunct="1">
      <a:defRPr sz="1400" kern="1200">
        <a:solidFill>
          <a:schemeClr val="tx1"/>
        </a:solidFill>
        <a:latin typeface="+mn-lt"/>
        <a:ea typeface="+mn-ea"/>
        <a:cs typeface="+mn-cs"/>
      </a:defRPr>
    </a:lvl4pPr>
    <a:lvl5pPr marL="2082089" algn="l" defTabSz="1041044" rtl="0" eaLnBrk="1" latinLnBrk="0" hangingPunct="1">
      <a:defRPr sz="1400" kern="1200">
        <a:solidFill>
          <a:schemeClr val="tx1"/>
        </a:solidFill>
        <a:latin typeface="+mn-lt"/>
        <a:ea typeface="+mn-ea"/>
        <a:cs typeface="+mn-cs"/>
      </a:defRPr>
    </a:lvl5pPr>
    <a:lvl6pPr marL="2602611" algn="l" defTabSz="1041044" rtl="0" eaLnBrk="1" latinLnBrk="0" hangingPunct="1">
      <a:defRPr sz="1400" kern="1200">
        <a:solidFill>
          <a:schemeClr val="tx1"/>
        </a:solidFill>
        <a:latin typeface="+mn-lt"/>
        <a:ea typeface="+mn-ea"/>
        <a:cs typeface="+mn-cs"/>
      </a:defRPr>
    </a:lvl6pPr>
    <a:lvl7pPr marL="3123133" algn="l" defTabSz="1041044" rtl="0" eaLnBrk="1" latinLnBrk="0" hangingPunct="1">
      <a:defRPr sz="1400" kern="1200">
        <a:solidFill>
          <a:schemeClr val="tx1"/>
        </a:solidFill>
        <a:latin typeface="+mn-lt"/>
        <a:ea typeface="+mn-ea"/>
        <a:cs typeface="+mn-cs"/>
      </a:defRPr>
    </a:lvl7pPr>
    <a:lvl8pPr marL="3643655" algn="l" defTabSz="1041044" rtl="0" eaLnBrk="1" latinLnBrk="0" hangingPunct="1">
      <a:defRPr sz="1400" kern="1200">
        <a:solidFill>
          <a:schemeClr val="tx1"/>
        </a:solidFill>
        <a:latin typeface="+mn-lt"/>
        <a:ea typeface="+mn-ea"/>
        <a:cs typeface="+mn-cs"/>
      </a:defRPr>
    </a:lvl8pPr>
    <a:lvl9pPr marL="4164178" algn="l" defTabSz="1041044"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57250" y="685800"/>
            <a:ext cx="5143500" cy="3429000"/>
          </a:xfrm>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1</a:t>
            </a:fld>
            <a:endParaRPr lang="vi-VN"/>
          </a:p>
        </p:txBody>
      </p:sp>
    </p:spTree>
    <p:extLst>
      <p:ext uri="{BB962C8B-B14F-4D97-AF65-F5344CB8AC3E}">
        <p14:creationId xmlns:p14="http://schemas.microsoft.com/office/powerpoint/2010/main" val="39817069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2</a:t>
            </a:fld>
            <a:endParaRPr lang="vi-VN"/>
          </a:p>
        </p:txBody>
      </p:sp>
    </p:spTree>
    <p:extLst>
      <p:ext uri="{BB962C8B-B14F-4D97-AF65-F5344CB8AC3E}">
        <p14:creationId xmlns:p14="http://schemas.microsoft.com/office/powerpoint/2010/main" val="12250318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71525" y="2130430"/>
            <a:ext cx="8743950" cy="1470025"/>
          </a:xfrm>
        </p:spPr>
        <p:txBody>
          <a:bodyPr/>
          <a:lstStyle/>
          <a:p>
            <a:r>
              <a:rPr lang="en-US" smtClean="0"/>
              <a:t>Click to edit Master title style</a:t>
            </a:r>
            <a:endParaRPr lang="vi-VN"/>
          </a:p>
        </p:txBody>
      </p:sp>
      <p:sp>
        <p:nvSpPr>
          <p:cNvPr id="3" name="Subtitle 2"/>
          <p:cNvSpPr>
            <a:spLocks noGrp="1"/>
          </p:cNvSpPr>
          <p:nvPr>
            <p:ph type="subTitle" idx="1"/>
          </p:nvPr>
        </p:nvSpPr>
        <p:spPr>
          <a:xfrm>
            <a:off x="1543050" y="3886200"/>
            <a:ext cx="7200900" cy="1752600"/>
          </a:xfrm>
        </p:spPr>
        <p:txBody>
          <a:bodyPr/>
          <a:lstStyle>
            <a:lvl1pPr marL="0" indent="0" algn="ctr">
              <a:buNone/>
              <a:defRPr>
                <a:solidFill>
                  <a:schemeClr val="tx1">
                    <a:tint val="75000"/>
                  </a:schemeClr>
                </a:solidFill>
              </a:defRPr>
            </a:lvl1pPr>
            <a:lvl2pPr marL="520522" indent="0" algn="ctr">
              <a:buNone/>
              <a:defRPr>
                <a:solidFill>
                  <a:schemeClr val="tx1">
                    <a:tint val="75000"/>
                  </a:schemeClr>
                </a:solidFill>
              </a:defRPr>
            </a:lvl2pPr>
            <a:lvl3pPr marL="1041044" indent="0" algn="ctr">
              <a:buNone/>
              <a:defRPr>
                <a:solidFill>
                  <a:schemeClr val="tx1">
                    <a:tint val="75000"/>
                  </a:schemeClr>
                </a:solidFill>
              </a:defRPr>
            </a:lvl3pPr>
            <a:lvl4pPr marL="1561567" indent="0" algn="ctr">
              <a:buNone/>
              <a:defRPr>
                <a:solidFill>
                  <a:schemeClr val="tx1">
                    <a:tint val="75000"/>
                  </a:schemeClr>
                </a:solidFill>
              </a:defRPr>
            </a:lvl4pPr>
            <a:lvl5pPr marL="2082089" indent="0" algn="ctr">
              <a:buNone/>
              <a:defRPr>
                <a:solidFill>
                  <a:schemeClr val="tx1">
                    <a:tint val="75000"/>
                  </a:schemeClr>
                </a:solidFill>
              </a:defRPr>
            </a:lvl5pPr>
            <a:lvl6pPr marL="2602611" indent="0" algn="ctr">
              <a:buNone/>
              <a:defRPr>
                <a:solidFill>
                  <a:schemeClr val="tx1">
                    <a:tint val="75000"/>
                  </a:schemeClr>
                </a:solidFill>
              </a:defRPr>
            </a:lvl6pPr>
            <a:lvl7pPr marL="3123133" indent="0" algn="ctr">
              <a:buNone/>
              <a:defRPr>
                <a:solidFill>
                  <a:schemeClr val="tx1">
                    <a:tint val="75000"/>
                  </a:schemeClr>
                </a:solidFill>
              </a:defRPr>
            </a:lvl7pPr>
            <a:lvl8pPr marL="3643655" indent="0" algn="ctr">
              <a:buNone/>
              <a:defRPr>
                <a:solidFill>
                  <a:schemeClr val="tx1">
                    <a:tint val="75000"/>
                  </a:schemeClr>
                </a:solidFill>
              </a:defRPr>
            </a:lvl8pPr>
            <a:lvl9pPr marL="4164178" indent="0" algn="ctr">
              <a:buNone/>
              <a:defRPr>
                <a:solidFill>
                  <a:schemeClr val="tx1">
                    <a:tint val="75000"/>
                  </a:schemeClr>
                </a:solidFill>
              </a:defRPr>
            </a:lvl9pPr>
          </a:lstStyle>
          <a:p>
            <a:r>
              <a:rPr lang="en-US" smtClean="0"/>
              <a:t>Click to edit Master subtitle style</a:t>
            </a:r>
            <a:endParaRPr lang="vi-VN"/>
          </a:p>
        </p:txBody>
      </p:sp>
      <p:sp>
        <p:nvSpPr>
          <p:cNvPr id="4" name="Date Placeholder 3"/>
          <p:cNvSpPr>
            <a:spLocks noGrp="1"/>
          </p:cNvSpPr>
          <p:nvPr>
            <p:ph type="dt" sz="half" idx="10"/>
          </p:nvPr>
        </p:nvSpPr>
        <p:spPr/>
        <p:txBody>
          <a:bodyPr/>
          <a:lstStyle/>
          <a:p>
            <a:fld id="{1FC93F78-42A9-4A2C-9821-0BA1A20C3D26}" type="datetime1">
              <a:rPr lang="vi-VN" smtClean="0"/>
              <a:t>08/05/2015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2307717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Date Placeholder 3"/>
          <p:cNvSpPr>
            <a:spLocks noGrp="1"/>
          </p:cNvSpPr>
          <p:nvPr>
            <p:ph type="dt" sz="half" idx="10"/>
          </p:nvPr>
        </p:nvSpPr>
        <p:spPr/>
        <p:txBody>
          <a:bodyPr/>
          <a:lstStyle/>
          <a:p>
            <a:fld id="{F07B9503-6DD9-4446-8B71-644EDCABD314}" type="datetime1">
              <a:rPr lang="vi-VN" smtClean="0"/>
              <a:t>08/05/2015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2322992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2602" y="4406901"/>
            <a:ext cx="8743950" cy="1362074"/>
          </a:xfrm>
        </p:spPr>
        <p:txBody>
          <a:bodyPr anchor="t"/>
          <a:lstStyle>
            <a:lvl1pPr algn="l">
              <a:defRPr sz="4600" b="1" cap="all"/>
            </a:lvl1pPr>
          </a:lstStyle>
          <a:p>
            <a:r>
              <a:rPr lang="en-US" smtClean="0"/>
              <a:t>Click to edit Master title style</a:t>
            </a:r>
            <a:endParaRPr lang="vi-VN"/>
          </a:p>
        </p:txBody>
      </p:sp>
      <p:sp>
        <p:nvSpPr>
          <p:cNvPr id="3" name="Text Placeholder 2"/>
          <p:cNvSpPr>
            <a:spLocks noGrp="1"/>
          </p:cNvSpPr>
          <p:nvPr>
            <p:ph type="body" idx="1"/>
          </p:nvPr>
        </p:nvSpPr>
        <p:spPr>
          <a:xfrm>
            <a:off x="812602" y="2906715"/>
            <a:ext cx="8743950" cy="1500187"/>
          </a:xfrm>
        </p:spPr>
        <p:txBody>
          <a:bodyPr anchor="b"/>
          <a:lstStyle>
            <a:lvl1pPr marL="0" indent="0">
              <a:buNone/>
              <a:defRPr sz="2300">
                <a:solidFill>
                  <a:schemeClr val="tx1">
                    <a:tint val="75000"/>
                  </a:schemeClr>
                </a:solidFill>
              </a:defRPr>
            </a:lvl1pPr>
            <a:lvl2pPr marL="520522" indent="0">
              <a:buNone/>
              <a:defRPr sz="2000">
                <a:solidFill>
                  <a:schemeClr val="tx1">
                    <a:tint val="75000"/>
                  </a:schemeClr>
                </a:solidFill>
              </a:defRPr>
            </a:lvl2pPr>
            <a:lvl3pPr marL="1041044" indent="0">
              <a:buNone/>
              <a:defRPr sz="1800">
                <a:solidFill>
                  <a:schemeClr val="tx1">
                    <a:tint val="75000"/>
                  </a:schemeClr>
                </a:solidFill>
              </a:defRPr>
            </a:lvl3pPr>
            <a:lvl4pPr marL="1561567" indent="0">
              <a:buNone/>
              <a:defRPr sz="1600">
                <a:solidFill>
                  <a:schemeClr val="tx1">
                    <a:tint val="75000"/>
                  </a:schemeClr>
                </a:solidFill>
              </a:defRPr>
            </a:lvl4pPr>
            <a:lvl5pPr marL="2082089" indent="0">
              <a:buNone/>
              <a:defRPr sz="1600">
                <a:solidFill>
                  <a:schemeClr val="tx1">
                    <a:tint val="75000"/>
                  </a:schemeClr>
                </a:solidFill>
              </a:defRPr>
            </a:lvl5pPr>
            <a:lvl6pPr marL="2602611" indent="0">
              <a:buNone/>
              <a:defRPr sz="1600">
                <a:solidFill>
                  <a:schemeClr val="tx1">
                    <a:tint val="75000"/>
                  </a:schemeClr>
                </a:solidFill>
              </a:defRPr>
            </a:lvl6pPr>
            <a:lvl7pPr marL="3123133" indent="0">
              <a:buNone/>
              <a:defRPr sz="1600">
                <a:solidFill>
                  <a:schemeClr val="tx1">
                    <a:tint val="75000"/>
                  </a:schemeClr>
                </a:solidFill>
              </a:defRPr>
            </a:lvl7pPr>
            <a:lvl8pPr marL="3643655" indent="0">
              <a:buNone/>
              <a:defRPr sz="1600">
                <a:solidFill>
                  <a:schemeClr val="tx1">
                    <a:tint val="75000"/>
                  </a:schemeClr>
                </a:solidFill>
              </a:defRPr>
            </a:lvl8pPr>
            <a:lvl9pPr marL="4164178"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CA986E9-8493-42BF-A7C6-EE1810E96B4A}" type="datetime1">
              <a:rPr lang="vi-VN" smtClean="0"/>
              <a:t>08/05/2015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25681942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Content Placeholder 2"/>
          <p:cNvSpPr>
            <a:spLocks noGrp="1"/>
          </p:cNvSpPr>
          <p:nvPr>
            <p:ph sz="half" idx="1"/>
          </p:nvPr>
        </p:nvSpPr>
        <p:spPr>
          <a:xfrm>
            <a:off x="514350" y="1600204"/>
            <a:ext cx="4543425" cy="4525963"/>
          </a:xfrm>
        </p:spPr>
        <p:txBody>
          <a:bodyPr/>
          <a:lstStyle>
            <a:lvl1pPr>
              <a:defRPr sz="3200"/>
            </a:lvl1pPr>
            <a:lvl2pPr>
              <a:defRPr sz="2700"/>
            </a:lvl2pPr>
            <a:lvl3pPr>
              <a:defRPr sz="23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Content Placeholder 3"/>
          <p:cNvSpPr>
            <a:spLocks noGrp="1"/>
          </p:cNvSpPr>
          <p:nvPr>
            <p:ph sz="half" idx="2"/>
          </p:nvPr>
        </p:nvSpPr>
        <p:spPr>
          <a:xfrm>
            <a:off x="5229225" y="1600204"/>
            <a:ext cx="4543425" cy="4525963"/>
          </a:xfrm>
        </p:spPr>
        <p:txBody>
          <a:bodyPr/>
          <a:lstStyle>
            <a:lvl1pPr>
              <a:defRPr sz="3200"/>
            </a:lvl1pPr>
            <a:lvl2pPr>
              <a:defRPr sz="2700"/>
            </a:lvl2pPr>
            <a:lvl3pPr>
              <a:defRPr sz="23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5" name="Date Placeholder 4"/>
          <p:cNvSpPr>
            <a:spLocks noGrp="1"/>
          </p:cNvSpPr>
          <p:nvPr>
            <p:ph type="dt" sz="half" idx="10"/>
          </p:nvPr>
        </p:nvSpPr>
        <p:spPr/>
        <p:txBody>
          <a:bodyPr/>
          <a:lstStyle/>
          <a:p>
            <a:fld id="{8905EEE2-896C-48F9-8D0D-2D5367FD7444}" type="datetime1">
              <a:rPr lang="vi-VN" smtClean="0"/>
              <a:t>08/05/2015</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2949242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vi-VN"/>
          </a:p>
        </p:txBody>
      </p:sp>
      <p:sp>
        <p:nvSpPr>
          <p:cNvPr id="3" name="Text Placeholder 2"/>
          <p:cNvSpPr>
            <a:spLocks noGrp="1"/>
          </p:cNvSpPr>
          <p:nvPr>
            <p:ph type="body" idx="1"/>
          </p:nvPr>
        </p:nvSpPr>
        <p:spPr>
          <a:xfrm>
            <a:off x="514351" y="1535115"/>
            <a:ext cx="4545211" cy="639762"/>
          </a:xfrm>
        </p:spPr>
        <p:txBody>
          <a:bodyPr anchor="b"/>
          <a:lstStyle>
            <a:lvl1pPr marL="0" indent="0">
              <a:buNone/>
              <a:defRPr sz="2700" b="1"/>
            </a:lvl1pPr>
            <a:lvl2pPr marL="520522" indent="0">
              <a:buNone/>
              <a:defRPr sz="2300" b="1"/>
            </a:lvl2pPr>
            <a:lvl3pPr marL="1041044" indent="0">
              <a:buNone/>
              <a:defRPr sz="2000" b="1"/>
            </a:lvl3pPr>
            <a:lvl4pPr marL="1561567" indent="0">
              <a:buNone/>
              <a:defRPr sz="1800" b="1"/>
            </a:lvl4pPr>
            <a:lvl5pPr marL="2082089" indent="0">
              <a:buNone/>
              <a:defRPr sz="1800" b="1"/>
            </a:lvl5pPr>
            <a:lvl6pPr marL="2602611" indent="0">
              <a:buNone/>
              <a:defRPr sz="1800" b="1"/>
            </a:lvl6pPr>
            <a:lvl7pPr marL="3123133" indent="0">
              <a:buNone/>
              <a:defRPr sz="1800" b="1"/>
            </a:lvl7pPr>
            <a:lvl8pPr marL="3643655" indent="0">
              <a:buNone/>
              <a:defRPr sz="1800" b="1"/>
            </a:lvl8pPr>
            <a:lvl9pPr marL="4164178" indent="0">
              <a:buNone/>
              <a:defRPr sz="1800" b="1"/>
            </a:lvl9pPr>
          </a:lstStyle>
          <a:p>
            <a:pPr lvl="0"/>
            <a:r>
              <a:rPr lang="en-US" smtClean="0"/>
              <a:t>Click to edit Master text styles</a:t>
            </a:r>
          </a:p>
        </p:txBody>
      </p:sp>
      <p:sp>
        <p:nvSpPr>
          <p:cNvPr id="4" name="Content Placeholder 3"/>
          <p:cNvSpPr>
            <a:spLocks noGrp="1"/>
          </p:cNvSpPr>
          <p:nvPr>
            <p:ph sz="half" idx="2"/>
          </p:nvPr>
        </p:nvSpPr>
        <p:spPr>
          <a:xfrm>
            <a:off x="514351" y="2174876"/>
            <a:ext cx="4545211" cy="3951288"/>
          </a:xfrm>
        </p:spPr>
        <p:txBody>
          <a:bodyPr/>
          <a:lstStyle>
            <a:lvl1pPr>
              <a:defRPr sz="2700"/>
            </a:lvl1pPr>
            <a:lvl2pPr>
              <a:defRPr sz="23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5" name="Text Placeholder 4"/>
          <p:cNvSpPr>
            <a:spLocks noGrp="1"/>
          </p:cNvSpPr>
          <p:nvPr>
            <p:ph type="body" sz="quarter" idx="3"/>
          </p:nvPr>
        </p:nvSpPr>
        <p:spPr>
          <a:xfrm>
            <a:off x="5225658" y="1535115"/>
            <a:ext cx="4546998" cy="639762"/>
          </a:xfrm>
        </p:spPr>
        <p:txBody>
          <a:bodyPr anchor="b"/>
          <a:lstStyle>
            <a:lvl1pPr marL="0" indent="0">
              <a:buNone/>
              <a:defRPr sz="2700" b="1"/>
            </a:lvl1pPr>
            <a:lvl2pPr marL="520522" indent="0">
              <a:buNone/>
              <a:defRPr sz="2300" b="1"/>
            </a:lvl2pPr>
            <a:lvl3pPr marL="1041044" indent="0">
              <a:buNone/>
              <a:defRPr sz="2000" b="1"/>
            </a:lvl3pPr>
            <a:lvl4pPr marL="1561567" indent="0">
              <a:buNone/>
              <a:defRPr sz="1800" b="1"/>
            </a:lvl4pPr>
            <a:lvl5pPr marL="2082089" indent="0">
              <a:buNone/>
              <a:defRPr sz="1800" b="1"/>
            </a:lvl5pPr>
            <a:lvl6pPr marL="2602611" indent="0">
              <a:buNone/>
              <a:defRPr sz="1800" b="1"/>
            </a:lvl6pPr>
            <a:lvl7pPr marL="3123133" indent="0">
              <a:buNone/>
              <a:defRPr sz="1800" b="1"/>
            </a:lvl7pPr>
            <a:lvl8pPr marL="3643655" indent="0">
              <a:buNone/>
              <a:defRPr sz="1800" b="1"/>
            </a:lvl8pPr>
            <a:lvl9pPr marL="4164178" indent="0">
              <a:buNone/>
              <a:defRPr sz="1800" b="1"/>
            </a:lvl9pPr>
          </a:lstStyle>
          <a:p>
            <a:pPr lvl="0"/>
            <a:r>
              <a:rPr lang="en-US" smtClean="0"/>
              <a:t>Click to edit Master text styles</a:t>
            </a:r>
          </a:p>
        </p:txBody>
      </p:sp>
      <p:sp>
        <p:nvSpPr>
          <p:cNvPr id="6" name="Content Placeholder 5"/>
          <p:cNvSpPr>
            <a:spLocks noGrp="1"/>
          </p:cNvSpPr>
          <p:nvPr>
            <p:ph sz="quarter" idx="4"/>
          </p:nvPr>
        </p:nvSpPr>
        <p:spPr>
          <a:xfrm>
            <a:off x="5225658" y="2174876"/>
            <a:ext cx="4546998" cy="3951288"/>
          </a:xfrm>
        </p:spPr>
        <p:txBody>
          <a:bodyPr/>
          <a:lstStyle>
            <a:lvl1pPr>
              <a:defRPr sz="2700"/>
            </a:lvl1pPr>
            <a:lvl2pPr>
              <a:defRPr sz="23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7" name="Date Placeholder 6"/>
          <p:cNvSpPr>
            <a:spLocks noGrp="1"/>
          </p:cNvSpPr>
          <p:nvPr>
            <p:ph type="dt" sz="half" idx="10"/>
          </p:nvPr>
        </p:nvSpPr>
        <p:spPr/>
        <p:txBody>
          <a:bodyPr/>
          <a:lstStyle/>
          <a:p>
            <a:fld id="{5856DFF7-F5D1-4741-9AFA-644592F6D88E}" type="datetime1">
              <a:rPr lang="vi-VN" smtClean="0"/>
              <a:t>08/05/2015</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10221391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Date Placeholder 2"/>
          <p:cNvSpPr>
            <a:spLocks noGrp="1"/>
          </p:cNvSpPr>
          <p:nvPr>
            <p:ph type="dt" sz="half" idx="10"/>
          </p:nvPr>
        </p:nvSpPr>
        <p:spPr/>
        <p:txBody>
          <a:bodyPr/>
          <a:lstStyle/>
          <a:p>
            <a:fld id="{C57A1E72-38A2-4A3B-AB45-23AF396AC866}" type="datetime1">
              <a:rPr lang="vi-VN" smtClean="0"/>
              <a:t>08/05/2015</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30696426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6C66D5F-F7C9-4605-8742-978114C0C04F}" type="datetime1">
              <a:rPr lang="vi-VN" smtClean="0"/>
              <a:t>08/05/2015</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1040986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14355" y="273049"/>
            <a:ext cx="3384352" cy="1162050"/>
          </a:xfrm>
        </p:spPr>
        <p:txBody>
          <a:bodyPr anchor="b"/>
          <a:lstStyle>
            <a:lvl1pPr algn="l">
              <a:defRPr sz="2300" b="1"/>
            </a:lvl1pPr>
          </a:lstStyle>
          <a:p>
            <a:r>
              <a:rPr lang="en-US" smtClean="0"/>
              <a:t>Click to edit Master title style</a:t>
            </a:r>
            <a:endParaRPr lang="vi-VN"/>
          </a:p>
        </p:txBody>
      </p:sp>
      <p:sp>
        <p:nvSpPr>
          <p:cNvPr id="3" name="Content Placeholder 2"/>
          <p:cNvSpPr>
            <a:spLocks noGrp="1"/>
          </p:cNvSpPr>
          <p:nvPr>
            <p:ph idx="1"/>
          </p:nvPr>
        </p:nvSpPr>
        <p:spPr>
          <a:xfrm>
            <a:off x="4021932" y="273052"/>
            <a:ext cx="5750718" cy="5853114"/>
          </a:xfrm>
        </p:spPr>
        <p:txBody>
          <a:bodyPr/>
          <a:lstStyle>
            <a:lvl1pPr>
              <a:defRPr sz="3600"/>
            </a:lvl1pPr>
            <a:lvl2pPr>
              <a:defRPr sz="3200"/>
            </a:lvl2pPr>
            <a:lvl3pPr>
              <a:defRPr sz="2700"/>
            </a:lvl3pPr>
            <a:lvl4pPr>
              <a:defRPr sz="2300"/>
            </a:lvl4pPr>
            <a:lvl5pPr>
              <a:defRPr sz="2300"/>
            </a:lvl5pPr>
            <a:lvl6pPr>
              <a:defRPr sz="2300"/>
            </a:lvl6pPr>
            <a:lvl7pPr>
              <a:defRPr sz="2300"/>
            </a:lvl7pPr>
            <a:lvl8pPr>
              <a:defRPr sz="2300"/>
            </a:lvl8pPr>
            <a:lvl9pPr>
              <a:defRPr sz="23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Text Placeholder 3"/>
          <p:cNvSpPr>
            <a:spLocks noGrp="1"/>
          </p:cNvSpPr>
          <p:nvPr>
            <p:ph type="body" sz="half" idx="2"/>
          </p:nvPr>
        </p:nvSpPr>
        <p:spPr>
          <a:xfrm>
            <a:off x="514355" y="1435102"/>
            <a:ext cx="3384352" cy="4691062"/>
          </a:xfrm>
        </p:spPr>
        <p:txBody>
          <a:bodyPr/>
          <a:lstStyle>
            <a:lvl1pPr marL="0" indent="0">
              <a:buNone/>
              <a:defRPr sz="1600"/>
            </a:lvl1pPr>
            <a:lvl2pPr marL="520522" indent="0">
              <a:buNone/>
              <a:defRPr sz="1400"/>
            </a:lvl2pPr>
            <a:lvl3pPr marL="1041044" indent="0">
              <a:buNone/>
              <a:defRPr sz="1100"/>
            </a:lvl3pPr>
            <a:lvl4pPr marL="1561567" indent="0">
              <a:buNone/>
              <a:defRPr sz="1000"/>
            </a:lvl4pPr>
            <a:lvl5pPr marL="2082089" indent="0">
              <a:buNone/>
              <a:defRPr sz="1000"/>
            </a:lvl5pPr>
            <a:lvl6pPr marL="2602611" indent="0">
              <a:buNone/>
              <a:defRPr sz="1000"/>
            </a:lvl6pPr>
            <a:lvl7pPr marL="3123133" indent="0">
              <a:buNone/>
              <a:defRPr sz="1000"/>
            </a:lvl7pPr>
            <a:lvl8pPr marL="3643655" indent="0">
              <a:buNone/>
              <a:defRPr sz="1000"/>
            </a:lvl8pPr>
            <a:lvl9pPr marL="4164178"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EE4ECAA-2B71-4DBD-B6F6-516935394A84}" type="datetime1">
              <a:rPr lang="vi-VN" smtClean="0"/>
              <a:t>08/05/2015</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3338172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16324" y="4800601"/>
            <a:ext cx="6172200" cy="566738"/>
          </a:xfrm>
        </p:spPr>
        <p:txBody>
          <a:bodyPr anchor="b"/>
          <a:lstStyle>
            <a:lvl1pPr algn="l">
              <a:defRPr sz="2300" b="1"/>
            </a:lvl1pPr>
          </a:lstStyle>
          <a:p>
            <a:r>
              <a:rPr lang="en-US" smtClean="0"/>
              <a:t>Click to edit Master title style</a:t>
            </a:r>
            <a:endParaRPr lang="vi-VN"/>
          </a:p>
        </p:txBody>
      </p:sp>
      <p:sp>
        <p:nvSpPr>
          <p:cNvPr id="3" name="Picture Placeholder 2"/>
          <p:cNvSpPr>
            <a:spLocks noGrp="1"/>
          </p:cNvSpPr>
          <p:nvPr>
            <p:ph type="pic" idx="1"/>
          </p:nvPr>
        </p:nvSpPr>
        <p:spPr>
          <a:xfrm>
            <a:off x="2016324" y="612775"/>
            <a:ext cx="6172200" cy="4114800"/>
          </a:xfrm>
        </p:spPr>
        <p:txBody>
          <a:bodyPr/>
          <a:lstStyle>
            <a:lvl1pPr marL="0" indent="0">
              <a:buNone/>
              <a:defRPr sz="3600"/>
            </a:lvl1pPr>
            <a:lvl2pPr marL="520522" indent="0">
              <a:buNone/>
              <a:defRPr sz="3200"/>
            </a:lvl2pPr>
            <a:lvl3pPr marL="1041044" indent="0">
              <a:buNone/>
              <a:defRPr sz="2700"/>
            </a:lvl3pPr>
            <a:lvl4pPr marL="1561567" indent="0">
              <a:buNone/>
              <a:defRPr sz="2300"/>
            </a:lvl4pPr>
            <a:lvl5pPr marL="2082089" indent="0">
              <a:buNone/>
              <a:defRPr sz="2300"/>
            </a:lvl5pPr>
            <a:lvl6pPr marL="2602611" indent="0">
              <a:buNone/>
              <a:defRPr sz="2300"/>
            </a:lvl6pPr>
            <a:lvl7pPr marL="3123133" indent="0">
              <a:buNone/>
              <a:defRPr sz="2300"/>
            </a:lvl7pPr>
            <a:lvl8pPr marL="3643655" indent="0">
              <a:buNone/>
              <a:defRPr sz="2300"/>
            </a:lvl8pPr>
            <a:lvl9pPr marL="4164178" indent="0">
              <a:buNone/>
              <a:defRPr sz="2300"/>
            </a:lvl9pPr>
          </a:lstStyle>
          <a:p>
            <a:endParaRPr lang="vi-VN"/>
          </a:p>
        </p:txBody>
      </p:sp>
      <p:sp>
        <p:nvSpPr>
          <p:cNvPr id="4" name="Text Placeholder 3"/>
          <p:cNvSpPr>
            <a:spLocks noGrp="1"/>
          </p:cNvSpPr>
          <p:nvPr>
            <p:ph type="body" sz="half" idx="2"/>
          </p:nvPr>
        </p:nvSpPr>
        <p:spPr>
          <a:xfrm>
            <a:off x="2016324" y="5367341"/>
            <a:ext cx="6172200" cy="804863"/>
          </a:xfrm>
        </p:spPr>
        <p:txBody>
          <a:bodyPr/>
          <a:lstStyle>
            <a:lvl1pPr marL="0" indent="0">
              <a:buNone/>
              <a:defRPr sz="1600"/>
            </a:lvl1pPr>
            <a:lvl2pPr marL="520522" indent="0">
              <a:buNone/>
              <a:defRPr sz="1400"/>
            </a:lvl2pPr>
            <a:lvl3pPr marL="1041044" indent="0">
              <a:buNone/>
              <a:defRPr sz="1100"/>
            </a:lvl3pPr>
            <a:lvl4pPr marL="1561567" indent="0">
              <a:buNone/>
              <a:defRPr sz="1000"/>
            </a:lvl4pPr>
            <a:lvl5pPr marL="2082089" indent="0">
              <a:buNone/>
              <a:defRPr sz="1000"/>
            </a:lvl5pPr>
            <a:lvl6pPr marL="2602611" indent="0">
              <a:buNone/>
              <a:defRPr sz="1000"/>
            </a:lvl6pPr>
            <a:lvl7pPr marL="3123133" indent="0">
              <a:buNone/>
              <a:defRPr sz="1000"/>
            </a:lvl7pPr>
            <a:lvl8pPr marL="3643655" indent="0">
              <a:buNone/>
              <a:defRPr sz="1000"/>
            </a:lvl8pPr>
            <a:lvl9pPr marL="4164178"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F922D38-52F4-4CE8-B612-A0183E7BB4FA}" type="datetime1">
              <a:rPr lang="vi-VN" smtClean="0"/>
              <a:t>08/05/2015</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2628205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Date Placeholder 3"/>
          <p:cNvSpPr>
            <a:spLocks noGrp="1"/>
          </p:cNvSpPr>
          <p:nvPr>
            <p:ph type="dt" sz="half" idx="10"/>
          </p:nvPr>
        </p:nvSpPr>
        <p:spPr/>
        <p:txBody>
          <a:bodyPr/>
          <a:lstStyle/>
          <a:p>
            <a:fld id="{FD1B7337-33BE-4CEB-929A-F70E3D8A92E3}" type="datetime1">
              <a:rPr lang="vi-VN" smtClean="0"/>
              <a:t>08/05/2015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436491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458075" y="274639"/>
            <a:ext cx="2314575" cy="5851526"/>
          </a:xfrm>
        </p:spPr>
        <p:txBody>
          <a:bodyPr vert="eaVert"/>
          <a:lstStyle/>
          <a:p>
            <a:r>
              <a:rPr lang="en-US" smtClean="0"/>
              <a:t>Click to edit Master title style</a:t>
            </a:r>
            <a:endParaRPr lang="vi-VN"/>
          </a:p>
        </p:txBody>
      </p:sp>
      <p:sp>
        <p:nvSpPr>
          <p:cNvPr id="3" name="Vertical Text Placeholder 2"/>
          <p:cNvSpPr>
            <a:spLocks noGrp="1"/>
          </p:cNvSpPr>
          <p:nvPr>
            <p:ph type="body" orient="vert" idx="1"/>
          </p:nvPr>
        </p:nvSpPr>
        <p:spPr>
          <a:xfrm>
            <a:off x="514350" y="274639"/>
            <a:ext cx="6772275" cy="5851526"/>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Date Placeholder 3"/>
          <p:cNvSpPr>
            <a:spLocks noGrp="1"/>
          </p:cNvSpPr>
          <p:nvPr>
            <p:ph type="dt" sz="half" idx="10"/>
          </p:nvPr>
        </p:nvSpPr>
        <p:spPr/>
        <p:txBody>
          <a:bodyPr/>
          <a:lstStyle/>
          <a:p>
            <a:fld id="{DB2FD150-B1FB-4C8E-A2A2-B559A2168736}" type="datetime1">
              <a:rPr lang="vi-VN" smtClean="0"/>
              <a:t>08/05/2015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4178510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4350" y="274641"/>
            <a:ext cx="9258300" cy="1143001"/>
          </a:xfrm>
          <a:prstGeom prst="rect">
            <a:avLst/>
          </a:prstGeom>
        </p:spPr>
        <p:txBody>
          <a:bodyPr vert="horz" lIns="104104" tIns="52052" rIns="104104" bIns="52052" rtlCol="0" anchor="ctr">
            <a:normAutofit/>
          </a:bodyPr>
          <a:lstStyle/>
          <a:p>
            <a:r>
              <a:rPr lang="en-US" smtClean="0"/>
              <a:t>Click to edit Master title style</a:t>
            </a:r>
            <a:endParaRPr lang="vi-VN"/>
          </a:p>
        </p:txBody>
      </p:sp>
      <p:sp>
        <p:nvSpPr>
          <p:cNvPr id="3" name="Text Placeholder 2"/>
          <p:cNvSpPr>
            <a:spLocks noGrp="1"/>
          </p:cNvSpPr>
          <p:nvPr>
            <p:ph type="body" idx="1"/>
          </p:nvPr>
        </p:nvSpPr>
        <p:spPr>
          <a:xfrm>
            <a:off x="514350" y="1600204"/>
            <a:ext cx="9258300" cy="4525963"/>
          </a:xfrm>
          <a:prstGeom prst="rect">
            <a:avLst/>
          </a:prstGeom>
        </p:spPr>
        <p:txBody>
          <a:bodyPr vert="horz" lIns="104104" tIns="52052" rIns="104104" bIns="52052"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Date Placeholder 3"/>
          <p:cNvSpPr>
            <a:spLocks noGrp="1"/>
          </p:cNvSpPr>
          <p:nvPr>
            <p:ph type="dt" sz="half" idx="2"/>
          </p:nvPr>
        </p:nvSpPr>
        <p:spPr>
          <a:xfrm>
            <a:off x="514350" y="6356353"/>
            <a:ext cx="2400300" cy="365125"/>
          </a:xfrm>
          <a:prstGeom prst="rect">
            <a:avLst/>
          </a:prstGeom>
        </p:spPr>
        <p:txBody>
          <a:bodyPr vert="horz" lIns="104104" tIns="52052" rIns="104104" bIns="52052" rtlCol="0" anchor="ctr"/>
          <a:lstStyle>
            <a:lvl1pPr algn="l">
              <a:defRPr sz="1400">
                <a:solidFill>
                  <a:schemeClr val="tx1">
                    <a:tint val="75000"/>
                  </a:schemeClr>
                </a:solidFill>
              </a:defRPr>
            </a:lvl1pPr>
          </a:lstStyle>
          <a:p>
            <a:fld id="{84FABED4-1AAC-45BE-A710-67DA055BC055}" type="datetime1">
              <a:rPr lang="vi-VN" smtClean="0"/>
              <a:t>08/05/2015</a:t>
            </a:fld>
            <a:endParaRPr lang="vi-VN"/>
          </a:p>
        </p:txBody>
      </p:sp>
      <p:sp>
        <p:nvSpPr>
          <p:cNvPr id="5" name="Footer Placeholder 4"/>
          <p:cNvSpPr>
            <a:spLocks noGrp="1"/>
          </p:cNvSpPr>
          <p:nvPr>
            <p:ph type="ftr" sz="quarter" idx="3"/>
          </p:nvPr>
        </p:nvSpPr>
        <p:spPr>
          <a:xfrm>
            <a:off x="3514725" y="6356353"/>
            <a:ext cx="3257550" cy="365125"/>
          </a:xfrm>
          <a:prstGeom prst="rect">
            <a:avLst/>
          </a:prstGeom>
        </p:spPr>
        <p:txBody>
          <a:bodyPr vert="horz" lIns="104104" tIns="52052" rIns="104104" bIns="52052" rtlCol="0" anchor="ctr"/>
          <a:lstStyle>
            <a:lvl1pPr algn="ctr">
              <a:defRPr sz="1400">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7372350" y="6356353"/>
            <a:ext cx="2400300" cy="365125"/>
          </a:xfrm>
          <a:prstGeom prst="rect">
            <a:avLst/>
          </a:prstGeom>
        </p:spPr>
        <p:txBody>
          <a:bodyPr vert="horz" lIns="104104" tIns="52052" rIns="104104" bIns="52052" rtlCol="0" anchor="ctr"/>
          <a:lstStyle>
            <a:lvl1pPr algn="r">
              <a:defRPr sz="1400">
                <a:solidFill>
                  <a:schemeClr val="tx1">
                    <a:tint val="75000"/>
                  </a:schemeClr>
                </a:solidFill>
              </a:defRPr>
            </a:lvl1pPr>
          </a:lstStyle>
          <a:p>
            <a:fld id="{427808B0-DB8A-471C-82EF-CF06681341D9}" type="slidenum">
              <a:rPr lang="vi-VN" smtClean="0"/>
              <a:t>‹#›</a:t>
            </a:fld>
            <a:endParaRPr lang="vi-VN"/>
          </a:p>
        </p:txBody>
      </p:sp>
    </p:spTree>
    <p:extLst>
      <p:ext uri="{BB962C8B-B14F-4D97-AF65-F5344CB8AC3E}">
        <p14:creationId xmlns:p14="http://schemas.microsoft.com/office/powerpoint/2010/main" val="727947107"/>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ctr" defTabSz="1041044" rtl="0" eaLnBrk="1" latinLnBrk="0" hangingPunct="1">
        <a:spcBef>
          <a:spcPct val="0"/>
        </a:spcBef>
        <a:buNone/>
        <a:defRPr sz="5000" kern="1200">
          <a:solidFill>
            <a:schemeClr val="tx1"/>
          </a:solidFill>
          <a:latin typeface="+mj-lt"/>
          <a:ea typeface="+mj-ea"/>
          <a:cs typeface="+mj-cs"/>
        </a:defRPr>
      </a:lvl1pPr>
    </p:titleStyle>
    <p:bodyStyle>
      <a:lvl1pPr marL="390392" indent="-390392" algn="l" defTabSz="1041044" rtl="0" eaLnBrk="1" latinLnBrk="0" hangingPunct="1">
        <a:spcBef>
          <a:spcPct val="20000"/>
        </a:spcBef>
        <a:buFont typeface="Arial" pitchFamily="34" charset="0"/>
        <a:buChar char="•"/>
        <a:defRPr sz="3600" kern="1200">
          <a:solidFill>
            <a:schemeClr val="tx1"/>
          </a:solidFill>
          <a:latin typeface="+mn-lt"/>
          <a:ea typeface="+mn-ea"/>
          <a:cs typeface="+mn-cs"/>
        </a:defRPr>
      </a:lvl1pPr>
      <a:lvl2pPr marL="845849" indent="-325326" algn="l" defTabSz="1041044" rtl="0" eaLnBrk="1" latinLnBrk="0" hangingPunct="1">
        <a:spcBef>
          <a:spcPct val="20000"/>
        </a:spcBef>
        <a:buFont typeface="Arial" pitchFamily="34" charset="0"/>
        <a:buChar char="–"/>
        <a:defRPr sz="3200" kern="1200">
          <a:solidFill>
            <a:schemeClr val="tx1"/>
          </a:solidFill>
          <a:latin typeface="+mn-lt"/>
          <a:ea typeface="+mn-ea"/>
          <a:cs typeface="+mn-cs"/>
        </a:defRPr>
      </a:lvl2pPr>
      <a:lvl3pPr marL="1301306" indent="-260261" algn="l" defTabSz="1041044" rtl="0" eaLnBrk="1" latinLnBrk="0" hangingPunct="1">
        <a:spcBef>
          <a:spcPct val="20000"/>
        </a:spcBef>
        <a:buFont typeface="Arial" pitchFamily="34" charset="0"/>
        <a:buChar char="•"/>
        <a:defRPr sz="2700" kern="1200">
          <a:solidFill>
            <a:schemeClr val="tx1"/>
          </a:solidFill>
          <a:latin typeface="+mn-lt"/>
          <a:ea typeface="+mn-ea"/>
          <a:cs typeface="+mn-cs"/>
        </a:defRPr>
      </a:lvl3pPr>
      <a:lvl4pPr marL="1821828"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4pPr>
      <a:lvl5pPr marL="2342350"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5pPr>
      <a:lvl6pPr marL="2862872"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3394"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03917"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24439"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9pPr>
    </p:bodyStyle>
    <p:otherStyle>
      <a:defPPr>
        <a:defRPr lang="vi-VN"/>
      </a:defPPr>
      <a:lvl1pPr marL="0" algn="l" defTabSz="1041044" rtl="0" eaLnBrk="1" latinLnBrk="0" hangingPunct="1">
        <a:defRPr sz="2000" kern="1200">
          <a:solidFill>
            <a:schemeClr val="tx1"/>
          </a:solidFill>
          <a:latin typeface="+mn-lt"/>
          <a:ea typeface="+mn-ea"/>
          <a:cs typeface="+mn-cs"/>
        </a:defRPr>
      </a:lvl1pPr>
      <a:lvl2pPr marL="520522" algn="l" defTabSz="1041044" rtl="0" eaLnBrk="1" latinLnBrk="0" hangingPunct="1">
        <a:defRPr sz="2000" kern="1200">
          <a:solidFill>
            <a:schemeClr val="tx1"/>
          </a:solidFill>
          <a:latin typeface="+mn-lt"/>
          <a:ea typeface="+mn-ea"/>
          <a:cs typeface="+mn-cs"/>
        </a:defRPr>
      </a:lvl2pPr>
      <a:lvl3pPr marL="1041044" algn="l" defTabSz="1041044" rtl="0" eaLnBrk="1" latinLnBrk="0" hangingPunct="1">
        <a:defRPr sz="2000" kern="1200">
          <a:solidFill>
            <a:schemeClr val="tx1"/>
          </a:solidFill>
          <a:latin typeface="+mn-lt"/>
          <a:ea typeface="+mn-ea"/>
          <a:cs typeface="+mn-cs"/>
        </a:defRPr>
      </a:lvl3pPr>
      <a:lvl4pPr marL="1561567" algn="l" defTabSz="1041044" rtl="0" eaLnBrk="1" latinLnBrk="0" hangingPunct="1">
        <a:defRPr sz="2000" kern="1200">
          <a:solidFill>
            <a:schemeClr val="tx1"/>
          </a:solidFill>
          <a:latin typeface="+mn-lt"/>
          <a:ea typeface="+mn-ea"/>
          <a:cs typeface="+mn-cs"/>
        </a:defRPr>
      </a:lvl4pPr>
      <a:lvl5pPr marL="2082089" algn="l" defTabSz="1041044" rtl="0" eaLnBrk="1" latinLnBrk="0" hangingPunct="1">
        <a:defRPr sz="2000" kern="1200">
          <a:solidFill>
            <a:schemeClr val="tx1"/>
          </a:solidFill>
          <a:latin typeface="+mn-lt"/>
          <a:ea typeface="+mn-ea"/>
          <a:cs typeface="+mn-cs"/>
        </a:defRPr>
      </a:lvl5pPr>
      <a:lvl6pPr marL="2602611" algn="l" defTabSz="1041044" rtl="0" eaLnBrk="1" latinLnBrk="0" hangingPunct="1">
        <a:defRPr sz="2000" kern="1200">
          <a:solidFill>
            <a:schemeClr val="tx1"/>
          </a:solidFill>
          <a:latin typeface="+mn-lt"/>
          <a:ea typeface="+mn-ea"/>
          <a:cs typeface="+mn-cs"/>
        </a:defRPr>
      </a:lvl6pPr>
      <a:lvl7pPr marL="3123133" algn="l" defTabSz="1041044" rtl="0" eaLnBrk="1" latinLnBrk="0" hangingPunct="1">
        <a:defRPr sz="2000" kern="1200">
          <a:solidFill>
            <a:schemeClr val="tx1"/>
          </a:solidFill>
          <a:latin typeface="+mn-lt"/>
          <a:ea typeface="+mn-ea"/>
          <a:cs typeface="+mn-cs"/>
        </a:defRPr>
      </a:lvl7pPr>
      <a:lvl8pPr marL="3643655" algn="l" defTabSz="1041044" rtl="0" eaLnBrk="1" latinLnBrk="0" hangingPunct="1">
        <a:defRPr sz="2000" kern="1200">
          <a:solidFill>
            <a:schemeClr val="tx1"/>
          </a:solidFill>
          <a:latin typeface="+mn-lt"/>
          <a:ea typeface="+mn-ea"/>
          <a:cs typeface="+mn-cs"/>
        </a:defRPr>
      </a:lvl8pPr>
      <a:lvl9pPr marL="4164178" algn="l" defTabSz="1041044"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jpe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ubtitle 6"/>
          <p:cNvSpPr txBox="1">
            <a:spLocks/>
          </p:cNvSpPr>
          <p:nvPr/>
        </p:nvSpPr>
        <p:spPr>
          <a:xfrm>
            <a:off x="318964" y="476672"/>
            <a:ext cx="9361040" cy="864096"/>
          </a:xfrm>
          <a:prstGeom prst="rect">
            <a:avLst/>
          </a:prstGeom>
        </p:spPr>
        <p:txBody>
          <a:bodyPr vert="horz" lIns="104104" tIns="52052" rIns="104104" bIns="52052" rtlCol="0">
            <a:normAutofit/>
          </a:bodyPr>
          <a:lstStyle>
            <a:lvl1pPr marL="0" indent="0" algn="ctr" defTabSz="1041044" rtl="0" eaLnBrk="1" latinLnBrk="0" hangingPunct="1">
              <a:spcBef>
                <a:spcPct val="20000"/>
              </a:spcBef>
              <a:buFont typeface="Arial" pitchFamily="34" charset="0"/>
              <a:buNone/>
              <a:defRPr sz="3600" kern="1200">
                <a:solidFill>
                  <a:schemeClr val="tx1">
                    <a:tint val="75000"/>
                  </a:schemeClr>
                </a:solidFill>
                <a:latin typeface="+mn-lt"/>
                <a:ea typeface="+mn-ea"/>
                <a:cs typeface="+mn-cs"/>
              </a:defRPr>
            </a:lvl1pPr>
            <a:lvl2pPr marL="520522" indent="0" algn="ctr" defTabSz="1041044"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2pPr>
            <a:lvl3pPr marL="1041044" indent="0" algn="ctr" defTabSz="1041044"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3pPr>
            <a:lvl4pPr marL="1561567" indent="0" algn="ctr" defTabSz="1041044" rtl="0" eaLnBrk="1" latinLnBrk="0" hangingPunct="1">
              <a:spcBef>
                <a:spcPct val="20000"/>
              </a:spcBef>
              <a:buFont typeface="Arial" pitchFamily="34" charset="0"/>
              <a:buNone/>
              <a:defRPr sz="2300" kern="1200">
                <a:solidFill>
                  <a:schemeClr val="tx1">
                    <a:tint val="75000"/>
                  </a:schemeClr>
                </a:solidFill>
                <a:latin typeface="+mn-lt"/>
                <a:ea typeface="+mn-ea"/>
                <a:cs typeface="+mn-cs"/>
              </a:defRPr>
            </a:lvl4pPr>
            <a:lvl5pPr marL="2082089" indent="0" algn="ctr" defTabSz="1041044" rtl="0" eaLnBrk="1" latinLnBrk="0" hangingPunct="1">
              <a:spcBef>
                <a:spcPct val="20000"/>
              </a:spcBef>
              <a:buFont typeface="Arial" pitchFamily="34" charset="0"/>
              <a:buNone/>
              <a:defRPr sz="2300" kern="1200">
                <a:solidFill>
                  <a:schemeClr val="tx1">
                    <a:tint val="75000"/>
                  </a:schemeClr>
                </a:solidFill>
                <a:latin typeface="+mn-lt"/>
                <a:ea typeface="+mn-ea"/>
                <a:cs typeface="+mn-cs"/>
              </a:defRPr>
            </a:lvl5pPr>
            <a:lvl6pPr marL="2602611" indent="0" algn="ctr" defTabSz="1041044" rtl="0" eaLnBrk="1" latinLnBrk="0" hangingPunct="1">
              <a:spcBef>
                <a:spcPct val="20000"/>
              </a:spcBef>
              <a:buFont typeface="Arial" pitchFamily="34" charset="0"/>
              <a:buNone/>
              <a:defRPr sz="2300" kern="1200">
                <a:solidFill>
                  <a:schemeClr val="tx1">
                    <a:tint val="75000"/>
                  </a:schemeClr>
                </a:solidFill>
                <a:latin typeface="+mn-lt"/>
                <a:ea typeface="+mn-ea"/>
                <a:cs typeface="+mn-cs"/>
              </a:defRPr>
            </a:lvl6pPr>
            <a:lvl7pPr marL="3123133" indent="0" algn="ctr" defTabSz="1041044" rtl="0" eaLnBrk="1" latinLnBrk="0" hangingPunct="1">
              <a:spcBef>
                <a:spcPct val="20000"/>
              </a:spcBef>
              <a:buFont typeface="Arial" pitchFamily="34" charset="0"/>
              <a:buNone/>
              <a:defRPr sz="2300" kern="1200">
                <a:solidFill>
                  <a:schemeClr val="tx1">
                    <a:tint val="75000"/>
                  </a:schemeClr>
                </a:solidFill>
                <a:latin typeface="+mn-lt"/>
                <a:ea typeface="+mn-ea"/>
                <a:cs typeface="+mn-cs"/>
              </a:defRPr>
            </a:lvl7pPr>
            <a:lvl8pPr marL="3643655" indent="0" algn="ctr" defTabSz="1041044" rtl="0" eaLnBrk="1" latinLnBrk="0" hangingPunct="1">
              <a:spcBef>
                <a:spcPct val="20000"/>
              </a:spcBef>
              <a:buFont typeface="Arial" pitchFamily="34" charset="0"/>
              <a:buNone/>
              <a:defRPr sz="2300" kern="1200">
                <a:solidFill>
                  <a:schemeClr val="tx1">
                    <a:tint val="75000"/>
                  </a:schemeClr>
                </a:solidFill>
                <a:latin typeface="+mn-lt"/>
                <a:ea typeface="+mn-ea"/>
                <a:cs typeface="+mn-cs"/>
              </a:defRPr>
            </a:lvl8pPr>
            <a:lvl9pPr marL="4164178" indent="0" algn="ctr" defTabSz="1041044" rtl="0" eaLnBrk="1" latinLnBrk="0" hangingPunct="1">
              <a:spcBef>
                <a:spcPct val="20000"/>
              </a:spcBef>
              <a:buFont typeface="Arial" pitchFamily="34" charset="0"/>
              <a:buNone/>
              <a:defRPr sz="2300" kern="1200">
                <a:solidFill>
                  <a:schemeClr val="tx1">
                    <a:tint val="75000"/>
                  </a:schemeClr>
                </a:solidFill>
                <a:latin typeface="+mn-lt"/>
                <a:ea typeface="+mn-ea"/>
                <a:cs typeface="+mn-cs"/>
              </a:defRPr>
            </a:lvl9pPr>
          </a:lstStyle>
          <a:p>
            <a:endParaRPr lang="en-US" sz="2000" b="1" smtClean="0">
              <a:solidFill>
                <a:schemeClr val="accent6">
                  <a:lumMod val="75000"/>
                </a:schemeClr>
              </a:solidFill>
            </a:endParaRPr>
          </a:p>
          <a:p>
            <a:r>
              <a:rPr lang="en-US" sz="2000" b="1" smtClean="0">
                <a:solidFill>
                  <a:schemeClr val="accent1">
                    <a:lumMod val="75000"/>
                  </a:schemeClr>
                </a:solidFill>
              </a:rPr>
              <a:t>PHÁT TRIỂN HỆ THỐNG THÔNG TIN KINH TẾ</a:t>
            </a:r>
            <a:endParaRPr lang="vi-VN" sz="2000" b="1">
              <a:solidFill>
                <a:schemeClr val="accent1">
                  <a:lumMod val="75000"/>
                </a:schemeClr>
              </a:solidFill>
            </a:endParaRPr>
          </a:p>
        </p:txBody>
      </p:sp>
      <p:pic>
        <p:nvPicPr>
          <p:cNvPr id="1026" name="Picture 2" descr="C:\Users\LAMNHUNG\Desktop\LogoMIS.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2350" y="188640"/>
            <a:ext cx="1682798" cy="147860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3" name="Diagram 12"/>
          <p:cNvGraphicFramePr/>
          <p:nvPr>
            <p:extLst>
              <p:ext uri="{D42A27DB-BD31-4B8C-83A1-F6EECF244321}">
                <p14:modId xmlns:p14="http://schemas.microsoft.com/office/powerpoint/2010/main" val="2732610723"/>
              </p:ext>
            </p:extLst>
          </p:nvPr>
        </p:nvGraphicFramePr>
        <p:xfrm>
          <a:off x="823020" y="2420888"/>
          <a:ext cx="8208912" cy="108012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cxnSp>
        <p:nvCxnSpPr>
          <p:cNvPr id="16" name="Straight Connector 15"/>
          <p:cNvCxnSpPr/>
          <p:nvPr/>
        </p:nvCxnSpPr>
        <p:spPr>
          <a:xfrm>
            <a:off x="1586533" y="2420888"/>
            <a:ext cx="0" cy="3456384"/>
          </a:xfrm>
          <a:prstGeom prst="line">
            <a:avLst/>
          </a:prstGeom>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687116" y="3251027"/>
            <a:ext cx="8208912" cy="1379865"/>
          </a:xfrm>
          <a:prstGeom prst="rect">
            <a:avLst/>
          </a:prstGeom>
          <a:noFill/>
          <a:effectLst/>
        </p:spPr>
        <p:txBody>
          <a:bodyPr wrap="square" rtlCol="0">
            <a:spAutoFit/>
          </a:bodyPr>
          <a:lstStyle/>
          <a:p>
            <a:pPr algn="just">
              <a:spcAft>
                <a:spcPts val="683"/>
              </a:spcAft>
              <a:buClr>
                <a:srgbClr val="FF0066"/>
              </a:buClr>
              <a:buFont typeface="Symbol" pitchFamily="18" charset="2"/>
              <a:buChar char="¨"/>
            </a:pPr>
            <a:r>
              <a:rPr lang="en-US" sz="2400">
                <a:solidFill>
                  <a:schemeClr val="accent2">
                    <a:lumMod val="50000"/>
                  </a:schemeClr>
                </a:solidFill>
                <a:cs typeface="Arial" pitchFamily="34" charset="0"/>
              </a:rPr>
              <a:t>Chương 8: Kiểm thử hệ thống</a:t>
            </a:r>
          </a:p>
          <a:p>
            <a:pPr algn="just">
              <a:spcAft>
                <a:spcPts val="683"/>
              </a:spcAft>
              <a:buClr>
                <a:srgbClr val="FF0066"/>
              </a:buClr>
              <a:buFont typeface="Symbol" pitchFamily="18" charset="2"/>
              <a:buChar char="¨"/>
            </a:pPr>
            <a:r>
              <a:rPr lang="en-US" sz="2400" smtClean="0">
                <a:solidFill>
                  <a:schemeClr val="accent2">
                    <a:lumMod val="50000"/>
                  </a:schemeClr>
                </a:solidFill>
                <a:cs typeface="Arial" pitchFamily="34" charset="0"/>
              </a:rPr>
              <a:t>Chương 9: Cài đặt hệ thống</a:t>
            </a:r>
          </a:p>
          <a:p>
            <a:pPr algn="just">
              <a:spcAft>
                <a:spcPts val="683"/>
              </a:spcAft>
              <a:buClr>
                <a:srgbClr val="FF0066"/>
              </a:buClr>
              <a:buFont typeface="Symbol" pitchFamily="18" charset="2"/>
              <a:buChar char="¨"/>
            </a:pPr>
            <a:r>
              <a:rPr lang="en-US" sz="2400" b="1">
                <a:solidFill>
                  <a:srgbClr val="FF0066"/>
                </a:solidFill>
                <a:cs typeface="Arial" pitchFamily="34" charset="0"/>
              </a:rPr>
              <a:t>Chương 10: Bảo trì hệ thống</a:t>
            </a:r>
          </a:p>
        </p:txBody>
      </p:sp>
    </p:spTree>
    <p:extLst>
      <p:ext uri="{BB962C8B-B14F-4D97-AF65-F5344CB8AC3E}">
        <p14:creationId xmlns:p14="http://schemas.microsoft.com/office/powerpoint/2010/main" val="38212893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4978" y="130623"/>
            <a:ext cx="9842022" cy="778099"/>
          </a:xfrm>
          <a:solidFill>
            <a:schemeClr val="bg2"/>
          </a:solidFill>
        </p:spPr>
        <p:txBody>
          <a:bodyPr>
            <a:normAutofit/>
          </a:bodyPr>
          <a:lstStyle/>
          <a:p>
            <a:pPr algn="just"/>
            <a:r>
              <a:rPr lang="en-US" sz="2800">
                <a:solidFill>
                  <a:schemeClr val="accent6">
                    <a:lumMod val="75000"/>
                  </a:schemeClr>
                </a:solidFill>
                <a:latin typeface="Arial" pitchFamily="34" charset="0"/>
                <a:cs typeface="Arial" pitchFamily="34" charset="0"/>
              </a:rPr>
              <a:t>Chương </a:t>
            </a:r>
            <a:r>
              <a:rPr lang="en-US" sz="2800" smtClean="0">
                <a:solidFill>
                  <a:schemeClr val="accent6">
                    <a:lumMod val="75000"/>
                  </a:schemeClr>
                </a:solidFill>
                <a:latin typeface="Arial" pitchFamily="34" charset="0"/>
                <a:cs typeface="Arial" pitchFamily="34" charset="0"/>
              </a:rPr>
              <a:t>10: Bảo trì hệ thống</a:t>
            </a:r>
            <a:endParaRPr lang="vi-VN" sz="2800" baseline="30000">
              <a:solidFill>
                <a:schemeClr val="accent6">
                  <a:lumMod val="75000"/>
                </a:schemeClr>
              </a:solidFill>
              <a:latin typeface="Arial" pitchFamily="34" charset="0"/>
              <a:cs typeface="Arial" pitchFamily="34" charset="0"/>
            </a:endParaRPr>
          </a:p>
        </p:txBody>
      </p:sp>
      <p:sp>
        <p:nvSpPr>
          <p:cNvPr id="3" name="Content Placeholder 2"/>
          <p:cNvSpPr>
            <a:spLocks noGrp="1"/>
          </p:cNvSpPr>
          <p:nvPr>
            <p:ph idx="1"/>
          </p:nvPr>
        </p:nvSpPr>
        <p:spPr>
          <a:xfrm>
            <a:off x="444980" y="1039523"/>
            <a:ext cx="9408681" cy="5044452"/>
          </a:xfrm>
        </p:spPr>
        <p:txBody>
          <a:bodyPr>
            <a:normAutofit/>
          </a:bodyPr>
          <a:lstStyle/>
          <a:p>
            <a:pPr marL="457200" indent="-457200" algn="just">
              <a:spcAft>
                <a:spcPts val="683"/>
              </a:spcAft>
              <a:buClr>
                <a:srgbClr val="FF0066"/>
              </a:buClr>
              <a:buAutoNum type="arabicPeriod"/>
            </a:pPr>
            <a:r>
              <a:rPr lang="vi-VN" sz="2400" smtClean="0">
                <a:solidFill>
                  <a:schemeClr val="accent2">
                    <a:lumMod val="50000"/>
                  </a:schemeClr>
                </a:solidFill>
                <a:latin typeface="Calibri" pitchFamily="34" charset="0"/>
                <a:cs typeface="Calibri" pitchFamily="34" charset="0"/>
              </a:rPr>
              <a:t>Khái niệm bảo trì</a:t>
            </a:r>
          </a:p>
          <a:p>
            <a:pPr marL="457200" indent="-457200" algn="just">
              <a:spcAft>
                <a:spcPts val="683"/>
              </a:spcAft>
              <a:buClr>
                <a:srgbClr val="FF0066"/>
              </a:buClr>
              <a:buAutoNum type="arabicPeriod"/>
            </a:pPr>
            <a:r>
              <a:rPr lang="vi-VN" sz="2400" smtClean="0">
                <a:solidFill>
                  <a:schemeClr val="accent2">
                    <a:lumMod val="50000"/>
                  </a:schemeClr>
                </a:solidFill>
                <a:latin typeface="Calibri" pitchFamily="34" charset="0"/>
                <a:cs typeface="Calibri" pitchFamily="34" charset="0"/>
              </a:rPr>
              <a:t>Các hình thái bảo trì</a:t>
            </a:r>
          </a:p>
          <a:p>
            <a:pPr marL="457200" indent="-457200" algn="just">
              <a:spcAft>
                <a:spcPts val="683"/>
              </a:spcAft>
              <a:buClr>
                <a:srgbClr val="FF0066"/>
              </a:buClr>
              <a:buAutoNum type="arabicPeriod"/>
            </a:pPr>
            <a:r>
              <a:rPr lang="vi-VN" sz="2400" smtClean="0">
                <a:solidFill>
                  <a:schemeClr val="accent2">
                    <a:lumMod val="50000"/>
                  </a:schemeClr>
                </a:solidFill>
                <a:latin typeface="Calibri" pitchFamily="34" charset="0"/>
                <a:cs typeface="Calibri" pitchFamily="34" charset="0"/>
              </a:rPr>
              <a:t>Các công việc bảo trì</a:t>
            </a:r>
          </a:p>
          <a:p>
            <a:pPr marL="457200" indent="-457200" algn="just">
              <a:spcAft>
                <a:spcPts val="683"/>
              </a:spcAft>
              <a:buClr>
                <a:srgbClr val="FF0066"/>
              </a:buClr>
              <a:buAutoNum type="arabicPeriod"/>
            </a:pPr>
            <a:r>
              <a:rPr lang="vi-VN" sz="2400" smtClean="0">
                <a:solidFill>
                  <a:schemeClr val="accent2">
                    <a:lumMod val="50000"/>
                  </a:schemeClr>
                </a:solidFill>
                <a:latin typeface="Calibri" pitchFamily="34" charset="0"/>
                <a:cs typeface="Calibri" pitchFamily="34" charset="0"/>
              </a:rPr>
              <a:t>Hiệu ứng bảo trì</a:t>
            </a:r>
          </a:p>
          <a:p>
            <a:pPr marL="0" indent="0" algn="just">
              <a:spcAft>
                <a:spcPts val="683"/>
              </a:spcAft>
              <a:buClr>
                <a:srgbClr val="FF0066"/>
              </a:buClr>
              <a:buNone/>
            </a:pPr>
            <a:endParaRPr lang="vi-VN" sz="2400">
              <a:solidFill>
                <a:schemeClr val="accent2">
                  <a:lumMod val="50000"/>
                </a:schemeClr>
              </a:solidFill>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2</a:t>
            </a:fld>
            <a:endParaRPr lang="vi-VN"/>
          </a:p>
        </p:txBody>
      </p:sp>
    </p:spTree>
    <p:extLst>
      <p:ext uri="{BB962C8B-B14F-4D97-AF65-F5344CB8AC3E}">
        <p14:creationId xmlns:p14="http://schemas.microsoft.com/office/powerpoint/2010/main" val="48806606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287000"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b="1" smtClean="0">
                <a:solidFill>
                  <a:schemeClr val="accent6">
                    <a:lumMod val="75000"/>
                  </a:schemeClr>
                </a:solidFill>
                <a:latin typeface="Calibri (Body)"/>
                <a:cs typeface="Arial" pitchFamily="34" charset="0"/>
              </a:rPr>
              <a:t>1. Khái niệm bảo trì</a:t>
            </a:r>
            <a:r>
              <a:rPr lang="en-US" sz="1600">
                <a:solidFill>
                  <a:schemeClr val="accent2">
                    <a:lumMod val="50000"/>
                  </a:schemeClr>
                </a:solidFill>
                <a:latin typeface="Calibri" pitchFamily="34" charset="0"/>
                <a:cs typeface="Calibri" pitchFamily="34" charset="0"/>
              </a:rPr>
              <a:t/>
            </a:r>
            <a:br>
              <a:rPr lang="en-US" sz="1600">
                <a:solidFill>
                  <a:schemeClr val="accent2">
                    <a:lumMod val="50000"/>
                  </a:schemeClr>
                </a:solidFill>
                <a:latin typeface="Calibri" pitchFamily="34" charset="0"/>
                <a:cs typeface="Calibri" pitchFamily="34" charset="0"/>
              </a:rPr>
            </a:br>
            <a:r>
              <a:rPr lang="en-US" sz="1600" smtClean="0">
                <a:solidFill>
                  <a:schemeClr val="accent1">
                    <a:lumMod val="75000"/>
                  </a:schemeClr>
                </a:solidFill>
                <a:latin typeface="+mn-lt"/>
                <a:cs typeface="Arial" pitchFamily="34" charset="0"/>
              </a:rPr>
              <a:t>2</a:t>
            </a:r>
            <a:r>
              <a:rPr lang="en-US" sz="1600">
                <a:solidFill>
                  <a:schemeClr val="accent1">
                    <a:lumMod val="75000"/>
                  </a:schemeClr>
                </a:solidFill>
                <a:latin typeface="+mn-lt"/>
                <a:cs typeface="Arial" pitchFamily="34" charset="0"/>
              </a:rPr>
              <a:t>. </a:t>
            </a:r>
            <a:r>
              <a:rPr lang="vi-VN" sz="1600" smtClean="0">
                <a:solidFill>
                  <a:schemeClr val="accent1">
                    <a:lumMod val="75000"/>
                  </a:schemeClr>
                </a:solidFill>
                <a:latin typeface="Calibri" pitchFamily="34" charset="0"/>
                <a:cs typeface="Calibri" pitchFamily="34" charset="0"/>
              </a:rPr>
              <a:t>Các hình thái bảo trì</a:t>
            </a:r>
            <a:r>
              <a:rPr lang="vi-VN" sz="1600">
                <a:solidFill>
                  <a:schemeClr val="accent1">
                    <a:lumMod val="75000"/>
                  </a:schemeClr>
                </a:solidFill>
                <a:latin typeface="Calibri" pitchFamily="34" charset="0"/>
                <a:cs typeface="Calibri" pitchFamily="34" charset="0"/>
              </a:rPr>
              <a:t/>
            </a:r>
            <a:br>
              <a:rPr lang="vi-VN" sz="1600">
                <a:solidFill>
                  <a:schemeClr val="accent1">
                    <a:lumMod val="75000"/>
                  </a:schemeClr>
                </a:solidFill>
                <a:latin typeface="Calibri" pitchFamily="34" charset="0"/>
                <a:cs typeface="Calibri" pitchFamily="34" charset="0"/>
              </a:rPr>
            </a:br>
            <a:r>
              <a:rPr lang="en-US" sz="1600" smtClean="0">
                <a:solidFill>
                  <a:schemeClr val="accent1">
                    <a:lumMod val="75000"/>
                  </a:schemeClr>
                </a:solidFill>
                <a:latin typeface="Calibri" pitchFamily="34" charset="0"/>
                <a:cs typeface="Calibri" pitchFamily="34" charset="0"/>
              </a:rPr>
              <a:t>3. </a:t>
            </a:r>
            <a:r>
              <a:rPr lang="vi-VN" sz="1600" smtClean="0">
                <a:solidFill>
                  <a:schemeClr val="accent1">
                    <a:lumMod val="75000"/>
                  </a:schemeClr>
                </a:solidFill>
                <a:latin typeface="Calibri" pitchFamily="34" charset="0"/>
                <a:cs typeface="Calibri" pitchFamily="34" charset="0"/>
              </a:rPr>
              <a:t>Các công việc bảo trì</a:t>
            </a:r>
            <a:br>
              <a:rPr lang="vi-VN" sz="1600" smtClean="0">
                <a:solidFill>
                  <a:schemeClr val="accent1">
                    <a:lumMod val="75000"/>
                  </a:schemeClr>
                </a:solidFill>
                <a:latin typeface="Calibri" pitchFamily="34" charset="0"/>
                <a:cs typeface="Calibri" pitchFamily="34" charset="0"/>
              </a:rPr>
            </a:br>
            <a:r>
              <a:rPr lang="vi-VN" sz="1600" smtClean="0">
                <a:solidFill>
                  <a:schemeClr val="accent1">
                    <a:lumMod val="75000"/>
                  </a:schemeClr>
                </a:solidFill>
                <a:latin typeface="Calibri" pitchFamily="34" charset="0"/>
                <a:cs typeface="Calibri" pitchFamily="34" charset="0"/>
              </a:rPr>
              <a:t>4. Hiệu ứng bảo trì</a:t>
            </a: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390392" lvl="1" indent="-390392" algn="just">
              <a:spcAft>
                <a:spcPts val="683"/>
              </a:spcAft>
              <a:buClr>
                <a:srgbClr val="FF0066"/>
              </a:buClr>
              <a:buFont typeface="Symbol" pitchFamily="18" charset="2"/>
              <a:buChar char="¨"/>
            </a:pPr>
            <a:r>
              <a:rPr lang="vi-VN" sz="2400">
                <a:solidFill>
                  <a:schemeClr val="accent2">
                    <a:lumMod val="50000"/>
                  </a:schemeClr>
                </a:solidFill>
                <a:latin typeface="Calibri" pitchFamily="34" charset="0"/>
                <a:cs typeface="Calibri" pitchFamily="34" charset="0"/>
              </a:rPr>
              <a:t>Bảo trì là giai đoạn cuối cùng của chu trình phát triển hệ thống</a:t>
            </a:r>
            <a:r>
              <a:rPr lang="vi-VN" sz="2400">
                <a:solidFill>
                  <a:schemeClr val="accent2">
                    <a:lumMod val="50000"/>
                  </a:schemeClr>
                </a:solidFill>
                <a:latin typeface="Calibri" pitchFamily="34" charset="0"/>
                <a:cs typeface="Calibri" pitchFamily="34" charset="0"/>
              </a:rPr>
              <a:t>, </a:t>
            </a:r>
            <a:r>
              <a:rPr lang="vi-VN" sz="2400" smtClean="0">
                <a:solidFill>
                  <a:schemeClr val="accent2">
                    <a:lumMod val="50000"/>
                  </a:schemeClr>
                </a:solidFill>
                <a:latin typeface="Calibri" pitchFamily="34" charset="0"/>
                <a:cs typeface="Calibri" pitchFamily="34" charset="0"/>
              </a:rPr>
              <a:t>liên </a:t>
            </a:r>
            <a:r>
              <a:rPr lang="vi-VN" sz="2400">
                <a:solidFill>
                  <a:schemeClr val="accent2">
                    <a:lumMod val="50000"/>
                  </a:schemeClr>
                </a:solidFill>
                <a:latin typeface="Calibri" pitchFamily="34" charset="0"/>
                <a:cs typeface="Calibri" pitchFamily="34" charset="0"/>
              </a:rPr>
              <a:t>quan tới các hoạt động kiểm tra, chỉnh sửa và nâng cấp hệ thống sau khi đã được đưa vào sử dụng nhằm tăng cường tính hiệu quả của hệ thống đối với các mục tiêu của tổ chức</a:t>
            </a:r>
            <a:r>
              <a:rPr lang="vi-VN" sz="2400">
                <a:solidFill>
                  <a:schemeClr val="accent2">
                    <a:lumMod val="50000"/>
                  </a:schemeClr>
                </a:solidFill>
                <a:latin typeface="Calibri" pitchFamily="34" charset="0"/>
                <a:cs typeface="Calibri" pitchFamily="34" charset="0"/>
              </a:rPr>
              <a:t>. </a:t>
            </a:r>
            <a:endParaRPr lang="en-US" sz="2400" smtClean="0">
              <a:solidFill>
                <a:schemeClr val="accent2">
                  <a:lumMod val="50000"/>
                </a:schemeClr>
              </a:solidFill>
              <a:latin typeface="Calibri" pitchFamily="34" charset="0"/>
              <a:cs typeface="Calibri" pitchFamily="34" charset="0"/>
            </a:endParaRPr>
          </a:p>
          <a:p>
            <a:pPr marL="390392" lvl="1" indent="-390392" algn="just">
              <a:spcAft>
                <a:spcPts val="683"/>
              </a:spcAft>
              <a:buClr>
                <a:srgbClr val="FF0066"/>
              </a:buClr>
              <a:buFont typeface="Symbol" pitchFamily="18" charset="2"/>
              <a:buChar char="¨"/>
            </a:pPr>
            <a:r>
              <a:rPr lang="vi-VN" sz="2400">
                <a:solidFill>
                  <a:schemeClr val="accent2">
                    <a:lumMod val="50000"/>
                  </a:schemeClr>
                </a:solidFill>
                <a:latin typeface="Calibri" pitchFamily="34" charset="0"/>
                <a:cs typeface="Calibri" pitchFamily="34" charset="0"/>
              </a:rPr>
              <a:t>Chi phí bảo trì phần mềm có thể chiếm khoảng 20% giá trị của </a:t>
            </a:r>
            <a:r>
              <a:rPr lang="vi-VN" sz="2400">
                <a:solidFill>
                  <a:schemeClr val="accent2">
                    <a:lumMod val="50000"/>
                  </a:schemeClr>
                </a:solidFill>
                <a:latin typeface="Calibri" pitchFamily="34" charset="0"/>
                <a:cs typeface="Calibri" pitchFamily="34" charset="0"/>
              </a:rPr>
              <a:t>phần </a:t>
            </a:r>
            <a:r>
              <a:rPr lang="vi-VN" sz="2400" smtClean="0">
                <a:solidFill>
                  <a:schemeClr val="accent2">
                    <a:lumMod val="50000"/>
                  </a:schemeClr>
                </a:solidFill>
                <a:latin typeface="Calibri" pitchFamily="34" charset="0"/>
                <a:cs typeface="Calibri" pitchFamily="34" charset="0"/>
              </a:rPr>
              <a:t>mềm</a:t>
            </a:r>
            <a:r>
              <a:rPr lang="en-US" sz="2400" smtClean="0">
                <a:solidFill>
                  <a:schemeClr val="accent2">
                    <a:lumMod val="50000"/>
                  </a:schemeClr>
                </a:solidFill>
                <a:latin typeface="Calibri" pitchFamily="34" charset="0"/>
                <a:cs typeface="Calibri" pitchFamily="34" charset="0"/>
              </a:rPr>
              <a:t> </a:t>
            </a:r>
            <a:r>
              <a:rPr lang="vi-VN" sz="2400" smtClean="0">
                <a:solidFill>
                  <a:schemeClr val="accent2">
                    <a:lumMod val="50000"/>
                  </a:schemeClr>
                </a:solidFill>
                <a:latin typeface="Calibri" pitchFamily="34" charset="0"/>
                <a:cs typeface="Calibri" pitchFamily="34" charset="0"/>
              </a:rPr>
              <a:t>và là </a:t>
            </a:r>
            <a:r>
              <a:rPr lang="vi-VN" sz="2400">
                <a:solidFill>
                  <a:schemeClr val="accent2">
                    <a:lumMod val="50000"/>
                  </a:schemeClr>
                </a:solidFill>
                <a:latin typeface="Calibri" pitchFamily="34" charset="0"/>
                <a:cs typeface="Calibri" pitchFamily="34" charset="0"/>
              </a:rPr>
              <a:t>một phần tất yếu để vận hành </a:t>
            </a:r>
            <a:r>
              <a:rPr lang="vi-VN" sz="2400">
                <a:solidFill>
                  <a:schemeClr val="accent2">
                    <a:lumMod val="50000"/>
                  </a:schemeClr>
                </a:solidFill>
                <a:latin typeface="Calibri" pitchFamily="34" charset="0"/>
                <a:cs typeface="Calibri" pitchFamily="34" charset="0"/>
              </a:rPr>
              <a:t>hệ </a:t>
            </a:r>
            <a:r>
              <a:rPr lang="vi-VN" sz="2400">
                <a:solidFill>
                  <a:schemeClr val="accent2">
                    <a:lumMod val="50000"/>
                  </a:schemeClr>
                </a:solidFill>
                <a:latin typeface="Calibri" pitchFamily="34" charset="0"/>
                <a:cs typeface="Calibri" pitchFamily="34" charset="0"/>
              </a:rPr>
              <a:t>thống</a:t>
            </a:r>
            <a:r>
              <a:rPr lang="en-US" sz="2400">
                <a:solidFill>
                  <a:schemeClr val="accent2">
                    <a:lumMod val="50000"/>
                  </a:schemeClr>
                </a:solidFill>
                <a:latin typeface="Calibri" pitchFamily="34" charset="0"/>
                <a:cs typeface="Calibri" pitchFamily="34" charset="0"/>
              </a:rPr>
              <a:t> </a:t>
            </a:r>
            <a:r>
              <a:rPr lang="en-US" sz="2400">
                <a:solidFill>
                  <a:schemeClr val="accent2">
                    <a:lumMod val="50000"/>
                  </a:schemeClr>
                </a:solidFill>
                <a:latin typeface="Calibri" pitchFamily="34" charset="0"/>
                <a:cs typeface="Calibri" pitchFamily="34" charset="0"/>
              </a:rPr>
              <a:t>luôn </a:t>
            </a:r>
            <a:r>
              <a:rPr lang="en-US" sz="2400">
                <a:solidFill>
                  <a:schemeClr val="accent2">
                    <a:lumMod val="50000"/>
                  </a:schemeClr>
                </a:solidFill>
                <a:latin typeface="Calibri" pitchFamily="34" charset="0"/>
                <a:cs typeface="Calibri" pitchFamily="34" charset="0"/>
              </a:rPr>
              <a:t>phù hợp với người sử </a:t>
            </a:r>
            <a:r>
              <a:rPr lang="en-US" sz="2400">
                <a:solidFill>
                  <a:schemeClr val="accent2">
                    <a:lumMod val="50000"/>
                  </a:schemeClr>
                </a:solidFill>
                <a:latin typeface="Calibri" pitchFamily="34" charset="0"/>
                <a:cs typeface="Calibri" pitchFamily="34" charset="0"/>
              </a:rPr>
              <a:t>dụng</a:t>
            </a:r>
            <a:r>
              <a:rPr lang="en-US" sz="2400">
                <a:solidFill>
                  <a:schemeClr val="accent2">
                    <a:lumMod val="50000"/>
                  </a:schemeClr>
                </a:solidFill>
                <a:latin typeface="Calibri" pitchFamily="34" charset="0"/>
                <a:cs typeface="Calibri" pitchFamily="34" charset="0"/>
              </a:rPr>
              <a:t>. </a:t>
            </a:r>
            <a:endParaRPr lang="en-US" sz="2400" smtClean="0">
              <a:solidFill>
                <a:schemeClr val="accent2">
                  <a:lumMod val="50000"/>
                </a:schemeClr>
              </a:solidFill>
              <a:latin typeface="Calibri" pitchFamily="34" charset="0"/>
              <a:cs typeface="Calibri" pitchFamily="34" charset="0"/>
            </a:endParaRPr>
          </a:p>
          <a:p>
            <a:pPr marL="390392" lvl="1" indent="-390392" algn="just">
              <a:spcAft>
                <a:spcPts val="683"/>
              </a:spcAft>
              <a:buClr>
                <a:srgbClr val="FF0066"/>
              </a:buClr>
              <a:buFont typeface="Symbol" pitchFamily="18" charset="2"/>
              <a:buChar char="¨"/>
            </a:pPr>
            <a:r>
              <a:rPr lang="vi-VN" sz="2400" smtClean="0">
                <a:solidFill>
                  <a:schemeClr val="accent2">
                    <a:lumMod val="50000"/>
                  </a:schemeClr>
                </a:solidFill>
                <a:latin typeface="Calibri" pitchFamily="34" charset="0"/>
                <a:cs typeface="Calibri" pitchFamily="34" charset="0"/>
              </a:rPr>
              <a:t>Các </a:t>
            </a:r>
            <a:r>
              <a:rPr lang="vi-VN" sz="2400">
                <a:solidFill>
                  <a:schemeClr val="accent2">
                    <a:lumMod val="50000"/>
                  </a:schemeClr>
                </a:solidFill>
                <a:latin typeface="Calibri" pitchFamily="34" charset="0"/>
                <a:cs typeface="Calibri" pitchFamily="34" charset="0"/>
              </a:rPr>
              <a:t>tổ chức có thể tự thực hiện công việc bảo trì hoặc thuê các công ty bên ngoài thực hiện, ví dụ </a:t>
            </a:r>
            <a:r>
              <a:rPr lang="vi-VN" sz="2400">
                <a:solidFill>
                  <a:schemeClr val="accent2">
                    <a:lumMod val="50000"/>
                  </a:schemeClr>
                </a:solidFill>
                <a:latin typeface="Calibri" pitchFamily="34" charset="0"/>
                <a:cs typeface="Calibri" pitchFamily="34" charset="0"/>
              </a:rPr>
              <a:t>nhiều công ty sử dụng hệ thống cơ sở dữ liệu của Oracle và SAP thường thuê luôn họ bảo trì cho hệ thống cơ sở dữ liệu </a:t>
            </a:r>
            <a:r>
              <a:rPr lang="vi-VN" sz="2400">
                <a:solidFill>
                  <a:schemeClr val="accent2">
                    <a:lumMod val="50000"/>
                  </a:schemeClr>
                </a:solidFill>
                <a:latin typeface="Calibri" pitchFamily="34" charset="0"/>
                <a:cs typeface="Calibri" pitchFamily="34" charset="0"/>
              </a:rPr>
              <a:t>của </a:t>
            </a:r>
            <a:r>
              <a:rPr lang="vi-VN" sz="2400" smtClean="0">
                <a:solidFill>
                  <a:schemeClr val="accent2">
                    <a:lumMod val="50000"/>
                  </a:schemeClr>
                </a:solidFill>
                <a:latin typeface="Calibri" pitchFamily="34" charset="0"/>
                <a:cs typeface="Calibri" pitchFamily="34" charset="0"/>
              </a:rPr>
              <a:t>mình</a:t>
            </a:r>
            <a:r>
              <a:rPr lang="en-US" sz="2400" smtClean="0">
                <a:solidFill>
                  <a:schemeClr val="accent2">
                    <a:lumMod val="50000"/>
                  </a:schemeClr>
                </a:solidFill>
                <a:latin typeface="Calibri" pitchFamily="34" charset="0"/>
                <a:cs typeface="Calibri" pitchFamily="34" charset="0"/>
              </a:rPr>
              <a:t>.</a:t>
            </a:r>
            <a:endParaRPr lang="en-US" sz="2400" smtClean="0">
              <a:solidFill>
                <a:schemeClr val="accent2">
                  <a:lumMod val="50000"/>
                </a:schemeClr>
              </a:solidFill>
              <a:latin typeface="Calibri" pitchFamily="34" charset="0"/>
              <a:cs typeface="Calibri" pitchFamily="34" charset="0"/>
            </a:endParaRPr>
          </a:p>
          <a:p>
            <a:pPr marL="0" lvl="1" indent="0" algn="just">
              <a:spcAft>
                <a:spcPts val="683"/>
              </a:spcAft>
              <a:buClr>
                <a:srgbClr val="FF0066"/>
              </a:buClr>
              <a:buNone/>
            </a:pPr>
            <a:endParaRPr lang="en-US" sz="2000" smtClean="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2" y="1090836"/>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3</a:t>
            </a:fld>
            <a:endParaRPr lang="vi-VN"/>
          </a:p>
        </p:txBody>
      </p:sp>
      <p:sp>
        <p:nvSpPr>
          <p:cNvPr id="8"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b="1" smtClean="0">
                <a:solidFill>
                  <a:schemeClr val="accent6">
                    <a:lumMod val="75000"/>
                  </a:schemeClr>
                </a:solidFill>
                <a:ea typeface="+mj-ea"/>
                <a:cs typeface="Arial" pitchFamily="34" charset="0"/>
              </a:rPr>
              <a:t>1</a:t>
            </a:r>
            <a:r>
              <a:rPr lang="en-US" sz="1600" b="1">
                <a:solidFill>
                  <a:schemeClr val="accent6">
                    <a:lumMod val="75000"/>
                  </a:schemeClr>
                </a:solidFill>
                <a:ea typeface="+mj-ea"/>
                <a:cs typeface="Arial" pitchFamily="34" charset="0"/>
              </a:rPr>
              <a:t>. </a:t>
            </a:r>
            <a:r>
              <a:rPr lang="en-US" sz="1600" b="1" smtClean="0">
                <a:solidFill>
                  <a:schemeClr val="accent6">
                    <a:lumMod val="75000"/>
                  </a:schemeClr>
                </a:solidFill>
                <a:ea typeface="+mj-ea"/>
                <a:cs typeface="Arial" pitchFamily="34" charset="0"/>
              </a:rPr>
              <a:t>Khái niệm</a:t>
            </a:r>
            <a:endParaRPr lang="en-US" sz="1600" b="1">
              <a:solidFill>
                <a:schemeClr val="accent6">
                  <a:lumMod val="75000"/>
                </a:schemeClr>
              </a:solidFill>
              <a:ea typeface="+mj-ea"/>
              <a:cs typeface="Arial" pitchFamily="34" charset="0"/>
            </a:endParaRPr>
          </a:p>
          <a:p>
            <a:pPr marL="0" lvl="1"/>
            <a:r>
              <a:rPr lang="en-US" sz="1600" smtClean="0">
                <a:solidFill>
                  <a:schemeClr val="tx2"/>
                </a:solidFill>
                <a:ea typeface="+mj-ea"/>
                <a:cs typeface="Arial" pitchFamily="34" charset="0"/>
              </a:rPr>
              <a:t>2. </a:t>
            </a:r>
            <a:r>
              <a:rPr lang="en-US" sz="1600" smtClean="0">
                <a:solidFill>
                  <a:schemeClr val="tx2"/>
                </a:solidFill>
                <a:ea typeface="+mj-ea"/>
                <a:cs typeface="Arial" pitchFamily="34" charset="0"/>
              </a:rPr>
              <a:t>Lý do bảo trì</a:t>
            </a:r>
            <a:endParaRPr lang="en-US" sz="1600" smtClean="0">
              <a:solidFill>
                <a:schemeClr val="tx2"/>
              </a:solidFill>
              <a:ea typeface="+mj-ea"/>
              <a:cs typeface="Arial" pitchFamily="34" charset="0"/>
            </a:endParaRPr>
          </a:p>
        </p:txBody>
      </p:sp>
    </p:spTree>
    <p:extLst>
      <p:ext uri="{BB962C8B-B14F-4D97-AF65-F5344CB8AC3E}">
        <p14:creationId xmlns:p14="http://schemas.microsoft.com/office/powerpoint/2010/main" val="12399267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287000"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b="1" smtClean="0">
                <a:solidFill>
                  <a:schemeClr val="accent6">
                    <a:lumMod val="75000"/>
                  </a:schemeClr>
                </a:solidFill>
                <a:latin typeface="Calibri (Body)"/>
                <a:cs typeface="Arial" pitchFamily="34" charset="0"/>
              </a:rPr>
              <a:t>1. Khái niệm bảo trì</a:t>
            </a:r>
            <a:r>
              <a:rPr lang="en-US" sz="1600">
                <a:solidFill>
                  <a:schemeClr val="accent2">
                    <a:lumMod val="50000"/>
                  </a:schemeClr>
                </a:solidFill>
                <a:latin typeface="Calibri" pitchFamily="34" charset="0"/>
                <a:cs typeface="Calibri" pitchFamily="34" charset="0"/>
              </a:rPr>
              <a:t/>
            </a:r>
            <a:br>
              <a:rPr lang="en-US" sz="1600">
                <a:solidFill>
                  <a:schemeClr val="accent2">
                    <a:lumMod val="50000"/>
                  </a:schemeClr>
                </a:solidFill>
                <a:latin typeface="Calibri" pitchFamily="34" charset="0"/>
                <a:cs typeface="Calibri" pitchFamily="34" charset="0"/>
              </a:rPr>
            </a:br>
            <a:r>
              <a:rPr lang="en-US" sz="1600" smtClean="0">
                <a:solidFill>
                  <a:schemeClr val="accent1">
                    <a:lumMod val="75000"/>
                  </a:schemeClr>
                </a:solidFill>
                <a:latin typeface="+mn-lt"/>
                <a:cs typeface="Arial" pitchFamily="34" charset="0"/>
              </a:rPr>
              <a:t>2</a:t>
            </a:r>
            <a:r>
              <a:rPr lang="en-US" sz="1600">
                <a:solidFill>
                  <a:schemeClr val="accent1">
                    <a:lumMod val="75000"/>
                  </a:schemeClr>
                </a:solidFill>
                <a:latin typeface="+mn-lt"/>
                <a:cs typeface="Arial" pitchFamily="34" charset="0"/>
              </a:rPr>
              <a:t>. </a:t>
            </a:r>
            <a:r>
              <a:rPr lang="vi-VN" sz="1600" smtClean="0">
                <a:solidFill>
                  <a:schemeClr val="accent1">
                    <a:lumMod val="75000"/>
                  </a:schemeClr>
                </a:solidFill>
                <a:latin typeface="Calibri" pitchFamily="34" charset="0"/>
                <a:cs typeface="Calibri" pitchFamily="34" charset="0"/>
              </a:rPr>
              <a:t>Các hình thái bảo trì</a:t>
            </a:r>
            <a:r>
              <a:rPr lang="vi-VN" sz="1600">
                <a:solidFill>
                  <a:schemeClr val="accent1">
                    <a:lumMod val="75000"/>
                  </a:schemeClr>
                </a:solidFill>
                <a:latin typeface="Calibri" pitchFamily="34" charset="0"/>
                <a:cs typeface="Calibri" pitchFamily="34" charset="0"/>
              </a:rPr>
              <a:t/>
            </a:r>
            <a:br>
              <a:rPr lang="vi-VN" sz="1600">
                <a:solidFill>
                  <a:schemeClr val="accent1">
                    <a:lumMod val="75000"/>
                  </a:schemeClr>
                </a:solidFill>
                <a:latin typeface="Calibri" pitchFamily="34" charset="0"/>
                <a:cs typeface="Calibri" pitchFamily="34" charset="0"/>
              </a:rPr>
            </a:br>
            <a:r>
              <a:rPr lang="en-US" sz="1600" smtClean="0">
                <a:solidFill>
                  <a:schemeClr val="accent1">
                    <a:lumMod val="75000"/>
                  </a:schemeClr>
                </a:solidFill>
                <a:latin typeface="Calibri" pitchFamily="34" charset="0"/>
                <a:cs typeface="Calibri" pitchFamily="34" charset="0"/>
              </a:rPr>
              <a:t>3. </a:t>
            </a:r>
            <a:r>
              <a:rPr lang="vi-VN" sz="1600" smtClean="0">
                <a:solidFill>
                  <a:schemeClr val="accent1">
                    <a:lumMod val="75000"/>
                  </a:schemeClr>
                </a:solidFill>
                <a:latin typeface="Calibri" pitchFamily="34" charset="0"/>
                <a:cs typeface="Calibri" pitchFamily="34" charset="0"/>
              </a:rPr>
              <a:t>Các công việc bảo trì</a:t>
            </a:r>
            <a:br>
              <a:rPr lang="vi-VN" sz="1600" smtClean="0">
                <a:solidFill>
                  <a:schemeClr val="accent1">
                    <a:lumMod val="75000"/>
                  </a:schemeClr>
                </a:solidFill>
                <a:latin typeface="Calibri" pitchFamily="34" charset="0"/>
                <a:cs typeface="Calibri" pitchFamily="34" charset="0"/>
              </a:rPr>
            </a:br>
            <a:r>
              <a:rPr lang="vi-VN" sz="1600" smtClean="0">
                <a:solidFill>
                  <a:schemeClr val="accent1">
                    <a:lumMod val="75000"/>
                  </a:schemeClr>
                </a:solidFill>
                <a:latin typeface="Calibri" pitchFamily="34" charset="0"/>
                <a:cs typeface="Calibri" pitchFamily="34" charset="0"/>
              </a:rPr>
              <a:t>4. Hiệu ứng bảo trì</a:t>
            </a: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390392" lvl="1" indent="-390392" algn="just">
              <a:spcAft>
                <a:spcPts val="683"/>
              </a:spcAft>
              <a:buClr>
                <a:srgbClr val="FF0066"/>
              </a:buClr>
              <a:buFont typeface="Symbol" pitchFamily="18" charset="2"/>
              <a:buChar char="¨"/>
            </a:pPr>
            <a:r>
              <a:rPr lang="en-US" sz="2400">
                <a:solidFill>
                  <a:schemeClr val="accent2">
                    <a:lumMod val="50000"/>
                  </a:schemeClr>
                </a:solidFill>
                <a:latin typeface="Calibri" pitchFamily="34" charset="0"/>
                <a:cs typeface="Calibri" pitchFamily="34" charset="0"/>
              </a:rPr>
              <a:t>Các </a:t>
            </a:r>
            <a:r>
              <a:rPr lang="en-US" sz="2400">
                <a:solidFill>
                  <a:schemeClr val="accent2">
                    <a:lumMod val="50000"/>
                  </a:schemeClr>
                </a:solidFill>
                <a:latin typeface="Calibri" pitchFamily="34" charset="0"/>
                <a:cs typeface="Calibri" pitchFamily="34" charset="0"/>
              </a:rPr>
              <a:t>tổ chức thường đầu tư một lượng vốn khá lớn vào các hệ thống phần mềm </a:t>
            </a:r>
            <a:r>
              <a:rPr lang="en-US" sz="2400">
                <a:solidFill>
                  <a:schemeClr val="accent2">
                    <a:lumMod val="50000"/>
                  </a:schemeClr>
                </a:solidFill>
                <a:latin typeface="Calibri" pitchFamily="34" charset="0"/>
                <a:cs typeface="Calibri" pitchFamily="34" charset="0"/>
              </a:rPr>
              <a:t>nên </a:t>
            </a:r>
            <a:r>
              <a:rPr lang="en-US" sz="2400">
                <a:solidFill>
                  <a:schemeClr val="accent2">
                    <a:lumMod val="50000"/>
                  </a:schemeClr>
                </a:solidFill>
                <a:latin typeface="Calibri" pitchFamily="34" charset="0"/>
                <a:cs typeface="Calibri" pitchFamily="34" charset="0"/>
              </a:rPr>
              <a:t>họ có quyền đòi hỏi phải sở hữu một hệ thống hoàn hảo và để bảo trì giá trị sở hữu của tổ chức, họ phải thay đổi và cải tiến hệ thống.</a:t>
            </a:r>
            <a:endParaRPr lang="vi-VN" sz="2400">
              <a:solidFill>
                <a:schemeClr val="accent2">
                  <a:lumMod val="50000"/>
                </a:schemeClr>
              </a:solidFill>
              <a:latin typeface="Calibri" pitchFamily="34" charset="0"/>
              <a:cs typeface="Calibri" pitchFamily="34" charset="0"/>
            </a:endParaRPr>
          </a:p>
          <a:p>
            <a:pPr marL="990600" lvl="1" indent="-342900" algn="just">
              <a:spcAft>
                <a:spcPts val="683"/>
              </a:spcAft>
              <a:buClr>
                <a:srgbClr val="FF0066"/>
              </a:buClr>
            </a:pPr>
            <a:r>
              <a:rPr lang="en-US" sz="2200" smtClean="0">
                <a:solidFill>
                  <a:schemeClr val="accent2">
                    <a:lumMod val="50000"/>
                  </a:schemeClr>
                </a:solidFill>
                <a:latin typeface="Calibri" pitchFamily="34" charset="0"/>
                <a:cs typeface="Calibri" pitchFamily="34" charset="0"/>
              </a:rPr>
              <a:t>Phần </a:t>
            </a:r>
            <a:r>
              <a:rPr lang="en-US" sz="2200">
                <a:solidFill>
                  <a:schemeClr val="accent2">
                    <a:lumMod val="50000"/>
                  </a:schemeClr>
                </a:solidFill>
                <a:latin typeface="Calibri" pitchFamily="34" charset="0"/>
                <a:cs typeface="Calibri" pitchFamily="34" charset="0"/>
              </a:rPr>
              <a:t>mềm có lỗi và cần phải sửa </a:t>
            </a:r>
            <a:r>
              <a:rPr lang="en-US" sz="2200">
                <a:solidFill>
                  <a:schemeClr val="accent2">
                    <a:lumMod val="50000"/>
                  </a:schemeClr>
                </a:solidFill>
                <a:latin typeface="Calibri" pitchFamily="34" charset="0"/>
                <a:cs typeface="Calibri" pitchFamily="34" charset="0"/>
              </a:rPr>
              <a:t>chữa</a:t>
            </a:r>
            <a:r>
              <a:rPr lang="en-US" sz="2200" smtClean="0">
                <a:solidFill>
                  <a:schemeClr val="accent2">
                    <a:lumMod val="50000"/>
                  </a:schemeClr>
                </a:solidFill>
                <a:latin typeface="Calibri" pitchFamily="34" charset="0"/>
                <a:cs typeface="Calibri" pitchFamily="34" charset="0"/>
              </a:rPr>
              <a:t>.</a:t>
            </a:r>
          </a:p>
          <a:p>
            <a:pPr marL="990600" lvl="1" indent="-342900" algn="just">
              <a:spcAft>
                <a:spcPts val="683"/>
              </a:spcAft>
              <a:buClr>
                <a:srgbClr val="FF0066"/>
              </a:buClr>
            </a:pPr>
            <a:r>
              <a:rPr lang="en-US" sz="2200" smtClean="0">
                <a:solidFill>
                  <a:schemeClr val="accent2">
                    <a:lumMod val="50000"/>
                  </a:schemeClr>
                </a:solidFill>
                <a:latin typeface="Calibri" pitchFamily="34" charset="0"/>
                <a:cs typeface="Calibri" pitchFamily="34" charset="0"/>
              </a:rPr>
              <a:t>Những </a:t>
            </a:r>
            <a:r>
              <a:rPr lang="en-US" sz="2200">
                <a:solidFill>
                  <a:schemeClr val="accent2">
                    <a:lumMod val="50000"/>
                  </a:schemeClr>
                </a:solidFill>
                <a:latin typeface="Calibri" pitchFamily="34" charset="0"/>
                <a:cs typeface="Calibri" pitchFamily="34" charset="0"/>
              </a:rPr>
              <a:t>yêu cầu mới sẽ xuất hiện khi phần mềm được đem vào sử </a:t>
            </a:r>
            <a:r>
              <a:rPr lang="en-US" sz="2200">
                <a:solidFill>
                  <a:schemeClr val="accent2">
                    <a:lumMod val="50000"/>
                  </a:schemeClr>
                </a:solidFill>
                <a:latin typeface="Calibri" pitchFamily="34" charset="0"/>
                <a:cs typeface="Calibri" pitchFamily="34" charset="0"/>
              </a:rPr>
              <a:t>dụng</a:t>
            </a:r>
            <a:r>
              <a:rPr lang="en-US" sz="2200" smtClean="0">
                <a:solidFill>
                  <a:schemeClr val="accent2">
                    <a:lumMod val="50000"/>
                  </a:schemeClr>
                </a:solidFill>
                <a:latin typeface="Calibri" pitchFamily="34" charset="0"/>
                <a:cs typeface="Calibri" pitchFamily="34" charset="0"/>
              </a:rPr>
              <a:t>.</a:t>
            </a:r>
          </a:p>
          <a:p>
            <a:pPr marL="990600" lvl="1" indent="-342900" algn="just">
              <a:spcAft>
                <a:spcPts val="683"/>
              </a:spcAft>
              <a:buClr>
                <a:srgbClr val="FF0066"/>
              </a:buClr>
            </a:pPr>
            <a:r>
              <a:rPr lang="en-US" sz="2200" smtClean="0">
                <a:solidFill>
                  <a:schemeClr val="accent2">
                    <a:lumMod val="50000"/>
                  </a:schemeClr>
                </a:solidFill>
                <a:latin typeface="Calibri" pitchFamily="34" charset="0"/>
                <a:cs typeface="Calibri" pitchFamily="34" charset="0"/>
              </a:rPr>
              <a:t>Môi </a:t>
            </a:r>
            <a:r>
              <a:rPr lang="en-US" sz="2200">
                <a:solidFill>
                  <a:schemeClr val="accent2">
                    <a:lumMod val="50000"/>
                  </a:schemeClr>
                </a:solidFill>
                <a:latin typeface="Calibri" pitchFamily="34" charset="0"/>
                <a:cs typeface="Calibri" pitchFamily="34" charset="0"/>
              </a:rPr>
              <a:t>trường nghiệp vụ hệ thống bị thay </a:t>
            </a:r>
            <a:r>
              <a:rPr lang="en-US" sz="2200">
                <a:solidFill>
                  <a:schemeClr val="accent2">
                    <a:lumMod val="50000"/>
                  </a:schemeClr>
                </a:solidFill>
                <a:latin typeface="Calibri" pitchFamily="34" charset="0"/>
                <a:cs typeface="Calibri" pitchFamily="34" charset="0"/>
              </a:rPr>
              <a:t>đổi</a:t>
            </a:r>
            <a:r>
              <a:rPr lang="en-US" sz="2200" smtClean="0">
                <a:solidFill>
                  <a:schemeClr val="accent2">
                    <a:lumMod val="50000"/>
                  </a:schemeClr>
                </a:solidFill>
                <a:latin typeface="Calibri" pitchFamily="34" charset="0"/>
                <a:cs typeface="Calibri" pitchFamily="34" charset="0"/>
              </a:rPr>
              <a:t>.</a:t>
            </a:r>
          </a:p>
          <a:p>
            <a:pPr marL="990600" lvl="1" indent="-342900" algn="just">
              <a:spcAft>
                <a:spcPts val="683"/>
              </a:spcAft>
              <a:buClr>
                <a:srgbClr val="FF0066"/>
              </a:buClr>
            </a:pPr>
            <a:r>
              <a:rPr lang="en-US" sz="2200" smtClean="0">
                <a:solidFill>
                  <a:schemeClr val="accent2">
                    <a:lumMod val="50000"/>
                  </a:schemeClr>
                </a:solidFill>
                <a:latin typeface="Calibri" pitchFamily="34" charset="0"/>
                <a:cs typeface="Calibri" pitchFamily="34" charset="0"/>
              </a:rPr>
              <a:t>Máy </a:t>
            </a:r>
            <a:r>
              <a:rPr lang="en-US" sz="2200">
                <a:solidFill>
                  <a:schemeClr val="accent2">
                    <a:lumMod val="50000"/>
                  </a:schemeClr>
                </a:solidFill>
                <a:latin typeface="Calibri" pitchFamily="34" charset="0"/>
                <a:cs typeface="Calibri" pitchFamily="34" charset="0"/>
              </a:rPr>
              <a:t>tính và các thiết bị mới được bổ sung vào hệ </a:t>
            </a:r>
            <a:r>
              <a:rPr lang="en-US" sz="2200">
                <a:solidFill>
                  <a:schemeClr val="accent2">
                    <a:lumMod val="50000"/>
                  </a:schemeClr>
                </a:solidFill>
                <a:latin typeface="Calibri" pitchFamily="34" charset="0"/>
                <a:cs typeface="Calibri" pitchFamily="34" charset="0"/>
              </a:rPr>
              <a:t>thống</a:t>
            </a:r>
            <a:r>
              <a:rPr lang="en-US" sz="2200" smtClean="0">
                <a:solidFill>
                  <a:schemeClr val="accent2">
                    <a:lumMod val="50000"/>
                  </a:schemeClr>
                </a:solidFill>
                <a:latin typeface="Calibri" pitchFamily="34" charset="0"/>
                <a:cs typeface="Calibri" pitchFamily="34" charset="0"/>
              </a:rPr>
              <a:t>.</a:t>
            </a:r>
          </a:p>
          <a:p>
            <a:pPr marL="990600" lvl="1" indent="-342900" algn="just">
              <a:spcAft>
                <a:spcPts val="683"/>
              </a:spcAft>
              <a:buClr>
                <a:srgbClr val="FF0066"/>
              </a:buClr>
            </a:pPr>
            <a:r>
              <a:rPr lang="en-US" sz="2200" smtClean="0">
                <a:solidFill>
                  <a:schemeClr val="accent2">
                    <a:lumMod val="50000"/>
                  </a:schemeClr>
                </a:solidFill>
                <a:latin typeface="Calibri" pitchFamily="34" charset="0"/>
                <a:cs typeface="Calibri" pitchFamily="34" charset="0"/>
              </a:rPr>
              <a:t>Hiệu </a:t>
            </a:r>
            <a:r>
              <a:rPr lang="en-US" sz="2200">
                <a:solidFill>
                  <a:schemeClr val="accent2">
                    <a:lumMod val="50000"/>
                  </a:schemeClr>
                </a:solidFill>
                <a:latin typeface="Calibri" pitchFamily="34" charset="0"/>
                <a:cs typeface="Calibri" pitchFamily="34" charset="0"/>
              </a:rPr>
              <a:t>năng hoặc độ tin cậy của hệ thống phải được nâng cấp, cải thiện.</a:t>
            </a:r>
            <a:endParaRPr lang="vi-VN" sz="2200">
              <a:solidFill>
                <a:schemeClr val="accent2">
                  <a:lumMod val="50000"/>
                </a:schemeClr>
              </a:solidFill>
              <a:latin typeface="Calibri" pitchFamily="34" charset="0"/>
              <a:cs typeface="Calibri" pitchFamily="34" charset="0"/>
            </a:endParaRPr>
          </a:p>
          <a:p>
            <a:pPr marL="990600" lvl="1" indent="-342900" algn="just">
              <a:spcAft>
                <a:spcPts val="683"/>
              </a:spcAft>
              <a:buClr>
                <a:srgbClr val="FF0066"/>
              </a:buClr>
            </a:pPr>
            <a:endParaRPr lang="en-US" sz="2000" smtClean="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2" y="1090836"/>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4</a:t>
            </a:fld>
            <a:endParaRPr lang="vi-VN"/>
          </a:p>
        </p:txBody>
      </p:sp>
      <p:sp>
        <p:nvSpPr>
          <p:cNvPr id="8"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a:solidFill>
                  <a:schemeClr val="tx2"/>
                </a:solidFill>
                <a:ea typeface="+mj-ea"/>
                <a:cs typeface="Arial" pitchFamily="34" charset="0"/>
              </a:rPr>
              <a:t>1</a:t>
            </a:r>
            <a:r>
              <a:rPr lang="en-US" sz="1600">
                <a:solidFill>
                  <a:schemeClr val="tx2"/>
                </a:solidFill>
                <a:ea typeface="+mj-ea"/>
                <a:cs typeface="Arial" pitchFamily="34" charset="0"/>
              </a:rPr>
              <a:t>. </a:t>
            </a:r>
            <a:r>
              <a:rPr lang="en-US" sz="1600">
                <a:solidFill>
                  <a:schemeClr val="tx2"/>
                </a:solidFill>
                <a:ea typeface="+mj-ea"/>
                <a:cs typeface="Arial" pitchFamily="34" charset="0"/>
              </a:rPr>
              <a:t>Khái niệm</a:t>
            </a:r>
            <a:endParaRPr lang="en-US" sz="1600">
              <a:solidFill>
                <a:schemeClr val="tx2"/>
              </a:solidFill>
              <a:ea typeface="+mj-ea"/>
              <a:cs typeface="Arial" pitchFamily="34" charset="0"/>
            </a:endParaRPr>
          </a:p>
          <a:p>
            <a:pPr marL="0" lvl="1"/>
            <a:r>
              <a:rPr lang="en-US" sz="1600" b="1">
                <a:solidFill>
                  <a:schemeClr val="accent6">
                    <a:lumMod val="75000"/>
                  </a:schemeClr>
                </a:solidFill>
                <a:ea typeface="+mj-ea"/>
                <a:cs typeface="Arial" pitchFamily="34" charset="0"/>
              </a:rPr>
              <a:t>2</a:t>
            </a:r>
            <a:r>
              <a:rPr lang="en-US" sz="1600" b="1">
                <a:solidFill>
                  <a:schemeClr val="accent6">
                    <a:lumMod val="75000"/>
                  </a:schemeClr>
                </a:solidFill>
                <a:ea typeface="+mj-ea"/>
                <a:cs typeface="Arial" pitchFamily="34" charset="0"/>
              </a:rPr>
              <a:t>. Lý do bảo </a:t>
            </a:r>
            <a:r>
              <a:rPr lang="en-US" sz="1600" b="1">
                <a:solidFill>
                  <a:schemeClr val="accent6">
                    <a:lumMod val="75000"/>
                  </a:schemeClr>
                </a:solidFill>
                <a:ea typeface="+mj-ea"/>
                <a:cs typeface="Arial" pitchFamily="34" charset="0"/>
              </a:rPr>
              <a:t>trì</a:t>
            </a:r>
          </a:p>
        </p:txBody>
      </p:sp>
    </p:spTree>
    <p:extLst>
      <p:ext uri="{BB962C8B-B14F-4D97-AF65-F5344CB8AC3E}">
        <p14:creationId xmlns:p14="http://schemas.microsoft.com/office/powerpoint/2010/main" val="206484321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200000"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Calibri" pitchFamily="34" charset="0"/>
                <a:cs typeface="Calibri" pitchFamily="34" charset="0"/>
              </a:rPr>
              <a:t>1. Khái niệm bảo trì</a:t>
            </a:r>
            <a:br>
              <a:rPr lang="en-US" sz="1600">
                <a:solidFill>
                  <a:schemeClr val="accent1">
                    <a:lumMod val="75000"/>
                  </a:schemeClr>
                </a:solidFill>
                <a:latin typeface="Calibri" pitchFamily="34" charset="0"/>
                <a:cs typeface="Calibri" pitchFamily="34" charset="0"/>
              </a:rPr>
            </a:br>
            <a:r>
              <a:rPr lang="en-US" sz="1600" b="1">
                <a:solidFill>
                  <a:schemeClr val="accent6">
                    <a:lumMod val="75000"/>
                  </a:schemeClr>
                </a:solidFill>
                <a:latin typeface="Calibri (Body)"/>
                <a:cs typeface="Arial" pitchFamily="34" charset="0"/>
              </a:rPr>
              <a:t>2. </a:t>
            </a:r>
            <a:r>
              <a:rPr lang="vi-VN" sz="1600" b="1">
                <a:solidFill>
                  <a:schemeClr val="accent6">
                    <a:lumMod val="75000"/>
                  </a:schemeClr>
                </a:solidFill>
                <a:latin typeface="Calibri (Body)"/>
                <a:cs typeface="Arial" pitchFamily="34" charset="0"/>
              </a:rPr>
              <a:t>Các hình thái bảo trì</a:t>
            </a:r>
            <a:br>
              <a:rPr lang="vi-VN" sz="1600" b="1">
                <a:solidFill>
                  <a:schemeClr val="accent6">
                    <a:lumMod val="75000"/>
                  </a:schemeClr>
                </a:solidFill>
                <a:latin typeface="Calibri (Body)"/>
                <a:cs typeface="Arial" pitchFamily="34" charset="0"/>
              </a:rPr>
            </a:br>
            <a:r>
              <a:rPr lang="en-US" sz="1600" smtClean="0">
                <a:solidFill>
                  <a:schemeClr val="accent1">
                    <a:lumMod val="75000"/>
                  </a:schemeClr>
                </a:solidFill>
                <a:latin typeface="Calibri" pitchFamily="34" charset="0"/>
                <a:cs typeface="Calibri" pitchFamily="34" charset="0"/>
              </a:rPr>
              <a:t>3. </a:t>
            </a:r>
            <a:r>
              <a:rPr lang="vi-VN" sz="1600" smtClean="0">
                <a:solidFill>
                  <a:schemeClr val="accent1">
                    <a:lumMod val="75000"/>
                  </a:schemeClr>
                </a:solidFill>
                <a:latin typeface="Calibri" pitchFamily="34" charset="0"/>
                <a:cs typeface="Calibri" pitchFamily="34" charset="0"/>
              </a:rPr>
              <a:t>Các công việc bảo trì</a:t>
            </a:r>
            <a:br>
              <a:rPr lang="vi-VN" sz="1600" smtClean="0">
                <a:solidFill>
                  <a:schemeClr val="accent1">
                    <a:lumMod val="75000"/>
                  </a:schemeClr>
                </a:solidFill>
                <a:latin typeface="Calibri" pitchFamily="34" charset="0"/>
                <a:cs typeface="Calibri" pitchFamily="34" charset="0"/>
              </a:rPr>
            </a:br>
            <a:r>
              <a:rPr lang="vi-VN" sz="1600" smtClean="0">
                <a:solidFill>
                  <a:schemeClr val="accent1">
                    <a:lumMod val="75000"/>
                  </a:schemeClr>
                </a:solidFill>
                <a:latin typeface="Calibri" pitchFamily="34" charset="0"/>
                <a:cs typeface="Calibri" pitchFamily="34" charset="0"/>
              </a:rPr>
              <a:t>4. Hiệu ứng bảo trì</a:t>
            </a: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390392" lvl="1" indent="-390392" algn="just">
              <a:spcAft>
                <a:spcPts val="683"/>
              </a:spcAft>
              <a:buClr>
                <a:srgbClr val="FF0066"/>
              </a:buClr>
              <a:buFont typeface="Symbol" pitchFamily="18" charset="2"/>
              <a:buChar char="¨"/>
            </a:pPr>
            <a:r>
              <a:rPr lang="en-US" sz="2400">
                <a:solidFill>
                  <a:schemeClr val="accent2">
                    <a:lumMod val="50000"/>
                  </a:schemeClr>
                </a:solidFill>
                <a:latin typeface="Calibri" pitchFamily="34" charset="0"/>
                <a:cs typeface="Calibri" pitchFamily="34" charset="0"/>
              </a:rPr>
              <a:t>K</a:t>
            </a:r>
            <a:r>
              <a:rPr lang="en-US" sz="2400" smtClean="0">
                <a:solidFill>
                  <a:schemeClr val="accent2">
                    <a:lumMod val="50000"/>
                  </a:schemeClr>
                </a:solidFill>
                <a:latin typeface="Calibri" pitchFamily="34" charset="0"/>
                <a:cs typeface="Calibri" pitchFamily="34" charset="0"/>
              </a:rPr>
              <a:t>hắc </a:t>
            </a:r>
            <a:r>
              <a:rPr lang="en-US" sz="2400">
                <a:solidFill>
                  <a:schemeClr val="accent2">
                    <a:lumMod val="50000"/>
                  </a:schemeClr>
                </a:solidFill>
                <a:latin typeface="Calibri" pitchFamily="34" charset="0"/>
                <a:cs typeface="Calibri" pitchFamily="34" charset="0"/>
              </a:rPr>
              <a:t>phục những khiếm khuyết có trong </a:t>
            </a:r>
            <a:r>
              <a:rPr lang="en-US" sz="2400">
                <a:solidFill>
                  <a:schemeClr val="accent2">
                    <a:lumMod val="50000"/>
                  </a:schemeClr>
                </a:solidFill>
                <a:latin typeface="Calibri" pitchFamily="34" charset="0"/>
                <a:cs typeface="Calibri" pitchFamily="34" charset="0"/>
              </a:rPr>
              <a:t>phần </a:t>
            </a:r>
            <a:r>
              <a:rPr lang="en-US" sz="2400" smtClean="0">
                <a:solidFill>
                  <a:schemeClr val="accent2">
                    <a:lumMod val="50000"/>
                  </a:schemeClr>
                </a:solidFill>
                <a:latin typeface="Calibri" pitchFamily="34" charset="0"/>
                <a:cs typeface="Calibri" pitchFamily="34" charset="0"/>
              </a:rPr>
              <a:t>mềm do </a:t>
            </a:r>
            <a:r>
              <a:rPr lang="en-US" sz="2400">
                <a:solidFill>
                  <a:schemeClr val="accent2">
                    <a:lumMod val="50000"/>
                  </a:schemeClr>
                </a:solidFill>
                <a:latin typeface="Calibri" pitchFamily="34" charset="0"/>
                <a:cs typeface="Calibri" pitchFamily="34" charset="0"/>
              </a:rPr>
              <a:t>khi kiểm thử chương trình không kiểm soát được mọi lỗi ẩn chứa bên trong hệ thống. </a:t>
            </a:r>
            <a:r>
              <a:rPr lang="en-US" sz="2400">
                <a:solidFill>
                  <a:schemeClr val="accent2">
                    <a:lumMod val="50000"/>
                  </a:schemeClr>
                </a:solidFill>
                <a:latin typeface="Calibri" pitchFamily="34" charset="0"/>
                <a:cs typeface="Calibri" pitchFamily="34" charset="0"/>
              </a:rPr>
              <a:t>Trong </a:t>
            </a:r>
            <a:r>
              <a:rPr lang="en-US" sz="2400" smtClean="0">
                <a:solidFill>
                  <a:schemeClr val="accent2">
                    <a:lumMod val="50000"/>
                  </a:schemeClr>
                </a:solidFill>
                <a:latin typeface="Calibri" pitchFamily="34" charset="0"/>
                <a:cs typeface="Calibri" pitchFamily="34" charset="0"/>
              </a:rPr>
              <a:t>quá trình </a:t>
            </a:r>
            <a:r>
              <a:rPr lang="en-US" sz="2400">
                <a:solidFill>
                  <a:schemeClr val="accent2">
                    <a:lumMod val="50000"/>
                  </a:schemeClr>
                </a:solidFill>
                <a:latin typeface="Calibri" pitchFamily="34" charset="0"/>
                <a:cs typeface="Calibri" pitchFamily="34" charset="0"/>
              </a:rPr>
              <a:t>sử dụng chương trình</a:t>
            </a:r>
            <a:r>
              <a:rPr lang="en-US" sz="2400">
                <a:solidFill>
                  <a:schemeClr val="accent2">
                    <a:lumMod val="50000"/>
                  </a:schemeClr>
                </a:solidFill>
                <a:latin typeface="Calibri" pitchFamily="34" charset="0"/>
                <a:cs typeface="Calibri" pitchFamily="34" charset="0"/>
              </a:rPr>
              <a:t>, </a:t>
            </a:r>
            <a:r>
              <a:rPr lang="en-US" sz="2400" smtClean="0">
                <a:solidFill>
                  <a:schemeClr val="accent2">
                    <a:lumMod val="50000"/>
                  </a:schemeClr>
                </a:solidFill>
                <a:latin typeface="Calibri" pitchFamily="34" charset="0"/>
                <a:cs typeface="Calibri" pitchFamily="34" charset="0"/>
              </a:rPr>
              <a:t>lỗi </a:t>
            </a:r>
            <a:r>
              <a:rPr lang="en-US" sz="2400">
                <a:solidFill>
                  <a:schemeClr val="accent2">
                    <a:lumMod val="50000"/>
                  </a:schemeClr>
                </a:solidFill>
                <a:latin typeface="Calibri" pitchFamily="34" charset="0"/>
                <a:cs typeface="Calibri" pitchFamily="34" charset="0"/>
              </a:rPr>
              <a:t>sẽ được người dùng phản hồi lại về cho đội ngũ phát triển để phân tích và </a:t>
            </a:r>
            <a:r>
              <a:rPr lang="en-US" sz="2400">
                <a:solidFill>
                  <a:schemeClr val="accent2">
                    <a:lumMod val="50000"/>
                  </a:schemeClr>
                </a:solidFill>
                <a:latin typeface="Calibri" pitchFamily="34" charset="0"/>
                <a:cs typeface="Calibri" pitchFamily="34" charset="0"/>
              </a:rPr>
              <a:t>hiệu </a:t>
            </a:r>
            <a:r>
              <a:rPr lang="en-US" sz="2400" smtClean="0">
                <a:solidFill>
                  <a:schemeClr val="accent2">
                    <a:lumMod val="50000"/>
                  </a:schemeClr>
                </a:solidFill>
                <a:latin typeface="Calibri" pitchFamily="34" charset="0"/>
                <a:cs typeface="Calibri" pitchFamily="34" charset="0"/>
              </a:rPr>
              <a:t>chỉnh.</a:t>
            </a:r>
            <a:endParaRPr lang="vi-VN" sz="2400">
              <a:solidFill>
                <a:schemeClr val="accent2">
                  <a:lumMod val="50000"/>
                </a:schemeClr>
              </a:solidFill>
              <a:latin typeface="Calibri" pitchFamily="34" charset="0"/>
              <a:cs typeface="Calibri" pitchFamily="34" charset="0"/>
            </a:endParaRPr>
          </a:p>
          <a:p>
            <a:pPr marL="390392" lvl="1" indent="-390392" algn="just">
              <a:spcAft>
                <a:spcPts val="683"/>
              </a:spcAft>
              <a:buClr>
                <a:srgbClr val="FF0066"/>
              </a:buClr>
              <a:buFont typeface="Symbol" pitchFamily="18" charset="2"/>
              <a:buChar char="¨"/>
            </a:pPr>
            <a:r>
              <a:rPr lang="en-US" sz="2400">
                <a:solidFill>
                  <a:schemeClr val="accent2">
                    <a:lumMod val="50000"/>
                  </a:schemeClr>
                </a:solidFill>
                <a:latin typeface="Calibri" pitchFamily="34" charset="0"/>
                <a:cs typeface="Calibri" pitchFamily="34" charset="0"/>
              </a:rPr>
              <a:t>Một số nguyên nhân của bảo trì hiệu chỉnh gồm:</a:t>
            </a:r>
            <a:endParaRPr lang="en-US" sz="2400">
              <a:solidFill>
                <a:schemeClr val="accent2">
                  <a:lumMod val="50000"/>
                </a:schemeClr>
              </a:solidFill>
              <a:latin typeface="Calibri" pitchFamily="34" charset="0"/>
              <a:cs typeface="Calibri" pitchFamily="34" charset="0"/>
            </a:endParaRPr>
          </a:p>
          <a:p>
            <a:pPr marL="1318879" lvl="3" indent="-342900" algn="just">
              <a:spcAft>
                <a:spcPts val="683"/>
              </a:spcAft>
              <a:buClr>
                <a:srgbClr val="FF0066"/>
              </a:buClr>
            </a:pPr>
            <a:r>
              <a:rPr lang="en-US" sz="2200" smtClean="0">
                <a:solidFill>
                  <a:schemeClr val="accent2">
                    <a:lumMod val="50000"/>
                  </a:schemeClr>
                </a:solidFill>
                <a:latin typeface="Calibri" pitchFamily="34" charset="0"/>
                <a:cs typeface="Calibri" pitchFamily="34" charset="0"/>
              </a:rPr>
              <a:t>Kỹ </a:t>
            </a:r>
            <a:r>
              <a:rPr lang="en-US" sz="2200">
                <a:solidFill>
                  <a:schemeClr val="accent2">
                    <a:lumMod val="50000"/>
                  </a:schemeClr>
                </a:solidFill>
                <a:latin typeface="Calibri" pitchFamily="34" charset="0"/>
                <a:cs typeface="Calibri" pitchFamily="34" charset="0"/>
              </a:rPr>
              <a:t>sư phần mềm và khách hàng hiểu nhầm ý nhau.</a:t>
            </a:r>
            <a:endParaRPr lang="vi-VN" sz="2200">
              <a:solidFill>
                <a:schemeClr val="accent2">
                  <a:lumMod val="50000"/>
                </a:schemeClr>
              </a:solidFill>
              <a:latin typeface="Calibri" pitchFamily="34" charset="0"/>
              <a:cs typeface="Calibri" pitchFamily="34" charset="0"/>
            </a:endParaRPr>
          </a:p>
          <a:p>
            <a:pPr marL="1318879" lvl="3" indent="-342900" algn="just">
              <a:spcAft>
                <a:spcPts val="683"/>
              </a:spcAft>
              <a:buClr>
                <a:srgbClr val="FF0066"/>
              </a:buClr>
            </a:pPr>
            <a:r>
              <a:rPr lang="en-US" sz="2200">
                <a:solidFill>
                  <a:schemeClr val="accent2">
                    <a:lumMod val="50000"/>
                  </a:schemeClr>
                </a:solidFill>
                <a:latin typeface="Calibri" pitchFamily="34" charset="0"/>
                <a:cs typeface="Calibri" pitchFamily="34" charset="0"/>
              </a:rPr>
              <a:t>Lỗi tiềm ẩn của phần mềm do sơ ý của lập trình viên hoặc khi kiểm thử chưa bao quát hết.</a:t>
            </a:r>
            <a:endParaRPr lang="vi-VN" sz="2200">
              <a:solidFill>
                <a:schemeClr val="accent2">
                  <a:lumMod val="50000"/>
                </a:schemeClr>
              </a:solidFill>
              <a:latin typeface="Calibri" pitchFamily="34" charset="0"/>
              <a:cs typeface="Calibri" pitchFamily="34" charset="0"/>
            </a:endParaRPr>
          </a:p>
          <a:p>
            <a:pPr marL="1318879" lvl="3" indent="-342900" algn="just">
              <a:spcAft>
                <a:spcPts val="683"/>
              </a:spcAft>
              <a:buClr>
                <a:srgbClr val="FF0066"/>
              </a:buClr>
            </a:pPr>
            <a:r>
              <a:rPr lang="en-US" sz="2200">
                <a:solidFill>
                  <a:schemeClr val="accent2">
                    <a:lumMod val="50000"/>
                  </a:schemeClr>
                </a:solidFill>
                <a:latin typeface="Calibri" pitchFamily="34" charset="0"/>
                <a:cs typeface="Calibri" pitchFamily="34" charset="0"/>
              </a:rPr>
              <a:t>Một số chức năng của phần mềm không đáp ứng được các yêu cầu về bộ nhớ, thời gian...</a:t>
            </a:r>
            <a:endParaRPr lang="vi-VN" sz="2200">
              <a:solidFill>
                <a:schemeClr val="accent2">
                  <a:lumMod val="50000"/>
                </a:schemeClr>
              </a:solidFill>
              <a:latin typeface="Calibri" pitchFamily="34" charset="0"/>
              <a:cs typeface="Calibri" pitchFamily="34" charset="0"/>
            </a:endParaRPr>
          </a:p>
          <a:p>
            <a:pPr marL="1318879" lvl="3" indent="-342900" algn="just">
              <a:spcAft>
                <a:spcPts val="683"/>
              </a:spcAft>
              <a:buClr>
                <a:srgbClr val="FF0066"/>
              </a:buClr>
            </a:pPr>
            <a:r>
              <a:rPr lang="en-US" sz="2200">
                <a:solidFill>
                  <a:schemeClr val="accent2">
                    <a:lumMod val="50000"/>
                  </a:schemeClr>
                </a:solidFill>
                <a:latin typeface="Calibri" pitchFamily="34" charset="0"/>
                <a:cs typeface="Calibri" pitchFamily="34" charset="0"/>
              </a:rPr>
              <a:t>Thiếu chuẩn hoá trong các bước phát triển phần mềm </a:t>
            </a:r>
            <a:r>
              <a:rPr lang="en-US" sz="2200">
                <a:solidFill>
                  <a:schemeClr val="accent2">
                    <a:lumMod val="50000"/>
                  </a:schemeClr>
                </a:solidFill>
                <a:latin typeface="Calibri" pitchFamily="34" charset="0"/>
                <a:cs typeface="Calibri" pitchFamily="34" charset="0"/>
              </a:rPr>
              <a:t>trước </a:t>
            </a:r>
            <a:r>
              <a:rPr lang="en-US" sz="2200" smtClean="0">
                <a:solidFill>
                  <a:schemeClr val="accent2">
                    <a:lumMod val="50000"/>
                  </a:schemeClr>
                </a:solidFill>
                <a:latin typeface="Calibri" pitchFamily="34" charset="0"/>
                <a:cs typeface="Calibri" pitchFamily="34" charset="0"/>
              </a:rPr>
              <a:t>đó…</a:t>
            </a:r>
            <a:endParaRPr lang="en-US" sz="2200">
              <a:solidFill>
                <a:schemeClr val="accent2">
                  <a:lumMod val="50000"/>
                </a:schemeClr>
              </a:solidFill>
              <a:latin typeface="Calibri" pitchFamily="34" charset="0"/>
              <a:cs typeface="Calibri" pitchFamily="34" charset="0"/>
            </a:endParaRPr>
          </a:p>
          <a:p>
            <a:pPr marL="0" lvl="1" indent="0" algn="just">
              <a:spcAft>
                <a:spcPts val="683"/>
              </a:spcAft>
              <a:buClr>
                <a:srgbClr val="FF0066"/>
              </a:buClr>
              <a:buNone/>
            </a:pPr>
            <a:endParaRPr lang="en-US" sz="2000" smtClean="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2" y="1090836"/>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5</a:t>
            </a:fld>
            <a:endParaRPr lang="vi-VN"/>
          </a:p>
        </p:txBody>
      </p:sp>
      <p:sp>
        <p:nvSpPr>
          <p:cNvPr id="7"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b="1" smtClean="0">
                <a:solidFill>
                  <a:schemeClr val="accent6">
                    <a:lumMod val="75000"/>
                  </a:schemeClr>
                </a:solidFill>
                <a:ea typeface="+mj-ea"/>
                <a:cs typeface="Arial" pitchFamily="34" charset="0"/>
              </a:rPr>
              <a:t>1</a:t>
            </a:r>
            <a:r>
              <a:rPr lang="en-US" sz="1600" b="1">
                <a:solidFill>
                  <a:schemeClr val="accent6">
                    <a:lumMod val="75000"/>
                  </a:schemeClr>
                </a:solidFill>
                <a:ea typeface="+mj-ea"/>
                <a:cs typeface="Arial" pitchFamily="34" charset="0"/>
              </a:rPr>
              <a:t>. </a:t>
            </a:r>
            <a:r>
              <a:rPr lang="en-US" sz="1600" b="1" smtClean="0">
                <a:solidFill>
                  <a:schemeClr val="accent6">
                    <a:lumMod val="75000"/>
                  </a:schemeClr>
                </a:solidFill>
                <a:ea typeface="+mj-ea"/>
                <a:cs typeface="Arial" pitchFamily="34" charset="0"/>
              </a:rPr>
              <a:t>Bảo trì hiệu chỉnh</a:t>
            </a:r>
            <a:endParaRPr lang="en-US" sz="1600" b="1">
              <a:solidFill>
                <a:schemeClr val="accent6">
                  <a:lumMod val="75000"/>
                </a:schemeClr>
              </a:solidFill>
              <a:ea typeface="+mj-ea"/>
              <a:cs typeface="Arial" pitchFamily="34" charset="0"/>
            </a:endParaRPr>
          </a:p>
          <a:p>
            <a:pPr marL="0" lvl="1"/>
            <a:r>
              <a:rPr lang="en-US" sz="1600" smtClean="0">
                <a:solidFill>
                  <a:schemeClr val="tx2"/>
                </a:solidFill>
                <a:ea typeface="+mj-ea"/>
                <a:cs typeface="Arial" pitchFamily="34" charset="0"/>
              </a:rPr>
              <a:t>2. Bảo trì thích nghi</a:t>
            </a:r>
          </a:p>
          <a:p>
            <a:pPr marL="0" lvl="1"/>
            <a:r>
              <a:rPr lang="en-US" sz="1600" smtClean="0">
                <a:solidFill>
                  <a:schemeClr val="tx2"/>
                </a:solidFill>
                <a:ea typeface="+mj-ea"/>
                <a:cs typeface="Arial" pitchFamily="34" charset="0"/>
              </a:rPr>
              <a:t>3. Bảo trì hoàn thiện</a:t>
            </a:r>
          </a:p>
          <a:p>
            <a:pPr marL="0" lvl="1"/>
            <a:r>
              <a:rPr lang="en-US" sz="1600" smtClean="0">
                <a:solidFill>
                  <a:schemeClr val="tx2"/>
                </a:solidFill>
                <a:ea typeface="+mj-ea"/>
                <a:cs typeface="Arial" pitchFamily="34" charset="0"/>
              </a:rPr>
              <a:t>4. Bảo trì phòng ngừa</a:t>
            </a:r>
          </a:p>
        </p:txBody>
      </p:sp>
    </p:spTree>
    <p:extLst>
      <p:ext uri="{BB962C8B-B14F-4D97-AF65-F5344CB8AC3E}">
        <p14:creationId xmlns:p14="http://schemas.microsoft.com/office/powerpoint/2010/main" val="100489423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200000"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Calibri" pitchFamily="34" charset="0"/>
                <a:cs typeface="Calibri" pitchFamily="34" charset="0"/>
              </a:rPr>
              <a:t>1. Khái niệm bảo trì</a:t>
            </a:r>
            <a:br>
              <a:rPr lang="en-US" sz="1600">
                <a:solidFill>
                  <a:schemeClr val="accent1">
                    <a:lumMod val="75000"/>
                  </a:schemeClr>
                </a:solidFill>
                <a:latin typeface="Calibri" pitchFamily="34" charset="0"/>
                <a:cs typeface="Calibri" pitchFamily="34" charset="0"/>
              </a:rPr>
            </a:br>
            <a:r>
              <a:rPr lang="en-US" sz="1600" b="1">
                <a:solidFill>
                  <a:schemeClr val="accent6">
                    <a:lumMod val="75000"/>
                  </a:schemeClr>
                </a:solidFill>
                <a:latin typeface="Calibri (Body)"/>
                <a:cs typeface="Arial" pitchFamily="34" charset="0"/>
              </a:rPr>
              <a:t>2. </a:t>
            </a:r>
            <a:r>
              <a:rPr lang="vi-VN" sz="1600" b="1">
                <a:solidFill>
                  <a:schemeClr val="accent6">
                    <a:lumMod val="75000"/>
                  </a:schemeClr>
                </a:solidFill>
                <a:latin typeface="Calibri (Body)"/>
                <a:cs typeface="Arial" pitchFamily="34" charset="0"/>
              </a:rPr>
              <a:t>Các hình thái bảo trì</a:t>
            </a:r>
            <a:br>
              <a:rPr lang="vi-VN" sz="1600" b="1">
                <a:solidFill>
                  <a:schemeClr val="accent6">
                    <a:lumMod val="75000"/>
                  </a:schemeClr>
                </a:solidFill>
                <a:latin typeface="Calibri (Body)"/>
                <a:cs typeface="Arial" pitchFamily="34" charset="0"/>
              </a:rPr>
            </a:br>
            <a:r>
              <a:rPr lang="en-US" sz="1600" smtClean="0">
                <a:solidFill>
                  <a:schemeClr val="accent1">
                    <a:lumMod val="75000"/>
                  </a:schemeClr>
                </a:solidFill>
                <a:latin typeface="Calibri" pitchFamily="34" charset="0"/>
                <a:cs typeface="Calibri" pitchFamily="34" charset="0"/>
              </a:rPr>
              <a:t>3. </a:t>
            </a:r>
            <a:r>
              <a:rPr lang="vi-VN" sz="1600" smtClean="0">
                <a:solidFill>
                  <a:schemeClr val="accent1">
                    <a:lumMod val="75000"/>
                  </a:schemeClr>
                </a:solidFill>
                <a:latin typeface="Calibri" pitchFamily="34" charset="0"/>
                <a:cs typeface="Calibri" pitchFamily="34" charset="0"/>
              </a:rPr>
              <a:t>Các công việc bảo trì</a:t>
            </a:r>
            <a:br>
              <a:rPr lang="vi-VN" sz="1600" smtClean="0">
                <a:solidFill>
                  <a:schemeClr val="accent1">
                    <a:lumMod val="75000"/>
                  </a:schemeClr>
                </a:solidFill>
                <a:latin typeface="Calibri" pitchFamily="34" charset="0"/>
                <a:cs typeface="Calibri" pitchFamily="34" charset="0"/>
              </a:rPr>
            </a:br>
            <a:r>
              <a:rPr lang="vi-VN" sz="1600" smtClean="0">
                <a:solidFill>
                  <a:schemeClr val="accent1">
                    <a:lumMod val="75000"/>
                  </a:schemeClr>
                </a:solidFill>
                <a:latin typeface="Calibri" pitchFamily="34" charset="0"/>
                <a:cs typeface="Calibri" pitchFamily="34" charset="0"/>
              </a:rPr>
              <a:t>4. Hiệu ứng bảo trì</a:t>
            </a: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390392" lvl="1" indent="-390392" algn="just">
              <a:spcAft>
                <a:spcPts val="683"/>
              </a:spcAft>
              <a:buClr>
                <a:srgbClr val="FF0066"/>
              </a:buClr>
              <a:buFont typeface="Symbol" pitchFamily="18" charset="2"/>
              <a:buChar char="¨"/>
            </a:pPr>
            <a:r>
              <a:rPr lang="en-US" sz="2400">
                <a:solidFill>
                  <a:schemeClr val="accent2">
                    <a:lumMod val="50000"/>
                  </a:schemeClr>
                </a:solidFill>
                <a:latin typeface="Calibri" pitchFamily="34" charset="0"/>
                <a:cs typeface="Calibri" pitchFamily="34" charset="0"/>
              </a:rPr>
              <a:t>L</a:t>
            </a:r>
            <a:r>
              <a:rPr lang="en-US" sz="2400" smtClean="0">
                <a:solidFill>
                  <a:schemeClr val="accent2">
                    <a:lumMod val="50000"/>
                  </a:schemeClr>
                </a:solidFill>
                <a:latin typeface="Calibri" pitchFamily="34" charset="0"/>
                <a:cs typeface="Calibri" pitchFamily="34" charset="0"/>
              </a:rPr>
              <a:t>à </a:t>
            </a:r>
            <a:r>
              <a:rPr lang="en-US" sz="2400">
                <a:solidFill>
                  <a:schemeClr val="accent2">
                    <a:lumMod val="50000"/>
                  </a:schemeClr>
                </a:solidFill>
                <a:latin typeface="Calibri" pitchFamily="34" charset="0"/>
                <a:cs typeface="Calibri" pitchFamily="34" charset="0"/>
              </a:rPr>
              <a:t>hoạt động sửa chữa phần mềm để thích ứng được với những thay đổi của môi trường bên ngoài nhằm duy trì và quản lý phần mềm theo vòng đời của nó.</a:t>
            </a:r>
            <a:endParaRPr lang="en-US" sz="2400">
              <a:solidFill>
                <a:schemeClr val="accent2">
                  <a:lumMod val="50000"/>
                </a:schemeClr>
              </a:solidFill>
              <a:latin typeface="Calibri" pitchFamily="34" charset="0"/>
              <a:cs typeface="Calibri" pitchFamily="34" charset="0"/>
            </a:endParaRPr>
          </a:p>
          <a:p>
            <a:pPr marL="390392" lvl="1" indent="-390392" algn="just">
              <a:spcAft>
                <a:spcPts val="683"/>
              </a:spcAft>
              <a:buClr>
                <a:srgbClr val="FF0066"/>
              </a:buClr>
              <a:buFont typeface="Symbol" pitchFamily="18" charset="2"/>
              <a:buChar char="¨"/>
            </a:pPr>
            <a:r>
              <a:rPr lang="en-US" sz="2400" smtClean="0">
                <a:solidFill>
                  <a:schemeClr val="accent2">
                    <a:lumMod val="50000"/>
                  </a:schemeClr>
                </a:solidFill>
                <a:latin typeface="Calibri" pitchFamily="34" charset="0"/>
                <a:cs typeface="Calibri" pitchFamily="34" charset="0"/>
              </a:rPr>
              <a:t>Một </a:t>
            </a:r>
            <a:r>
              <a:rPr lang="en-US" sz="2400">
                <a:solidFill>
                  <a:schemeClr val="accent2">
                    <a:lumMod val="50000"/>
                  </a:schemeClr>
                </a:solidFill>
                <a:latin typeface="Calibri" pitchFamily="34" charset="0"/>
                <a:cs typeface="Calibri" pitchFamily="34" charset="0"/>
              </a:rPr>
              <a:t>số nguyên nhân của bảo </a:t>
            </a:r>
            <a:r>
              <a:rPr lang="en-US" sz="2400">
                <a:solidFill>
                  <a:schemeClr val="accent2">
                    <a:lumMod val="50000"/>
                  </a:schemeClr>
                </a:solidFill>
                <a:latin typeface="Calibri" pitchFamily="34" charset="0"/>
                <a:cs typeface="Calibri" pitchFamily="34" charset="0"/>
              </a:rPr>
              <a:t>trì </a:t>
            </a:r>
            <a:r>
              <a:rPr lang="en-US" sz="2400" smtClean="0">
                <a:solidFill>
                  <a:schemeClr val="accent2">
                    <a:lumMod val="50000"/>
                  </a:schemeClr>
                </a:solidFill>
                <a:latin typeface="Calibri" pitchFamily="34" charset="0"/>
                <a:cs typeface="Calibri" pitchFamily="34" charset="0"/>
              </a:rPr>
              <a:t>thích nghi gồm</a:t>
            </a:r>
            <a:r>
              <a:rPr lang="en-US" sz="2400">
                <a:solidFill>
                  <a:schemeClr val="accent2">
                    <a:lumMod val="50000"/>
                  </a:schemeClr>
                </a:solidFill>
                <a:latin typeface="Calibri" pitchFamily="34" charset="0"/>
                <a:cs typeface="Calibri" pitchFamily="34" charset="0"/>
              </a:rPr>
              <a:t>:</a:t>
            </a:r>
            <a:endParaRPr lang="en-US" sz="2400">
              <a:solidFill>
                <a:schemeClr val="accent2">
                  <a:lumMod val="50000"/>
                </a:schemeClr>
              </a:solidFill>
              <a:latin typeface="Calibri" pitchFamily="34" charset="0"/>
              <a:cs typeface="Calibri" pitchFamily="34" charset="0"/>
            </a:endParaRPr>
          </a:p>
          <a:p>
            <a:pPr marL="1318879" lvl="3" indent="-342900" algn="just">
              <a:spcAft>
                <a:spcPts val="683"/>
              </a:spcAft>
              <a:buClr>
                <a:srgbClr val="FF0066"/>
              </a:buClr>
            </a:pPr>
            <a:r>
              <a:rPr lang="en-US" sz="2200" smtClean="0">
                <a:solidFill>
                  <a:schemeClr val="accent2">
                    <a:lumMod val="50000"/>
                  </a:schemeClr>
                </a:solidFill>
                <a:latin typeface="Calibri" pitchFamily="34" charset="0"/>
                <a:cs typeface="Calibri" pitchFamily="34" charset="0"/>
              </a:rPr>
              <a:t>Thành </a:t>
            </a:r>
            <a:r>
              <a:rPr lang="en-US" sz="2200">
                <a:solidFill>
                  <a:schemeClr val="accent2">
                    <a:lumMod val="50000"/>
                  </a:schemeClr>
                </a:solidFill>
                <a:latin typeface="Calibri" pitchFamily="34" charset="0"/>
                <a:cs typeface="Calibri" pitchFamily="34" charset="0"/>
              </a:rPr>
              <a:t>phần phần cứng thường xuyên thay đổi theo chu trình 24 tháng một </a:t>
            </a:r>
            <a:r>
              <a:rPr lang="en-US" sz="2200">
                <a:solidFill>
                  <a:schemeClr val="accent2">
                    <a:lumMod val="50000"/>
                  </a:schemeClr>
                </a:solidFill>
                <a:latin typeface="Calibri" pitchFamily="34" charset="0"/>
                <a:cs typeface="Calibri" pitchFamily="34" charset="0"/>
              </a:rPr>
              <a:t>lần</a:t>
            </a:r>
            <a:r>
              <a:rPr lang="en-US" sz="2200" smtClean="0">
                <a:solidFill>
                  <a:schemeClr val="accent2">
                    <a:lumMod val="50000"/>
                  </a:schemeClr>
                </a:solidFill>
                <a:latin typeface="Calibri" pitchFamily="34" charset="0"/>
                <a:cs typeface="Calibri" pitchFamily="34" charset="0"/>
              </a:rPr>
              <a:t>.</a:t>
            </a:r>
          </a:p>
          <a:p>
            <a:pPr marL="1318879" lvl="3" indent="-342900" algn="just">
              <a:spcAft>
                <a:spcPts val="683"/>
              </a:spcAft>
              <a:buClr>
                <a:srgbClr val="FF0066"/>
              </a:buClr>
            </a:pPr>
            <a:r>
              <a:rPr lang="en-US" sz="2200" smtClean="0">
                <a:solidFill>
                  <a:schemeClr val="accent2">
                    <a:lumMod val="50000"/>
                  </a:schemeClr>
                </a:solidFill>
                <a:latin typeface="Calibri" pitchFamily="34" charset="0"/>
                <a:cs typeface="Calibri" pitchFamily="34" charset="0"/>
              </a:rPr>
              <a:t>Những </a:t>
            </a:r>
            <a:r>
              <a:rPr lang="en-US" sz="2200">
                <a:solidFill>
                  <a:schemeClr val="accent2">
                    <a:lumMod val="50000"/>
                  </a:schemeClr>
                </a:solidFill>
                <a:latin typeface="Calibri" pitchFamily="34" charset="0"/>
                <a:cs typeface="Calibri" pitchFamily="34" charset="0"/>
              </a:rPr>
              <a:t>hệ điều hành mới hay phiên bản mới của các hệ cũ đều đặn xuất </a:t>
            </a:r>
            <a:r>
              <a:rPr lang="en-US" sz="2200">
                <a:solidFill>
                  <a:schemeClr val="accent2">
                    <a:lumMod val="50000"/>
                  </a:schemeClr>
                </a:solidFill>
                <a:latin typeface="Calibri" pitchFamily="34" charset="0"/>
                <a:cs typeface="Calibri" pitchFamily="34" charset="0"/>
              </a:rPr>
              <a:t>hiện</a:t>
            </a:r>
            <a:r>
              <a:rPr lang="en-US" sz="2200" smtClean="0">
                <a:solidFill>
                  <a:schemeClr val="accent2">
                    <a:lumMod val="50000"/>
                  </a:schemeClr>
                </a:solidFill>
                <a:latin typeface="Calibri" pitchFamily="34" charset="0"/>
                <a:cs typeface="Calibri" pitchFamily="34" charset="0"/>
              </a:rPr>
              <a:t>.</a:t>
            </a:r>
          </a:p>
          <a:p>
            <a:pPr marL="1318879" lvl="3" indent="-342900" algn="just">
              <a:spcAft>
                <a:spcPts val="683"/>
              </a:spcAft>
              <a:buClr>
                <a:srgbClr val="FF0066"/>
              </a:buClr>
            </a:pPr>
            <a:r>
              <a:rPr lang="en-US" sz="2200" smtClean="0">
                <a:solidFill>
                  <a:schemeClr val="accent2">
                    <a:lumMod val="50000"/>
                  </a:schemeClr>
                </a:solidFill>
                <a:latin typeface="Calibri" pitchFamily="34" charset="0"/>
                <a:cs typeface="Calibri" pitchFamily="34" charset="0"/>
              </a:rPr>
              <a:t>Thiết </a:t>
            </a:r>
            <a:r>
              <a:rPr lang="en-US" sz="2200">
                <a:solidFill>
                  <a:schemeClr val="accent2">
                    <a:lumMod val="50000"/>
                  </a:schemeClr>
                </a:solidFill>
                <a:latin typeface="Calibri" pitchFamily="34" charset="0"/>
                <a:cs typeface="Calibri" pitchFamily="34" charset="0"/>
              </a:rPr>
              <a:t>bị ngoại vi và các thành phần hệ thống khác liên tục được nâng cấp và thay đổi.</a:t>
            </a:r>
            <a:endParaRPr lang="en-US" sz="22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2" y="1090836"/>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6</a:t>
            </a:fld>
            <a:endParaRPr lang="vi-VN"/>
          </a:p>
        </p:txBody>
      </p:sp>
      <p:sp>
        <p:nvSpPr>
          <p:cNvPr id="7"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a:solidFill>
                  <a:schemeClr val="tx2"/>
                </a:solidFill>
                <a:ea typeface="+mj-ea"/>
                <a:cs typeface="Arial" pitchFamily="34" charset="0"/>
              </a:rPr>
              <a:t>1</a:t>
            </a:r>
            <a:r>
              <a:rPr lang="en-US" sz="1600">
                <a:solidFill>
                  <a:schemeClr val="tx2"/>
                </a:solidFill>
                <a:ea typeface="+mj-ea"/>
                <a:cs typeface="Arial" pitchFamily="34" charset="0"/>
              </a:rPr>
              <a:t>. </a:t>
            </a:r>
            <a:r>
              <a:rPr lang="en-US" sz="1600">
                <a:solidFill>
                  <a:schemeClr val="tx2"/>
                </a:solidFill>
                <a:ea typeface="+mj-ea"/>
                <a:cs typeface="Arial" pitchFamily="34" charset="0"/>
              </a:rPr>
              <a:t>Bảo trì hiệu chỉnh</a:t>
            </a:r>
            <a:endParaRPr lang="en-US" sz="1600">
              <a:solidFill>
                <a:schemeClr val="tx2"/>
              </a:solidFill>
              <a:ea typeface="+mj-ea"/>
              <a:cs typeface="Arial" pitchFamily="34" charset="0"/>
            </a:endParaRPr>
          </a:p>
          <a:p>
            <a:pPr marL="0" lvl="1"/>
            <a:r>
              <a:rPr lang="en-US" sz="1600" b="1">
                <a:solidFill>
                  <a:schemeClr val="accent6">
                    <a:lumMod val="75000"/>
                  </a:schemeClr>
                </a:solidFill>
                <a:ea typeface="+mj-ea"/>
                <a:cs typeface="Arial" pitchFamily="34" charset="0"/>
              </a:rPr>
              <a:t>2. Bảo trì thích nghi</a:t>
            </a:r>
          </a:p>
          <a:p>
            <a:pPr marL="0" lvl="1"/>
            <a:r>
              <a:rPr lang="en-US" sz="1600" smtClean="0">
                <a:solidFill>
                  <a:schemeClr val="tx2"/>
                </a:solidFill>
                <a:ea typeface="+mj-ea"/>
                <a:cs typeface="Arial" pitchFamily="34" charset="0"/>
              </a:rPr>
              <a:t>3. Bảo trì hoàn thiện</a:t>
            </a:r>
          </a:p>
          <a:p>
            <a:pPr marL="0" lvl="1"/>
            <a:r>
              <a:rPr lang="en-US" sz="1600" smtClean="0">
                <a:solidFill>
                  <a:schemeClr val="tx2"/>
                </a:solidFill>
                <a:ea typeface="+mj-ea"/>
                <a:cs typeface="Arial" pitchFamily="34" charset="0"/>
              </a:rPr>
              <a:t>4. Bảo trì phòng ngừa</a:t>
            </a:r>
          </a:p>
        </p:txBody>
      </p:sp>
    </p:spTree>
    <p:extLst>
      <p:ext uri="{BB962C8B-B14F-4D97-AF65-F5344CB8AC3E}">
        <p14:creationId xmlns:p14="http://schemas.microsoft.com/office/powerpoint/2010/main" val="119573187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200000"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Calibri" pitchFamily="34" charset="0"/>
                <a:cs typeface="Calibri" pitchFamily="34" charset="0"/>
              </a:rPr>
              <a:t>1. Khái niệm bảo trì</a:t>
            </a:r>
            <a:br>
              <a:rPr lang="en-US" sz="1600">
                <a:solidFill>
                  <a:schemeClr val="accent1">
                    <a:lumMod val="75000"/>
                  </a:schemeClr>
                </a:solidFill>
                <a:latin typeface="Calibri" pitchFamily="34" charset="0"/>
                <a:cs typeface="Calibri" pitchFamily="34" charset="0"/>
              </a:rPr>
            </a:br>
            <a:r>
              <a:rPr lang="en-US" sz="1600" b="1">
                <a:solidFill>
                  <a:schemeClr val="accent6">
                    <a:lumMod val="75000"/>
                  </a:schemeClr>
                </a:solidFill>
                <a:latin typeface="Calibri (Body)"/>
                <a:cs typeface="Arial" pitchFamily="34" charset="0"/>
              </a:rPr>
              <a:t>2. </a:t>
            </a:r>
            <a:r>
              <a:rPr lang="vi-VN" sz="1600" b="1">
                <a:solidFill>
                  <a:schemeClr val="accent6">
                    <a:lumMod val="75000"/>
                  </a:schemeClr>
                </a:solidFill>
                <a:latin typeface="Calibri (Body)"/>
                <a:cs typeface="Arial" pitchFamily="34" charset="0"/>
              </a:rPr>
              <a:t>Các hình thái bảo trì</a:t>
            </a:r>
            <a:br>
              <a:rPr lang="vi-VN" sz="1600" b="1">
                <a:solidFill>
                  <a:schemeClr val="accent6">
                    <a:lumMod val="75000"/>
                  </a:schemeClr>
                </a:solidFill>
                <a:latin typeface="Calibri (Body)"/>
                <a:cs typeface="Arial" pitchFamily="34" charset="0"/>
              </a:rPr>
            </a:br>
            <a:r>
              <a:rPr lang="en-US" sz="1600" smtClean="0">
                <a:solidFill>
                  <a:schemeClr val="accent1">
                    <a:lumMod val="75000"/>
                  </a:schemeClr>
                </a:solidFill>
                <a:latin typeface="Calibri" pitchFamily="34" charset="0"/>
                <a:cs typeface="Calibri" pitchFamily="34" charset="0"/>
              </a:rPr>
              <a:t>3. </a:t>
            </a:r>
            <a:r>
              <a:rPr lang="vi-VN" sz="1600" smtClean="0">
                <a:solidFill>
                  <a:schemeClr val="accent1">
                    <a:lumMod val="75000"/>
                  </a:schemeClr>
                </a:solidFill>
                <a:latin typeface="Calibri" pitchFamily="34" charset="0"/>
                <a:cs typeface="Calibri" pitchFamily="34" charset="0"/>
              </a:rPr>
              <a:t>Các công việc bảo trì</a:t>
            </a:r>
            <a:br>
              <a:rPr lang="vi-VN" sz="1600" smtClean="0">
                <a:solidFill>
                  <a:schemeClr val="accent1">
                    <a:lumMod val="75000"/>
                  </a:schemeClr>
                </a:solidFill>
                <a:latin typeface="Calibri" pitchFamily="34" charset="0"/>
                <a:cs typeface="Calibri" pitchFamily="34" charset="0"/>
              </a:rPr>
            </a:br>
            <a:r>
              <a:rPr lang="vi-VN" sz="1600" smtClean="0">
                <a:solidFill>
                  <a:schemeClr val="accent1">
                    <a:lumMod val="75000"/>
                  </a:schemeClr>
                </a:solidFill>
                <a:latin typeface="Calibri" pitchFamily="34" charset="0"/>
                <a:cs typeface="Calibri" pitchFamily="34" charset="0"/>
              </a:rPr>
              <a:t>4. Hiệu ứng bảo trì</a:t>
            </a: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390392" lvl="1" indent="-390392" algn="just">
              <a:spcAft>
                <a:spcPts val="683"/>
              </a:spcAft>
              <a:buClr>
                <a:srgbClr val="FF0066"/>
              </a:buClr>
              <a:buFont typeface="Symbol" pitchFamily="18" charset="2"/>
              <a:buChar char="¨"/>
            </a:pPr>
            <a:r>
              <a:rPr lang="en-US" sz="2400">
                <a:solidFill>
                  <a:schemeClr val="accent2">
                    <a:lumMod val="50000"/>
                  </a:schemeClr>
                </a:solidFill>
                <a:latin typeface="Calibri" pitchFamily="34" charset="0"/>
                <a:cs typeface="Calibri" pitchFamily="34" charset="0"/>
              </a:rPr>
              <a:t>L</a:t>
            </a:r>
            <a:r>
              <a:rPr lang="en-US" sz="2400" smtClean="0">
                <a:solidFill>
                  <a:schemeClr val="accent2">
                    <a:lumMod val="50000"/>
                  </a:schemeClr>
                </a:solidFill>
                <a:latin typeface="Calibri" pitchFamily="34" charset="0"/>
                <a:cs typeface="Calibri" pitchFamily="34" charset="0"/>
              </a:rPr>
              <a:t>à </a:t>
            </a:r>
            <a:r>
              <a:rPr lang="en-US" sz="2400">
                <a:solidFill>
                  <a:schemeClr val="accent2">
                    <a:lumMod val="50000"/>
                  </a:schemeClr>
                </a:solidFill>
                <a:latin typeface="Calibri" pitchFamily="34" charset="0"/>
                <a:cs typeface="Calibri" pitchFamily="34" charset="0"/>
              </a:rPr>
              <a:t>hoạt </a:t>
            </a:r>
            <a:r>
              <a:rPr lang="en-US" sz="2400">
                <a:solidFill>
                  <a:schemeClr val="accent2">
                    <a:lumMod val="50000"/>
                  </a:schemeClr>
                </a:solidFill>
                <a:latin typeface="Calibri" pitchFamily="34" charset="0"/>
                <a:cs typeface="Calibri" pitchFamily="34" charset="0"/>
              </a:rPr>
              <a:t>động </a:t>
            </a:r>
            <a:r>
              <a:rPr lang="en-US" sz="2400">
                <a:solidFill>
                  <a:schemeClr val="accent2">
                    <a:lumMod val="50000"/>
                  </a:schemeClr>
                </a:solidFill>
                <a:latin typeface="Calibri" pitchFamily="34" charset="0"/>
                <a:cs typeface="Calibri" pitchFamily="34" charset="0"/>
              </a:rPr>
              <a:t>sửa </a:t>
            </a:r>
            <a:r>
              <a:rPr lang="en-US" sz="2400">
                <a:solidFill>
                  <a:schemeClr val="accent2">
                    <a:lumMod val="50000"/>
                  </a:schemeClr>
                </a:solidFill>
                <a:latin typeface="Calibri" pitchFamily="34" charset="0"/>
                <a:cs typeface="Calibri" pitchFamily="34" charset="0"/>
              </a:rPr>
              <a:t>đổi phần mềm theo các yêu cầu ngày càng hoàn thiện hơn, đầy đủ hơn và hợp lý hơn của người sử </a:t>
            </a:r>
            <a:r>
              <a:rPr lang="en-US" sz="2400">
                <a:solidFill>
                  <a:schemeClr val="accent2">
                    <a:lumMod val="50000"/>
                  </a:schemeClr>
                </a:solidFill>
                <a:latin typeface="Calibri" pitchFamily="34" charset="0"/>
                <a:cs typeface="Calibri" pitchFamily="34" charset="0"/>
              </a:rPr>
              <a:t>dụng</a:t>
            </a:r>
            <a:r>
              <a:rPr lang="en-US" sz="2400" smtClean="0">
                <a:solidFill>
                  <a:schemeClr val="accent2">
                    <a:lumMod val="50000"/>
                  </a:schemeClr>
                </a:solidFill>
                <a:latin typeface="Calibri" pitchFamily="34" charset="0"/>
                <a:cs typeface="Calibri" pitchFamily="34" charset="0"/>
              </a:rPr>
              <a:t>.</a:t>
            </a:r>
            <a:endParaRPr lang="en-US" sz="2400">
              <a:solidFill>
                <a:schemeClr val="accent2">
                  <a:lumMod val="50000"/>
                </a:schemeClr>
              </a:solidFill>
              <a:latin typeface="Calibri" pitchFamily="34" charset="0"/>
              <a:cs typeface="Calibri" pitchFamily="34" charset="0"/>
            </a:endParaRPr>
          </a:p>
          <a:p>
            <a:pPr marL="390392" lvl="1" indent="-390392" algn="just">
              <a:spcAft>
                <a:spcPts val="683"/>
              </a:spcAft>
              <a:buClr>
                <a:srgbClr val="FF0066"/>
              </a:buClr>
              <a:buFont typeface="Symbol" pitchFamily="18" charset="2"/>
              <a:buChar char="¨"/>
            </a:pPr>
            <a:r>
              <a:rPr lang="en-US" sz="2400" smtClean="0">
                <a:solidFill>
                  <a:schemeClr val="accent2">
                    <a:lumMod val="50000"/>
                  </a:schemeClr>
                </a:solidFill>
                <a:latin typeface="Calibri" pitchFamily="34" charset="0"/>
                <a:cs typeface="Calibri" pitchFamily="34" charset="0"/>
              </a:rPr>
              <a:t>Một </a:t>
            </a:r>
            <a:r>
              <a:rPr lang="en-US" sz="2400">
                <a:solidFill>
                  <a:schemeClr val="accent2">
                    <a:lumMod val="50000"/>
                  </a:schemeClr>
                </a:solidFill>
                <a:latin typeface="Calibri" pitchFamily="34" charset="0"/>
                <a:cs typeface="Calibri" pitchFamily="34" charset="0"/>
              </a:rPr>
              <a:t>số nguyên nhân của bảo </a:t>
            </a:r>
            <a:r>
              <a:rPr lang="en-US" sz="2400">
                <a:solidFill>
                  <a:schemeClr val="accent2">
                    <a:lumMod val="50000"/>
                  </a:schemeClr>
                </a:solidFill>
                <a:latin typeface="Calibri" pitchFamily="34" charset="0"/>
                <a:cs typeface="Calibri" pitchFamily="34" charset="0"/>
              </a:rPr>
              <a:t>trì </a:t>
            </a:r>
            <a:r>
              <a:rPr lang="en-US" sz="2400" smtClean="0">
                <a:solidFill>
                  <a:schemeClr val="accent2">
                    <a:lumMod val="50000"/>
                  </a:schemeClr>
                </a:solidFill>
                <a:latin typeface="Calibri" pitchFamily="34" charset="0"/>
                <a:cs typeface="Calibri" pitchFamily="34" charset="0"/>
              </a:rPr>
              <a:t>hoàn thiện gồm</a:t>
            </a:r>
            <a:r>
              <a:rPr lang="en-US" sz="2400">
                <a:solidFill>
                  <a:schemeClr val="accent2">
                    <a:lumMod val="50000"/>
                  </a:schemeClr>
                </a:solidFill>
                <a:latin typeface="Calibri" pitchFamily="34" charset="0"/>
                <a:cs typeface="Calibri" pitchFamily="34" charset="0"/>
              </a:rPr>
              <a:t>:</a:t>
            </a:r>
            <a:endParaRPr lang="en-US" sz="2400">
              <a:solidFill>
                <a:schemeClr val="accent2">
                  <a:lumMod val="50000"/>
                </a:schemeClr>
              </a:solidFill>
              <a:latin typeface="Calibri" pitchFamily="34" charset="0"/>
              <a:cs typeface="Calibri" pitchFamily="34" charset="0"/>
            </a:endParaRPr>
          </a:p>
          <a:p>
            <a:pPr marL="1318879" lvl="3" indent="-342900" algn="just">
              <a:spcAft>
                <a:spcPts val="683"/>
              </a:spcAft>
              <a:buClr>
                <a:srgbClr val="FF0066"/>
              </a:buClr>
            </a:pPr>
            <a:r>
              <a:rPr lang="en-US" sz="2200" smtClean="0">
                <a:solidFill>
                  <a:schemeClr val="accent2">
                    <a:lumMod val="50000"/>
                  </a:schemeClr>
                </a:solidFill>
                <a:latin typeface="Calibri" pitchFamily="34" charset="0"/>
                <a:cs typeface="Calibri" pitchFamily="34" charset="0"/>
              </a:rPr>
              <a:t>Mở </a:t>
            </a:r>
            <a:r>
              <a:rPr lang="en-US" sz="2200">
                <a:solidFill>
                  <a:schemeClr val="accent2">
                    <a:lumMod val="50000"/>
                  </a:schemeClr>
                </a:solidFill>
                <a:latin typeface="Calibri" pitchFamily="34" charset="0"/>
                <a:cs typeface="Calibri" pitchFamily="34" charset="0"/>
              </a:rPr>
              <a:t>rộng thêm các chức năng mới cho hệ thống.</a:t>
            </a:r>
            <a:endParaRPr lang="vi-VN" sz="2200">
              <a:solidFill>
                <a:schemeClr val="accent2">
                  <a:lumMod val="50000"/>
                </a:schemeClr>
              </a:solidFill>
              <a:latin typeface="Calibri" pitchFamily="34" charset="0"/>
              <a:cs typeface="Calibri" pitchFamily="34" charset="0"/>
            </a:endParaRPr>
          </a:p>
          <a:p>
            <a:pPr marL="1318879" lvl="3" indent="-342900" algn="just">
              <a:spcAft>
                <a:spcPts val="683"/>
              </a:spcAft>
              <a:buClr>
                <a:srgbClr val="FF0066"/>
              </a:buClr>
            </a:pPr>
            <a:r>
              <a:rPr lang="en-US" sz="2200">
                <a:solidFill>
                  <a:schemeClr val="accent2">
                    <a:lumMod val="50000"/>
                  </a:schemeClr>
                </a:solidFill>
                <a:latin typeface="Calibri" pitchFamily="34" charset="0"/>
                <a:cs typeface="Calibri" pitchFamily="34" charset="0"/>
              </a:rPr>
              <a:t>Cải tiến phương thức truy cập dữ liệu do muốn nâng cao hiệu suất của chương trình. </a:t>
            </a:r>
            <a:endParaRPr lang="vi-VN" sz="2200">
              <a:solidFill>
                <a:schemeClr val="accent2">
                  <a:lumMod val="50000"/>
                </a:schemeClr>
              </a:solidFill>
              <a:latin typeface="Calibri" pitchFamily="34" charset="0"/>
              <a:cs typeface="Calibri" pitchFamily="34" charset="0"/>
            </a:endParaRPr>
          </a:p>
          <a:p>
            <a:pPr marL="1318879" lvl="3" indent="-342900" algn="just">
              <a:spcAft>
                <a:spcPts val="683"/>
              </a:spcAft>
              <a:buClr>
                <a:srgbClr val="FF0066"/>
              </a:buClr>
            </a:pPr>
            <a:r>
              <a:rPr lang="en-US" sz="2200">
                <a:solidFill>
                  <a:schemeClr val="accent2">
                    <a:lumMod val="50000"/>
                  </a:schemeClr>
                </a:solidFill>
                <a:latin typeface="Calibri" pitchFamily="34" charset="0"/>
                <a:cs typeface="Calibri" pitchFamily="34" charset="0"/>
              </a:rPr>
              <a:t>Cải tiến quản lý kéo theo cải tiến phương pháp và trình tự công việc.</a:t>
            </a:r>
            <a:endParaRPr lang="vi-VN" sz="2200">
              <a:solidFill>
                <a:schemeClr val="accent2">
                  <a:lumMod val="50000"/>
                </a:schemeClr>
              </a:solidFill>
              <a:latin typeface="Calibri" pitchFamily="34" charset="0"/>
              <a:cs typeface="Calibri" pitchFamily="34" charset="0"/>
            </a:endParaRPr>
          </a:p>
          <a:p>
            <a:pPr marL="1318879" lvl="3" indent="-342900" algn="just">
              <a:spcAft>
                <a:spcPts val="683"/>
              </a:spcAft>
              <a:buClr>
                <a:srgbClr val="FF0066"/>
              </a:buClr>
            </a:pPr>
            <a:r>
              <a:rPr lang="en-US" sz="2200">
                <a:solidFill>
                  <a:schemeClr val="accent2">
                    <a:lumMod val="50000"/>
                  </a:schemeClr>
                </a:solidFill>
                <a:latin typeface="Calibri" pitchFamily="34" charset="0"/>
                <a:cs typeface="Calibri" pitchFamily="34" charset="0"/>
              </a:rPr>
              <a:t>Thay đổi người dùng hoặc thay đổi các thao tác thực hiện.</a:t>
            </a:r>
            <a:endParaRPr lang="en-US" sz="22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2" y="1090836"/>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7</a:t>
            </a:fld>
            <a:endParaRPr lang="vi-VN"/>
          </a:p>
        </p:txBody>
      </p:sp>
      <p:sp>
        <p:nvSpPr>
          <p:cNvPr id="7"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a:solidFill>
                  <a:schemeClr val="tx2"/>
                </a:solidFill>
                <a:ea typeface="+mj-ea"/>
                <a:cs typeface="Arial" pitchFamily="34" charset="0"/>
              </a:rPr>
              <a:t>1</a:t>
            </a:r>
            <a:r>
              <a:rPr lang="en-US" sz="1600">
                <a:solidFill>
                  <a:schemeClr val="tx2"/>
                </a:solidFill>
                <a:ea typeface="+mj-ea"/>
                <a:cs typeface="Arial" pitchFamily="34" charset="0"/>
              </a:rPr>
              <a:t>. </a:t>
            </a:r>
            <a:r>
              <a:rPr lang="en-US" sz="1600">
                <a:solidFill>
                  <a:schemeClr val="tx2"/>
                </a:solidFill>
                <a:ea typeface="+mj-ea"/>
                <a:cs typeface="Arial" pitchFamily="34" charset="0"/>
              </a:rPr>
              <a:t>Bảo trì hiệu chỉnh</a:t>
            </a:r>
            <a:endParaRPr lang="en-US" sz="1600">
              <a:solidFill>
                <a:schemeClr val="tx2"/>
              </a:solidFill>
              <a:ea typeface="+mj-ea"/>
              <a:cs typeface="Arial" pitchFamily="34" charset="0"/>
            </a:endParaRPr>
          </a:p>
          <a:p>
            <a:pPr marL="0" lvl="1"/>
            <a:r>
              <a:rPr lang="en-US" sz="1600">
                <a:solidFill>
                  <a:schemeClr val="tx2"/>
                </a:solidFill>
                <a:ea typeface="+mj-ea"/>
                <a:cs typeface="Arial" pitchFamily="34" charset="0"/>
              </a:rPr>
              <a:t>2. Bảo trì thích nghi</a:t>
            </a:r>
          </a:p>
          <a:p>
            <a:pPr marL="0" lvl="1"/>
            <a:r>
              <a:rPr lang="en-US" sz="1600" b="1">
                <a:solidFill>
                  <a:schemeClr val="accent6">
                    <a:lumMod val="75000"/>
                  </a:schemeClr>
                </a:solidFill>
                <a:ea typeface="+mj-ea"/>
                <a:cs typeface="Arial" pitchFamily="34" charset="0"/>
              </a:rPr>
              <a:t>3. Bảo trì hoàn thiện</a:t>
            </a:r>
          </a:p>
          <a:p>
            <a:pPr marL="0" lvl="1"/>
            <a:r>
              <a:rPr lang="en-US" sz="1600" smtClean="0">
                <a:solidFill>
                  <a:schemeClr val="tx2"/>
                </a:solidFill>
                <a:ea typeface="+mj-ea"/>
                <a:cs typeface="Arial" pitchFamily="34" charset="0"/>
              </a:rPr>
              <a:t>4. Bảo trì phòng ngừa</a:t>
            </a:r>
          </a:p>
        </p:txBody>
      </p:sp>
    </p:spTree>
    <p:extLst>
      <p:ext uri="{BB962C8B-B14F-4D97-AF65-F5344CB8AC3E}">
        <p14:creationId xmlns:p14="http://schemas.microsoft.com/office/powerpoint/2010/main" val="204908668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200000"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Calibri" pitchFamily="34" charset="0"/>
                <a:cs typeface="Calibri" pitchFamily="34" charset="0"/>
              </a:rPr>
              <a:t>1. Khái niệm bảo trì</a:t>
            </a:r>
            <a:br>
              <a:rPr lang="en-US" sz="1600">
                <a:solidFill>
                  <a:schemeClr val="accent1">
                    <a:lumMod val="75000"/>
                  </a:schemeClr>
                </a:solidFill>
                <a:latin typeface="Calibri" pitchFamily="34" charset="0"/>
                <a:cs typeface="Calibri" pitchFamily="34" charset="0"/>
              </a:rPr>
            </a:br>
            <a:r>
              <a:rPr lang="en-US" sz="1600" b="1">
                <a:solidFill>
                  <a:schemeClr val="accent6">
                    <a:lumMod val="75000"/>
                  </a:schemeClr>
                </a:solidFill>
                <a:latin typeface="Calibri (Body)"/>
                <a:cs typeface="Arial" pitchFamily="34" charset="0"/>
              </a:rPr>
              <a:t>2. </a:t>
            </a:r>
            <a:r>
              <a:rPr lang="vi-VN" sz="1600" b="1">
                <a:solidFill>
                  <a:schemeClr val="accent6">
                    <a:lumMod val="75000"/>
                  </a:schemeClr>
                </a:solidFill>
                <a:latin typeface="Calibri (Body)"/>
                <a:cs typeface="Arial" pitchFamily="34" charset="0"/>
              </a:rPr>
              <a:t>Các hình thái bảo trì</a:t>
            </a:r>
            <a:br>
              <a:rPr lang="vi-VN" sz="1600" b="1">
                <a:solidFill>
                  <a:schemeClr val="accent6">
                    <a:lumMod val="75000"/>
                  </a:schemeClr>
                </a:solidFill>
                <a:latin typeface="Calibri (Body)"/>
                <a:cs typeface="Arial" pitchFamily="34" charset="0"/>
              </a:rPr>
            </a:br>
            <a:r>
              <a:rPr lang="en-US" sz="1600" smtClean="0">
                <a:solidFill>
                  <a:schemeClr val="accent1">
                    <a:lumMod val="75000"/>
                  </a:schemeClr>
                </a:solidFill>
                <a:latin typeface="Calibri" pitchFamily="34" charset="0"/>
                <a:cs typeface="Calibri" pitchFamily="34" charset="0"/>
              </a:rPr>
              <a:t>3. </a:t>
            </a:r>
            <a:r>
              <a:rPr lang="vi-VN" sz="1600" smtClean="0">
                <a:solidFill>
                  <a:schemeClr val="accent1">
                    <a:lumMod val="75000"/>
                  </a:schemeClr>
                </a:solidFill>
                <a:latin typeface="Calibri" pitchFamily="34" charset="0"/>
                <a:cs typeface="Calibri" pitchFamily="34" charset="0"/>
              </a:rPr>
              <a:t>Các công việc bảo trì</a:t>
            </a:r>
            <a:br>
              <a:rPr lang="vi-VN" sz="1600" smtClean="0">
                <a:solidFill>
                  <a:schemeClr val="accent1">
                    <a:lumMod val="75000"/>
                  </a:schemeClr>
                </a:solidFill>
                <a:latin typeface="Calibri" pitchFamily="34" charset="0"/>
                <a:cs typeface="Calibri" pitchFamily="34" charset="0"/>
              </a:rPr>
            </a:br>
            <a:r>
              <a:rPr lang="vi-VN" sz="1600" smtClean="0">
                <a:solidFill>
                  <a:schemeClr val="accent1">
                    <a:lumMod val="75000"/>
                  </a:schemeClr>
                </a:solidFill>
                <a:latin typeface="Calibri" pitchFamily="34" charset="0"/>
                <a:cs typeface="Calibri" pitchFamily="34" charset="0"/>
              </a:rPr>
              <a:t>4. Hiệu ứng bảo trì</a:t>
            </a: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390392" lvl="1" indent="-390392" algn="just">
              <a:spcAft>
                <a:spcPts val="683"/>
              </a:spcAft>
              <a:buClr>
                <a:srgbClr val="FF0066"/>
              </a:buClr>
              <a:buFont typeface="Symbol" pitchFamily="18" charset="2"/>
              <a:buChar char="¨"/>
            </a:pPr>
            <a:r>
              <a:rPr lang="en-US" sz="2400" smtClean="0">
                <a:solidFill>
                  <a:schemeClr val="accent2">
                    <a:lumMod val="50000"/>
                  </a:schemeClr>
                </a:solidFill>
                <a:latin typeface="Calibri" pitchFamily="34" charset="0"/>
                <a:cs typeface="Calibri" pitchFamily="34" charset="0"/>
              </a:rPr>
              <a:t>Là </a:t>
            </a:r>
            <a:r>
              <a:rPr lang="en-US" sz="2400">
                <a:solidFill>
                  <a:schemeClr val="accent2">
                    <a:lumMod val="50000"/>
                  </a:schemeClr>
                </a:solidFill>
                <a:latin typeface="Calibri" pitchFamily="34" charset="0"/>
                <a:cs typeface="Calibri" pitchFamily="34" charset="0"/>
              </a:rPr>
              <a:t>hoạt động chỉnh sửa chương trình có tính đến tương lai của hệ thống sẽ được mở rộng và thay đổi như thế nào, đây là một vấn đề khá mới và còn đang được tranh cãi</a:t>
            </a:r>
            <a:r>
              <a:rPr lang="en-US" sz="2400">
                <a:solidFill>
                  <a:schemeClr val="accent2">
                    <a:lumMod val="50000"/>
                  </a:schemeClr>
                </a:solidFill>
                <a:latin typeface="Calibri" pitchFamily="34" charset="0"/>
                <a:cs typeface="Calibri" pitchFamily="34" charset="0"/>
              </a:rPr>
              <a:t>. </a:t>
            </a:r>
            <a:endParaRPr lang="en-US" sz="2400" smtClean="0">
              <a:solidFill>
                <a:schemeClr val="accent2">
                  <a:lumMod val="50000"/>
                </a:schemeClr>
              </a:solidFill>
              <a:latin typeface="Calibri" pitchFamily="34" charset="0"/>
              <a:cs typeface="Calibri" pitchFamily="34" charset="0"/>
            </a:endParaRPr>
          </a:p>
          <a:p>
            <a:pPr marL="390392" lvl="1" indent="-390392" algn="just">
              <a:spcAft>
                <a:spcPts val="683"/>
              </a:spcAft>
              <a:buClr>
                <a:srgbClr val="FF0066"/>
              </a:buClr>
              <a:buFont typeface="Symbol" pitchFamily="18" charset="2"/>
              <a:buChar char="¨"/>
            </a:pPr>
            <a:r>
              <a:rPr lang="en-US" sz="2400" smtClean="0">
                <a:solidFill>
                  <a:schemeClr val="accent2">
                    <a:lumMod val="50000"/>
                  </a:schemeClr>
                </a:solidFill>
                <a:latin typeface="Calibri" pitchFamily="34" charset="0"/>
                <a:cs typeface="Calibri" pitchFamily="34" charset="0"/>
              </a:rPr>
              <a:t>Thay </a:t>
            </a:r>
            <a:r>
              <a:rPr lang="en-US" sz="2400">
                <a:solidFill>
                  <a:schemeClr val="accent2">
                    <a:lumMod val="50000"/>
                  </a:schemeClr>
                </a:solidFill>
                <a:latin typeface="Calibri" pitchFamily="34" charset="0"/>
                <a:cs typeface="Calibri" pitchFamily="34" charset="0"/>
              </a:rPr>
              <a:t>vì đợi cho đến khi nhận được yêu cầu bảo trì, các tổ chức phát triển hay bảo trì chọn một chương trình mà:</a:t>
            </a:r>
            <a:endParaRPr lang="vi-VN" sz="2400">
              <a:solidFill>
                <a:schemeClr val="accent2">
                  <a:lumMod val="50000"/>
                </a:schemeClr>
              </a:solidFill>
              <a:latin typeface="Calibri" pitchFamily="34" charset="0"/>
              <a:cs typeface="Calibri" pitchFamily="34" charset="0"/>
            </a:endParaRPr>
          </a:p>
          <a:p>
            <a:pPr marL="1318879" lvl="3" indent="-342900" algn="just">
              <a:spcAft>
                <a:spcPts val="683"/>
              </a:spcAft>
              <a:buClr>
                <a:srgbClr val="FF0066"/>
              </a:buClr>
            </a:pPr>
            <a:r>
              <a:rPr lang="en-US" sz="2200" smtClean="0">
                <a:solidFill>
                  <a:schemeClr val="accent2">
                    <a:lumMod val="50000"/>
                  </a:schemeClr>
                </a:solidFill>
                <a:latin typeface="Calibri" pitchFamily="34" charset="0"/>
                <a:cs typeface="Calibri" pitchFamily="34" charset="0"/>
              </a:rPr>
              <a:t>Sẽ </a:t>
            </a:r>
            <a:r>
              <a:rPr lang="en-US" sz="2200">
                <a:solidFill>
                  <a:schemeClr val="accent2">
                    <a:lumMod val="50000"/>
                  </a:schemeClr>
                </a:solidFill>
                <a:latin typeface="Calibri" pitchFamily="34" charset="0"/>
                <a:cs typeface="Calibri" pitchFamily="34" charset="0"/>
              </a:rPr>
              <a:t>được sử dụng trong một số năm </a:t>
            </a:r>
            <a:r>
              <a:rPr lang="en-US" sz="2200">
                <a:solidFill>
                  <a:schemeClr val="accent2">
                    <a:lumMod val="50000"/>
                  </a:schemeClr>
                </a:solidFill>
                <a:latin typeface="Calibri" pitchFamily="34" charset="0"/>
                <a:cs typeface="Calibri" pitchFamily="34" charset="0"/>
              </a:rPr>
              <a:t>định </a:t>
            </a:r>
            <a:r>
              <a:rPr lang="en-US" sz="2200" smtClean="0">
                <a:solidFill>
                  <a:schemeClr val="accent2">
                    <a:lumMod val="50000"/>
                  </a:schemeClr>
                </a:solidFill>
                <a:latin typeface="Calibri" pitchFamily="34" charset="0"/>
                <a:cs typeface="Calibri" pitchFamily="34" charset="0"/>
              </a:rPr>
              <a:t>trước.</a:t>
            </a:r>
          </a:p>
          <a:p>
            <a:pPr marL="1318879" lvl="3" indent="-342900" algn="just">
              <a:spcAft>
                <a:spcPts val="683"/>
              </a:spcAft>
              <a:buClr>
                <a:srgbClr val="FF0066"/>
              </a:buClr>
            </a:pPr>
            <a:r>
              <a:rPr lang="en-US" sz="2200" smtClean="0">
                <a:solidFill>
                  <a:schemeClr val="accent2">
                    <a:lumMod val="50000"/>
                  </a:schemeClr>
                </a:solidFill>
                <a:latin typeface="Calibri" pitchFamily="34" charset="0"/>
                <a:cs typeface="Calibri" pitchFamily="34" charset="0"/>
              </a:rPr>
              <a:t>Hiện </a:t>
            </a:r>
            <a:r>
              <a:rPr lang="en-US" sz="2200">
                <a:solidFill>
                  <a:schemeClr val="accent2">
                    <a:lumMod val="50000"/>
                  </a:schemeClr>
                </a:solidFill>
                <a:latin typeface="Calibri" pitchFamily="34" charset="0"/>
                <a:cs typeface="Calibri" pitchFamily="34" charset="0"/>
              </a:rPr>
              <a:t>đang được sử dụng tốt và dễ bị thay đổi hoặc nâng cấp trong tương lai </a:t>
            </a:r>
            <a:r>
              <a:rPr lang="en-US" sz="2200">
                <a:solidFill>
                  <a:schemeClr val="accent2">
                    <a:lumMod val="50000"/>
                  </a:schemeClr>
                </a:solidFill>
                <a:latin typeface="Calibri" pitchFamily="34" charset="0"/>
                <a:cs typeface="Calibri" pitchFamily="34" charset="0"/>
              </a:rPr>
              <a:t>gần</a:t>
            </a:r>
            <a:r>
              <a:rPr lang="en-US" sz="2200" smtClean="0">
                <a:solidFill>
                  <a:schemeClr val="accent2">
                    <a:lumMod val="50000"/>
                  </a:schemeClr>
                </a:solidFill>
                <a:latin typeface="Calibri" pitchFamily="34" charset="0"/>
                <a:cs typeface="Calibri" pitchFamily="34" charset="0"/>
              </a:rPr>
              <a:t>.</a:t>
            </a:r>
          </a:p>
          <a:p>
            <a:pPr marL="390392" lvl="1" indent="-390392" algn="just">
              <a:spcAft>
                <a:spcPts val="683"/>
              </a:spcAft>
              <a:buClr>
                <a:srgbClr val="FF0066"/>
              </a:buClr>
              <a:buFont typeface="Symbol" pitchFamily="18" charset="2"/>
              <a:buChar char="¨"/>
            </a:pPr>
            <a:r>
              <a:rPr lang="en-US" sz="2400" smtClean="0">
                <a:solidFill>
                  <a:schemeClr val="accent2">
                    <a:lumMod val="50000"/>
                  </a:schemeClr>
                </a:solidFill>
                <a:latin typeface="Calibri" pitchFamily="34" charset="0"/>
                <a:cs typeface="Calibri" pitchFamily="34" charset="0"/>
              </a:rPr>
              <a:t>Khi </a:t>
            </a:r>
            <a:r>
              <a:rPr lang="en-US" sz="2400">
                <a:solidFill>
                  <a:schemeClr val="accent2">
                    <a:lumMod val="50000"/>
                  </a:schemeClr>
                </a:solidFill>
                <a:latin typeface="Calibri" pitchFamily="34" charset="0"/>
                <a:cs typeface="Calibri" pitchFamily="34" charset="0"/>
              </a:rPr>
              <a:t>một tổ chức phát triển phần mềm bán phần mềm như là một sản phẩm thì bảo trì phòng ngừa được xem như phiên bản mới của chương trình</a:t>
            </a:r>
            <a:r>
              <a:rPr lang="en-US" sz="2400">
                <a:solidFill>
                  <a:schemeClr val="accent2">
                    <a:lumMod val="50000"/>
                  </a:schemeClr>
                </a:solidFill>
                <a:latin typeface="Calibri" pitchFamily="34" charset="0"/>
                <a:cs typeface="Calibri" pitchFamily="34" charset="0"/>
              </a:rPr>
              <a:t>.</a:t>
            </a:r>
            <a:endParaRPr lang="en-US" sz="24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2" y="1090836"/>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8</a:t>
            </a:fld>
            <a:endParaRPr lang="vi-VN"/>
          </a:p>
        </p:txBody>
      </p:sp>
      <p:sp>
        <p:nvSpPr>
          <p:cNvPr id="7"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a:solidFill>
                  <a:schemeClr val="tx2"/>
                </a:solidFill>
                <a:ea typeface="+mj-ea"/>
                <a:cs typeface="Arial" pitchFamily="34" charset="0"/>
              </a:rPr>
              <a:t>1</a:t>
            </a:r>
            <a:r>
              <a:rPr lang="en-US" sz="1600">
                <a:solidFill>
                  <a:schemeClr val="tx2"/>
                </a:solidFill>
                <a:ea typeface="+mj-ea"/>
                <a:cs typeface="Arial" pitchFamily="34" charset="0"/>
              </a:rPr>
              <a:t>. </a:t>
            </a:r>
            <a:r>
              <a:rPr lang="en-US" sz="1600">
                <a:solidFill>
                  <a:schemeClr val="tx2"/>
                </a:solidFill>
                <a:ea typeface="+mj-ea"/>
                <a:cs typeface="Arial" pitchFamily="34" charset="0"/>
              </a:rPr>
              <a:t>Bảo trì hiệu chỉnh</a:t>
            </a:r>
            <a:endParaRPr lang="en-US" sz="1600">
              <a:solidFill>
                <a:schemeClr val="tx2"/>
              </a:solidFill>
              <a:ea typeface="+mj-ea"/>
              <a:cs typeface="Arial" pitchFamily="34" charset="0"/>
            </a:endParaRPr>
          </a:p>
          <a:p>
            <a:pPr marL="0" lvl="1"/>
            <a:r>
              <a:rPr lang="en-US" sz="1600">
                <a:solidFill>
                  <a:schemeClr val="tx2"/>
                </a:solidFill>
                <a:ea typeface="+mj-ea"/>
                <a:cs typeface="Arial" pitchFamily="34" charset="0"/>
              </a:rPr>
              <a:t>2. Bảo trì thích nghi</a:t>
            </a:r>
          </a:p>
          <a:p>
            <a:pPr marL="0" lvl="1"/>
            <a:r>
              <a:rPr lang="en-US" sz="1600">
                <a:solidFill>
                  <a:schemeClr val="tx2"/>
                </a:solidFill>
                <a:ea typeface="+mj-ea"/>
                <a:cs typeface="Arial" pitchFamily="34" charset="0"/>
              </a:rPr>
              <a:t>3. Bảo trì hoàn thiện</a:t>
            </a:r>
          </a:p>
          <a:p>
            <a:pPr marL="0" lvl="1"/>
            <a:r>
              <a:rPr lang="en-US" sz="1600" b="1">
                <a:solidFill>
                  <a:schemeClr val="accent6">
                    <a:lumMod val="75000"/>
                  </a:schemeClr>
                </a:solidFill>
                <a:ea typeface="+mj-ea"/>
                <a:cs typeface="Arial" pitchFamily="34" charset="0"/>
              </a:rPr>
              <a:t>4. Bảo trì phòng ngừa</a:t>
            </a:r>
          </a:p>
        </p:txBody>
      </p:sp>
    </p:spTree>
    <p:extLst>
      <p:ext uri="{BB962C8B-B14F-4D97-AF65-F5344CB8AC3E}">
        <p14:creationId xmlns:p14="http://schemas.microsoft.com/office/powerpoint/2010/main" val="248861560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200000"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Calibri" pitchFamily="34" charset="0"/>
                <a:cs typeface="Calibri" pitchFamily="34" charset="0"/>
              </a:rPr>
              <a:t>1. Khái niệm bảo trì</a:t>
            </a:r>
            <a:br>
              <a:rPr lang="en-US" sz="1600">
                <a:solidFill>
                  <a:schemeClr val="accent1">
                    <a:lumMod val="75000"/>
                  </a:schemeClr>
                </a:solidFill>
                <a:latin typeface="Calibri" pitchFamily="34" charset="0"/>
                <a:cs typeface="Calibri" pitchFamily="34" charset="0"/>
              </a:rPr>
            </a:br>
            <a:r>
              <a:rPr lang="en-US" sz="1600" smtClean="0">
                <a:solidFill>
                  <a:schemeClr val="accent1">
                    <a:lumMod val="75000"/>
                  </a:schemeClr>
                </a:solidFill>
                <a:latin typeface="+mn-lt"/>
                <a:cs typeface="Arial" pitchFamily="34" charset="0"/>
              </a:rPr>
              <a:t>2</a:t>
            </a:r>
            <a:r>
              <a:rPr lang="en-US" sz="1600">
                <a:solidFill>
                  <a:schemeClr val="accent1">
                    <a:lumMod val="75000"/>
                  </a:schemeClr>
                </a:solidFill>
                <a:latin typeface="+mn-lt"/>
                <a:cs typeface="Arial" pitchFamily="34" charset="0"/>
              </a:rPr>
              <a:t>. </a:t>
            </a:r>
            <a:r>
              <a:rPr lang="vi-VN" sz="1600" smtClean="0">
                <a:solidFill>
                  <a:schemeClr val="accent1">
                    <a:lumMod val="75000"/>
                  </a:schemeClr>
                </a:solidFill>
                <a:latin typeface="Calibri" pitchFamily="34" charset="0"/>
                <a:cs typeface="Calibri" pitchFamily="34" charset="0"/>
              </a:rPr>
              <a:t>Các hình thái bảo trì</a:t>
            </a:r>
            <a:r>
              <a:rPr lang="vi-VN" sz="1600">
                <a:solidFill>
                  <a:schemeClr val="accent1">
                    <a:lumMod val="75000"/>
                  </a:schemeClr>
                </a:solidFill>
                <a:latin typeface="Calibri" pitchFamily="34" charset="0"/>
                <a:cs typeface="Calibri" pitchFamily="34" charset="0"/>
              </a:rPr>
              <a:t/>
            </a:r>
            <a:br>
              <a:rPr lang="vi-VN" sz="1600">
                <a:solidFill>
                  <a:schemeClr val="accent1">
                    <a:lumMod val="75000"/>
                  </a:schemeClr>
                </a:solidFill>
                <a:latin typeface="Calibri" pitchFamily="34" charset="0"/>
                <a:cs typeface="Calibri" pitchFamily="34" charset="0"/>
              </a:rPr>
            </a:br>
            <a:r>
              <a:rPr lang="en-US" sz="1600" b="1">
                <a:solidFill>
                  <a:schemeClr val="accent6">
                    <a:lumMod val="75000"/>
                  </a:schemeClr>
                </a:solidFill>
                <a:latin typeface="Calibri (Body)"/>
                <a:cs typeface="Arial" pitchFamily="34" charset="0"/>
              </a:rPr>
              <a:t>3. </a:t>
            </a:r>
            <a:r>
              <a:rPr lang="vi-VN" sz="1600" b="1">
                <a:solidFill>
                  <a:schemeClr val="accent6">
                    <a:lumMod val="75000"/>
                  </a:schemeClr>
                </a:solidFill>
                <a:latin typeface="Calibri (Body)"/>
                <a:cs typeface="Arial" pitchFamily="34" charset="0"/>
              </a:rPr>
              <a:t>Các công việc bảo trì</a:t>
            </a:r>
            <a:r>
              <a:rPr lang="vi-VN" sz="1600" smtClean="0">
                <a:solidFill>
                  <a:schemeClr val="accent1">
                    <a:lumMod val="75000"/>
                  </a:schemeClr>
                </a:solidFill>
                <a:latin typeface="Calibri" pitchFamily="34" charset="0"/>
                <a:cs typeface="Calibri" pitchFamily="34" charset="0"/>
              </a:rPr>
              <a:t/>
            </a:r>
            <a:br>
              <a:rPr lang="vi-VN" sz="1600" smtClean="0">
                <a:solidFill>
                  <a:schemeClr val="accent1">
                    <a:lumMod val="75000"/>
                  </a:schemeClr>
                </a:solidFill>
                <a:latin typeface="Calibri" pitchFamily="34" charset="0"/>
                <a:cs typeface="Calibri" pitchFamily="34" charset="0"/>
              </a:rPr>
            </a:br>
            <a:r>
              <a:rPr lang="vi-VN" sz="1600" smtClean="0">
                <a:solidFill>
                  <a:schemeClr val="accent1">
                    <a:lumMod val="75000"/>
                  </a:schemeClr>
                </a:solidFill>
                <a:latin typeface="Calibri" pitchFamily="34" charset="0"/>
                <a:cs typeface="Calibri" pitchFamily="34" charset="0"/>
              </a:rPr>
              <a:t>4. Hiệu ứng bảo trì</a:t>
            </a: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390392" lvl="1" indent="-390392" algn="just">
              <a:spcAft>
                <a:spcPts val="683"/>
              </a:spcAft>
              <a:buClr>
                <a:srgbClr val="FF0066"/>
              </a:buClr>
              <a:buFont typeface="Symbol" pitchFamily="18" charset="2"/>
              <a:buChar char="¨"/>
            </a:pPr>
            <a:r>
              <a:rPr lang="en-US" sz="2400" smtClean="0">
                <a:solidFill>
                  <a:schemeClr val="accent2">
                    <a:lumMod val="50000"/>
                  </a:schemeClr>
                </a:solidFill>
                <a:latin typeface="Calibri" pitchFamily="34" charset="0"/>
                <a:cs typeface="Calibri" pitchFamily="34" charset="0"/>
              </a:rPr>
              <a:t>Tất </a:t>
            </a:r>
            <a:r>
              <a:rPr lang="en-US" sz="2400">
                <a:solidFill>
                  <a:schemeClr val="accent2">
                    <a:lumMod val="50000"/>
                  </a:schemeClr>
                </a:solidFill>
                <a:latin typeface="Calibri" pitchFamily="34" charset="0"/>
                <a:cs typeface="Calibri" pitchFamily="34" charset="0"/>
              </a:rPr>
              <a:t>cả các yêu cầu về việc bảo trì phần mềm cần được trình bày theo một tiêu chuẩn, người phát triển phần </a:t>
            </a:r>
            <a:r>
              <a:rPr lang="en-US" sz="2400">
                <a:solidFill>
                  <a:schemeClr val="accent2">
                    <a:lumMod val="50000"/>
                  </a:schemeClr>
                </a:solidFill>
                <a:latin typeface="Calibri" pitchFamily="34" charset="0"/>
                <a:cs typeface="Calibri" pitchFamily="34" charset="0"/>
              </a:rPr>
              <a:t>mềm </a:t>
            </a:r>
            <a:r>
              <a:rPr lang="en-US" sz="2400" smtClean="0">
                <a:solidFill>
                  <a:schemeClr val="accent2">
                    <a:lumMod val="50000"/>
                  </a:schemeClr>
                </a:solidFill>
                <a:latin typeface="Calibri" pitchFamily="34" charset="0"/>
                <a:cs typeface="Calibri" pitchFamily="34" charset="0"/>
              </a:rPr>
              <a:t>cung </a:t>
            </a:r>
            <a:r>
              <a:rPr lang="en-US" sz="2400">
                <a:solidFill>
                  <a:schemeClr val="accent2">
                    <a:lumMod val="50000"/>
                  </a:schemeClr>
                </a:solidFill>
                <a:latin typeface="Calibri" pitchFamily="34" charset="0"/>
                <a:cs typeface="Calibri" pitchFamily="34" charset="0"/>
              </a:rPr>
              <a:t>cấp một đơn yêu cầu bảo trì còn được gọi là báo cáo các lỗi phần mềm cho khách hàng.</a:t>
            </a:r>
            <a:endParaRPr lang="vi-VN" sz="2400">
              <a:solidFill>
                <a:schemeClr val="accent2">
                  <a:lumMod val="50000"/>
                </a:schemeClr>
              </a:solidFill>
              <a:latin typeface="Calibri" pitchFamily="34" charset="0"/>
              <a:cs typeface="Calibri" pitchFamily="34" charset="0"/>
            </a:endParaRPr>
          </a:p>
          <a:p>
            <a:pPr marL="390392" lvl="1" indent="-390392" algn="just">
              <a:spcAft>
                <a:spcPts val="683"/>
              </a:spcAft>
              <a:buClr>
                <a:srgbClr val="FF0066"/>
              </a:buClr>
              <a:buFont typeface="Symbol" pitchFamily="18" charset="2"/>
              <a:buChar char="¨"/>
            </a:pPr>
            <a:r>
              <a:rPr lang="en-US" sz="2400">
                <a:solidFill>
                  <a:schemeClr val="accent2">
                    <a:lumMod val="50000"/>
                  </a:schemeClr>
                </a:solidFill>
                <a:latin typeface="Calibri" pitchFamily="34" charset="0"/>
                <a:cs typeface="Calibri" pitchFamily="34" charset="0"/>
              </a:rPr>
              <a:t>Báo cáo này được người sử dụng điền vào khi yêu cầu bảo trì phần mềm, nếu chương trình xuất hiện lỗi thì khách hàng phải mô tả đầy đủ tình huống dẫn đến lỗi, bao gồm dữ liệu, đoạn chương trình và các yêu cầu khác vào trong bản báo cáo</a:t>
            </a:r>
            <a:r>
              <a:rPr lang="en-US" sz="2400">
                <a:solidFill>
                  <a:schemeClr val="accent2">
                    <a:lumMod val="50000"/>
                  </a:schemeClr>
                </a:solidFill>
                <a:latin typeface="Calibri" pitchFamily="34" charset="0"/>
                <a:cs typeface="Calibri" pitchFamily="34" charset="0"/>
              </a:rPr>
              <a:t>. </a:t>
            </a:r>
            <a:endParaRPr lang="en-US" sz="2400" smtClean="0">
              <a:solidFill>
                <a:schemeClr val="accent2">
                  <a:lumMod val="50000"/>
                </a:schemeClr>
              </a:solidFill>
              <a:latin typeface="Calibri" pitchFamily="34" charset="0"/>
              <a:cs typeface="Calibri" pitchFamily="34" charset="0"/>
            </a:endParaRPr>
          </a:p>
          <a:p>
            <a:pPr marL="390392" lvl="1" indent="-390392" algn="just">
              <a:spcAft>
                <a:spcPts val="683"/>
              </a:spcAft>
              <a:buClr>
                <a:srgbClr val="FF0066"/>
              </a:buClr>
              <a:buFont typeface="Symbol" pitchFamily="18" charset="2"/>
              <a:buChar char="¨"/>
            </a:pPr>
            <a:r>
              <a:rPr lang="en-US" sz="2400">
                <a:solidFill>
                  <a:schemeClr val="accent2">
                    <a:lumMod val="50000"/>
                  </a:schemeClr>
                </a:solidFill>
                <a:latin typeface="Calibri" pitchFamily="34" charset="0"/>
                <a:cs typeface="Calibri" pitchFamily="34" charset="0"/>
              </a:rPr>
              <a:t>Đơn yêu cầu bảo trì sẽ được người kiểm soát bảo trì và người quản lý hệ thống xem xét. Đây được coi như một cơ sở để đề ra kế hoạch của công việc bảo trì.</a:t>
            </a:r>
            <a:endParaRPr lang="vi-VN" sz="2400">
              <a:solidFill>
                <a:schemeClr val="accent2">
                  <a:lumMod val="50000"/>
                </a:schemeClr>
              </a:solidFill>
              <a:latin typeface="Calibri" pitchFamily="34" charset="0"/>
              <a:cs typeface="Calibri" pitchFamily="34" charset="0"/>
            </a:endParaRPr>
          </a:p>
          <a:p>
            <a:pPr marL="390392" lvl="1" indent="-390392" algn="just">
              <a:spcAft>
                <a:spcPts val="683"/>
              </a:spcAft>
              <a:buClr>
                <a:srgbClr val="FF0066"/>
              </a:buClr>
              <a:buFont typeface="Symbol" pitchFamily="18" charset="2"/>
              <a:buChar char="¨"/>
            </a:pPr>
            <a:r>
              <a:rPr lang="en-US" sz="2400">
                <a:solidFill>
                  <a:schemeClr val="accent2">
                    <a:lumMod val="50000"/>
                  </a:schemeClr>
                </a:solidFill>
                <a:latin typeface="Calibri" pitchFamily="34" charset="0"/>
                <a:cs typeface="Calibri" pitchFamily="34" charset="0"/>
              </a:rPr>
              <a:t>Nếu yêu cầu bảo trì là bảo trì thích nghi hoặc bảo trì hoàn thiện thì các yêu cầu chi tiết sẽ được thảo ra. </a:t>
            </a:r>
            <a:endParaRPr lang="vi-VN" sz="2400">
              <a:solidFill>
                <a:schemeClr val="accent2">
                  <a:lumMod val="50000"/>
                </a:schemeClr>
              </a:solidFill>
              <a:latin typeface="Calibri" pitchFamily="34" charset="0"/>
              <a:cs typeface="Calibri" pitchFamily="34" charset="0"/>
            </a:endParaRPr>
          </a:p>
          <a:p>
            <a:pPr marL="390392" lvl="1" indent="-390392" algn="just">
              <a:spcAft>
                <a:spcPts val="683"/>
              </a:spcAft>
              <a:buClr>
                <a:srgbClr val="FF0066"/>
              </a:buClr>
              <a:buFont typeface="Symbol" pitchFamily="18" charset="2"/>
              <a:buChar char="¨"/>
            </a:pPr>
            <a:endParaRPr lang="en-US" sz="21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2" y="1090836"/>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9</a:t>
            </a:fld>
            <a:endParaRPr lang="vi-VN"/>
          </a:p>
        </p:txBody>
      </p:sp>
      <p:sp>
        <p:nvSpPr>
          <p:cNvPr id="7"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b="1" smtClean="0">
                <a:solidFill>
                  <a:schemeClr val="accent6">
                    <a:lumMod val="75000"/>
                  </a:schemeClr>
                </a:solidFill>
                <a:ea typeface="+mj-ea"/>
                <a:cs typeface="Arial" pitchFamily="34" charset="0"/>
              </a:rPr>
              <a:t>1</a:t>
            </a:r>
            <a:r>
              <a:rPr lang="en-US" sz="1600" b="1">
                <a:solidFill>
                  <a:schemeClr val="accent6">
                    <a:lumMod val="75000"/>
                  </a:schemeClr>
                </a:solidFill>
                <a:ea typeface="+mj-ea"/>
                <a:cs typeface="Arial" pitchFamily="34" charset="0"/>
              </a:rPr>
              <a:t>. </a:t>
            </a:r>
            <a:r>
              <a:rPr lang="en-US" sz="1600" b="1" smtClean="0">
                <a:solidFill>
                  <a:schemeClr val="accent6">
                    <a:lumMod val="75000"/>
                  </a:schemeClr>
                </a:solidFill>
                <a:ea typeface="+mj-ea"/>
                <a:cs typeface="Arial" pitchFamily="34" charset="0"/>
              </a:rPr>
              <a:t>Báo cáo</a:t>
            </a:r>
            <a:endParaRPr lang="en-US" sz="1600" b="1">
              <a:solidFill>
                <a:schemeClr val="accent6">
                  <a:lumMod val="75000"/>
                </a:schemeClr>
              </a:solidFill>
              <a:ea typeface="+mj-ea"/>
              <a:cs typeface="Arial" pitchFamily="34" charset="0"/>
            </a:endParaRPr>
          </a:p>
          <a:p>
            <a:pPr marL="0" lvl="1"/>
            <a:r>
              <a:rPr lang="en-US" sz="1600" smtClean="0">
                <a:solidFill>
                  <a:schemeClr val="tx2"/>
                </a:solidFill>
                <a:ea typeface="+mj-ea"/>
                <a:cs typeface="Arial" pitchFamily="34" charset="0"/>
              </a:rPr>
              <a:t>2. Lưu giữ hồ sơ</a:t>
            </a:r>
          </a:p>
          <a:p>
            <a:pPr marL="0" lvl="1"/>
            <a:r>
              <a:rPr lang="en-US" sz="1600" smtClean="0">
                <a:solidFill>
                  <a:schemeClr val="tx2"/>
                </a:solidFill>
                <a:ea typeface="+mj-ea"/>
                <a:cs typeface="Arial" pitchFamily="34" charset="0"/>
              </a:rPr>
              <a:t>3. Xác định chi phí bảo trì</a:t>
            </a:r>
          </a:p>
        </p:txBody>
      </p:sp>
    </p:spTree>
    <p:extLst>
      <p:ext uri="{BB962C8B-B14F-4D97-AF65-F5344CB8AC3E}">
        <p14:creationId xmlns:p14="http://schemas.microsoft.com/office/powerpoint/2010/main" val="405393218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200000"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Calibri" pitchFamily="34" charset="0"/>
                <a:cs typeface="Calibri" pitchFamily="34" charset="0"/>
              </a:rPr>
              <a:t>1. Khái niệm bảo trì</a:t>
            </a:r>
            <a:br>
              <a:rPr lang="en-US" sz="1600">
                <a:solidFill>
                  <a:schemeClr val="accent1">
                    <a:lumMod val="75000"/>
                  </a:schemeClr>
                </a:solidFill>
                <a:latin typeface="Calibri" pitchFamily="34" charset="0"/>
                <a:cs typeface="Calibri" pitchFamily="34" charset="0"/>
              </a:rPr>
            </a:br>
            <a:r>
              <a:rPr lang="en-US" sz="1600" smtClean="0">
                <a:solidFill>
                  <a:schemeClr val="accent1">
                    <a:lumMod val="75000"/>
                  </a:schemeClr>
                </a:solidFill>
                <a:latin typeface="+mn-lt"/>
                <a:cs typeface="Arial" pitchFamily="34" charset="0"/>
              </a:rPr>
              <a:t>2</a:t>
            </a:r>
            <a:r>
              <a:rPr lang="en-US" sz="1600">
                <a:solidFill>
                  <a:schemeClr val="accent1">
                    <a:lumMod val="75000"/>
                  </a:schemeClr>
                </a:solidFill>
                <a:latin typeface="+mn-lt"/>
                <a:cs typeface="Arial" pitchFamily="34" charset="0"/>
              </a:rPr>
              <a:t>. </a:t>
            </a:r>
            <a:r>
              <a:rPr lang="vi-VN" sz="1600" smtClean="0">
                <a:solidFill>
                  <a:schemeClr val="accent1">
                    <a:lumMod val="75000"/>
                  </a:schemeClr>
                </a:solidFill>
                <a:latin typeface="Calibri" pitchFamily="34" charset="0"/>
                <a:cs typeface="Calibri" pitchFamily="34" charset="0"/>
              </a:rPr>
              <a:t>Các hình thái bảo trì</a:t>
            </a:r>
            <a:r>
              <a:rPr lang="vi-VN" sz="1600">
                <a:solidFill>
                  <a:schemeClr val="accent1">
                    <a:lumMod val="75000"/>
                  </a:schemeClr>
                </a:solidFill>
                <a:latin typeface="Calibri" pitchFamily="34" charset="0"/>
                <a:cs typeface="Calibri" pitchFamily="34" charset="0"/>
              </a:rPr>
              <a:t/>
            </a:r>
            <a:br>
              <a:rPr lang="vi-VN" sz="1600">
                <a:solidFill>
                  <a:schemeClr val="accent1">
                    <a:lumMod val="75000"/>
                  </a:schemeClr>
                </a:solidFill>
                <a:latin typeface="Calibri" pitchFamily="34" charset="0"/>
                <a:cs typeface="Calibri" pitchFamily="34" charset="0"/>
              </a:rPr>
            </a:br>
            <a:r>
              <a:rPr lang="en-US" sz="1600" b="1">
                <a:solidFill>
                  <a:schemeClr val="accent6">
                    <a:lumMod val="75000"/>
                  </a:schemeClr>
                </a:solidFill>
                <a:latin typeface="Calibri (Body)"/>
                <a:cs typeface="Arial" pitchFamily="34" charset="0"/>
              </a:rPr>
              <a:t>3. </a:t>
            </a:r>
            <a:r>
              <a:rPr lang="vi-VN" sz="1600" b="1">
                <a:solidFill>
                  <a:schemeClr val="accent6">
                    <a:lumMod val="75000"/>
                  </a:schemeClr>
                </a:solidFill>
                <a:latin typeface="Calibri (Body)"/>
                <a:cs typeface="Arial" pitchFamily="34" charset="0"/>
              </a:rPr>
              <a:t>Các công việc bảo trì</a:t>
            </a:r>
            <a:r>
              <a:rPr lang="vi-VN" sz="1600" smtClean="0">
                <a:solidFill>
                  <a:schemeClr val="accent1">
                    <a:lumMod val="75000"/>
                  </a:schemeClr>
                </a:solidFill>
                <a:latin typeface="Calibri" pitchFamily="34" charset="0"/>
                <a:cs typeface="Calibri" pitchFamily="34" charset="0"/>
              </a:rPr>
              <a:t/>
            </a:r>
            <a:br>
              <a:rPr lang="vi-VN" sz="1600" smtClean="0">
                <a:solidFill>
                  <a:schemeClr val="accent1">
                    <a:lumMod val="75000"/>
                  </a:schemeClr>
                </a:solidFill>
                <a:latin typeface="Calibri" pitchFamily="34" charset="0"/>
                <a:cs typeface="Calibri" pitchFamily="34" charset="0"/>
              </a:rPr>
            </a:br>
            <a:r>
              <a:rPr lang="vi-VN" sz="1600" smtClean="0">
                <a:solidFill>
                  <a:schemeClr val="accent1">
                    <a:lumMod val="75000"/>
                  </a:schemeClr>
                </a:solidFill>
                <a:latin typeface="Calibri" pitchFamily="34" charset="0"/>
                <a:cs typeface="Calibri" pitchFamily="34" charset="0"/>
              </a:rPr>
              <a:t>4. Hiệu ứng bảo trì</a:t>
            </a: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390392" lvl="1" indent="-390392" algn="just">
              <a:spcAft>
                <a:spcPts val="683"/>
              </a:spcAft>
              <a:buClr>
                <a:srgbClr val="FF0066"/>
              </a:buClr>
              <a:buFont typeface="Symbol" pitchFamily="18" charset="2"/>
              <a:buChar char="¨"/>
            </a:pPr>
            <a:r>
              <a:rPr lang="en-US" sz="2400">
                <a:solidFill>
                  <a:schemeClr val="accent2">
                    <a:lumMod val="50000"/>
                  </a:schemeClr>
                </a:solidFill>
                <a:latin typeface="Calibri" pitchFamily="34" charset="0"/>
                <a:cs typeface="Calibri" pitchFamily="34" charset="0"/>
              </a:rPr>
              <a:t>T</a:t>
            </a:r>
            <a:r>
              <a:rPr lang="en-US" sz="2400" smtClean="0">
                <a:solidFill>
                  <a:schemeClr val="accent2">
                    <a:lumMod val="50000"/>
                  </a:schemeClr>
                </a:solidFill>
                <a:latin typeface="Calibri" pitchFamily="34" charset="0"/>
                <a:cs typeface="Calibri" pitchFamily="34" charset="0"/>
              </a:rPr>
              <a:t>rong </a:t>
            </a:r>
            <a:r>
              <a:rPr lang="en-US" sz="2400">
                <a:solidFill>
                  <a:schemeClr val="accent2">
                    <a:lumMod val="50000"/>
                  </a:schemeClr>
                </a:solidFill>
                <a:latin typeface="Calibri" pitchFamily="34" charset="0"/>
                <a:cs typeface="Calibri" pitchFamily="34" charset="0"/>
              </a:rPr>
              <a:t>nội bộ của đội ngũ phát triển phần mềm cũng phải tạo ra một báo cáo về thay đổi phần mềm, báo cáo này vạch </a:t>
            </a:r>
            <a:r>
              <a:rPr lang="en-US" sz="2400">
                <a:solidFill>
                  <a:schemeClr val="accent2">
                    <a:lumMod val="50000"/>
                  </a:schemeClr>
                </a:solidFill>
                <a:latin typeface="Calibri" pitchFamily="34" charset="0"/>
                <a:cs typeface="Calibri" pitchFamily="34" charset="0"/>
              </a:rPr>
              <a:t>rõ</a:t>
            </a:r>
            <a:r>
              <a:rPr lang="en-US" sz="2400" smtClean="0">
                <a:solidFill>
                  <a:schemeClr val="accent2">
                    <a:lumMod val="50000"/>
                  </a:schemeClr>
                </a:solidFill>
                <a:latin typeface="Calibri" pitchFamily="34" charset="0"/>
                <a:cs typeface="Calibri" pitchFamily="34" charset="0"/>
              </a:rPr>
              <a:t>:</a:t>
            </a:r>
            <a:endParaRPr lang="en-US" sz="2400">
              <a:solidFill>
                <a:schemeClr val="accent2">
                  <a:lumMod val="50000"/>
                </a:schemeClr>
              </a:solidFill>
              <a:latin typeface="Calibri" pitchFamily="34" charset="0"/>
              <a:cs typeface="Calibri" pitchFamily="34" charset="0"/>
            </a:endParaRPr>
          </a:p>
          <a:p>
            <a:pPr marL="1318879" lvl="3" indent="-342900" algn="just">
              <a:spcAft>
                <a:spcPts val="683"/>
              </a:spcAft>
              <a:buClr>
                <a:srgbClr val="FF0066"/>
              </a:buClr>
            </a:pPr>
            <a:r>
              <a:rPr lang="en-US" sz="2200" smtClean="0">
                <a:solidFill>
                  <a:schemeClr val="accent2">
                    <a:lumMod val="50000"/>
                  </a:schemeClr>
                </a:solidFill>
                <a:latin typeface="Calibri" pitchFamily="34" charset="0"/>
                <a:cs typeface="Calibri" pitchFamily="34" charset="0"/>
              </a:rPr>
              <a:t>Các </a:t>
            </a:r>
            <a:r>
              <a:rPr lang="en-US" sz="2200">
                <a:solidFill>
                  <a:schemeClr val="accent2">
                    <a:lumMod val="50000"/>
                  </a:schemeClr>
                </a:solidFill>
                <a:latin typeface="Calibri" pitchFamily="34" charset="0"/>
                <a:cs typeface="Calibri" pitchFamily="34" charset="0"/>
              </a:rPr>
              <a:t>công sức đòi hỏi để thực hiện một đơn yêu cầu bảo </a:t>
            </a:r>
            <a:r>
              <a:rPr lang="en-US" sz="2200">
                <a:solidFill>
                  <a:schemeClr val="accent2">
                    <a:lumMod val="50000"/>
                  </a:schemeClr>
                </a:solidFill>
                <a:latin typeface="Calibri" pitchFamily="34" charset="0"/>
                <a:cs typeface="Calibri" pitchFamily="34" charset="0"/>
              </a:rPr>
              <a:t>trì</a:t>
            </a:r>
            <a:r>
              <a:rPr lang="en-US" sz="2200" smtClean="0">
                <a:solidFill>
                  <a:schemeClr val="accent2">
                    <a:lumMod val="50000"/>
                  </a:schemeClr>
                </a:solidFill>
                <a:latin typeface="Calibri" pitchFamily="34" charset="0"/>
                <a:cs typeface="Calibri" pitchFamily="34" charset="0"/>
              </a:rPr>
              <a:t>.</a:t>
            </a:r>
          </a:p>
          <a:p>
            <a:pPr marL="1318879" lvl="3" indent="-342900" algn="just">
              <a:spcAft>
                <a:spcPts val="683"/>
              </a:spcAft>
              <a:buClr>
                <a:srgbClr val="FF0066"/>
              </a:buClr>
            </a:pPr>
            <a:r>
              <a:rPr lang="en-US" sz="2200" smtClean="0">
                <a:solidFill>
                  <a:schemeClr val="accent2">
                    <a:lumMod val="50000"/>
                  </a:schemeClr>
                </a:solidFill>
                <a:latin typeface="Calibri" pitchFamily="34" charset="0"/>
                <a:cs typeface="Calibri" pitchFamily="34" charset="0"/>
              </a:rPr>
              <a:t>Trạng </a:t>
            </a:r>
            <a:r>
              <a:rPr lang="en-US" sz="2200">
                <a:solidFill>
                  <a:schemeClr val="accent2">
                    <a:lumMod val="50000"/>
                  </a:schemeClr>
                </a:solidFill>
                <a:latin typeface="Calibri" pitchFamily="34" charset="0"/>
                <a:cs typeface="Calibri" pitchFamily="34" charset="0"/>
              </a:rPr>
              <a:t>thái ban đầu của yêu cầu sửa </a:t>
            </a:r>
            <a:r>
              <a:rPr lang="en-US" sz="2200">
                <a:solidFill>
                  <a:schemeClr val="accent2">
                    <a:lumMod val="50000"/>
                  </a:schemeClr>
                </a:solidFill>
                <a:latin typeface="Calibri" pitchFamily="34" charset="0"/>
                <a:cs typeface="Calibri" pitchFamily="34" charset="0"/>
              </a:rPr>
              <a:t>đổi</a:t>
            </a:r>
            <a:r>
              <a:rPr lang="en-US" sz="2200" smtClean="0">
                <a:solidFill>
                  <a:schemeClr val="accent2">
                    <a:lumMod val="50000"/>
                  </a:schemeClr>
                </a:solidFill>
                <a:latin typeface="Calibri" pitchFamily="34" charset="0"/>
                <a:cs typeface="Calibri" pitchFamily="34" charset="0"/>
              </a:rPr>
              <a:t>.</a:t>
            </a:r>
          </a:p>
          <a:p>
            <a:pPr marL="1318879" lvl="3" indent="-342900" algn="just">
              <a:spcAft>
                <a:spcPts val="683"/>
              </a:spcAft>
              <a:buClr>
                <a:srgbClr val="FF0066"/>
              </a:buClr>
            </a:pPr>
            <a:r>
              <a:rPr lang="en-US" sz="2200" smtClean="0">
                <a:solidFill>
                  <a:schemeClr val="accent2">
                    <a:lumMod val="50000"/>
                  </a:schemeClr>
                </a:solidFill>
                <a:latin typeface="Calibri" pitchFamily="34" charset="0"/>
                <a:cs typeface="Calibri" pitchFamily="34" charset="0"/>
              </a:rPr>
              <a:t>Mức </a:t>
            </a:r>
            <a:r>
              <a:rPr lang="en-US" sz="2200">
                <a:solidFill>
                  <a:schemeClr val="accent2">
                    <a:lumMod val="50000"/>
                  </a:schemeClr>
                </a:solidFill>
                <a:latin typeface="Calibri" pitchFamily="34" charset="0"/>
                <a:cs typeface="Calibri" pitchFamily="34" charset="0"/>
              </a:rPr>
              <a:t>ưu tiên của yêu cầu sửa </a:t>
            </a:r>
            <a:r>
              <a:rPr lang="en-US" sz="2200">
                <a:solidFill>
                  <a:schemeClr val="accent2">
                    <a:lumMod val="50000"/>
                  </a:schemeClr>
                </a:solidFill>
                <a:latin typeface="Calibri" pitchFamily="34" charset="0"/>
                <a:cs typeface="Calibri" pitchFamily="34" charset="0"/>
              </a:rPr>
              <a:t>đổi</a:t>
            </a:r>
            <a:r>
              <a:rPr lang="en-US" sz="2200" smtClean="0">
                <a:solidFill>
                  <a:schemeClr val="accent2">
                    <a:lumMod val="50000"/>
                  </a:schemeClr>
                </a:solidFill>
                <a:latin typeface="Calibri" pitchFamily="34" charset="0"/>
                <a:cs typeface="Calibri" pitchFamily="34" charset="0"/>
              </a:rPr>
              <a:t>.</a:t>
            </a:r>
          </a:p>
          <a:p>
            <a:pPr marL="1318879" lvl="3" indent="-342900" algn="just">
              <a:spcAft>
                <a:spcPts val="683"/>
              </a:spcAft>
              <a:buClr>
                <a:srgbClr val="FF0066"/>
              </a:buClr>
            </a:pPr>
            <a:r>
              <a:rPr lang="en-US" sz="2200" smtClean="0">
                <a:solidFill>
                  <a:schemeClr val="accent2">
                    <a:lumMod val="50000"/>
                  </a:schemeClr>
                </a:solidFill>
                <a:latin typeface="Calibri" pitchFamily="34" charset="0"/>
                <a:cs typeface="Calibri" pitchFamily="34" charset="0"/>
              </a:rPr>
              <a:t>Các </a:t>
            </a:r>
            <a:r>
              <a:rPr lang="en-US" sz="2200">
                <a:solidFill>
                  <a:schemeClr val="accent2">
                    <a:lumMod val="50000"/>
                  </a:schemeClr>
                </a:solidFill>
                <a:latin typeface="Calibri" pitchFamily="34" charset="0"/>
                <a:cs typeface="Calibri" pitchFamily="34" charset="0"/>
              </a:rPr>
              <a:t>dữ liệu cần cho việc </a:t>
            </a:r>
            <a:r>
              <a:rPr lang="en-US" sz="2200">
                <a:solidFill>
                  <a:schemeClr val="accent2">
                    <a:lumMod val="50000"/>
                  </a:schemeClr>
                </a:solidFill>
                <a:latin typeface="Calibri" pitchFamily="34" charset="0"/>
                <a:cs typeface="Calibri" pitchFamily="34" charset="0"/>
              </a:rPr>
              <a:t>sửa </a:t>
            </a:r>
            <a:r>
              <a:rPr lang="en-US" sz="2200" smtClean="0">
                <a:solidFill>
                  <a:schemeClr val="accent2">
                    <a:lumMod val="50000"/>
                  </a:schemeClr>
                </a:solidFill>
                <a:latin typeface="Calibri" pitchFamily="34" charset="0"/>
                <a:cs typeface="Calibri" pitchFamily="34" charset="0"/>
              </a:rPr>
              <a:t>đổi…</a:t>
            </a:r>
            <a:endParaRPr lang="en-US" sz="2200" smtClean="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2" y="1090836"/>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10</a:t>
            </a:fld>
            <a:endParaRPr lang="vi-VN"/>
          </a:p>
        </p:txBody>
      </p:sp>
      <p:sp>
        <p:nvSpPr>
          <p:cNvPr id="7"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b="1" smtClean="0">
                <a:solidFill>
                  <a:schemeClr val="accent6">
                    <a:lumMod val="75000"/>
                  </a:schemeClr>
                </a:solidFill>
                <a:ea typeface="+mj-ea"/>
                <a:cs typeface="Arial" pitchFamily="34" charset="0"/>
              </a:rPr>
              <a:t>1</a:t>
            </a:r>
            <a:r>
              <a:rPr lang="en-US" sz="1600" b="1">
                <a:solidFill>
                  <a:schemeClr val="accent6">
                    <a:lumMod val="75000"/>
                  </a:schemeClr>
                </a:solidFill>
                <a:ea typeface="+mj-ea"/>
                <a:cs typeface="Arial" pitchFamily="34" charset="0"/>
              </a:rPr>
              <a:t>. </a:t>
            </a:r>
            <a:r>
              <a:rPr lang="en-US" sz="1600" b="1" smtClean="0">
                <a:solidFill>
                  <a:schemeClr val="accent6">
                    <a:lumMod val="75000"/>
                  </a:schemeClr>
                </a:solidFill>
                <a:ea typeface="+mj-ea"/>
                <a:cs typeface="Arial" pitchFamily="34" charset="0"/>
              </a:rPr>
              <a:t>Báo cáo</a:t>
            </a:r>
            <a:endParaRPr lang="en-US" sz="1600" b="1">
              <a:solidFill>
                <a:schemeClr val="accent6">
                  <a:lumMod val="75000"/>
                </a:schemeClr>
              </a:solidFill>
              <a:ea typeface="+mj-ea"/>
              <a:cs typeface="Arial" pitchFamily="34" charset="0"/>
            </a:endParaRPr>
          </a:p>
          <a:p>
            <a:pPr marL="0" lvl="1"/>
            <a:r>
              <a:rPr lang="en-US" sz="1600" smtClean="0">
                <a:solidFill>
                  <a:schemeClr val="tx2"/>
                </a:solidFill>
                <a:ea typeface="+mj-ea"/>
                <a:cs typeface="Arial" pitchFamily="34" charset="0"/>
              </a:rPr>
              <a:t>2. Lưu giữ hồ sơ</a:t>
            </a:r>
          </a:p>
          <a:p>
            <a:pPr marL="0" lvl="1"/>
            <a:r>
              <a:rPr lang="en-US" sz="1600" smtClean="0">
                <a:solidFill>
                  <a:schemeClr val="tx2"/>
                </a:solidFill>
                <a:ea typeface="+mj-ea"/>
                <a:cs typeface="Arial" pitchFamily="34" charset="0"/>
              </a:rPr>
              <a:t>3. Xác định chi phí bảo trì</a:t>
            </a:r>
          </a:p>
        </p:txBody>
      </p:sp>
    </p:spTree>
    <p:extLst>
      <p:ext uri="{BB962C8B-B14F-4D97-AF65-F5344CB8AC3E}">
        <p14:creationId xmlns:p14="http://schemas.microsoft.com/office/powerpoint/2010/main" val="216618937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200000"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Calibri" pitchFamily="34" charset="0"/>
                <a:cs typeface="Calibri" pitchFamily="34" charset="0"/>
              </a:rPr>
              <a:t>1. Khái niệm bảo trì</a:t>
            </a:r>
            <a:br>
              <a:rPr lang="en-US" sz="1600">
                <a:solidFill>
                  <a:schemeClr val="accent1">
                    <a:lumMod val="75000"/>
                  </a:schemeClr>
                </a:solidFill>
                <a:latin typeface="Calibri" pitchFamily="34" charset="0"/>
                <a:cs typeface="Calibri" pitchFamily="34" charset="0"/>
              </a:rPr>
            </a:br>
            <a:r>
              <a:rPr lang="en-US" sz="1600" smtClean="0">
                <a:solidFill>
                  <a:schemeClr val="accent1">
                    <a:lumMod val="75000"/>
                  </a:schemeClr>
                </a:solidFill>
                <a:latin typeface="+mn-lt"/>
                <a:cs typeface="Arial" pitchFamily="34" charset="0"/>
              </a:rPr>
              <a:t>2</a:t>
            </a:r>
            <a:r>
              <a:rPr lang="en-US" sz="1600">
                <a:solidFill>
                  <a:schemeClr val="accent1">
                    <a:lumMod val="75000"/>
                  </a:schemeClr>
                </a:solidFill>
                <a:latin typeface="+mn-lt"/>
                <a:cs typeface="Arial" pitchFamily="34" charset="0"/>
              </a:rPr>
              <a:t>. </a:t>
            </a:r>
            <a:r>
              <a:rPr lang="vi-VN" sz="1600" smtClean="0">
                <a:solidFill>
                  <a:schemeClr val="accent1">
                    <a:lumMod val="75000"/>
                  </a:schemeClr>
                </a:solidFill>
                <a:latin typeface="Calibri" pitchFamily="34" charset="0"/>
                <a:cs typeface="Calibri" pitchFamily="34" charset="0"/>
              </a:rPr>
              <a:t>Các hình thái bảo trì</a:t>
            </a:r>
            <a:r>
              <a:rPr lang="vi-VN" sz="1600">
                <a:solidFill>
                  <a:schemeClr val="accent1">
                    <a:lumMod val="75000"/>
                  </a:schemeClr>
                </a:solidFill>
                <a:latin typeface="Calibri" pitchFamily="34" charset="0"/>
                <a:cs typeface="Calibri" pitchFamily="34" charset="0"/>
              </a:rPr>
              <a:t/>
            </a:r>
            <a:br>
              <a:rPr lang="vi-VN" sz="1600">
                <a:solidFill>
                  <a:schemeClr val="accent1">
                    <a:lumMod val="75000"/>
                  </a:schemeClr>
                </a:solidFill>
                <a:latin typeface="Calibri" pitchFamily="34" charset="0"/>
                <a:cs typeface="Calibri" pitchFamily="34" charset="0"/>
              </a:rPr>
            </a:br>
            <a:r>
              <a:rPr lang="en-US" sz="1600" b="1">
                <a:solidFill>
                  <a:schemeClr val="accent6">
                    <a:lumMod val="75000"/>
                  </a:schemeClr>
                </a:solidFill>
                <a:latin typeface="Calibri (Body)"/>
                <a:cs typeface="Arial" pitchFamily="34" charset="0"/>
              </a:rPr>
              <a:t>3. </a:t>
            </a:r>
            <a:r>
              <a:rPr lang="vi-VN" sz="1600" b="1">
                <a:solidFill>
                  <a:schemeClr val="accent6">
                    <a:lumMod val="75000"/>
                  </a:schemeClr>
                </a:solidFill>
                <a:latin typeface="Calibri (Body)"/>
                <a:cs typeface="Arial" pitchFamily="34" charset="0"/>
              </a:rPr>
              <a:t>Các công việc bảo trì</a:t>
            </a:r>
            <a:r>
              <a:rPr lang="vi-VN" sz="1600" smtClean="0">
                <a:solidFill>
                  <a:schemeClr val="accent1">
                    <a:lumMod val="75000"/>
                  </a:schemeClr>
                </a:solidFill>
                <a:latin typeface="Calibri" pitchFamily="34" charset="0"/>
                <a:cs typeface="Calibri" pitchFamily="34" charset="0"/>
              </a:rPr>
              <a:t/>
            </a:r>
            <a:br>
              <a:rPr lang="vi-VN" sz="1600" smtClean="0">
                <a:solidFill>
                  <a:schemeClr val="accent1">
                    <a:lumMod val="75000"/>
                  </a:schemeClr>
                </a:solidFill>
                <a:latin typeface="Calibri" pitchFamily="34" charset="0"/>
                <a:cs typeface="Calibri" pitchFamily="34" charset="0"/>
              </a:rPr>
            </a:br>
            <a:r>
              <a:rPr lang="vi-VN" sz="1600" smtClean="0">
                <a:solidFill>
                  <a:schemeClr val="accent1">
                    <a:lumMod val="75000"/>
                  </a:schemeClr>
                </a:solidFill>
                <a:latin typeface="Calibri" pitchFamily="34" charset="0"/>
                <a:cs typeface="Calibri" pitchFamily="34" charset="0"/>
              </a:rPr>
              <a:t>4. Hiệu ứng bảo trì</a:t>
            </a: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390392" lvl="1" indent="-390392" algn="just">
              <a:spcAft>
                <a:spcPts val="683"/>
              </a:spcAft>
              <a:buClr>
                <a:srgbClr val="FF0066"/>
              </a:buClr>
              <a:buFont typeface="Symbol" pitchFamily="18" charset="2"/>
              <a:buChar char="¨"/>
            </a:pPr>
            <a:r>
              <a:rPr lang="en-US" sz="2400" smtClean="0">
                <a:solidFill>
                  <a:schemeClr val="accent2">
                    <a:lumMod val="50000"/>
                  </a:schemeClr>
                </a:solidFill>
                <a:latin typeface="Calibri" pitchFamily="34" charset="0"/>
                <a:cs typeface="Calibri" pitchFamily="34" charset="0"/>
              </a:rPr>
              <a:t>Trong quá trình bảo trì chúng ta phải xây dựng hồ sơ bảo trì, trong đó chứa các thông tin sau:</a:t>
            </a:r>
            <a:endParaRPr lang="vi-VN" sz="2400">
              <a:solidFill>
                <a:schemeClr val="accent2">
                  <a:lumMod val="50000"/>
                </a:schemeClr>
              </a:solidFill>
              <a:latin typeface="Calibri" pitchFamily="34" charset="0"/>
              <a:cs typeface="Calibri" pitchFamily="34" charset="0"/>
            </a:endParaRPr>
          </a:p>
          <a:p>
            <a:pPr marL="1358900" lvl="1" indent="-323850" algn="just">
              <a:spcAft>
                <a:spcPts val="683"/>
              </a:spcAft>
              <a:buClr>
                <a:srgbClr val="FF0066"/>
              </a:buClr>
            </a:pPr>
            <a:r>
              <a:rPr lang="en-US" sz="2200" smtClean="0">
                <a:solidFill>
                  <a:schemeClr val="accent2">
                    <a:lumMod val="50000"/>
                  </a:schemeClr>
                </a:solidFill>
                <a:latin typeface="Calibri" pitchFamily="34" charset="0"/>
                <a:cs typeface="Calibri" pitchFamily="34" charset="0"/>
              </a:rPr>
              <a:t>Đơn </a:t>
            </a:r>
            <a:r>
              <a:rPr lang="en-US" sz="2200">
                <a:solidFill>
                  <a:schemeClr val="accent2">
                    <a:lumMod val="50000"/>
                  </a:schemeClr>
                </a:solidFill>
                <a:latin typeface="Calibri" pitchFamily="34" charset="0"/>
                <a:cs typeface="Calibri" pitchFamily="34" charset="0"/>
              </a:rPr>
              <a:t>yêu cầu bảo trì chương trình.</a:t>
            </a:r>
            <a:endParaRPr lang="vi-VN" sz="2200">
              <a:solidFill>
                <a:schemeClr val="accent2">
                  <a:lumMod val="50000"/>
                </a:schemeClr>
              </a:solidFill>
              <a:latin typeface="Calibri" pitchFamily="34" charset="0"/>
              <a:cs typeface="Calibri" pitchFamily="34" charset="0"/>
            </a:endParaRPr>
          </a:p>
          <a:p>
            <a:pPr marL="1358900" lvl="1" indent="-323850" algn="just">
              <a:spcAft>
                <a:spcPts val="683"/>
              </a:spcAft>
              <a:buClr>
                <a:srgbClr val="FF0066"/>
              </a:buClr>
            </a:pPr>
            <a:r>
              <a:rPr lang="en-US" sz="2200">
                <a:solidFill>
                  <a:schemeClr val="accent2">
                    <a:lumMod val="50000"/>
                  </a:schemeClr>
                </a:solidFill>
                <a:latin typeface="Calibri" pitchFamily="34" charset="0"/>
                <a:cs typeface="Calibri" pitchFamily="34" charset="0"/>
              </a:rPr>
              <a:t>Số lượng các câu lệnh trong chương trình nguồn.</a:t>
            </a:r>
            <a:endParaRPr lang="vi-VN" sz="2200">
              <a:solidFill>
                <a:schemeClr val="accent2">
                  <a:lumMod val="50000"/>
                </a:schemeClr>
              </a:solidFill>
              <a:latin typeface="Calibri" pitchFamily="34" charset="0"/>
              <a:cs typeface="Calibri" pitchFamily="34" charset="0"/>
            </a:endParaRPr>
          </a:p>
          <a:p>
            <a:pPr marL="1358900" lvl="1" indent="-323850" algn="just">
              <a:spcAft>
                <a:spcPts val="683"/>
              </a:spcAft>
              <a:buClr>
                <a:srgbClr val="FF0066"/>
              </a:buClr>
            </a:pPr>
            <a:r>
              <a:rPr lang="en-US" sz="2200">
                <a:solidFill>
                  <a:schemeClr val="accent2">
                    <a:lumMod val="50000"/>
                  </a:schemeClr>
                </a:solidFill>
                <a:latin typeface="Calibri" pitchFamily="34" charset="0"/>
                <a:cs typeface="Calibri" pitchFamily="34" charset="0"/>
              </a:rPr>
              <a:t>Ngôn ngữ lập trình được sử dụng.</a:t>
            </a:r>
            <a:endParaRPr lang="vi-VN" sz="2200">
              <a:solidFill>
                <a:schemeClr val="accent2">
                  <a:lumMod val="50000"/>
                </a:schemeClr>
              </a:solidFill>
              <a:latin typeface="Calibri" pitchFamily="34" charset="0"/>
              <a:cs typeface="Calibri" pitchFamily="34" charset="0"/>
            </a:endParaRPr>
          </a:p>
          <a:p>
            <a:pPr marL="1358900" lvl="1" indent="-323850" algn="just">
              <a:spcAft>
                <a:spcPts val="683"/>
              </a:spcAft>
              <a:buClr>
                <a:srgbClr val="FF0066"/>
              </a:buClr>
            </a:pPr>
            <a:r>
              <a:rPr lang="en-US" sz="2200">
                <a:solidFill>
                  <a:schemeClr val="accent2">
                    <a:lumMod val="50000"/>
                  </a:schemeClr>
                </a:solidFill>
                <a:latin typeface="Calibri" pitchFamily="34" charset="0"/>
                <a:cs typeface="Calibri" pitchFamily="34" charset="0"/>
              </a:rPr>
              <a:t>Ngày cài đặt chương trình.</a:t>
            </a:r>
            <a:endParaRPr lang="vi-VN" sz="2200">
              <a:solidFill>
                <a:schemeClr val="accent2">
                  <a:lumMod val="50000"/>
                </a:schemeClr>
              </a:solidFill>
              <a:latin typeface="Calibri" pitchFamily="34" charset="0"/>
              <a:cs typeface="Calibri" pitchFamily="34" charset="0"/>
            </a:endParaRPr>
          </a:p>
          <a:p>
            <a:pPr marL="1358900" lvl="1" indent="-323850" algn="just">
              <a:spcAft>
                <a:spcPts val="683"/>
              </a:spcAft>
              <a:buClr>
                <a:srgbClr val="FF0066"/>
              </a:buClr>
            </a:pPr>
            <a:r>
              <a:rPr lang="en-US" sz="2200">
                <a:solidFill>
                  <a:schemeClr val="accent2">
                    <a:lumMod val="50000"/>
                  </a:schemeClr>
                </a:solidFill>
                <a:latin typeface="Calibri" pitchFamily="34" charset="0"/>
                <a:cs typeface="Calibri" pitchFamily="34" charset="0"/>
              </a:rPr>
              <a:t>Số các chương trình chạy từ khi cài đặt.</a:t>
            </a:r>
            <a:endParaRPr lang="vi-VN" sz="2200">
              <a:solidFill>
                <a:schemeClr val="accent2">
                  <a:lumMod val="50000"/>
                </a:schemeClr>
              </a:solidFill>
              <a:latin typeface="Calibri" pitchFamily="34" charset="0"/>
              <a:cs typeface="Calibri" pitchFamily="34" charset="0"/>
            </a:endParaRPr>
          </a:p>
          <a:p>
            <a:pPr marL="1358900" lvl="1" indent="-323850" algn="just">
              <a:spcAft>
                <a:spcPts val="683"/>
              </a:spcAft>
              <a:buClr>
                <a:srgbClr val="FF0066"/>
              </a:buClr>
            </a:pPr>
            <a:r>
              <a:rPr lang="en-US" sz="2200">
                <a:solidFill>
                  <a:schemeClr val="accent2">
                    <a:lumMod val="50000"/>
                  </a:schemeClr>
                </a:solidFill>
                <a:latin typeface="Calibri" pitchFamily="34" charset="0"/>
                <a:cs typeface="Calibri" pitchFamily="34" charset="0"/>
              </a:rPr>
              <a:t>Số các lỗi xử lý xảy ra.</a:t>
            </a:r>
            <a:endParaRPr lang="vi-VN" sz="22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2" y="1090836"/>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11</a:t>
            </a:fld>
            <a:endParaRPr lang="vi-VN"/>
          </a:p>
        </p:txBody>
      </p:sp>
      <p:sp>
        <p:nvSpPr>
          <p:cNvPr id="7"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a:solidFill>
                  <a:schemeClr val="tx2"/>
                </a:solidFill>
                <a:ea typeface="+mj-ea"/>
                <a:cs typeface="Arial" pitchFamily="34" charset="0"/>
              </a:rPr>
              <a:t>1</a:t>
            </a:r>
            <a:r>
              <a:rPr lang="en-US" sz="1600">
                <a:solidFill>
                  <a:schemeClr val="tx2"/>
                </a:solidFill>
                <a:ea typeface="+mj-ea"/>
                <a:cs typeface="Arial" pitchFamily="34" charset="0"/>
              </a:rPr>
              <a:t>. </a:t>
            </a:r>
            <a:r>
              <a:rPr lang="en-US" sz="1600">
                <a:solidFill>
                  <a:schemeClr val="tx2"/>
                </a:solidFill>
                <a:ea typeface="+mj-ea"/>
                <a:cs typeface="Arial" pitchFamily="34" charset="0"/>
              </a:rPr>
              <a:t>Báo cáo</a:t>
            </a:r>
            <a:endParaRPr lang="en-US" sz="1600">
              <a:solidFill>
                <a:schemeClr val="tx2"/>
              </a:solidFill>
              <a:ea typeface="+mj-ea"/>
              <a:cs typeface="Arial" pitchFamily="34" charset="0"/>
            </a:endParaRPr>
          </a:p>
          <a:p>
            <a:pPr marL="0" lvl="1"/>
            <a:r>
              <a:rPr lang="en-US" sz="1600" b="1">
                <a:solidFill>
                  <a:schemeClr val="accent6">
                    <a:lumMod val="75000"/>
                  </a:schemeClr>
                </a:solidFill>
                <a:ea typeface="+mj-ea"/>
                <a:cs typeface="Arial" pitchFamily="34" charset="0"/>
              </a:rPr>
              <a:t>2. Lưu giữ hồ sơ</a:t>
            </a:r>
          </a:p>
          <a:p>
            <a:pPr marL="0" lvl="1"/>
            <a:r>
              <a:rPr lang="en-US" sz="1600" smtClean="0">
                <a:solidFill>
                  <a:schemeClr val="tx2"/>
                </a:solidFill>
                <a:ea typeface="+mj-ea"/>
                <a:cs typeface="Arial" pitchFamily="34" charset="0"/>
              </a:rPr>
              <a:t>3. Xác định chi phí bảo trì</a:t>
            </a:r>
          </a:p>
        </p:txBody>
      </p:sp>
    </p:spTree>
    <p:extLst>
      <p:ext uri="{BB962C8B-B14F-4D97-AF65-F5344CB8AC3E}">
        <p14:creationId xmlns:p14="http://schemas.microsoft.com/office/powerpoint/2010/main" val="209308041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200000"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Calibri" pitchFamily="34" charset="0"/>
                <a:cs typeface="Calibri" pitchFamily="34" charset="0"/>
              </a:rPr>
              <a:t>1. Khái niệm bảo trì</a:t>
            </a:r>
            <a:br>
              <a:rPr lang="en-US" sz="1600">
                <a:solidFill>
                  <a:schemeClr val="accent1">
                    <a:lumMod val="75000"/>
                  </a:schemeClr>
                </a:solidFill>
                <a:latin typeface="Calibri" pitchFamily="34" charset="0"/>
                <a:cs typeface="Calibri" pitchFamily="34" charset="0"/>
              </a:rPr>
            </a:br>
            <a:r>
              <a:rPr lang="en-US" sz="1600" smtClean="0">
                <a:solidFill>
                  <a:schemeClr val="accent1">
                    <a:lumMod val="75000"/>
                  </a:schemeClr>
                </a:solidFill>
                <a:latin typeface="+mn-lt"/>
                <a:cs typeface="Arial" pitchFamily="34" charset="0"/>
              </a:rPr>
              <a:t>2</a:t>
            </a:r>
            <a:r>
              <a:rPr lang="en-US" sz="1600">
                <a:solidFill>
                  <a:schemeClr val="accent1">
                    <a:lumMod val="75000"/>
                  </a:schemeClr>
                </a:solidFill>
                <a:latin typeface="+mn-lt"/>
                <a:cs typeface="Arial" pitchFamily="34" charset="0"/>
              </a:rPr>
              <a:t>. </a:t>
            </a:r>
            <a:r>
              <a:rPr lang="vi-VN" sz="1600" smtClean="0">
                <a:solidFill>
                  <a:schemeClr val="accent1">
                    <a:lumMod val="75000"/>
                  </a:schemeClr>
                </a:solidFill>
                <a:latin typeface="Calibri" pitchFamily="34" charset="0"/>
                <a:cs typeface="Calibri" pitchFamily="34" charset="0"/>
              </a:rPr>
              <a:t>Các hình thái bảo trì</a:t>
            </a:r>
            <a:r>
              <a:rPr lang="vi-VN" sz="1600">
                <a:solidFill>
                  <a:schemeClr val="accent1">
                    <a:lumMod val="75000"/>
                  </a:schemeClr>
                </a:solidFill>
                <a:latin typeface="Calibri" pitchFamily="34" charset="0"/>
                <a:cs typeface="Calibri" pitchFamily="34" charset="0"/>
              </a:rPr>
              <a:t/>
            </a:r>
            <a:br>
              <a:rPr lang="vi-VN" sz="1600">
                <a:solidFill>
                  <a:schemeClr val="accent1">
                    <a:lumMod val="75000"/>
                  </a:schemeClr>
                </a:solidFill>
                <a:latin typeface="Calibri" pitchFamily="34" charset="0"/>
                <a:cs typeface="Calibri" pitchFamily="34" charset="0"/>
              </a:rPr>
            </a:br>
            <a:r>
              <a:rPr lang="en-US" sz="1600" b="1">
                <a:solidFill>
                  <a:schemeClr val="accent6">
                    <a:lumMod val="75000"/>
                  </a:schemeClr>
                </a:solidFill>
                <a:latin typeface="Calibri (Body)"/>
                <a:cs typeface="Arial" pitchFamily="34" charset="0"/>
              </a:rPr>
              <a:t>3. </a:t>
            </a:r>
            <a:r>
              <a:rPr lang="vi-VN" sz="1600" b="1">
                <a:solidFill>
                  <a:schemeClr val="accent6">
                    <a:lumMod val="75000"/>
                  </a:schemeClr>
                </a:solidFill>
                <a:latin typeface="Calibri (Body)"/>
                <a:cs typeface="Arial" pitchFamily="34" charset="0"/>
              </a:rPr>
              <a:t>Các công việc bảo trì</a:t>
            </a:r>
            <a:r>
              <a:rPr lang="vi-VN" sz="1600" smtClean="0">
                <a:solidFill>
                  <a:schemeClr val="accent1">
                    <a:lumMod val="75000"/>
                  </a:schemeClr>
                </a:solidFill>
                <a:latin typeface="Calibri" pitchFamily="34" charset="0"/>
                <a:cs typeface="Calibri" pitchFamily="34" charset="0"/>
              </a:rPr>
              <a:t/>
            </a:r>
            <a:br>
              <a:rPr lang="vi-VN" sz="1600" smtClean="0">
                <a:solidFill>
                  <a:schemeClr val="accent1">
                    <a:lumMod val="75000"/>
                  </a:schemeClr>
                </a:solidFill>
                <a:latin typeface="Calibri" pitchFamily="34" charset="0"/>
                <a:cs typeface="Calibri" pitchFamily="34" charset="0"/>
              </a:rPr>
            </a:br>
            <a:r>
              <a:rPr lang="vi-VN" sz="1600" smtClean="0">
                <a:solidFill>
                  <a:schemeClr val="accent1">
                    <a:lumMod val="75000"/>
                  </a:schemeClr>
                </a:solidFill>
                <a:latin typeface="Calibri" pitchFamily="34" charset="0"/>
                <a:cs typeface="Calibri" pitchFamily="34" charset="0"/>
              </a:rPr>
              <a:t>4. Hiệu ứng bảo trì</a:t>
            </a: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1358900" lvl="1" indent="-323850" algn="just">
              <a:spcAft>
                <a:spcPts val="683"/>
              </a:spcAft>
              <a:buClr>
                <a:srgbClr val="FF0066"/>
              </a:buClr>
            </a:pPr>
            <a:r>
              <a:rPr lang="en-US" sz="2200" smtClean="0">
                <a:solidFill>
                  <a:schemeClr val="accent2">
                    <a:lumMod val="50000"/>
                  </a:schemeClr>
                </a:solidFill>
                <a:latin typeface="Calibri" pitchFamily="34" charset="0"/>
                <a:cs typeface="Calibri" pitchFamily="34" charset="0"/>
              </a:rPr>
              <a:t>Số </a:t>
            </a:r>
            <a:r>
              <a:rPr lang="en-US" sz="2200">
                <a:solidFill>
                  <a:schemeClr val="accent2">
                    <a:lumMod val="50000"/>
                  </a:schemeClr>
                </a:solidFill>
                <a:latin typeface="Calibri" pitchFamily="34" charset="0"/>
                <a:cs typeface="Calibri" pitchFamily="34" charset="0"/>
              </a:rPr>
              <a:t>các câu lệnh được thêm vào chương trình nguồn khi chương trình thay </a:t>
            </a:r>
            <a:r>
              <a:rPr lang="en-US" sz="2200">
                <a:solidFill>
                  <a:schemeClr val="accent2">
                    <a:lumMod val="50000"/>
                  </a:schemeClr>
                </a:solidFill>
                <a:latin typeface="Calibri" pitchFamily="34" charset="0"/>
                <a:cs typeface="Calibri" pitchFamily="34" charset="0"/>
              </a:rPr>
              <a:t>đổi</a:t>
            </a:r>
            <a:r>
              <a:rPr lang="en-US" sz="2200" smtClean="0">
                <a:solidFill>
                  <a:schemeClr val="accent2">
                    <a:lumMod val="50000"/>
                  </a:schemeClr>
                </a:solidFill>
                <a:latin typeface="Calibri" pitchFamily="34" charset="0"/>
                <a:cs typeface="Calibri" pitchFamily="34" charset="0"/>
              </a:rPr>
              <a:t>.</a:t>
            </a:r>
          </a:p>
          <a:p>
            <a:pPr marL="1358900" lvl="1" indent="-323850" algn="just">
              <a:spcAft>
                <a:spcPts val="683"/>
              </a:spcAft>
              <a:buClr>
                <a:srgbClr val="FF0066"/>
              </a:buClr>
            </a:pPr>
            <a:r>
              <a:rPr lang="en-US" sz="2200" smtClean="0">
                <a:solidFill>
                  <a:schemeClr val="accent2">
                    <a:lumMod val="50000"/>
                  </a:schemeClr>
                </a:solidFill>
                <a:latin typeface="Calibri" pitchFamily="34" charset="0"/>
                <a:cs typeface="Calibri" pitchFamily="34" charset="0"/>
              </a:rPr>
              <a:t>Số </a:t>
            </a:r>
            <a:r>
              <a:rPr lang="en-US" sz="2200">
                <a:solidFill>
                  <a:schemeClr val="accent2">
                    <a:lumMod val="50000"/>
                  </a:schemeClr>
                </a:solidFill>
                <a:latin typeface="Calibri" pitchFamily="34" charset="0"/>
                <a:cs typeface="Calibri" pitchFamily="34" charset="0"/>
              </a:rPr>
              <a:t>các câu lệnh được xóa khỏi chương trình nguồn khi chương trình thay </a:t>
            </a:r>
            <a:r>
              <a:rPr lang="en-US" sz="2200">
                <a:solidFill>
                  <a:schemeClr val="accent2">
                    <a:lumMod val="50000"/>
                  </a:schemeClr>
                </a:solidFill>
                <a:latin typeface="Calibri" pitchFamily="34" charset="0"/>
                <a:cs typeface="Calibri" pitchFamily="34" charset="0"/>
              </a:rPr>
              <a:t>đổi</a:t>
            </a:r>
            <a:r>
              <a:rPr lang="en-US" sz="2200" smtClean="0">
                <a:solidFill>
                  <a:schemeClr val="accent2">
                    <a:lumMod val="50000"/>
                  </a:schemeClr>
                </a:solidFill>
                <a:latin typeface="Calibri" pitchFamily="34" charset="0"/>
                <a:cs typeface="Calibri" pitchFamily="34" charset="0"/>
              </a:rPr>
              <a:t>.</a:t>
            </a:r>
          </a:p>
          <a:p>
            <a:pPr marL="1358900" lvl="1" indent="-323850" algn="just">
              <a:spcAft>
                <a:spcPts val="683"/>
              </a:spcAft>
              <a:buClr>
                <a:srgbClr val="FF0066"/>
              </a:buClr>
            </a:pPr>
            <a:r>
              <a:rPr lang="en-US" sz="2200" smtClean="0">
                <a:solidFill>
                  <a:schemeClr val="accent2">
                    <a:lumMod val="50000"/>
                  </a:schemeClr>
                </a:solidFill>
                <a:latin typeface="Calibri" pitchFamily="34" charset="0"/>
                <a:cs typeface="Calibri" pitchFamily="34" charset="0"/>
              </a:rPr>
              <a:t>Số </a:t>
            </a:r>
            <a:r>
              <a:rPr lang="en-US" sz="2200">
                <a:solidFill>
                  <a:schemeClr val="accent2">
                    <a:lumMod val="50000"/>
                  </a:schemeClr>
                </a:solidFill>
                <a:latin typeface="Calibri" pitchFamily="34" charset="0"/>
                <a:cs typeface="Calibri" pitchFamily="34" charset="0"/>
              </a:rPr>
              <a:t>giờ mỗi người sử dụng cho mỗi lần sửa </a:t>
            </a:r>
            <a:r>
              <a:rPr lang="en-US" sz="2200">
                <a:solidFill>
                  <a:schemeClr val="accent2">
                    <a:lumMod val="50000"/>
                  </a:schemeClr>
                </a:solidFill>
                <a:latin typeface="Calibri" pitchFamily="34" charset="0"/>
                <a:cs typeface="Calibri" pitchFamily="34" charset="0"/>
              </a:rPr>
              <a:t>đổi</a:t>
            </a:r>
            <a:r>
              <a:rPr lang="en-US" sz="2200" smtClean="0">
                <a:solidFill>
                  <a:schemeClr val="accent2">
                    <a:lumMod val="50000"/>
                  </a:schemeClr>
                </a:solidFill>
                <a:latin typeface="Calibri" pitchFamily="34" charset="0"/>
                <a:cs typeface="Calibri" pitchFamily="34" charset="0"/>
              </a:rPr>
              <a:t>.</a:t>
            </a:r>
          </a:p>
          <a:p>
            <a:pPr marL="1358900" lvl="1" indent="-323850" algn="just">
              <a:spcAft>
                <a:spcPts val="683"/>
              </a:spcAft>
              <a:buClr>
                <a:srgbClr val="FF0066"/>
              </a:buClr>
            </a:pPr>
            <a:r>
              <a:rPr lang="en-US" sz="2200" smtClean="0">
                <a:solidFill>
                  <a:schemeClr val="accent2">
                    <a:lumMod val="50000"/>
                  </a:schemeClr>
                </a:solidFill>
                <a:latin typeface="Calibri" pitchFamily="34" charset="0"/>
                <a:cs typeface="Calibri" pitchFamily="34" charset="0"/>
              </a:rPr>
              <a:t>Ngày </a:t>
            </a:r>
            <a:r>
              <a:rPr lang="en-US" sz="2200">
                <a:solidFill>
                  <a:schemeClr val="accent2">
                    <a:lumMod val="50000"/>
                  </a:schemeClr>
                </a:solidFill>
                <a:latin typeface="Calibri" pitchFamily="34" charset="0"/>
                <a:cs typeface="Calibri" pitchFamily="34" charset="0"/>
              </a:rPr>
              <a:t>thay đổi chương </a:t>
            </a:r>
            <a:r>
              <a:rPr lang="en-US" sz="2200">
                <a:solidFill>
                  <a:schemeClr val="accent2">
                    <a:lumMod val="50000"/>
                  </a:schemeClr>
                </a:solidFill>
                <a:latin typeface="Calibri" pitchFamily="34" charset="0"/>
                <a:cs typeface="Calibri" pitchFamily="34" charset="0"/>
              </a:rPr>
              <a:t>trình</a:t>
            </a:r>
            <a:r>
              <a:rPr lang="en-US" sz="2200" smtClean="0">
                <a:solidFill>
                  <a:schemeClr val="accent2">
                    <a:lumMod val="50000"/>
                  </a:schemeClr>
                </a:solidFill>
                <a:latin typeface="Calibri" pitchFamily="34" charset="0"/>
                <a:cs typeface="Calibri" pitchFamily="34" charset="0"/>
              </a:rPr>
              <a:t>.</a:t>
            </a:r>
          </a:p>
          <a:p>
            <a:pPr marL="1358900" lvl="1" indent="-323850" algn="just">
              <a:spcAft>
                <a:spcPts val="683"/>
              </a:spcAft>
              <a:buClr>
                <a:srgbClr val="FF0066"/>
              </a:buClr>
            </a:pPr>
            <a:r>
              <a:rPr lang="en-US" sz="2200" smtClean="0">
                <a:solidFill>
                  <a:schemeClr val="accent2">
                    <a:lumMod val="50000"/>
                  </a:schemeClr>
                </a:solidFill>
                <a:latin typeface="Calibri" pitchFamily="34" charset="0"/>
                <a:cs typeface="Calibri" pitchFamily="34" charset="0"/>
              </a:rPr>
              <a:t>Kiểu </a:t>
            </a:r>
            <a:r>
              <a:rPr lang="en-US" sz="2200">
                <a:solidFill>
                  <a:schemeClr val="accent2">
                    <a:lumMod val="50000"/>
                  </a:schemeClr>
                </a:solidFill>
                <a:latin typeface="Calibri" pitchFamily="34" charset="0"/>
                <a:cs typeface="Calibri" pitchFamily="34" charset="0"/>
              </a:rPr>
              <a:t>bảo </a:t>
            </a:r>
            <a:r>
              <a:rPr lang="en-US" sz="2200">
                <a:solidFill>
                  <a:schemeClr val="accent2">
                    <a:lumMod val="50000"/>
                  </a:schemeClr>
                </a:solidFill>
                <a:latin typeface="Calibri" pitchFamily="34" charset="0"/>
                <a:cs typeface="Calibri" pitchFamily="34" charset="0"/>
              </a:rPr>
              <a:t>trì</a:t>
            </a:r>
            <a:r>
              <a:rPr lang="en-US" sz="2200" smtClean="0">
                <a:solidFill>
                  <a:schemeClr val="accent2">
                    <a:lumMod val="50000"/>
                  </a:schemeClr>
                </a:solidFill>
                <a:latin typeface="Calibri" pitchFamily="34" charset="0"/>
                <a:cs typeface="Calibri" pitchFamily="34" charset="0"/>
              </a:rPr>
              <a:t>.</a:t>
            </a:r>
          </a:p>
          <a:p>
            <a:pPr marL="1358900" lvl="1" indent="-323850" algn="just">
              <a:spcAft>
                <a:spcPts val="683"/>
              </a:spcAft>
              <a:buClr>
                <a:srgbClr val="FF0066"/>
              </a:buClr>
            </a:pPr>
            <a:r>
              <a:rPr lang="en-US" sz="2200" smtClean="0">
                <a:solidFill>
                  <a:schemeClr val="accent2">
                    <a:lumMod val="50000"/>
                  </a:schemeClr>
                </a:solidFill>
                <a:latin typeface="Calibri" pitchFamily="34" charset="0"/>
                <a:cs typeface="Calibri" pitchFamily="34" charset="0"/>
              </a:rPr>
              <a:t>Ngày </a:t>
            </a:r>
            <a:r>
              <a:rPr lang="en-US" sz="2200">
                <a:solidFill>
                  <a:schemeClr val="accent2">
                    <a:lumMod val="50000"/>
                  </a:schemeClr>
                </a:solidFill>
                <a:latin typeface="Calibri" pitchFamily="34" charset="0"/>
                <a:cs typeface="Calibri" pitchFamily="34" charset="0"/>
              </a:rPr>
              <a:t>bắt đầu và kết thúc bảo </a:t>
            </a:r>
            <a:r>
              <a:rPr lang="en-US" sz="2200">
                <a:solidFill>
                  <a:schemeClr val="accent2">
                    <a:lumMod val="50000"/>
                  </a:schemeClr>
                </a:solidFill>
                <a:latin typeface="Calibri" pitchFamily="34" charset="0"/>
                <a:cs typeface="Calibri" pitchFamily="34" charset="0"/>
              </a:rPr>
              <a:t>trì</a:t>
            </a:r>
            <a:r>
              <a:rPr lang="en-US" sz="2200" smtClean="0">
                <a:solidFill>
                  <a:schemeClr val="accent2">
                    <a:lumMod val="50000"/>
                  </a:schemeClr>
                </a:solidFill>
                <a:latin typeface="Calibri" pitchFamily="34" charset="0"/>
                <a:cs typeface="Calibri" pitchFamily="34" charset="0"/>
              </a:rPr>
              <a:t>.</a:t>
            </a:r>
          </a:p>
          <a:p>
            <a:pPr marL="1358900" lvl="1" indent="-323850" algn="just">
              <a:spcAft>
                <a:spcPts val="683"/>
              </a:spcAft>
              <a:buClr>
                <a:srgbClr val="FF0066"/>
              </a:buClr>
            </a:pPr>
            <a:r>
              <a:rPr lang="en-US" sz="2200" smtClean="0">
                <a:solidFill>
                  <a:schemeClr val="accent2">
                    <a:lumMod val="50000"/>
                  </a:schemeClr>
                </a:solidFill>
                <a:latin typeface="Calibri" pitchFamily="34" charset="0"/>
                <a:cs typeface="Calibri" pitchFamily="34" charset="0"/>
              </a:rPr>
              <a:t>Tổng </a:t>
            </a:r>
            <a:r>
              <a:rPr lang="en-US" sz="2200">
                <a:solidFill>
                  <a:schemeClr val="accent2">
                    <a:lumMod val="50000"/>
                  </a:schemeClr>
                </a:solidFill>
                <a:latin typeface="Calibri" pitchFamily="34" charset="0"/>
                <a:cs typeface="Calibri" pitchFamily="34" charset="0"/>
              </a:rPr>
              <a:t>số giờ của mỗi người dùng cho việc bảo trì.</a:t>
            </a:r>
            <a:endParaRPr lang="vi-VN" sz="22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2" y="1090836"/>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12</a:t>
            </a:fld>
            <a:endParaRPr lang="vi-VN"/>
          </a:p>
        </p:txBody>
      </p:sp>
      <p:sp>
        <p:nvSpPr>
          <p:cNvPr id="7"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a:solidFill>
                  <a:schemeClr val="tx2"/>
                </a:solidFill>
                <a:ea typeface="+mj-ea"/>
                <a:cs typeface="Arial" pitchFamily="34" charset="0"/>
              </a:rPr>
              <a:t>1</a:t>
            </a:r>
            <a:r>
              <a:rPr lang="en-US" sz="1600">
                <a:solidFill>
                  <a:schemeClr val="tx2"/>
                </a:solidFill>
                <a:ea typeface="+mj-ea"/>
                <a:cs typeface="Arial" pitchFamily="34" charset="0"/>
              </a:rPr>
              <a:t>. </a:t>
            </a:r>
            <a:r>
              <a:rPr lang="en-US" sz="1600">
                <a:solidFill>
                  <a:schemeClr val="tx2"/>
                </a:solidFill>
                <a:ea typeface="+mj-ea"/>
                <a:cs typeface="Arial" pitchFamily="34" charset="0"/>
              </a:rPr>
              <a:t>Báo cáo</a:t>
            </a:r>
            <a:endParaRPr lang="en-US" sz="1600">
              <a:solidFill>
                <a:schemeClr val="tx2"/>
              </a:solidFill>
              <a:ea typeface="+mj-ea"/>
              <a:cs typeface="Arial" pitchFamily="34" charset="0"/>
            </a:endParaRPr>
          </a:p>
          <a:p>
            <a:pPr marL="0" lvl="1"/>
            <a:r>
              <a:rPr lang="en-US" sz="1600" b="1">
                <a:solidFill>
                  <a:schemeClr val="accent6">
                    <a:lumMod val="75000"/>
                  </a:schemeClr>
                </a:solidFill>
                <a:ea typeface="+mj-ea"/>
                <a:cs typeface="Arial" pitchFamily="34" charset="0"/>
              </a:rPr>
              <a:t>2. Lưu giữ hồ sơ</a:t>
            </a:r>
          </a:p>
          <a:p>
            <a:pPr marL="0" lvl="1"/>
            <a:r>
              <a:rPr lang="en-US" sz="1600" smtClean="0">
                <a:solidFill>
                  <a:schemeClr val="tx2"/>
                </a:solidFill>
                <a:ea typeface="+mj-ea"/>
                <a:cs typeface="Arial" pitchFamily="34" charset="0"/>
              </a:rPr>
              <a:t>3. Xác định chi phí bảo trì</a:t>
            </a:r>
          </a:p>
        </p:txBody>
      </p:sp>
    </p:spTree>
    <p:extLst>
      <p:ext uri="{BB962C8B-B14F-4D97-AF65-F5344CB8AC3E}">
        <p14:creationId xmlns:p14="http://schemas.microsoft.com/office/powerpoint/2010/main" val="362960928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200000"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Calibri" pitchFamily="34" charset="0"/>
                <a:cs typeface="Calibri" pitchFamily="34" charset="0"/>
              </a:rPr>
              <a:t>1. Khái niệm bảo trì</a:t>
            </a:r>
            <a:br>
              <a:rPr lang="en-US" sz="1600">
                <a:solidFill>
                  <a:schemeClr val="accent1">
                    <a:lumMod val="75000"/>
                  </a:schemeClr>
                </a:solidFill>
                <a:latin typeface="Calibri" pitchFamily="34" charset="0"/>
                <a:cs typeface="Calibri" pitchFamily="34" charset="0"/>
              </a:rPr>
            </a:br>
            <a:r>
              <a:rPr lang="en-US" sz="1600" smtClean="0">
                <a:solidFill>
                  <a:schemeClr val="accent1">
                    <a:lumMod val="75000"/>
                  </a:schemeClr>
                </a:solidFill>
                <a:latin typeface="+mn-lt"/>
                <a:cs typeface="Arial" pitchFamily="34" charset="0"/>
              </a:rPr>
              <a:t>2</a:t>
            </a:r>
            <a:r>
              <a:rPr lang="en-US" sz="1600">
                <a:solidFill>
                  <a:schemeClr val="accent1">
                    <a:lumMod val="75000"/>
                  </a:schemeClr>
                </a:solidFill>
                <a:latin typeface="+mn-lt"/>
                <a:cs typeface="Arial" pitchFamily="34" charset="0"/>
              </a:rPr>
              <a:t>. </a:t>
            </a:r>
            <a:r>
              <a:rPr lang="vi-VN" sz="1600" smtClean="0">
                <a:solidFill>
                  <a:schemeClr val="accent1">
                    <a:lumMod val="75000"/>
                  </a:schemeClr>
                </a:solidFill>
                <a:latin typeface="Calibri" pitchFamily="34" charset="0"/>
                <a:cs typeface="Calibri" pitchFamily="34" charset="0"/>
              </a:rPr>
              <a:t>Các hình thái bảo trì</a:t>
            </a:r>
            <a:r>
              <a:rPr lang="vi-VN" sz="1600">
                <a:solidFill>
                  <a:schemeClr val="accent1">
                    <a:lumMod val="75000"/>
                  </a:schemeClr>
                </a:solidFill>
                <a:latin typeface="Calibri" pitchFamily="34" charset="0"/>
                <a:cs typeface="Calibri" pitchFamily="34" charset="0"/>
              </a:rPr>
              <a:t/>
            </a:r>
            <a:br>
              <a:rPr lang="vi-VN" sz="1600">
                <a:solidFill>
                  <a:schemeClr val="accent1">
                    <a:lumMod val="75000"/>
                  </a:schemeClr>
                </a:solidFill>
                <a:latin typeface="Calibri" pitchFamily="34" charset="0"/>
                <a:cs typeface="Calibri" pitchFamily="34" charset="0"/>
              </a:rPr>
            </a:br>
            <a:r>
              <a:rPr lang="en-US" sz="1600" b="1">
                <a:solidFill>
                  <a:schemeClr val="accent6">
                    <a:lumMod val="75000"/>
                  </a:schemeClr>
                </a:solidFill>
                <a:latin typeface="Calibri (Body)"/>
                <a:cs typeface="Arial" pitchFamily="34" charset="0"/>
              </a:rPr>
              <a:t>3. </a:t>
            </a:r>
            <a:r>
              <a:rPr lang="vi-VN" sz="1600" b="1">
                <a:solidFill>
                  <a:schemeClr val="accent6">
                    <a:lumMod val="75000"/>
                  </a:schemeClr>
                </a:solidFill>
                <a:latin typeface="Calibri (Body)"/>
                <a:cs typeface="Arial" pitchFamily="34" charset="0"/>
              </a:rPr>
              <a:t>Các công việc bảo trì</a:t>
            </a:r>
            <a:r>
              <a:rPr lang="vi-VN" sz="1600" smtClean="0">
                <a:solidFill>
                  <a:schemeClr val="accent1">
                    <a:lumMod val="75000"/>
                  </a:schemeClr>
                </a:solidFill>
                <a:latin typeface="Calibri" pitchFamily="34" charset="0"/>
                <a:cs typeface="Calibri" pitchFamily="34" charset="0"/>
              </a:rPr>
              <a:t/>
            </a:r>
            <a:br>
              <a:rPr lang="vi-VN" sz="1600" smtClean="0">
                <a:solidFill>
                  <a:schemeClr val="accent1">
                    <a:lumMod val="75000"/>
                  </a:schemeClr>
                </a:solidFill>
                <a:latin typeface="Calibri" pitchFamily="34" charset="0"/>
                <a:cs typeface="Calibri" pitchFamily="34" charset="0"/>
              </a:rPr>
            </a:br>
            <a:r>
              <a:rPr lang="vi-VN" sz="1600" smtClean="0">
                <a:solidFill>
                  <a:schemeClr val="accent1">
                    <a:lumMod val="75000"/>
                  </a:schemeClr>
                </a:solidFill>
                <a:latin typeface="Calibri" pitchFamily="34" charset="0"/>
                <a:cs typeface="Calibri" pitchFamily="34" charset="0"/>
              </a:rPr>
              <a:t>4. Hiệu ứng bảo trì</a:t>
            </a: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390392" lvl="1" indent="-390392" algn="just">
              <a:spcAft>
                <a:spcPts val="683"/>
              </a:spcAft>
              <a:buClr>
                <a:srgbClr val="FF0066"/>
              </a:buClr>
              <a:buFont typeface="Symbol" pitchFamily="18" charset="2"/>
              <a:buChar char="¨"/>
            </a:pPr>
            <a:r>
              <a:rPr lang="en-US" sz="2400" smtClean="0">
                <a:solidFill>
                  <a:schemeClr val="accent2">
                    <a:lumMod val="50000"/>
                  </a:schemeClr>
                </a:solidFill>
                <a:latin typeface="Calibri" pitchFamily="34" charset="0"/>
                <a:cs typeface="Calibri" pitchFamily="34" charset="0"/>
              </a:rPr>
              <a:t>Việc </a:t>
            </a:r>
            <a:r>
              <a:rPr lang="en-US" sz="2400">
                <a:solidFill>
                  <a:schemeClr val="accent2">
                    <a:lumMod val="50000"/>
                  </a:schemeClr>
                </a:solidFill>
                <a:latin typeface="Calibri" pitchFamily="34" charset="0"/>
                <a:cs typeface="Calibri" pitchFamily="34" charset="0"/>
              </a:rPr>
              <a:t>xác định giá trị bảo </a:t>
            </a:r>
            <a:r>
              <a:rPr lang="en-US" sz="2400">
                <a:solidFill>
                  <a:schemeClr val="accent2">
                    <a:lumMod val="50000"/>
                  </a:schemeClr>
                </a:solidFill>
                <a:latin typeface="Calibri" pitchFamily="34" charset="0"/>
                <a:cs typeface="Calibri" pitchFamily="34" charset="0"/>
              </a:rPr>
              <a:t>trì </a:t>
            </a:r>
            <a:r>
              <a:rPr lang="en-US" sz="2400" smtClean="0">
                <a:solidFill>
                  <a:schemeClr val="accent2">
                    <a:lumMod val="50000"/>
                  </a:schemeClr>
                </a:solidFill>
                <a:latin typeface="Calibri" pitchFamily="34" charset="0"/>
                <a:cs typeface="Calibri" pitchFamily="34" charset="0"/>
              </a:rPr>
              <a:t>là công việc </a:t>
            </a:r>
            <a:r>
              <a:rPr lang="en-US" sz="2400">
                <a:solidFill>
                  <a:schemeClr val="accent2">
                    <a:lumMod val="50000"/>
                  </a:schemeClr>
                </a:solidFill>
                <a:latin typeface="Calibri" pitchFamily="34" charset="0"/>
                <a:cs typeface="Calibri" pitchFamily="34" charset="0"/>
              </a:rPr>
              <a:t>phức </a:t>
            </a:r>
            <a:r>
              <a:rPr lang="en-US" sz="2400" smtClean="0">
                <a:solidFill>
                  <a:schemeClr val="accent2">
                    <a:lumMod val="50000"/>
                  </a:schemeClr>
                </a:solidFill>
                <a:latin typeface="Calibri" pitchFamily="34" charset="0"/>
                <a:cs typeface="Calibri" pitchFamily="34" charset="0"/>
              </a:rPr>
              <a:t>tạp vì nhiều yếu tố mang tính định tính, theo </a:t>
            </a:r>
            <a:r>
              <a:rPr lang="en-US" sz="2400">
                <a:solidFill>
                  <a:schemeClr val="accent2">
                    <a:lumMod val="50000"/>
                  </a:schemeClr>
                </a:solidFill>
                <a:latin typeface="Calibri" pitchFamily="34" charset="0"/>
                <a:cs typeface="Calibri" pitchFamily="34" charset="0"/>
              </a:rPr>
              <a:t>các chuyên gia thì đánh giá về việc thực hiện bảo trì dựa vào:</a:t>
            </a:r>
            <a:endParaRPr lang="vi-VN" sz="2400">
              <a:solidFill>
                <a:schemeClr val="accent2">
                  <a:lumMod val="50000"/>
                </a:schemeClr>
              </a:solidFill>
              <a:latin typeface="Calibri" pitchFamily="34" charset="0"/>
              <a:cs typeface="Calibri" pitchFamily="34" charset="0"/>
            </a:endParaRPr>
          </a:p>
          <a:p>
            <a:pPr marL="1358900" lvl="1" indent="-323850" algn="just">
              <a:spcAft>
                <a:spcPts val="683"/>
              </a:spcAft>
              <a:buClr>
                <a:srgbClr val="FF0066"/>
              </a:buClr>
            </a:pPr>
            <a:r>
              <a:rPr lang="en-US" sz="2200" smtClean="0">
                <a:solidFill>
                  <a:schemeClr val="accent2">
                    <a:lumMod val="50000"/>
                  </a:schemeClr>
                </a:solidFill>
                <a:latin typeface="Calibri" pitchFamily="34" charset="0"/>
                <a:cs typeface="Calibri" pitchFamily="34" charset="0"/>
              </a:rPr>
              <a:t>Số </a:t>
            </a:r>
            <a:r>
              <a:rPr lang="en-US" sz="2200">
                <a:solidFill>
                  <a:schemeClr val="accent2">
                    <a:lumMod val="50000"/>
                  </a:schemeClr>
                </a:solidFill>
                <a:latin typeface="Calibri" pitchFamily="34" charset="0"/>
                <a:cs typeface="Calibri" pitchFamily="34" charset="0"/>
              </a:rPr>
              <a:t>lượng trung bình các lỗi xử lý cho một lần chạy chương </a:t>
            </a:r>
            <a:r>
              <a:rPr lang="en-US" sz="2200">
                <a:solidFill>
                  <a:schemeClr val="accent2">
                    <a:lumMod val="50000"/>
                  </a:schemeClr>
                </a:solidFill>
                <a:latin typeface="Calibri" pitchFamily="34" charset="0"/>
                <a:cs typeface="Calibri" pitchFamily="34" charset="0"/>
              </a:rPr>
              <a:t>trình</a:t>
            </a:r>
            <a:r>
              <a:rPr lang="en-US" sz="2200" smtClean="0">
                <a:solidFill>
                  <a:schemeClr val="accent2">
                    <a:lumMod val="50000"/>
                  </a:schemeClr>
                </a:solidFill>
                <a:latin typeface="Calibri" pitchFamily="34" charset="0"/>
                <a:cs typeface="Calibri" pitchFamily="34" charset="0"/>
              </a:rPr>
              <a:t>.</a:t>
            </a:r>
          </a:p>
          <a:p>
            <a:pPr marL="1358900" lvl="1" indent="-323850" algn="just">
              <a:spcAft>
                <a:spcPts val="683"/>
              </a:spcAft>
              <a:buClr>
                <a:srgbClr val="FF0066"/>
              </a:buClr>
            </a:pPr>
            <a:r>
              <a:rPr lang="en-US" sz="2200" smtClean="0">
                <a:solidFill>
                  <a:schemeClr val="accent2">
                    <a:lumMod val="50000"/>
                  </a:schemeClr>
                </a:solidFill>
                <a:latin typeface="Calibri" pitchFamily="34" charset="0"/>
                <a:cs typeface="Calibri" pitchFamily="34" charset="0"/>
              </a:rPr>
              <a:t>Tổng </a:t>
            </a:r>
            <a:r>
              <a:rPr lang="en-US" sz="2200">
                <a:solidFill>
                  <a:schemeClr val="accent2">
                    <a:lumMod val="50000"/>
                  </a:schemeClr>
                </a:solidFill>
                <a:latin typeface="Calibri" pitchFamily="34" charset="0"/>
                <a:cs typeface="Calibri" pitchFamily="34" charset="0"/>
              </a:rPr>
              <a:t>số giờ của mỗi người dùng cho mỗi loại bảo </a:t>
            </a:r>
            <a:r>
              <a:rPr lang="en-US" sz="2200">
                <a:solidFill>
                  <a:schemeClr val="accent2">
                    <a:lumMod val="50000"/>
                  </a:schemeClr>
                </a:solidFill>
                <a:latin typeface="Calibri" pitchFamily="34" charset="0"/>
                <a:cs typeface="Calibri" pitchFamily="34" charset="0"/>
              </a:rPr>
              <a:t>trì</a:t>
            </a:r>
            <a:r>
              <a:rPr lang="en-US" sz="2200" smtClean="0">
                <a:solidFill>
                  <a:schemeClr val="accent2">
                    <a:lumMod val="50000"/>
                  </a:schemeClr>
                </a:solidFill>
                <a:latin typeface="Calibri" pitchFamily="34" charset="0"/>
                <a:cs typeface="Calibri" pitchFamily="34" charset="0"/>
              </a:rPr>
              <a:t>.</a:t>
            </a:r>
          </a:p>
          <a:p>
            <a:pPr marL="1358900" lvl="1" indent="-323850" algn="just">
              <a:spcAft>
                <a:spcPts val="683"/>
              </a:spcAft>
              <a:buClr>
                <a:srgbClr val="FF0066"/>
              </a:buClr>
            </a:pPr>
            <a:r>
              <a:rPr lang="en-US" sz="2200" smtClean="0">
                <a:solidFill>
                  <a:schemeClr val="accent2">
                    <a:lumMod val="50000"/>
                  </a:schemeClr>
                </a:solidFill>
                <a:latin typeface="Calibri" pitchFamily="34" charset="0"/>
                <a:cs typeface="Calibri" pitchFamily="34" charset="0"/>
              </a:rPr>
              <a:t>Số </a:t>
            </a:r>
            <a:r>
              <a:rPr lang="en-US" sz="2200">
                <a:solidFill>
                  <a:schemeClr val="accent2">
                    <a:lumMod val="50000"/>
                  </a:schemeClr>
                </a:solidFill>
                <a:latin typeface="Calibri" pitchFamily="34" charset="0"/>
                <a:cs typeface="Calibri" pitchFamily="34" charset="0"/>
              </a:rPr>
              <a:t>lượng trung bình các thay đổi theo chương trình, theo ngôn ngữ lập trình, theo kiểu bảo </a:t>
            </a:r>
            <a:r>
              <a:rPr lang="en-US" sz="2200">
                <a:solidFill>
                  <a:schemeClr val="accent2">
                    <a:lumMod val="50000"/>
                  </a:schemeClr>
                </a:solidFill>
                <a:latin typeface="Calibri" pitchFamily="34" charset="0"/>
                <a:cs typeface="Calibri" pitchFamily="34" charset="0"/>
              </a:rPr>
              <a:t>trì</a:t>
            </a:r>
            <a:r>
              <a:rPr lang="en-US" sz="2200" smtClean="0">
                <a:solidFill>
                  <a:schemeClr val="accent2">
                    <a:lumMod val="50000"/>
                  </a:schemeClr>
                </a:solidFill>
                <a:latin typeface="Calibri" pitchFamily="34" charset="0"/>
                <a:cs typeface="Calibri" pitchFamily="34" charset="0"/>
              </a:rPr>
              <a:t>.</a:t>
            </a:r>
          </a:p>
          <a:p>
            <a:pPr marL="1358900" lvl="1" indent="-323850" algn="just">
              <a:spcAft>
                <a:spcPts val="683"/>
              </a:spcAft>
              <a:buClr>
                <a:srgbClr val="FF0066"/>
              </a:buClr>
            </a:pPr>
            <a:r>
              <a:rPr lang="en-US" sz="2200" smtClean="0">
                <a:solidFill>
                  <a:schemeClr val="accent2">
                    <a:lumMod val="50000"/>
                  </a:schemeClr>
                </a:solidFill>
                <a:latin typeface="Calibri" pitchFamily="34" charset="0"/>
                <a:cs typeface="Calibri" pitchFamily="34" charset="0"/>
              </a:rPr>
              <a:t>Thời </a:t>
            </a:r>
            <a:r>
              <a:rPr lang="en-US" sz="2200">
                <a:solidFill>
                  <a:schemeClr val="accent2">
                    <a:lumMod val="50000"/>
                  </a:schemeClr>
                </a:solidFill>
                <a:latin typeface="Calibri" pitchFamily="34" charset="0"/>
                <a:cs typeface="Calibri" pitchFamily="34" charset="0"/>
              </a:rPr>
              <a:t>gian trung bình cho việc bảo trì một đơn yêu cầu </a:t>
            </a:r>
            <a:r>
              <a:rPr lang="en-US" sz="2200">
                <a:solidFill>
                  <a:schemeClr val="accent2">
                    <a:lumMod val="50000"/>
                  </a:schemeClr>
                </a:solidFill>
                <a:latin typeface="Calibri" pitchFamily="34" charset="0"/>
                <a:cs typeface="Calibri" pitchFamily="34" charset="0"/>
              </a:rPr>
              <a:t>bảo </a:t>
            </a:r>
            <a:r>
              <a:rPr lang="en-US" sz="2200" smtClean="0">
                <a:solidFill>
                  <a:schemeClr val="accent2">
                    <a:lumMod val="50000"/>
                  </a:schemeClr>
                </a:solidFill>
                <a:latin typeface="Calibri" pitchFamily="34" charset="0"/>
                <a:cs typeface="Calibri" pitchFamily="34" charset="0"/>
              </a:rPr>
              <a:t>trì…</a:t>
            </a:r>
            <a:endParaRPr lang="vi-VN" sz="22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2" y="1090836"/>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13</a:t>
            </a:fld>
            <a:endParaRPr lang="vi-VN"/>
          </a:p>
        </p:txBody>
      </p:sp>
      <p:sp>
        <p:nvSpPr>
          <p:cNvPr id="7"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a:solidFill>
                  <a:schemeClr val="tx2"/>
                </a:solidFill>
                <a:ea typeface="+mj-ea"/>
                <a:cs typeface="Arial" pitchFamily="34" charset="0"/>
              </a:rPr>
              <a:t>1</a:t>
            </a:r>
            <a:r>
              <a:rPr lang="en-US" sz="1600">
                <a:solidFill>
                  <a:schemeClr val="tx2"/>
                </a:solidFill>
                <a:ea typeface="+mj-ea"/>
                <a:cs typeface="Arial" pitchFamily="34" charset="0"/>
              </a:rPr>
              <a:t>. </a:t>
            </a:r>
            <a:r>
              <a:rPr lang="en-US" sz="1600">
                <a:solidFill>
                  <a:schemeClr val="tx2"/>
                </a:solidFill>
                <a:ea typeface="+mj-ea"/>
                <a:cs typeface="Arial" pitchFamily="34" charset="0"/>
              </a:rPr>
              <a:t>Báo cáo</a:t>
            </a:r>
            <a:endParaRPr lang="en-US" sz="1600">
              <a:solidFill>
                <a:schemeClr val="tx2"/>
              </a:solidFill>
              <a:ea typeface="+mj-ea"/>
              <a:cs typeface="Arial" pitchFamily="34" charset="0"/>
            </a:endParaRPr>
          </a:p>
          <a:p>
            <a:pPr marL="0" lvl="1"/>
            <a:r>
              <a:rPr lang="en-US" sz="1600">
                <a:solidFill>
                  <a:schemeClr val="tx2"/>
                </a:solidFill>
                <a:ea typeface="+mj-ea"/>
                <a:cs typeface="Arial" pitchFamily="34" charset="0"/>
              </a:rPr>
              <a:t>2. Lưu giữ hồ sơ</a:t>
            </a:r>
          </a:p>
          <a:p>
            <a:pPr marL="0" lvl="1"/>
            <a:r>
              <a:rPr lang="en-US" sz="1600" b="1">
                <a:solidFill>
                  <a:schemeClr val="accent6">
                    <a:lumMod val="75000"/>
                  </a:schemeClr>
                </a:solidFill>
                <a:ea typeface="+mj-ea"/>
                <a:cs typeface="Arial" pitchFamily="34" charset="0"/>
              </a:rPr>
              <a:t>3. Xác định chi phí bảo trì</a:t>
            </a:r>
          </a:p>
        </p:txBody>
      </p:sp>
    </p:spTree>
    <p:extLst>
      <p:ext uri="{BB962C8B-B14F-4D97-AF65-F5344CB8AC3E}">
        <p14:creationId xmlns:p14="http://schemas.microsoft.com/office/powerpoint/2010/main" val="391938027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200000"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Calibri" pitchFamily="34" charset="0"/>
                <a:cs typeface="Calibri" pitchFamily="34" charset="0"/>
              </a:rPr>
              <a:t>1. Khái niệm bảo trì</a:t>
            </a:r>
            <a:r>
              <a:rPr lang="en-US" sz="1600">
                <a:solidFill>
                  <a:schemeClr val="accent2">
                    <a:lumMod val="50000"/>
                  </a:schemeClr>
                </a:solidFill>
                <a:latin typeface="Calibri" pitchFamily="34" charset="0"/>
                <a:cs typeface="Calibri" pitchFamily="34" charset="0"/>
              </a:rPr>
              <a:t/>
            </a:r>
            <a:br>
              <a:rPr lang="en-US" sz="1600">
                <a:solidFill>
                  <a:schemeClr val="accent2">
                    <a:lumMod val="50000"/>
                  </a:schemeClr>
                </a:solidFill>
                <a:latin typeface="Calibri" pitchFamily="34" charset="0"/>
                <a:cs typeface="Calibri" pitchFamily="34" charset="0"/>
              </a:rPr>
            </a:br>
            <a:r>
              <a:rPr lang="en-US" sz="1600" smtClean="0">
                <a:solidFill>
                  <a:schemeClr val="accent1">
                    <a:lumMod val="75000"/>
                  </a:schemeClr>
                </a:solidFill>
                <a:latin typeface="+mn-lt"/>
                <a:cs typeface="Arial" pitchFamily="34" charset="0"/>
              </a:rPr>
              <a:t>2</a:t>
            </a:r>
            <a:r>
              <a:rPr lang="en-US" sz="1600">
                <a:solidFill>
                  <a:schemeClr val="accent1">
                    <a:lumMod val="75000"/>
                  </a:schemeClr>
                </a:solidFill>
                <a:latin typeface="+mn-lt"/>
                <a:cs typeface="Arial" pitchFamily="34" charset="0"/>
              </a:rPr>
              <a:t>. </a:t>
            </a:r>
            <a:r>
              <a:rPr lang="vi-VN" sz="1600" smtClean="0">
                <a:solidFill>
                  <a:schemeClr val="accent1">
                    <a:lumMod val="75000"/>
                  </a:schemeClr>
                </a:solidFill>
                <a:latin typeface="Calibri" pitchFamily="34" charset="0"/>
                <a:cs typeface="Calibri" pitchFamily="34" charset="0"/>
              </a:rPr>
              <a:t>Các hình thái bảo trì</a:t>
            </a:r>
            <a:r>
              <a:rPr lang="vi-VN" sz="1600">
                <a:solidFill>
                  <a:schemeClr val="accent1">
                    <a:lumMod val="75000"/>
                  </a:schemeClr>
                </a:solidFill>
                <a:latin typeface="Calibri" pitchFamily="34" charset="0"/>
                <a:cs typeface="Calibri" pitchFamily="34" charset="0"/>
              </a:rPr>
              <a:t/>
            </a:r>
            <a:br>
              <a:rPr lang="vi-VN" sz="1600">
                <a:solidFill>
                  <a:schemeClr val="accent1">
                    <a:lumMod val="75000"/>
                  </a:schemeClr>
                </a:solidFill>
                <a:latin typeface="Calibri" pitchFamily="34" charset="0"/>
                <a:cs typeface="Calibri" pitchFamily="34" charset="0"/>
              </a:rPr>
            </a:br>
            <a:r>
              <a:rPr lang="en-US" sz="1600" smtClean="0">
                <a:solidFill>
                  <a:schemeClr val="accent1">
                    <a:lumMod val="75000"/>
                  </a:schemeClr>
                </a:solidFill>
                <a:latin typeface="Calibri" pitchFamily="34" charset="0"/>
                <a:cs typeface="Calibri" pitchFamily="34" charset="0"/>
              </a:rPr>
              <a:t>3. </a:t>
            </a:r>
            <a:r>
              <a:rPr lang="vi-VN" sz="1600" smtClean="0">
                <a:solidFill>
                  <a:schemeClr val="accent1">
                    <a:lumMod val="75000"/>
                  </a:schemeClr>
                </a:solidFill>
                <a:latin typeface="Calibri" pitchFamily="34" charset="0"/>
                <a:cs typeface="Calibri" pitchFamily="34" charset="0"/>
              </a:rPr>
              <a:t>Các công việc bảo trì</a:t>
            </a:r>
            <a:br>
              <a:rPr lang="vi-VN" sz="1600" smtClean="0">
                <a:solidFill>
                  <a:schemeClr val="accent1">
                    <a:lumMod val="75000"/>
                  </a:schemeClr>
                </a:solidFill>
                <a:latin typeface="Calibri" pitchFamily="34" charset="0"/>
                <a:cs typeface="Calibri" pitchFamily="34" charset="0"/>
              </a:rPr>
            </a:br>
            <a:r>
              <a:rPr lang="vi-VN" sz="1600" b="1">
                <a:solidFill>
                  <a:schemeClr val="accent6">
                    <a:lumMod val="75000"/>
                  </a:schemeClr>
                </a:solidFill>
                <a:latin typeface="Calibri (Body)"/>
                <a:cs typeface="Arial" pitchFamily="34" charset="0"/>
              </a:rPr>
              <a:t>4. Hiệu ứng bảo trì</a:t>
            </a: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390392" lvl="1" indent="-390392" algn="just">
              <a:spcAft>
                <a:spcPts val="683"/>
              </a:spcAft>
              <a:buClr>
                <a:srgbClr val="FF0066"/>
              </a:buClr>
              <a:buFont typeface="Symbol" pitchFamily="18" charset="2"/>
              <a:buChar char="¨"/>
            </a:pPr>
            <a:r>
              <a:rPr lang="en-US" sz="2400" smtClean="0">
                <a:solidFill>
                  <a:schemeClr val="accent2">
                    <a:lumMod val="50000"/>
                  </a:schemeClr>
                </a:solidFill>
                <a:latin typeface="Calibri" pitchFamily="34" charset="0"/>
                <a:cs typeface="Calibri" pitchFamily="34" charset="0"/>
              </a:rPr>
              <a:t>Một </a:t>
            </a:r>
            <a:r>
              <a:rPr lang="en-US" sz="2400">
                <a:solidFill>
                  <a:schemeClr val="accent2">
                    <a:lumMod val="50000"/>
                  </a:schemeClr>
                </a:solidFill>
                <a:latin typeface="Calibri" pitchFamily="34" charset="0"/>
                <a:cs typeface="Calibri" pitchFamily="34" charset="0"/>
              </a:rPr>
              <a:t>thay đổi đơn giản tới một câu lệnh đơn cũng có thể đem lại một hậu quả khó lường. Mặc dù không phải các ảnh hưởng đều là tiêu cực, nhưng việc sửa lỗi luôn dẫn đến các vấn đề phức tạp. </a:t>
            </a:r>
            <a:endParaRPr lang="vi-VN" sz="2400">
              <a:solidFill>
                <a:schemeClr val="accent2">
                  <a:lumMod val="50000"/>
                </a:schemeClr>
              </a:solidFill>
              <a:latin typeface="Calibri" pitchFamily="34" charset="0"/>
              <a:cs typeface="Calibri" pitchFamily="34" charset="0"/>
            </a:endParaRPr>
          </a:p>
          <a:p>
            <a:pPr marL="390392" lvl="1" indent="-390392" algn="just">
              <a:spcAft>
                <a:spcPts val="683"/>
              </a:spcAft>
              <a:buClr>
                <a:srgbClr val="FF0066"/>
              </a:buClr>
              <a:buFont typeface="Symbol" pitchFamily="18" charset="2"/>
              <a:buChar char="¨"/>
            </a:pPr>
            <a:r>
              <a:rPr lang="en-US" sz="2400" smtClean="0">
                <a:solidFill>
                  <a:schemeClr val="accent2">
                    <a:lumMod val="50000"/>
                  </a:schemeClr>
                </a:solidFill>
                <a:latin typeface="Calibri" pitchFamily="34" charset="0"/>
                <a:cs typeface="Calibri" pitchFamily="34" charset="0"/>
              </a:rPr>
              <a:t>Tuy tất </a:t>
            </a:r>
            <a:r>
              <a:rPr lang="en-US" sz="2400">
                <a:solidFill>
                  <a:schemeClr val="accent2">
                    <a:lumMod val="50000"/>
                  </a:schemeClr>
                </a:solidFill>
                <a:latin typeface="Calibri" pitchFamily="34" charset="0"/>
                <a:cs typeface="Calibri" pitchFamily="34" charset="0"/>
              </a:rPr>
              <a:t>cả các thay đổi mã lệnh chương trình đều có thể tạo ra lỗi, </a:t>
            </a:r>
            <a:r>
              <a:rPr lang="en-US" sz="2400">
                <a:solidFill>
                  <a:schemeClr val="accent2">
                    <a:lumMod val="50000"/>
                  </a:schemeClr>
                </a:solidFill>
                <a:latin typeface="Calibri" pitchFamily="34" charset="0"/>
                <a:cs typeface="Calibri" pitchFamily="34" charset="0"/>
              </a:rPr>
              <a:t>nhưng </a:t>
            </a:r>
            <a:r>
              <a:rPr lang="en-US" sz="2400" smtClean="0">
                <a:solidFill>
                  <a:schemeClr val="accent2">
                    <a:lumMod val="50000"/>
                  </a:schemeClr>
                </a:solidFill>
                <a:latin typeface="Calibri" pitchFamily="34" charset="0"/>
                <a:cs typeface="Calibri" pitchFamily="34" charset="0"/>
              </a:rPr>
              <a:t>chủ yếu tập trung vào các </a:t>
            </a:r>
            <a:r>
              <a:rPr lang="en-US" sz="2400">
                <a:solidFill>
                  <a:schemeClr val="accent2">
                    <a:lumMod val="50000"/>
                  </a:schemeClr>
                </a:solidFill>
                <a:latin typeface="Calibri" pitchFamily="34" charset="0"/>
                <a:cs typeface="Calibri" pitchFamily="34" charset="0"/>
              </a:rPr>
              <a:t>thay </a:t>
            </a:r>
            <a:r>
              <a:rPr lang="en-US" sz="2400">
                <a:solidFill>
                  <a:schemeClr val="accent2">
                    <a:lumMod val="50000"/>
                  </a:schemeClr>
                </a:solidFill>
                <a:latin typeface="Calibri" pitchFamily="34" charset="0"/>
                <a:cs typeface="Calibri" pitchFamily="34" charset="0"/>
              </a:rPr>
              <a:t>đổi </a:t>
            </a:r>
            <a:r>
              <a:rPr lang="en-US" sz="2400" smtClean="0">
                <a:solidFill>
                  <a:schemeClr val="accent2">
                    <a:lumMod val="50000"/>
                  </a:schemeClr>
                </a:solidFill>
                <a:latin typeface="Calibri" pitchFamily="34" charset="0"/>
                <a:cs typeface="Calibri" pitchFamily="34" charset="0"/>
              </a:rPr>
              <a:t>sau:</a:t>
            </a:r>
            <a:endParaRPr lang="vi-VN" sz="2400">
              <a:solidFill>
                <a:schemeClr val="accent2">
                  <a:lumMod val="50000"/>
                </a:schemeClr>
              </a:solidFill>
              <a:latin typeface="Calibri" pitchFamily="34" charset="0"/>
              <a:cs typeface="Calibri" pitchFamily="34" charset="0"/>
            </a:endParaRPr>
          </a:p>
          <a:p>
            <a:pPr marL="1318879" lvl="3" indent="-342900" algn="just">
              <a:spcAft>
                <a:spcPts val="683"/>
              </a:spcAft>
              <a:buClr>
                <a:srgbClr val="FF0066"/>
              </a:buClr>
            </a:pPr>
            <a:r>
              <a:rPr lang="en-US" sz="2200" smtClean="0">
                <a:solidFill>
                  <a:schemeClr val="accent2">
                    <a:lumMod val="50000"/>
                  </a:schemeClr>
                </a:solidFill>
                <a:latin typeface="Calibri" pitchFamily="34" charset="0"/>
                <a:cs typeface="Calibri" pitchFamily="34" charset="0"/>
              </a:rPr>
              <a:t>Một </a:t>
            </a:r>
            <a:r>
              <a:rPr lang="en-US" sz="2200">
                <a:solidFill>
                  <a:schemeClr val="accent2">
                    <a:lumMod val="50000"/>
                  </a:schemeClr>
                </a:solidFill>
                <a:latin typeface="Calibri" pitchFamily="34" charset="0"/>
                <a:cs typeface="Calibri" pitchFamily="34" charset="0"/>
              </a:rPr>
              <a:t>chương trình con bị xóa hoặc thay đổi.</a:t>
            </a:r>
            <a:endParaRPr lang="vi-VN" sz="2200">
              <a:solidFill>
                <a:schemeClr val="accent2">
                  <a:lumMod val="50000"/>
                </a:schemeClr>
              </a:solidFill>
              <a:latin typeface="Calibri" pitchFamily="34" charset="0"/>
              <a:cs typeface="Calibri" pitchFamily="34" charset="0"/>
            </a:endParaRPr>
          </a:p>
          <a:p>
            <a:pPr marL="1318879" lvl="3" indent="-342900" algn="just">
              <a:spcAft>
                <a:spcPts val="683"/>
              </a:spcAft>
              <a:buClr>
                <a:srgbClr val="FF0066"/>
              </a:buClr>
            </a:pPr>
            <a:r>
              <a:rPr lang="en-US" sz="2200">
                <a:solidFill>
                  <a:schemeClr val="accent2">
                    <a:lumMod val="50000"/>
                  </a:schemeClr>
                </a:solidFill>
                <a:latin typeface="Calibri" pitchFamily="34" charset="0"/>
                <a:cs typeface="Calibri" pitchFamily="34" charset="0"/>
              </a:rPr>
              <a:t>Một dòng nhãn bị xóa hoặc thay đổi.</a:t>
            </a:r>
            <a:endParaRPr lang="vi-VN" sz="2200">
              <a:solidFill>
                <a:schemeClr val="accent2">
                  <a:lumMod val="50000"/>
                </a:schemeClr>
              </a:solidFill>
              <a:latin typeface="Calibri" pitchFamily="34" charset="0"/>
              <a:cs typeface="Calibri" pitchFamily="34" charset="0"/>
            </a:endParaRPr>
          </a:p>
          <a:p>
            <a:pPr marL="1318879" lvl="3" indent="-342900" algn="just">
              <a:spcAft>
                <a:spcPts val="683"/>
              </a:spcAft>
              <a:buClr>
                <a:srgbClr val="FF0066"/>
              </a:buClr>
            </a:pPr>
            <a:r>
              <a:rPr lang="en-US" sz="2200">
                <a:solidFill>
                  <a:schemeClr val="accent2">
                    <a:lumMod val="50000"/>
                  </a:schemeClr>
                </a:solidFill>
                <a:latin typeface="Calibri" pitchFamily="34" charset="0"/>
                <a:cs typeface="Calibri" pitchFamily="34" charset="0"/>
              </a:rPr>
              <a:t>Một biến bị xóa hoặc thay đổi.</a:t>
            </a:r>
            <a:endParaRPr lang="vi-VN" sz="2200">
              <a:solidFill>
                <a:schemeClr val="accent2">
                  <a:lumMod val="50000"/>
                </a:schemeClr>
              </a:solidFill>
              <a:latin typeface="Calibri" pitchFamily="34" charset="0"/>
              <a:cs typeface="Calibri" pitchFamily="34" charset="0"/>
            </a:endParaRPr>
          </a:p>
          <a:p>
            <a:pPr marL="1318879" lvl="3" indent="-342900" algn="just">
              <a:spcAft>
                <a:spcPts val="683"/>
              </a:spcAft>
              <a:buClr>
                <a:srgbClr val="FF0066"/>
              </a:buClr>
            </a:pPr>
            <a:r>
              <a:rPr lang="en-US" sz="2200">
                <a:solidFill>
                  <a:schemeClr val="accent2">
                    <a:lumMod val="50000"/>
                  </a:schemeClr>
                </a:solidFill>
                <a:latin typeface="Calibri" pitchFamily="34" charset="0"/>
                <a:cs typeface="Calibri" pitchFamily="34" charset="0"/>
              </a:rPr>
              <a:t>Việc mở và đóng file bị thay đổi.</a:t>
            </a:r>
            <a:endParaRPr lang="vi-VN" sz="2200">
              <a:solidFill>
                <a:schemeClr val="accent2">
                  <a:lumMod val="50000"/>
                </a:schemeClr>
              </a:solidFill>
              <a:latin typeface="Calibri" pitchFamily="34" charset="0"/>
              <a:cs typeface="Calibri" pitchFamily="34" charset="0"/>
            </a:endParaRPr>
          </a:p>
          <a:p>
            <a:pPr marL="1318879" lvl="3" indent="-342900" algn="just">
              <a:spcAft>
                <a:spcPts val="683"/>
              </a:spcAft>
              <a:buClr>
                <a:srgbClr val="FF0066"/>
              </a:buClr>
            </a:pPr>
            <a:r>
              <a:rPr lang="en-US" sz="2200">
                <a:solidFill>
                  <a:schemeClr val="accent2">
                    <a:lumMod val="50000"/>
                  </a:schemeClr>
                </a:solidFill>
                <a:latin typeface="Calibri" pitchFamily="34" charset="0"/>
                <a:cs typeface="Calibri" pitchFamily="34" charset="0"/>
              </a:rPr>
              <a:t>Các phép toán logic bị thay đổi.</a:t>
            </a:r>
            <a:endParaRPr lang="vi-VN" sz="2200">
              <a:solidFill>
                <a:schemeClr val="accent2">
                  <a:lumMod val="50000"/>
                </a:schemeClr>
              </a:solidFill>
              <a:latin typeface="Calibri" pitchFamily="34" charset="0"/>
              <a:cs typeface="Calibri" pitchFamily="34" charset="0"/>
            </a:endParaRPr>
          </a:p>
          <a:p>
            <a:pPr marL="1318879" lvl="3" indent="-342900" algn="just">
              <a:spcAft>
                <a:spcPts val="683"/>
              </a:spcAft>
              <a:buClr>
                <a:srgbClr val="FF0066"/>
              </a:buClr>
            </a:pPr>
            <a:r>
              <a:rPr lang="en-US" sz="2200">
                <a:solidFill>
                  <a:schemeClr val="accent2">
                    <a:lumMod val="50000"/>
                  </a:schemeClr>
                </a:solidFill>
                <a:latin typeface="Calibri" pitchFamily="34" charset="0"/>
                <a:cs typeface="Calibri" pitchFamily="34" charset="0"/>
              </a:rPr>
              <a:t>Việc thay đổi thiết kế chuyển thành các thay đổi lớn về </a:t>
            </a:r>
            <a:r>
              <a:rPr lang="en-US" sz="2200">
                <a:solidFill>
                  <a:schemeClr val="accent2">
                    <a:lumMod val="50000"/>
                  </a:schemeClr>
                </a:solidFill>
                <a:latin typeface="Calibri" pitchFamily="34" charset="0"/>
                <a:cs typeface="Calibri" pitchFamily="34" charset="0"/>
              </a:rPr>
              <a:t>chương </a:t>
            </a:r>
            <a:r>
              <a:rPr lang="en-US" sz="2200" smtClean="0">
                <a:solidFill>
                  <a:schemeClr val="accent2">
                    <a:lumMod val="50000"/>
                  </a:schemeClr>
                </a:solidFill>
                <a:latin typeface="Calibri" pitchFamily="34" charset="0"/>
                <a:cs typeface="Calibri" pitchFamily="34" charset="0"/>
              </a:rPr>
              <a:t>trình…</a:t>
            </a:r>
            <a:endParaRPr lang="vi-VN" sz="2200">
              <a:solidFill>
                <a:schemeClr val="accent2">
                  <a:lumMod val="50000"/>
                </a:schemeClr>
              </a:solidFill>
              <a:latin typeface="Calibri" pitchFamily="34" charset="0"/>
              <a:cs typeface="Calibri" pitchFamily="34" charset="0"/>
            </a:endParaRPr>
          </a:p>
          <a:p>
            <a:pPr marL="1318879" lvl="3" indent="-342900" algn="just">
              <a:spcAft>
                <a:spcPts val="683"/>
              </a:spcAft>
              <a:buClr>
                <a:srgbClr val="FF0066"/>
              </a:buClr>
            </a:pPr>
            <a:endParaRPr lang="en-US" sz="2100">
              <a:solidFill>
                <a:schemeClr val="accent2">
                  <a:lumMod val="50000"/>
                </a:schemeClr>
              </a:solidFill>
              <a:latin typeface="Calibri" pitchFamily="34" charset="0"/>
              <a:cs typeface="Calibri" pitchFamily="34" charset="0"/>
            </a:endParaRPr>
          </a:p>
          <a:p>
            <a:pPr marL="0" lvl="1" indent="0" algn="just">
              <a:spcAft>
                <a:spcPts val="683"/>
              </a:spcAft>
              <a:buClr>
                <a:srgbClr val="FF0066"/>
              </a:buClr>
              <a:buNone/>
            </a:pPr>
            <a:endParaRPr lang="en-US" sz="2000" smtClean="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2" y="1090836"/>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14</a:t>
            </a:fld>
            <a:endParaRPr lang="vi-VN"/>
          </a:p>
        </p:txBody>
      </p:sp>
      <p:sp>
        <p:nvSpPr>
          <p:cNvPr id="7"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b="1" smtClean="0">
                <a:solidFill>
                  <a:schemeClr val="accent6">
                    <a:lumMod val="75000"/>
                  </a:schemeClr>
                </a:solidFill>
                <a:ea typeface="+mj-ea"/>
                <a:cs typeface="Arial" pitchFamily="34" charset="0"/>
              </a:rPr>
              <a:t>1. Hiệu ứng thay đổi mã nguồn </a:t>
            </a:r>
            <a:endParaRPr lang="en-US" sz="1600" b="1">
              <a:solidFill>
                <a:schemeClr val="accent6">
                  <a:lumMod val="75000"/>
                </a:schemeClr>
              </a:solidFill>
              <a:ea typeface="+mj-ea"/>
              <a:cs typeface="Arial" pitchFamily="34" charset="0"/>
            </a:endParaRPr>
          </a:p>
          <a:p>
            <a:pPr marL="0" lvl="1"/>
            <a:r>
              <a:rPr lang="en-US" sz="1600" smtClean="0">
                <a:solidFill>
                  <a:schemeClr val="tx2"/>
                </a:solidFill>
                <a:ea typeface="+mj-ea"/>
                <a:cs typeface="Arial" pitchFamily="34" charset="0"/>
              </a:rPr>
              <a:t>2.  Hiệu </a:t>
            </a:r>
            <a:r>
              <a:rPr lang="en-US" sz="1600" smtClean="0">
                <a:solidFill>
                  <a:schemeClr val="tx2"/>
                </a:solidFill>
                <a:ea typeface="+mj-ea"/>
                <a:cs typeface="Arial" pitchFamily="34" charset="0"/>
              </a:rPr>
              <a:t>ứng thay đổi dữ </a:t>
            </a:r>
            <a:r>
              <a:rPr lang="en-US" sz="1600" smtClean="0">
                <a:solidFill>
                  <a:schemeClr val="tx2"/>
                </a:solidFill>
                <a:ea typeface="+mj-ea"/>
                <a:cs typeface="Arial" pitchFamily="34" charset="0"/>
              </a:rPr>
              <a:t>liệu</a:t>
            </a:r>
          </a:p>
          <a:p>
            <a:pPr marL="0" lvl="1"/>
            <a:r>
              <a:rPr lang="en-US" sz="1600" smtClean="0">
                <a:solidFill>
                  <a:schemeClr val="tx2"/>
                </a:solidFill>
                <a:ea typeface="+mj-ea"/>
                <a:cs typeface="Arial" pitchFamily="34" charset="0"/>
              </a:rPr>
              <a:t>3. Hiệu ứng thay đổi  tài liệu</a:t>
            </a:r>
            <a:endParaRPr lang="en-US" sz="1600" smtClean="0">
              <a:solidFill>
                <a:schemeClr val="tx2"/>
              </a:solidFill>
              <a:ea typeface="+mj-ea"/>
              <a:cs typeface="Arial" pitchFamily="34" charset="0"/>
            </a:endParaRPr>
          </a:p>
        </p:txBody>
      </p:sp>
    </p:spTree>
    <p:extLst>
      <p:ext uri="{BB962C8B-B14F-4D97-AF65-F5344CB8AC3E}">
        <p14:creationId xmlns:p14="http://schemas.microsoft.com/office/powerpoint/2010/main" val="226607892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200000"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Calibri" pitchFamily="34" charset="0"/>
                <a:cs typeface="Calibri" pitchFamily="34" charset="0"/>
              </a:rPr>
              <a:t>1. Khái niệm bảo trì</a:t>
            </a:r>
            <a:r>
              <a:rPr lang="en-US" sz="1600">
                <a:solidFill>
                  <a:schemeClr val="accent2">
                    <a:lumMod val="50000"/>
                  </a:schemeClr>
                </a:solidFill>
                <a:latin typeface="Calibri" pitchFamily="34" charset="0"/>
                <a:cs typeface="Calibri" pitchFamily="34" charset="0"/>
              </a:rPr>
              <a:t/>
            </a:r>
            <a:br>
              <a:rPr lang="en-US" sz="1600">
                <a:solidFill>
                  <a:schemeClr val="accent2">
                    <a:lumMod val="50000"/>
                  </a:schemeClr>
                </a:solidFill>
                <a:latin typeface="Calibri" pitchFamily="34" charset="0"/>
                <a:cs typeface="Calibri" pitchFamily="34" charset="0"/>
              </a:rPr>
            </a:br>
            <a:r>
              <a:rPr lang="en-US" sz="1600" smtClean="0">
                <a:solidFill>
                  <a:schemeClr val="accent1">
                    <a:lumMod val="75000"/>
                  </a:schemeClr>
                </a:solidFill>
                <a:latin typeface="+mn-lt"/>
                <a:cs typeface="Arial" pitchFamily="34" charset="0"/>
              </a:rPr>
              <a:t>2</a:t>
            </a:r>
            <a:r>
              <a:rPr lang="en-US" sz="1600">
                <a:solidFill>
                  <a:schemeClr val="accent1">
                    <a:lumMod val="75000"/>
                  </a:schemeClr>
                </a:solidFill>
                <a:latin typeface="+mn-lt"/>
                <a:cs typeface="Arial" pitchFamily="34" charset="0"/>
              </a:rPr>
              <a:t>. </a:t>
            </a:r>
            <a:r>
              <a:rPr lang="vi-VN" sz="1600" smtClean="0">
                <a:solidFill>
                  <a:schemeClr val="accent1">
                    <a:lumMod val="75000"/>
                  </a:schemeClr>
                </a:solidFill>
                <a:latin typeface="Calibri" pitchFamily="34" charset="0"/>
                <a:cs typeface="Calibri" pitchFamily="34" charset="0"/>
              </a:rPr>
              <a:t>Các hình thái bảo trì</a:t>
            </a:r>
            <a:r>
              <a:rPr lang="vi-VN" sz="1600">
                <a:solidFill>
                  <a:schemeClr val="accent1">
                    <a:lumMod val="75000"/>
                  </a:schemeClr>
                </a:solidFill>
                <a:latin typeface="Calibri" pitchFamily="34" charset="0"/>
                <a:cs typeface="Calibri" pitchFamily="34" charset="0"/>
              </a:rPr>
              <a:t/>
            </a:r>
            <a:br>
              <a:rPr lang="vi-VN" sz="1600">
                <a:solidFill>
                  <a:schemeClr val="accent1">
                    <a:lumMod val="75000"/>
                  </a:schemeClr>
                </a:solidFill>
                <a:latin typeface="Calibri" pitchFamily="34" charset="0"/>
                <a:cs typeface="Calibri" pitchFamily="34" charset="0"/>
              </a:rPr>
            </a:br>
            <a:r>
              <a:rPr lang="en-US" sz="1600" smtClean="0">
                <a:solidFill>
                  <a:schemeClr val="accent1">
                    <a:lumMod val="75000"/>
                  </a:schemeClr>
                </a:solidFill>
                <a:latin typeface="Calibri" pitchFamily="34" charset="0"/>
                <a:cs typeface="Calibri" pitchFamily="34" charset="0"/>
              </a:rPr>
              <a:t>3. </a:t>
            </a:r>
            <a:r>
              <a:rPr lang="vi-VN" sz="1600" smtClean="0">
                <a:solidFill>
                  <a:schemeClr val="accent1">
                    <a:lumMod val="75000"/>
                  </a:schemeClr>
                </a:solidFill>
                <a:latin typeface="Calibri" pitchFamily="34" charset="0"/>
                <a:cs typeface="Calibri" pitchFamily="34" charset="0"/>
              </a:rPr>
              <a:t>Các công việc bảo trì</a:t>
            </a:r>
            <a:br>
              <a:rPr lang="vi-VN" sz="1600" smtClean="0">
                <a:solidFill>
                  <a:schemeClr val="accent1">
                    <a:lumMod val="75000"/>
                  </a:schemeClr>
                </a:solidFill>
                <a:latin typeface="Calibri" pitchFamily="34" charset="0"/>
                <a:cs typeface="Calibri" pitchFamily="34" charset="0"/>
              </a:rPr>
            </a:br>
            <a:r>
              <a:rPr lang="vi-VN" sz="1600" b="1">
                <a:solidFill>
                  <a:schemeClr val="accent6">
                    <a:lumMod val="75000"/>
                  </a:schemeClr>
                </a:solidFill>
                <a:latin typeface="Calibri (Body)"/>
                <a:cs typeface="Arial" pitchFamily="34" charset="0"/>
              </a:rPr>
              <a:t>4. Hiệu ứng bảo trì</a:t>
            </a: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390392" lvl="1" indent="-390392" algn="just">
              <a:spcAft>
                <a:spcPts val="683"/>
              </a:spcAft>
              <a:buClr>
                <a:srgbClr val="FF0066"/>
              </a:buClr>
              <a:buFont typeface="Symbol" pitchFamily="18" charset="2"/>
              <a:buChar char="¨"/>
            </a:pPr>
            <a:r>
              <a:rPr lang="en-US" sz="2400" smtClean="0">
                <a:solidFill>
                  <a:schemeClr val="accent2">
                    <a:lumMod val="50000"/>
                  </a:schemeClr>
                </a:solidFill>
                <a:latin typeface="Calibri" pitchFamily="34" charset="0"/>
                <a:cs typeface="Calibri" pitchFamily="34" charset="0"/>
              </a:rPr>
              <a:t>Trong </a:t>
            </a:r>
            <a:r>
              <a:rPr lang="en-US" sz="2400">
                <a:solidFill>
                  <a:schemeClr val="accent2">
                    <a:lumMod val="50000"/>
                  </a:schemeClr>
                </a:solidFill>
                <a:latin typeface="Calibri" pitchFamily="34" charset="0"/>
                <a:cs typeface="Calibri" pitchFamily="34" charset="0"/>
              </a:rPr>
              <a:t>quá trình bảo trì, việc sửa đổi thường được tiến hành đối với các phần tử riêng rẽ của cấu trúc dữ liệu. Khi một phần tử bị thay đổi dữ liệu thì kéo theo </a:t>
            </a:r>
            <a:r>
              <a:rPr lang="en-US" sz="2400">
                <a:solidFill>
                  <a:schemeClr val="accent2">
                    <a:lumMod val="50000"/>
                  </a:schemeClr>
                </a:solidFill>
                <a:latin typeface="Calibri" pitchFamily="34" charset="0"/>
                <a:cs typeface="Calibri" pitchFamily="34" charset="0"/>
              </a:rPr>
              <a:t>việc </a:t>
            </a:r>
            <a:r>
              <a:rPr lang="en-US" sz="2400" smtClean="0">
                <a:solidFill>
                  <a:schemeClr val="accent2">
                    <a:lumMod val="50000"/>
                  </a:schemeClr>
                </a:solidFill>
                <a:latin typeface="Calibri" pitchFamily="34" charset="0"/>
                <a:cs typeface="Calibri" pitchFamily="34" charset="0"/>
              </a:rPr>
              <a:t>dữ liệu </a:t>
            </a:r>
            <a:r>
              <a:rPr lang="en-US" sz="2400">
                <a:solidFill>
                  <a:schemeClr val="accent2">
                    <a:lumMod val="50000"/>
                  </a:schemeClr>
                </a:solidFill>
                <a:latin typeface="Calibri" pitchFamily="34" charset="0"/>
                <a:cs typeface="Calibri" pitchFamily="34" charset="0"/>
              </a:rPr>
              <a:t>đó không phù hợp với một số </a:t>
            </a:r>
            <a:r>
              <a:rPr lang="en-US" sz="2400">
                <a:solidFill>
                  <a:schemeClr val="accent2">
                    <a:lumMod val="50000"/>
                  </a:schemeClr>
                </a:solidFill>
                <a:latin typeface="Calibri" pitchFamily="34" charset="0"/>
                <a:cs typeface="Calibri" pitchFamily="34" charset="0"/>
              </a:rPr>
              <a:t>đoạn </a:t>
            </a:r>
            <a:r>
              <a:rPr lang="en-US" sz="2400" smtClean="0">
                <a:solidFill>
                  <a:schemeClr val="accent2">
                    <a:lumMod val="50000"/>
                  </a:schemeClr>
                </a:solidFill>
                <a:latin typeface="Calibri" pitchFamily="34" charset="0"/>
                <a:cs typeface="Calibri" pitchFamily="34" charset="0"/>
              </a:rPr>
              <a:t>chương trình khác </a:t>
            </a:r>
            <a:r>
              <a:rPr lang="en-US" sz="2400">
                <a:solidFill>
                  <a:schemeClr val="accent2">
                    <a:lumMod val="50000"/>
                  </a:schemeClr>
                </a:solidFill>
                <a:latin typeface="Calibri" pitchFamily="34" charset="0"/>
                <a:cs typeface="Calibri" pitchFamily="34" charset="0"/>
              </a:rPr>
              <a:t>và gây ra </a:t>
            </a:r>
            <a:r>
              <a:rPr lang="en-US" sz="2400">
                <a:solidFill>
                  <a:schemeClr val="accent2">
                    <a:lumMod val="50000"/>
                  </a:schemeClr>
                </a:solidFill>
                <a:latin typeface="Calibri" pitchFamily="34" charset="0"/>
                <a:cs typeface="Calibri" pitchFamily="34" charset="0"/>
              </a:rPr>
              <a:t>lỗi</a:t>
            </a:r>
            <a:r>
              <a:rPr lang="en-US" sz="2400" smtClean="0">
                <a:solidFill>
                  <a:schemeClr val="accent2">
                    <a:lumMod val="50000"/>
                  </a:schemeClr>
                </a:solidFill>
                <a:latin typeface="Calibri" pitchFamily="34" charset="0"/>
                <a:cs typeface="Calibri" pitchFamily="34" charset="0"/>
              </a:rPr>
              <a:t>.</a:t>
            </a:r>
          </a:p>
          <a:p>
            <a:pPr marL="390392" lvl="1" indent="-390392" algn="just">
              <a:spcAft>
                <a:spcPts val="683"/>
              </a:spcAft>
              <a:buClr>
                <a:srgbClr val="FF0066"/>
              </a:buClr>
              <a:buFont typeface="Symbol" pitchFamily="18" charset="2"/>
              <a:buChar char="¨"/>
            </a:pPr>
            <a:r>
              <a:rPr lang="en-US" sz="2400" smtClean="0">
                <a:solidFill>
                  <a:schemeClr val="accent2">
                    <a:lumMod val="50000"/>
                  </a:schemeClr>
                </a:solidFill>
                <a:latin typeface="Calibri" pitchFamily="34" charset="0"/>
                <a:cs typeface="Calibri" pitchFamily="34" charset="0"/>
              </a:rPr>
              <a:t>Hiệu </a:t>
            </a:r>
            <a:r>
              <a:rPr lang="en-US" sz="2400">
                <a:solidFill>
                  <a:schemeClr val="accent2">
                    <a:lumMod val="50000"/>
                  </a:schemeClr>
                </a:solidFill>
                <a:latin typeface="Calibri" pitchFamily="34" charset="0"/>
                <a:cs typeface="Calibri" pitchFamily="34" charset="0"/>
              </a:rPr>
              <a:t>ứng lề của dữ liệu xảy ra như là kết quả của việc thay đổi cấu trúc dữ liệu. Các thay đổi dữ liệu sau đây thường gây ra </a:t>
            </a:r>
            <a:r>
              <a:rPr lang="en-US" sz="2400">
                <a:solidFill>
                  <a:schemeClr val="accent2">
                    <a:lumMod val="50000"/>
                  </a:schemeClr>
                </a:solidFill>
                <a:latin typeface="Calibri" pitchFamily="34" charset="0"/>
                <a:cs typeface="Calibri" pitchFamily="34" charset="0"/>
              </a:rPr>
              <a:t>lỗi</a:t>
            </a:r>
            <a:r>
              <a:rPr lang="en-US" sz="2400" smtClean="0">
                <a:solidFill>
                  <a:schemeClr val="accent2">
                    <a:lumMod val="50000"/>
                  </a:schemeClr>
                </a:solidFill>
                <a:latin typeface="Calibri" pitchFamily="34" charset="0"/>
                <a:cs typeface="Calibri" pitchFamily="34" charset="0"/>
              </a:rPr>
              <a:t>:</a:t>
            </a:r>
          </a:p>
          <a:p>
            <a:pPr marL="1318879" lvl="3" indent="-342900" algn="just">
              <a:spcAft>
                <a:spcPts val="683"/>
              </a:spcAft>
              <a:buClr>
                <a:srgbClr val="FF0066"/>
              </a:buClr>
            </a:pPr>
            <a:r>
              <a:rPr lang="en-US" sz="2200" smtClean="0">
                <a:solidFill>
                  <a:schemeClr val="accent2">
                    <a:lumMod val="50000"/>
                  </a:schemeClr>
                </a:solidFill>
                <a:latin typeface="Calibri" pitchFamily="34" charset="0"/>
                <a:cs typeface="Calibri" pitchFamily="34" charset="0"/>
              </a:rPr>
              <a:t>Định </a:t>
            </a:r>
            <a:r>
              <a:rPr lang="en-US" sz="2200">
                <a:solidFill>
                  <a:schemeClr val="accent2">
                    <a:lumMod val="50000"/>
                  </a:schemeClr>
                </a:solidFill>
                <a:latin typeface="Calibri" pitchFamily="34" charset="0"/>
                <a:cs typeface="Calibri" pitchFamily="34" charset="0"/>
              </a:rPr>
              <a:t>nghĩa lại các hằng số cục bộ và hằng số địa </a:t>
            </a:r>
            <a:r>
              <a:rPr lang="en-US" sz="2200">
                <a:solidFill>
                  <a:schemeClr val="accent2">
                    <a:lumMod val="50000"/>
                  </a:schemeClr>
                </a:solidFill>
                <a:latin typeface="Calibri" pitchFamily="34" charset="0"/>
                <a:cs typeface="Calibri" pitchFamily="34" charset="0"/>
              </a:rPr>
              <a:t>phương</a:t>
            </a:r>
            <a:r>
              <a:rPr lang="en-US" sz="2200" smtClean="0">
                <a:solidFill>
                  <a:schemeClr val="accent2">
                    <a:lumMod val="50000"/>
                  </a:schemeClr>
                </a:solidFill>
                <a:latin typeface="Calibri" pitchFamily="34" charset="0"/>
                <a:cs typeface="Calibri" pitchFamily="34" charset="0"/>
              </a:rPr>
              <a:t>.</a:t>
            </a:r>
          </a:p>
          <a:p>
            <a:pPr marL="1318879" lvl="3" indent="-342900" algn="just">
              <a:spcAft>
                <a:spcPts val="683"/>
              </a:spcAft>
              <a:buClr>
                <a:srgbClr val="FF0066"/>
              </a:buClr>
            </a:pPr>
            <a:r>
              <a:rPr lang="en-US" sz="2200" smtClean="0">
                <a:solidFill>
                  <a:schemeClr val="accent2">
                    <a:lumMod val="50000"/>
                  </a:schemeClr>
                </a:solidFill>
                <a:latin typeface="Calibri" pitchFamily="34" charset="0"/>
                <a:cs typeface="Calibri" pitchFamily="34" charset="0"/>
              </a:rPr>
              <a:t>Định </a:t>
            </a:r>
            <a:r>
              <a:rPr lang="en-US" sz="2200">
                <a:solidFill>
                  <a:schemeClr val="accent2">
                    <a:lumMod val="50000"/>
                  </a:schemeClr>
                </a:solidFill>
                <a:latin typeface="Calibri" pitchFamily="34" charset="0"/>
                <a:cs typeface="Calibri" pitchFamily="34" charset="0"/>
              </a:rPr>
              <a:t>nghĩa lại cấu trúc bản ghi hay cấu trúc </a:t>
            </a:r>
            <a:r>
              <a:rPr lang="en-US" sz="2200">
                <a:solidFill>
                  <a:schemeClr val="accent2">
                    <a:lumMod val="50000"/>
                  </a:schemeClr>
                </a:solidFill>
                <a:latin typeface="Calibri" pitchFamily="34" charset="0"/>
                <a:cs typeface="Calibri" pitchFamily="34" charset="0"/>
              </a:rPr>
              <a:t>file</a:t>
            </a:r>
            <a:r>
              <a:rPr lang="en-US" sz="2200" smtClean="0">
                <a:solidFill>
                  <a:schemeClr val="accent2">
                    <a:lumMod val="50000"/>
                  </a:schemeClr>
                </a:solidFill>
                <a:latin typeface="Calibri" pitchFamily="34" charset="0"/>
                <a:cs typeface="Calibri" pitchFamily="34" charset="0"/>
              </a:rPr>
              <a:t>.</a:t>
            </a:r>
          </a:p>
          <a:p>
            <a:pPr marL="1318879" lvl="3" indent="-342900" algn="just">
              <a:spcAft>
                <a:spcPts val="683"/>
              </a:spcAft>
              <a:buClr>
                <a:srgbClr val="FF0066"/>
              </a:buClr>
            </a:pPr>
            <a:r>
              <a:rPr lang="en-US" sz="2200" smtClean="0">
                <a:solidFill>
                  <a:schemeClr val="accent2">
                    <a:lumMod val="50000"/>
                  </a:schemeClr>
                </a:solidFill>
                <a:latin typeface="Calibri" pitchFamily="34" charset="0"/>
                <a:cs typeface="Calibri" pitchFamily="34" charset="0"/>
              </a:rPr>
              <a:t>Tăng </a:t>
            </a:r>
            <a:r>
              <a:rPr lang="en-US" sz="2200">
                <a:solidFill>
                  <a:schemeClr val="accent2">
                    <a:lumMod val="50000"/>
                  </a:schemeClr>
                </a:solidFill>
                <a:latin typeface="Calibri" pitchFamily="34" charset="0"/>
                <a:cs typeface="Calibri" pitchFamily="34" charset="0"/>
              </a:rPr>
              <a:t>hoặc giảm kích thước một </a:t>
            </a:r>
            <a:r>
              <a:rPr lang="en-US" sz="2200">
                <a:solidFill>
                  <a:schemeClr val="accent2">
                    <a:lumMod val="50000"/>
                  </a:schemeClr>
                </a:solidFill>
                <a:latin typeface="Calibri" pitchFamily="34" charset="0"/>
                <a:cs typeface="Calibri" pitchFamily="34" charset="0"/>
              </a:rPr>
              <a:t>mảng</a:t>
            </a:r>
            <a:r>
              <a:rPr lang="en-US" sz="2200" smtClean="0">
                <a:solidFill>
                  <a:schemeClr val="accent2">
                    <a:lumMod val="50000"/>
                  </a:schemeClr>
                </a:solidFill>
                <a:latin typeface="Calibri" pitchFamily="34" charset="0"/>
                <a:cs typeface="Calibri" pitchFamily="34" charset="0"/>
              </a:rPr>
              <a:t>.</a:t>
            </a:r>
          </a:p>
          <a:p>
            <a:pPr marL="1318879" lvl="3" indent="-342900" algn="just">
              <a:spcAft>
                <a:spcPts val="683"/>
              </a:spcAft>
              <a:buClr>
                <a:srgbClr val="FF0066"/>
              </a:buClr>
            </a:pPr>
            <a:r>
              <a:rPr lang="en-US" sz="2200" smtClean="0">
                <a:solidFill>
                  <a:schemeClr val="accent2">
                    <a:lumMod val="50000"/>
                  </a:schemeClr>
                </a:solidFill>
                <a:latin typeface="Calibri" pitchFamily="34" charset="0"/>
                <a:cs typeface="Calibri" pitchFamily="34" charset="0"/>
              </a:rPr>
              <a:t>Thay </a:t>
            </a:r>
            <a:r>
              <a:rPr lang="en-US" sz="2200">
                <a:solidFill>
                  <a:schemeClr val="accent2">
                    <a:lumMod val="50000"/>
                  </a:schemeClr>
                </a:solidFill>
                <a:latin typeface="Calibri" pitchFamily="34" charset="0"/>
                <a:cs typeface="Calibri" pitchFamily="34" charset="0"/>
              </a:rPr>
              <a:t>đổi dữ liệu tổng </a:t>
            </a:r>
            <a:r>
              <a:rPr lang="en-US" sz="2200">
                <a:solidFill>
                  <a:schemeClr val="accent2">
                    <a:lumMod val="50000"/>
                  </a:schemeClr>
                </a:solidFill>
                <a:latin typeface="Calibri" pitchFamily="34" charset="0"/>
                <a:cs typeface="Calibri" pitchFamily="34" charset="0"/>
              </a:rPr>
              <a:t>thể</a:t>
            </a:r>
            <a:r>
              <a:rPr lang="en-US" sz="2200" smtClean="0">
                <a:solidFill>
                  <a:schemeClr val="accent2">
                    <a:lumMod val="50000"/>
                  </a:schemeClr>
                </a:solidFill>
                <a:latin typeface="Calibri" pitchFamily="34" charset="0"/>
                <a:cs typeface="Calibri" pitchFamily="34" charset="0"/>
              </a:rPr>
              <a:t>.</a:t>
            </a:r>
          </a:p>
          <a:p>
            <a:pPr marL="1318879" lvl="3" indent="-342900" algn="just">
              <a:spcAft>
                <a:spcPts val="683"/>
              </a:spcAft>
              <a:buClr>
                <a:srgbClr val="FF0066"/>
              </a:buClr>
            </a:pPr>
            <a:r>
              <a:rPr lang="en-US" sz="2200" smtClean="0">
                <a:solidFill>
                  <a:schemeClr val="accent2">
                    <a:lumMod val="50000"/>
                  </a:schemeClr>
                </a:solidFill>
                <a:latin typeface="Calibri" pitchFamily="34" charset="0"/>
                <a:cs typeface="Calibri" pitchFamily="34" charset="0"/>
              </a:rPr>
              <a:t>Định </a:t>
            </a:r>
            <a:r>
              <a:rPr lang="en-US" sz="2200">
                <a:solidFill>
                  <a:schemeClr val="accent2">
                    <a:lumMod val="50000"/>
                  </a:schemeClr>
                </a:solidFill>
                <a:latin typeface="Calibri" pitchFamily="34" charset="0"/>
                <a:cs typeface="Calibri" pitchFamily="34" charset="0"/>
              </a:rPr>
              <a:t>nghĩa lại các cờ điều khiển và các con </a:t>
            </a:r>
            <a:r>
              <a:rPr lang="en-US" sz="2200">
                <a:solidFill>
                  <a:schemeClr val="accent2">
                    <a:lumMod val="50000"/>
                  </a:schemeClr>
                </a:solidFill>
                <a:latin typeface="Calibri" pitchFamily="34" charset="0"/>
                <a:cs typeface="Calibri" pitchFamily="34" charset="0"/>
              </a:rPr>
              <a:t>trỏ</a:t>
            </a:r>
            <a:r>
              <a:rPr lang="en-US" sz="2200" smtClean="0">
                <a:solidFill>
                  <a:schemeClr val="accent2">
                    <a:lumMod val="50000"/>
                  </a:schemeClr>
                </a:solidFill>
                <a:latin typeface="Calibri" pitchFamily="34" charset="0"/>
                <a:cs typeface="Calibri" pitchFamily="34" charset="0"/>
              </a:rPr>
              <a:t>.</a:t>
            </a:r>
          </a:p>
          <a:p>
            <a:pPr marL="1318879" lvl="3" indent="-342900" algn="just">
              <a:spcAft>
                <a:spcPts val="683"/>
              </a:spcAft>
              <a:buClr>
                <a:srgbClr val="FF0066"/>
              </a:buClr>
            </a:pPr>
            <a:r>
              <a:rPr lang="en-US" sz="2200" smtClean="0">
                <a:solidFill>
                  <a:schemeClr val="accent2">
                    <a:lumMod val="50000"/>
                  </a:schemeClr>
                </a:solidFill>
                <a:latin typeface="Calibri" pitchFamily="34" charset="0"/>
                <a:cs typeface="Calibri" pitchFamily="34" charset="0"/>
              </a:rPr>
              <a:t>Xếp </a:t>
            </a:r>
            <a:r>
              <a:rPr lang="en-US" sz="2200">
                <a:solidFill>
                  <a:schemeClr val="accent2">
                    <a:lumMod val="50000"/>
                  </a:schemeClr>
                </a:solidFill>
                <a:latin typeface="Calibri" pitchFamily="34" charset="0"/>
                <a:cs typeface="Calibri" pitchFamily="34" charset="0"/>
              </a:rPr>
              <a:t>lại các tham số vào hay tham số ra của chương </a:t>
            </a:r>
            <a:r>
              <a:rPr lang="en-US" sz="2200">
                <a:solidFill>
                  <a:schemeClr val="accent2">
                    <a:lumMod val="50000"/>
                  </a:schemeClr>
                </a:solidFill>
                <a:latin typeface="Calibri" pitchFamily="34" charset="0"/>
                <a:cs typeface="Calibri" pitchFamily="34" charset="0"/>
              </a:rPr>
              <a:t>trình </a:t>
            </a:r>
            <a:r>
              <a:rPr lang="en-US" sz="2200" smtClean="0">
                <a:solidFill>
                  <a:schemeClr val="accent2">
                    <a:lumMod val="50000"/>
                  </a:schemeClr>
                </a:solidFill>
                <a:latin typeface="Calibri" pitchFamily="34" charset="0"/>
                <a:cs typeface="Calibri" pitchFamily="34" charset="0"/>
              </a:rPr>
              <a:t>con…</a:t>
            </a:r>
            <a:endParaRPr lang="vi-VN" sz="2200">
              <a:solidFill>
                <a:schemeClr val="accent2">
                  <a:lumMod val="50000"/>
                </a:schemeClr>
              </a:solidFill>
              <a:latin typeface="Calibri" pitchFamily="34" charset="0"/>
              <a:cs typeface="Calibri" pitchFamily="34" charset="0"/>
            </a:endParaRPr>
          </a:p>
          <a:p>
            <a:pPr marL="1318879" lvl="3" indent="-342900" algn="just">
              <a:spcAft>
                <a:spcPts val="683"/>
              </a:spcAft>
              <a:buClr>
                <a:srgbClr val="FF0066"/>
              </a:buClr>
            </a:pPr>
            <a:endParaRPr lang="en-US" sz="2100">
              <a:solidFill>
                <a:schemeClr val="accent2">
                  <a:lumMod val="50000"/>
                </a:schemeClr>
              </a:solidFill>
              <a:latin typeface="Calibri" pitchFamily="34" charset="0"/>
              <a:cs typeface="Calibri" pitchFamily="34" charset="0"/>
            </a:endParaRPr>
          </a:p>
          <a:p>
            <a:pPr marL="0" lvl="1" indent="0" algn="just">
              <a:spcAft>
                <a:spcPts val="683"/>
              </a:spcAft>
              <a:buClr>
                <a:srgbClr val="FF0066"/>
              </a:buClr>
              <a:buNone/>
            </a:pPr>
            <a:endParaRPr lang="en-US" sz="2000" smtClean="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2" y="1090836"/>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15</a:t>
            </a:fld>
            <a:endParaRPr lang="vi-VN"/>
          </a:p>
        </p:txBody>
      </p:sp>
      <p:sp>
        <p:nvSpPr>
          <p:cNvPr id="7"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a:solidFill>
                  <a:schemeClr val="tx2"/>
                </a:solidFill>
                <a:ea typeface="+mj-ea"/>
                <a:cs typeface="Arial" pitchFamily="34" charset="0"/>
              </a:rPr>
              <a:t>1. Hiệu ứng thay đổi mã nguồn </a:t>
            </a:r>
            <a:endParaRPr lang="en-US" sz="1600">
              <a:solidFill>
                <a:schemeClr val="tx2"/>
              </a:solidFill>
              <a:ea typeface="+mj-ea"/>
              <a:cs typeface="Arial" pitchFamily="34" charset="0"/>
            </a:endParaRPr>
          </a:p>
          <a:p>
            <a:pPr marL="0" lvl="1"/>
            <a:r>
              <a:rPr lang="en-US" sz="1600" b="1">
                <a:solidFill>
                  <a:schemeClr val="accent6">
                    <a:lumMod val="75000"/>
                  </a:schemeClr>
                </a:solidFill>
                <a:ea typeface="+mj-ea"/>
                <a:cs typeface="Arial" pitchFamily="34" charset="0"/>
              </a:rPr>
              <a:t>2.  Hiệu ứng thay đổi dữ liệu</a:t>
            </a:r>
          </a:p>
          <a:p>
            <a:pPr marL="0" lvl="1"/>
            <a:r>
              <a:rPr lang="en-US" sz="1600" smtClean="0">
                <a:solidFill>
                  <a:schemeClr val="tx2"/>
                </a:solidFill>
                <a:ea typeface="+mj-ea"/>
                <a:cs typeface="Arial" pitchFamily="34" charset="0"/>
              </a:rPr>
              <a:t>3. Hiệu ứng thay đổi  tài liệu</a:t>
            </a:r>
            <a:endParaRPr lang="en-US" sz="1600" smtClean="0">
              <a:solidFill>
                <a:schemeClr val="tx2"/>
              </a:solidFill>
              <a:ea typeface="+mj-ea"/>
              <a:cs typeface="Arial" pitchFamily="34" charset="0"/>
            </a:endParaRPr>
          </a:p>
        </p:txBody>
      </p:sp>
    </p:spTree>
    <p:extLst>
      <p:ext uri="{BB962C8B-B14F-4D97-AF65-F5344CB8AC3E}">
        <p14:creationId xmlns:p14="http://schemas.microsoft.com/office/powerpoint/2010/main" val="1422524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200000"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Calibri" pitchFamily="34" charset="0"/>
                <a:cs typeface="Calibri" pitchFamily="34" charset="0"/>
              </a:rPr>
              <a:t>1. Khái niệm bảo trì</a:t>
            </a:r>
            <a:r>
              <a:rPr lang="en-US" sz="1600">
                <a:solidFill>
                  <a:schemeClr val="accent2">
                    <a:lumMod val="50000"/>
                  </a:schemeClr>
                </a:solidFill>
                <a:latin typeface="Calibri" pitchFamily="34" charset="0"/>
                <a:cs typeface="Calibri" pitchFamily="34" charset="0"/>
              </a:rPr>
              <a:t/>
            </a:r>
            <a:br>
              <a:rPr lang="en-US" sz="1600">
                <a:solidFill>
                  <a:schemeClr val="accent2">
                    <a:lumMod val="50000"/>
                  </a:schemeClr>
                </a:solidFill>
                <a:latin typeface="Calibri" pitchFamily="34" charset="0"/>
                <a:cs typeface="Calibri" pitchFamily="34" charset="0"/>
              </a:rPr>
            </a:br>
            <a:r>
              <a:rPr lang="en-US" sz="1600" smtClean="0">
                <a:solidFill>
                  <a:schemeClr val="accent1">
                    <a:lumMod val="75000"/>
                  </a:schemeClr>
                </a:solidFill>
                <a:latin typeface="+mn-lt"/>
                <a:cs typeface="Arial" pitchFamily="34" charset="0"/>
              </a:rPr>
              <a:t>2</a:t>
            </a:r>
            <a:r>
              <a:rPr lang="en-US" sz="1600">
                <a:solidFill>
                  <a:schemeClr val="accent1">
                    <a:lumMod val="75000"/>
                  </a:schemeClr>
                </a:solidFill>
                <a:latin typeface="+mn-lt"/>
                <a:cs typeface="Arial" pitchFamily="34" charset="0"/>
              </a:rPr>
              <a:t>. </a:t>
            </a:r>
            <a:r>
              <a:rPr lang="vi-VN" sz="1600" smtClean="0">
                <a:solidFill>
                  <a:schemeClr val="accent1">
                    <a:lumMod val="75000"/>
                  </a:schemeClr>
                </a:solidFill>
                <a:latin typeface="Calibri" pitchFamily="34" charset="0"/>
                <a:cs typeface="Calibri" pitchFamily="34" charset="0"/>
              </a:rPr>
              <a:t>Các hình thái bảo trì</a:t>
            </a:r>
            <a:r>
              <a:rPr lang="vi-VN" sz="1600">
                <a:solidFill>
                  <a:schemeClr val="accent1">
                    <a:lumMod val="75000"/>
                  </a:schemeClr>
                </a:solidFill>
                <a:latin typeface="Calibri" pitchFamily="34" charset="0"/>
                <a:cs typeface="Calibri" pitchFamily="34" charset="0"/>
              </a:rPr>
              <a:t/>
            </a:r>
            <a:br>
              <a:rPr lang="vi-VN" sz="1600">
                <a:solidFill>
                  <a:schemeClr val="accent1">
                    <a:lumMod val="75000"/>
                  </a:schemeClr>
                </a:solidFill>
                <a:latin typeface="Calibri" pitchFamily="34" charset="0"/>
                <a:cs typeface="Calibri" pitchFamily="34" charset="0"/>
              </a:rPr>
            </a:br>
            <a:r>
              <a:rPr lang="en-US" sz="1600" smtClean="0">
                <a:solidFill>
                  <a:schemeClr val="accent1">
                    <a:lumMod val="75000"/>
                  </a:schemeClr>
                </a:solidFill>
                <a:latin typeface="Calibri" pitchFamily="34" charset="0"/>
                <a:cs typeface="Calibri" pitchFamily="34" charset="0"/>
              </a:rPr>
              <a:t>3. </a:t>
            </a:r>
            <a:r>
              <a:rPr lang="vi-VN" sz="1600" smtClean="0">
                <a:solidFill>
                  <a:schemeClr val="accent1">
                    <a:lumMod val="75000"/>
                  </a:schemeClr>
                </a:solidFill>
                <a:latin typeface="Calibri" pitchFamily="34" charset="0"/>
                <a:cs typeface="Calibri" pitchFamily="34" charset="0"/>
              </a:rPr>
              <a:t>Các công việc bảo trì</a:t>
            </a:r>
            <a:br>
              <a:rPr lang="vi-VN" sz="1600" smtClean="0">
                <a:solidFill>
                  <a:schemeClr val="accent1">
                    <a:lumMod val="75000"/>
                  </a:schemeClr>
                </a:solidFill>
                <a:latin typeface="Calibri" pitchFamily="34" charset="0"/>
                <a:cs typeface="Calibri" pitchFamily="34" charset="0"/>
              </a:rPr>
            </a:br>
            <a:r>
              <a:rPr lang="vi-VN" sz="1600" b="1">
                <a:solidFill>
                  <a:schemeClr val="accent6">
                    <a:lumMod val="75000"/>
                  </a:schemeClr>
                </a:solidFill>
                <a:latin typeface="Calibri (Body)"/>
                <a:cs typeface="Arial" pitchFamily="34" charset="0"/>
              </a:rPr>
              <a:t>4. Hiệu ứng bảo trì</a:t>
            </a: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lnSpcReduction="10000"/>
          </a:bodyPr>
          <a:lstStyle/>
          <a:p>
            <a:pPr marL="390392" lvl="1" indent="-390392" algn="just">
              <a:spcAft>
                <a:spcPts val="683"/>
              </a:spcAft>
              <a:buClr>
                <a:srgbClr val="FF0066"/>
              </a:buClr>
              <a:buFont typeface="Symbol" pitchFamily="18" charset="2"/>
              <a:buChar char="¨"/>
            </a:pPr>
            <a:r>
              <a:rPr lang="en-US" sz="2400" smtClean="0">
                <a:solidFill>
                  <a:schemeClr val="accent2">
                    <a:lumMod val="50000"/>
                  </a:schemeClr>
                </a:solidFill>
                <a:latin typeface="Calibri" pitchFamily="34" charset="0"/>
                <a:cs typeface="Calibri" pitchFamily="34" charset="0"/>
              </a:rPr>
              <a:t>Trong </a:t>
            </a:r>
            <a:r>
              <a:rPr lang="en-US" sz="2400">
                <a:solidFill>
                  <a:schemeClr val="accent2">
                    <a:lumMod val="50000"/>
                  </a:schemeClr>
                </a:solidFill>
                <a:latin typeface="Calibri" pitchFamily="34" charset="0"/>
                <a:cs typeface="Calibri" pitchFamily="34" charset="0"/>
              </a:rPr>
              <a:t>quá trình bảo trì sự ảnh hưởng của tài liệu xảy ra khi thay đổi chương trình nguồn mà không thay đổi tài liệu thiết kế và tài liệu hướng dẫn sử </a:t>
            </a:r>
            <a:r>
              <a:rPr lang="en-US" sz="2400">
                <a:solidFill>
                  <a:schemeClr val="accent2">
                    <a:lumMod val="50000"/>
                  </a:schemeClr>
                </a:solidFill>
                <a:latin typeface="Calibri" pitchFamily="34" charset="0"/>
                <a:cs typeface="Calibri" pitchFamily="34" charset="0"/>
              </a:rPr>
              <a:t>dụng</a:t>
            </a:r>
            <a:r>
              <a:rPr lang="en-US" sz="2400" smtClean="0">
                <a:solidFill>
                  <a:schemeClr val="accent2">
                    <a:lumMod val="50000"/>
                  </a:schemeClr>
                </a:solidFill>
                <a:latin typeface="Calibri" pitchFamily="34" charset="0"/>
                <a:cs typeface="Calibri" pitchFamily="34" charset="0"/>
              </a:rPr>
              <a:t>.</a:t>
            </a:r>
          </a:p>
          <a:p>
            <a:pPr marL="390392" lvl="1" indent="-390392" algn="just">
              <a:spcAft>
                <a:spcPts val="683"/>
              </a:spcAft>
              <a:buClr>
                <a:srgbClr val="FF0066"/>
              </a:buClr>
              <a:buFont typeface="Symbol" pitchFamily="18" charset="2"/>
              <a:buChar char="¨"/>
            </a:pPr>
            <a:r>
              <a:rPr lang="en-US" sz="2400" smtClean="0">
                <a:solidFill>
                  <a:schemeClr val="accent2">
                    <a:lumMod val="50000"/>
                  </a:schemeClr>
                </a:solidFill>
                <a:latin typeface="Calibri" pitchFamily="34" charset="0"/>
                <a:cs typeface="Calibri" pitchFamily="34" charset="0"/>
              </a:rPr>
              <a:t>Bất </a:t>
            </a:r>
            <a:r>
              <a:rPr lang="en-US" sz="2400">
                <a:solidFill>
                  <a:schemeClr val="accent2">
                    <a:lumMod val="50000"/>
                  </a:schemeClr>
                </a:solidFill>
                <a:latin typeface="Calibri" pitchFamily="34" charset="0"/>
                <a:cs typeface="Calibri" pitchFamily="34" charset="0"/>
              </a:rPr>
              <a:t>cứ có thay đổi về luồng dữ liệu, cấu trúc phần mềm, các thủ tục… thì tài liệu kỹ thuật phải được cập </a:t>
            </a:r>
            <a:r>
              <a:rPr lang="en-US" sz="2400">
                <a:solidFill>
                  <a:schemeClr val="accent2">
                    <a:lumMod val="50000"/>
                  </a:schemeClr>
                </a:solidFill>
                <a:latin typeface="Calibri" pitchFamily="34" charset="0"/>
                <a:cs typeface="Calibri" pitchFamily="34" charset="0"/>
              </a:rPr>
              <a:t>nhật </a:t>
            </a:r>
            <a:r>
              <a:rPr lang="en-US" sz="2400" smtClean="0">
                <a:solidFill>
                  <a:schemeClr val="accent2">
                    <a:lumMod val="50000"/>
                  </a:schemeClr>
                </a:solidFill>
                <a:latin typeface="Calibri" pitchFamily="34" charset="0"/>
                <a:cs typeface="Calibri" pitchFamily="34" charset="0"/>
              </a:rPr>
              <a:t>vì nếu </a:t>
            </a:r>
            <a:r>
              <a:rPr lang="en-US" sz="2400">
                <a:solidFill>
                  <a:schemeClr val="accent2">
                    <a:lumMod val="50000"/>
                  </a:schemeClr>
                </a:solidFill>
                <a:latin typeface="Calibri" pitchFamily="34" charset="0"/>
                <a:cs typeface="Calibri" pitchFamily="34" charset="0"/>
              </a:rPr>
              <a:t>tài liệu kỹ thuật phản ánh không đúng trạng thái hiện tại của phần mềm thì còn tồi tệ hơn việc không có tài </a:t>
            </a:r>
            <a:r>
              <a:rPr lang="en-US" sz="2400">
                <a:solidFill>
                  <a:schemeClr val="accent2">
                    <a:lumMod val="50000"/>
                  </a:schemeClr>
                </a:solidFill>
                <a:latin typeface="Calibri" pitchFamily="34" charset="0"/>
                <a:cs typeface="Calibri" pitchFamily="34" charset="0"/>
              </a:rPr>
              <a:t>liệu</a:t>
            </a:r>
            <a:r>
              <a:rPr lang="en-US" sz="2400" smtClean="0">
                <a:solidFill>
                  <a:schemeClr val="accent2">
                    <a:lumMod val="50000"/>
                  </a:schemeClr>
                </a:solidFill>
                <a:latin typeface="Calibri" pitchFamily="34" charset="0"/>
                <a:cs typeface="Calibri" pitchFamily="34" charset="0"/>
              </a:rPr>
              <a:t>.</a:t>
            </a:r>
          </a:p>
          <a:p>
            <a:pPr marL="390392" lvl="1" indent="-390392" algn="just">
              <a:spcAft>
                <a:spcPts val="683"/>
              </a:spcAft>
              <a:buClr>
                <a:srgbClr val="FF0066"/>
              </a:buClr>
              <a:buFont typeface="Symbol" pitchFamily="18" charset="2"/>
              <a:buChar char="¨"/>
            </a:pPr>
            <a:r>
              <a:rPr lang="en-US" sz="2400" smtClean="0">
                <a:solidFill>
                  <a:schemeClr val="accent2">
                    <a:lumMod val="50000"/>
                  </a:schemeClr>
                </a:solidFill>
                <a:latin typeface="Calibri" pitchFamily="34" charset="0"/>
                <a:cs typeface="Calibri" pitchFamily="34" charset="0"/>
              </a:rPr>
              <a:t>Các </a:t>
            </a:r>
            <a:r>
              <a:rPr lang="en-US" sz="2400">
                <a:solidFill>
                  <a:schemeClr val="accent2">
                    <a:lumMod val="50000"/>
                  </a:schemeClr>
                </a:solidFill>
                <a:latin typeface="Calibri" pitchFamily="34" charset="0"/>
                <a:cs typeface="Calibri" pitchFamily="34" charset="0"/>
              </a:rPr>
              <a:t>hiệu ứng lề trong tài liệu có thể được giảm về căn bản nếu toàn bộ cấu hình được xem xét trước khi phát hành phiên bản phần mềm tiếp </a:t>
            </a:r>
            <a:r>
              <a:rPr lang="en-US" sz="2400">
                <a:solidFill>
                  <a:schemeClr val="accent2">
                    <a:lumMod val="50000"/>
                  </a:schemeClr>
                </a:solidFill>
                <a:latin typeface="Calibri" pitchFamily="34" charset="0"/>
                <a:cs typeface="Calibri" pitchFamily="34" charset="0"/>
              </a:rPr>
              <a:t>sau</a:t>
            </a:r>
            <a:r>
              <a:rPr lang="en-US" sz="2400" smtClean="0">
                <a:solidFill>
                  <a:schemeClr val="accent2">
                    <a:lumMod val="50000"/>
                  </a:schemeClr>
                </a:solidFill>
                <a:latin typeface="Calibri" pitchFamily="34" charset="0"/>
                <a:cs typeface="Calibri" pitchFamily="34" charset="0"/>
              </a:rPr>
              <a:t>.</a:t>
            </a:r>
          </a:p>
          <a:p>
            <a:pPr marL="390392" lvl="1" indent="-390392" algn="just">
              <a:spcAft>
                <a:spcPts val="683"/>
              </a:spcAft>
              <a:buClr>
                <a:srgbClr val="FF0066"/>
              </a:buClr>
              <a:buFont typeface="Symbol" pitchFamily="18" charset="2"/>
              <a:buChar char="¨"/>
            </a:pPr>
            <a:r>
              <a:rPr lang="en-US" sz="2400" smtClean="0">
                <a:solidFill>
                  <a:schemeClr val="accent2">
                    <a:lumMod val="50000"/>
                  </a:schemeClr>
                </a:solidFill>
                <a:latin typeface="Calibri" pitchFamily="34" charset="0"/>
                <a:cs typeface="Calibri" pitchFamily="34" charset="0"/>
              </a:rPr>
              <a:t>Thực </a:t>
            </a:r>
            <a:r>
              <a:rPr lang="en-US" sz="2400">
                <a:solidFill>
                  <a:schemeClr val="accent2">
                    <a:lumMod val="50000"/>
                  </a:schemeClr>
                </a:solidFill>
                <a:latin typeface="Calibri" pitchFamily="34" charset="0"/>
                <a:cs typeface="Calibri" pitchFamily="34" charset="0"/>
              </a:rPr>
              <a:t>tế một vài yêu cầu bảo trì không đòi hỏi việc thay đổi thiết kế của phần mềm hoặc mã chương trình, mà chỉ cần chỉ ra sự thiếu rõ ràng trong tài liệu của người sử dụng. Trong những trường hợp như vậy chỉ cần tập trung bảo trì tài liệu kỹ thuật.</a:t>
            </a:r>
          </a:p>
          <a:p>
            <a:pPr marL="0" lvl="1" indent="0" algn="just">
              <a:spcAft>
                <a:spcPts val="683"/>
              </a:spcAft>
              <a:buClr>
                <a:srgbClr val="FF0066"/>
              </a:buClr>
              <a:buNone/>
            </a:pPr>
            <a:endParaRPr lang="en-US" sz="24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2" y="1090836"/>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16</a:t>
            </a:fld>
            <a:endParaRPr lang="vi-VN"/>
          </a:p>
        </p:txBody>
      </p:sp>
      <p:sp>
        <p:nvSpPr>
          <p:cNvPr id="7"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a:solidFill>
                  <a:schemeClr val="tx2"/>
                </a:solidFill>
                <a:ea typeface="+mj-ea"/>
                <a:cs typeface="Arial" pitchFamily="34" charset="0"/>
              </a:rPr>
              <a:t>1. Hiệu ứng thay đổi mã nguồn </a:t>
            </a:r>
            <a:endParaRPr lang="en-US" sz="1600">
              <a:solidFill>
                <a:schemeClr val="tx2"/>
              </a:solidFill>
              <a:ea typeface="+mj-ea"/>
              <a:cs typeface="Arial" pitchFamily="34" charset="0"/>
            </a:endParaRPr>
          </a:p>
          <a:p>
            <a:pPr marL="0" lvl="1"/>
            <a:r>
              <a:rPr lang="en-US" sz="1600">
                <a:solidFill>
                  <a:schemeClr val="tx2"/>
                </a:solidFill>
                <a:ea typeface="+mj-ea"/>
                <a:cs typeface="Arial" pitchFamily="34" charset="0"/>
              </a:rPr>
              <a:t>2.  Hiệu ứng thay đổi dữ liệu</a:t>
            </a:r>
          </a:p>
          <a:p>
            <a:pPr marL="0" lvl="1"/>
            <a:r>
              <a:rPr lang="en-US" sz="1600" b="1">
                <a:solidFill>
                  <a:schemeClr val="accent6">
                    <a:lumMod val="75000"/>
                  </a:schemeClr>
                </a:solidFill>
                <a:ea typeface="+mj-ea"/>
                <a:cs typeface="Arial" pitchFamily="34" charset="0"/>
              </a:rPr>
              <a:t>3. Hiệu ứng thay đổi  tài liệu</a:t>
            </a:r>
          </a:p>
        </p:txBody>
      </p:sp>
    </p:spTree>
    <p:extLst>
      <p:ext uri="{BB962C8B-B14F-4D97-AF65-F5344CB8AC3E}">
        <p14:creationId xmlns:p14="http://schemas.microsoft.com/office/powerpoint/2010/main" val="202405779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vi-VN"/>
          </a:p>
        </p:txBody>
      </p:sp>
      <p:sp>
        <p:nvSpPr>
          <p:cNvPr id="4" name="Slide Number Placeholder 3"/>
          <p:cNvSpPr>
            <a:spLocks noGrp="1"/>
          </p:cNvSpPr>
          <p:nvPr>
            <p:ph type="sldNum" sz="quarter" idx="12"/>
          </p:nvPr>
        </p:nvSpPr>
        <p:spPr/>
        <p:txBody>
          <a:bodyPr/>
          <a:lstStyle/>
          <a:p>
            <a:fld id="{427808B0-DB8A-471C-82EF-CF06681341D9}" type="slidenum">
              <a:rPr lang="vi-VN" smtClean="0"/>
              <a:t>17</a:t>
            </a:fld>
            <a:endParaRPr lang="vi-VN"/>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6169" y="1836016"/>
            <a:ext cx="5583051" cy="265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2889717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Custom 1">
      <a:dk1>
        <a:sysClr val="windowText" lastClr="000000"/>
      </a:dk1>
      <a:lt1>
        <a:srgbClr val="FFFFFF"/>
      </a:lt1>
      <a:dk2>
        <a:srgbClr val="FFFFFF"/>
      </a:dk2>
      <a:lt2>
        <a:srgbClr val="FFFFFF"/>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31957</TotalTime>
  <Words>2051</Words>
  <Application>Microsoft Office PowerPoint</Application>
  <PresentationFormat>35mm Slides</PresentationFormat>
  <Paragraphs>168</Paragraphs>
  <Slides>17</Slides>
  <Notes>2</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PowerPoint Presentation</vt:lpstr>
      <vt:lpstr>Chương 10: Bảo trì hệ thống</vt:lpstr>
      <vt:lpstr>    1. Khái niệm bảo trì 2. Các hình thái bảo trì 3. Các công việc bảo trì 4. Hiệu ứng bảo trì    </vt:lpstr>
      <vt:lpstr>    1. Khái niệm bảo trì 2. Các hình thái bảo trì 3. Các công việc bảo trì 4. Hiệu ứng bảo trì    </vt:lpstr>
      <vt:lpstr>    1. Khái niệm bảo trì 2. Các hình thái bảo trì 3. Các công việc bảo trì 4. Hiệu ứng bảo trì    </vt:lpstr>
      <vt:lpstr>    1. Khái niệm bảo trì 2. Các hình thái bảo trì 3. Các công việc bảo trì 4. Hiệu ứng bảo trì    </vt:lpstr>
      <vt:lpstr>    1. Khái niệm bảo trì 2. Các hình thái bảo trì 3. Các công việc bảo trì 4. Hiệu ứng bảo trì    </vt:lpstr>
      <vt:lpstr>    1. Khái niệm bảo trì 2. Các hình thái bảo trì 3. Các công việc bảo trì 4. Hiệu ứng bảo trì    </vt:lpstr>
      <vt:lpstr>    1. Khái niệm bảo trì 2. Các hình thái bảo trì 3. Các công việc bảo trì 4. Hiệu ứng bảo trì    </vt:lpstr>
      <vt:lpstr>    1. Khái niệm bảo trì 2. Các hình thái bảo trì 3. Các công việc bảo trì 4. Hiệu ứng bảo trì    </vt:lpstr>
      <vt:lpstr>    1. Khái niệm bảo trì 2. Các hình thái bảo trì 3. Các công việc bảo trì 4. Hiệu ứng bảo trì    </vt:lpstr>
      <vt:lpstr>    1. Khái niệm bảo trì 2. Các hình thái bảo trì 3. Các công việc bảo trì 4. Hiệu ứng bảo trì    </vt:lpstr>
      <vt:lpstr>    1. Khái niệm bảo trì 2. Các hình thái bảo trì 3. Các công việc bảo trì 4. Hiệu ứng bảo trì    </vt:lpstr>
      <vt:lpstr>    1. Khái niệm bảo trì 2. Các hình thái bảo trì 3. Các công việc bảo trì 4. Hiệu ứng bảo trì    </vt:lpstr>
      <vt:lpstr>    1. Khái niệm bảo trì 2. Các hình thái bảo trì 3. Các công việc bảo trì 4. Hiệu ứng bảo trì    </vt:lpstr>
      <vt:lpstr>    1. Khái niệm bảo trì 2. Các hình thái bảo trì 3. Các công việc bảo trì 4. Hiệu ứng bảo trì    </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KỸ THUẬT KHAI PHÁ MẪU DẪY VÀ MẪU THỨ TỰ BỘ PHẬN TRONG KHAI PHÁ QUY TRÌNH</dc:title>
  <dc:creator>LAMNHUNG</dc:creator>
  <cp:lastModifiedBy>LAMNHUNG</cp:lastModifiedBy>
  <cp:revision>2223</cp:revision>
  <dcterms:created xsi:type="dcterms:W3CDTF">2014-03-12T02:40:35Z</dcterms:created>
  <dcterms:modified xsi:type="dcterms:W3CDTF">2015-05-08T06:10:58Z</dcterms:modified>
</cp:coreProperties>
</file>