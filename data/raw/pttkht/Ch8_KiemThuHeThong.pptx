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6858000" cx="10287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1">
          <p15:clr>
            <a:srgbClr val="A4A3A4"/>
          </p15:clr>
        </p15:guide>
        <p15:guide id="2" pos="324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40" roundtripDataSignature="AMtx7mjr0Yqj8eavgw6pMS06aOCKwOL8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1" orient="horz"/>
        <p:guide pos="324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4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1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9" name="Google Shape;189;p1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3" name="Google Shape;233;p1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2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9" name="Google Shape;269;p2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25: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26: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27: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2" name="Google Shape;332;p28: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29: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p30: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3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9" name="Google Shape;359;p31: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8" name="Google Shape;368;p32: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p33: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8" name="Google Shape;388;p34:notes"/>
          <p:cNvSpPr/>
          <p:nvPr>
            <p:ph idx="2" type="sldImg"/>
          </p:nvPr>
        </p:nvSpPr>
        <p:spPr>
          <a:xfrm>
            <a:off x="857250" y="685800"/>
            <a:ext cx="51435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771525" y="2130430"/>
            <a:ext cx="8743950" cy="1470025"/>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6"/>
          <p:cNvSpPr txBox="1"/>
          <p:nvPr>
            <p:ph idx="1" type="subTitle"/>
          </p:nvPr>
        </p:nvSpPr>
        <p:spPr>
          <a:xfrm>
            <a:off x="1543050" y="3886200"/>
            <a:ext cx="7200900" cy="1752600"/>
          </a:xfrm>
          <a:prstGeom prst="rect">
            <a:avLst/>
          </a:prstGeom>
          <a:noFill/>
          <a:ln>
            <a:noFill/>
          </a:ln>
        </p:spPr>
        <p:txBody>
          <a:bodyPr anchorCtr="0" anchor="t" bIns="52050" lIns="104100" spcFirstLastPara="1" rIns="104100" wrap="square" tIns="52050">
            <a:normAutofit/>
          </a:bodyPr>
          <a:lstStyle>
            <a:lvl1pPr lvl="0" algn="ctr">
              <a:spcBef>
                <a:spcPts val="720"/>
              </a:spcBef>
              <a:spcAft>
                <a:spcPts val="0"/>
              </a:spcAft>
              <a:buClr>
                <a:srgbClr val="888888"/>
              </a:buClr>
              <a:buSzPts val="3600"/>
              <a:buNone/>
              <a:defRPr>
                <a:solidFill>
                  <a:srgbClr val="888888"/>
                </a:solidFill>
              </a:defRPr>
            </a:lvl1pPr>
            <a:lvl2pPr lvl="1" algn="ctr">
              <a:spcBef>
                <a:spcPts val="640"/>
              </a:spcBef>
              <a:spcAft>
                <a:spcPts val="0"/>
              </a:spcAft>
              <a:buClr>
                <a:srgbClr val="888888"/>
              </a:buClr>
              <a:buSzPts val="3200"/>
              <a:buNone/>
              <a:defRPr>
                <a:solidFill>
                  <a:srgbClr val="888888"/>
                </a:solidFill>
              </a:defRPr>
            </a:lvl2pPr>
            <a:lvl3pPr lvl="2" algn="ctr">
              <a:spcBef>
                <a:spcPts val="540"/>
              </a:spcBef>
              <a:spcAft>
                <a:spcPts val="0"/>
              </a:spcAft>
              <a:buClr>
                <a:srgbClr val="888888"/>
              </a:buClr>
              <a:buSzPts val="2700"/>
              <a:buNone/>
              <a:defRPr>
                <a:solidFill>
                  <a:srgbClr val="888888"/>
                </a:solidFill>
              </a:defRPr>
            </a:lvl3pPr>
            <a:lvl4pPr lvl="3" algn="ctr">
              <a:spcBef>
                <a:spcPts val="460"/>
              </a:spcBef>
              <a:spcAft>
                <a:spcPts val="0"/>
              </a:spcAft>
              <a:buClr>
                <a:srgbClr val="888888"/>
              </a:buClr>
              <a:buSzPts val="2300"/>
              <a:buNone/>
              <a:defRPr>
                <a:solidFill>
                  <a:srgbClr val="888888"/>
                </a:solidFill>
              </a:defRPr>
            </a:lvl4pPr>
            <a:lvl5pPr lvl="4" algn="ctr">
              <a:spcBef>
                <a:spcPts val="460"/>
              </a:spcBef>
              <a:spcAft>
                <a:spcPts val="0"/>
              </a:spcAft>
              <a:buClr>
                <a:srgbClr val="888888"/>
              </a:buClr>
              <a:buSzPts val="2300"/>
              <a:buNone/>
              <a:defRPr>
                <a:solidFill>
                  <a:srgbClr val="888888"/>
                </a:solidFill>
              </a:defRPr>
            </a:lvl5pPr>
            <a:lvl6pPr lvl="5" algn="ctr">
              <a:spcBef>
                <a:spcPts val="460"/>
              </a:spcBef>
              <a:spcAft>
                <a:spcPts val="0"/>
              </a:spcAft>
              <a:buClr>
                <a:srgbClr val="888888"/>
              </a:buClr>
              <a:buSzPts val="2300"/>
              <a:buNone/>
              <a:defRPr>
                <a:solidFill>
                  <a:srgbClr val="888888"/>
                </a:solidFill>
              </a:defRPr>
            </a:lvl6pPr>
            <a:lvl7pPr lvl="6" algn="ctr">
              <a:spcBef>
                <a:spcPts val="460"/>
              </a:spcBef>
              <a:spcAft>
                <a:spcPts val="0"/>
              </a:spcAft>
              <a:buClr>
                <a:srgbClr val="888888"/>
              </a:buClr>
              <a:buSzPts val="2300"/>
              <a:buNone/>
              <a:defRPr>
                <a:solidFill>
                  <a:srgbClr val="888888"/>
                </a:solidFill>
              </a:defRPr>
            </a:lvl7pPr>
            <a:lvl8pPr lvl="7" algn="ctr">
              <a:spcBef>
                <a:spcPts val="460"/>
              </a:spcBef>
              <a:spcAft>
                <a:spcPts val="0"/>
              </a:spcAft>
              <a:buClr>
                <a:srgbClr val="888888"/>
              </a:buClr>
              <a:buSzPts val="2300"/>
              <a:buNone/>
              <a:defRPr>
                <a:solidFill>
                  <a:srgbClr val="888888"/>
                </a:solidFill>
              </a:defRPr>
            </a:lvl8pPr>
            <a:lvl9pPr lvl="8" algn="ctr">
              <a:spcBef>
                <a:spcPts val="460"/>
              </a:spcBef>
              <a:spcAft>
                <a:spcPts val="0"/>
              </a:spcAft>
              <a:buClr>
                <a:srgbClr val="888888"/>
              </a:buClr>
              <a:buSzPts val="2300"/>
              <a:buNone/>
              <a:defRPr>
                <a:solidFill>
                  <a:srgbClr val="888888"/>
                </a:solidFill>
              </a:defRPr>
            </a:lvl9pPr>
          </a:lstStyle>
          <a:p/>
        </p:txBody>
      </p:sp>
      <p:sp>
        <p:nvSpPr>
          <p:cNvPr id="18" name="Google Shape;18;p36"/>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6"/>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7"/>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7"/>
          <p:cNvSpPr txBox="1"/>
          <p:nvPr>
            <p:ph idx="1" type="body"/>
          </p:nvPr>
        </p:nvSpPr>
        <p:spPr>
          <a:xfrm>
            <a:off x="514350" y="1600204"/>
            <a:ext cx="9258300" cy="4525963"/>
          </a:xfrm>
          <a:prstGeom prst="rect">
            <a:avLst/>
          </a:prstGeom>
          <a:noFill/>
          <a:ln>
            <a:noFill/>
          </a:ln>
        </p:spPr>
        <p:txBody>
          <a:bodyPr anchorCtr="0" anchor="t" bIns="52050" lIns="104100" spcFirstLastPara="1" rIns="104100" wrap="square" tIns="520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7"/>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7"/>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8"/>
          <p:cNvSpPr txBox="1"/>
          <p:nvPr>
            <p:ph type="title"/>
          </p:nvPr>
        </p:nvSpPr>
        <p:spPr>
          <a:xfrm>
            <a:off x="812602" y="4406901"/>
            <a:ext cx="8743950" cy="1362074"/>
          </a:xfrm>
          <a:prstGeom prst="rect">
            <a:avLst/>
          </a:prstGeom>
          <a:noFill/>
          <a:ln>
            <a:noFill/>
          </a:ln>
        </p:spPr>
        <p:txBody>
          <a:bodyPr anchorCtr="0" anchor="t" bIns="52050" lIns="104100" spcFirstLastPara="1" rIns="104100" wrap="square" tIns="52050">
            <a:normAutofit/>
          </a:bodyPr>
          <a:lstStyle>
            <a:lvl1pPr lvl="0" algn="l">
              <a:spcBef>
                <a:spcPts val="0"/>
              </a:spcBef>
              <a:spcAft>
                <a:spcPts val="0"/>
              </a:spcAft>
              <a:buClr>
                <a:schemeClr val="dk1"/>
              </a:buClr>
              <a:buSzPts val="4600"/>
              <a:buFont typeface="Calibri"/>
              <a:buNone/>
              <a:defRPr b="1" sz="4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8"/>
          <p:cNvSpPr txBox="1"/>
          <p:nvPr>
            <p:ph idx="1" type="body"/>
          </p:nvPr>
        </p:nvSpPr>
        <p:spPr>
          <a:xfrm>
            <a:off x="812602" y="2906715"/>
            <a:ext cx="8743950" cy="1500187"/>
          </a:xfrm>
          <a:prstGeom prst="rect">
            <a:avLst/>
          </a:prstGeom>
          <a:noFill/>
          <a:ln>
            <a:noFill/>
          </a:ln>
        </p:spPr>
        <p:txBody>
          <a:bodyPr anchorCtr="0" anchor="b" bIns="52050" lIns="104100" spcFirstLastPara="1" rIns="104100" wrap="square" tIns="52050">
            <a:normAutofit/>
          </a:bodyPr>
          <a:lstStyle>
            <a:lvl1pPr indent="-228600" lvl="0" marL="457200" algn="l">
              <a:spcBef>
                <a:spcPts val="460"/>
              </a:spcBef>
              <a:spcAft>
                <a:spcPts val="0"/>
              </a:spcAft>
              <a:buClr>
                <a:srgbClr val="888888"/>
              </a:buClr>
              <a:buSzPts val="2300"/>
              <a:buNone/>
              <a:defRPr sz="2300">
                <a:solidFill>
                  <a:srgbClr val="888888"/>
                </a:solidFill>
              </a:defRPr>
            </a:lvl1pPr>
            <a:lvl2pPr indent="-228600" lvl="1" marL="914400" algn="l">
              <a:spcBef>
                <a:spcPts val="400"/>
              </a:spcBef>
              <a:spcAft>
                <a:spcPts val="0"/>
              </a:spcAft>
              <a:buClr>
                <a:srgbClr val="888888"/>
              </a:buClr>
              <a:buSzPts val="2000"/>
              <a:buNone/>
              <a:defRPr sz="2000">
                <a:solidFill>
                  <a:srgbClr val="888888"/>
                </a:solidFill>
              </a:defRPr>
            </a:lvl2pPr>
            <a:lvl3pPr indent="-228600" lvl="2" marL="1371600" algn="l">
              <a:spcBef>
                <a:spcPts val="360"/>
              </a:spcBef>
              <a:spcAft>
                <a:spcPts val="0"/>
              </a:spcAft>
              <a:buClr>
                <a:srgbClr val="888888"/>
              </a:buClr>
              <a:buSzPts val="1800"/>
              <a:buNone/>
              <a:defRPr sz="1800">
                <a:solidFill>
                  <a:srgbClr val="888888"/>
                </a:solidFill>
              </a:defRPr>
            </a:lvl3pPr>
            <a:lvl4pPr indent="-228600" lvl="3" marL="1828800" algn="l">
              <a:spcBef>
                <a:spcPts val="320"/>
              </a:spcBef>
              <a:spcAft>
                <a:spcPts val="0"/>
              </a:spcAft>
              <a:buClr>
                <a:srgbClr val="888888"/>
              </a:buClr>
              <a:buSzPts val="1600"/>
              <a:buNone/>
              <a:defRPr sz="1600">
                <a:solidFill>
                  <a:srgbClr val="888888"/>
                </a:solidFill>
              </a:defRPr>
            </a:lvl4pPr>
            <a:lvl5pPr indent="-228600" lvl="4" marL="2286000" algn="l">
              <a:spcBef>
                <a:spcPts val="320"/>
              </a:spcBef>
              <a:spcAft>
                <a:spcPts val="0"/>
              </a:spcAft>
              <a:buClr>
                <a:srgbClr val="888888"/>
              </a:buClr>
              <a:buSzPts val="1600"/>
              <a:buNone/>
              <a:defRPr sz="1600">
                <a:solidFill>
                  <a:srgbClr val="888888"/>
                </a:solidFill>
              </a:defRPr>
            </a:lvl5pPr>
            <a:lvl6pPr indent="-228600" lvl="5" marL="2743200" algn="l">
              <a:spcBef>
                <a:spcPts val="320"/>
              </a:spcBef>
              <a:spcAft>
                <a:spcPts val="0"/>
              </a:spcAft>
              <a:buClr>
                <a:srgbClr val="888888"/>
              </a:buClr>
              <a:buSzPts val="1600"/>
              <a:buNone/>
              <a:defRPr sz="1600">
                <a:solidFill>
                  <a:srgbClr val="888888"/>
                </a:solidFill>
              </a:defRPr>
            </a:lvl6pPr>
            <a:lvl7pPr indent="-228600" lvl="6" marL="3200400" algn="l">
              <a:spcBef>
                <a:spcPts val="320"/>
              </a:spcBef>
              <a:spcAft>
                <a:spcPts val="0"/>
              </a:spcAft>
              <a:buClr>
                <a:srgbClr val="888888"/>
              </a:buClr>
              <a:buSzPts val="1600"/>
              <a:buNone/>
              <a:defRPr sz="1600">
                <a:solidFill>
                  <a:srgbClr val="888888"/>
                </a:solidFill>
              </a:defRPr>
            </a:lvl7pPr>
            <a:lvl8pPr indent="-228600" lvl="7" marL="3657600" algn="l">
              <a:spcBef>
                <a:spcPts val="320"/>
              </a:spcBef>
              <a:spcAft>
                <a:spcPts val="0"/>
              </a:spcAft>
              <a:buClr>
                <a:srgbClr val="888888"/>
              </a:buClr>
              <a:buSzPts val="1600"/>
              <a:buNone/>
              <a:defRPr sz="1600">
                <a:solidFill>
                  <a:srgbClr val="888888"/>
                </a:solidFill>
              </a:defRPr>
            </a:lvl8pPr>
            <a:lvl9pPr indent="-228600" lvl="8" marL="4114800" algn="l">
              <a:spcBef>
                <a:spcPts val="320"/>
              </a:spcBef>
              <a:spcAft>
                <a:spcPts val="0"/>
              </a:spcAft>
              <a:buClr>
                <a:srgbClr val="888888"/>
              </a:buClr>
              <a:buSzPts val="1600"/>
              <a:buNone/>
              <a:defRPr sz="1600">
                <a:solidFill>
                  <a:srgbClr val="888888"/>
                </a:solidFill>
              </a:defRPr>
            </a:lvl9pPr>
          </a:lstStyle>
          <a:p/>
        </p:txBody>
      </p:sp>
      <p:sp>
        <p:nvSpPr>
          <p:cNvPr id="30" name="Google Shape;30;p38"/>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8"/>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9"/>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9"/>
          <p:cNvSpPr txBox="1"/>
          <p:nvPr>
            <p:ph idx="1" type="body"/>
          </p:nvPr>
        </p:nvSpPr>
        <p:spPr>
          <a:xfrm>
            <a:off x="514350" y="1600204"/>
            <a:ext cx="4543425" cy="4525963"/>
          </a:xfrm>
          <a:prstGeom prst="rect">
            <a:avLst/>
          </a:prstGeom>
          <a:noFill/>
          <a:ln>
            <a:noFill/>
          </a:ln>
        </p:spPr>
        <p:txBody>
          <a:bodyPr anchorCtr="0" anchor="t" bIns="52050" lIns="104100" spcFirstLastPara="1" rIns="104100" wrap="square" tIns="52050">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74650" lvl="2" marL="1371600" algn="l">
              <a:spcBef>
                <a:spcPts val="460"/>
              </a:spcBef>
              <a:spcAft>
                <a:spcPts val="0"/>
              </a:spcAft>
              <a:buClr>
                <a:schemeClr val="dk1"/>
              </a:buClr>
              <a:buSzPts val="2300"/>
              <a:buChar char="•"/>
              <a:defRPr sz="23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36" name="Google Shape;36;p39"/>
          <p:cNvSpPr txBox="1"/>
          <p:nvPr>
            <p:ph idx="2" type="body"/>
          </p:nvPr>
        </p:nvSpPr>
        <p:spPr>
          <a:xfrm>
            <a:off x="5229225" y="1600204"/>
            <a:ext cx="4543425" cy="4525963"/>
          </a:xfrm>
          <a:prstGeom prst="rect">
            <a:avLst/>
          </a:prstGeom>
          <a:noFill/>
          <a:ln>
            <a:noFill/>
          </a:ln>
        </p:spPr>
        <p:txBody>
          <a:bodyPr anchorCtr="0" anchor="t" bIns="52050" lIns="104100" spcFirstLastPara="1" rIns="104100" wrap="square" tIns="52050">
            <a:normAutofit/>
          </a:bodyPr>
          <a:lstStyle>
            <a:lvl1pPr indent="-431800" lvl="0" marL="457200" algn="l">
              <a:spcBef>
                <a:spcPts val="640"/>
              </a:spcBef>
              <a:spcAft>
                <a:spcPts val="0"/>
              </a:spcAft>
              <a:buClr>
                <a:schemeClr val="dk1"/>
              </a:buClr>
              <a:buSzPts val="3200"/>
              <a:buChar char="•"/>
              <a:defRPr sz="3200"/>
            </a:lvl1pPr>
            <a:lvl2pPr indent="-400050" lvl="1" marL="914400" algn="l">
              <a:spcBef>
                <a:spcPts val="540"/>
              </a:spcBef>
              <a:spcAft>
                <a:spcPts val="0"/>
              </a:spcAft>
              <a:buClr>
                <a:schemeClr val="dk1"/>
              </a:buClr>
              <a:buSzPts val="2700"/>
              <a:buChar char="–"/>
              <a:defRPr sz="2700"/>
            </a:lvl2pPr>
            <a:lvl3pPr indent="-374650" lvl="2" marL="1371600" algn="l">
              <a:spcBef>
                <a:spcPts val="460"/>
              </a:spcBef>
              <a:spcAft>
                <a:spcPts val="0"/>
              </a:spcAft>
              <a:buClr>
                <a:schemeClr val="dk1"/>
              </a:buClr>
              <a:buSzPts val="2300"/>
              <a:buChar char="•"/>
              <a:defRPr sz="23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37" name="Google Shape;37;p39"/>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9"/>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0"/>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0"/>
          <p:cNvSpPr txBox="1"/>
          <p:nvPr>
            <p:ph idx="1" type="body"/>
          </p:nvPr>
        </p:nvSpPr>
        <p:spPr>
          <a:xfrm>
            <a:off x="514351" y="1535115"/>
            <a:ext cx="4545211" cy="639762"/>
          </a:xfrm>
          <a:prstGeom prst="rect">
            <a:avLst/>
          </a:prstGeom>
          <a:noFill/>
          <a:ln>
            <a:noFill/>
          </a:ln>
        </p:spPr>
        <p:txBody>
          <a:bodyPr anchorCtr="0" anchor="b" bIns="52050" lIns="104100" spcFirstLastPara="1" rIns="104100" wrap="square" tIns="52050">
            <a:normAutofit/>
          </a:bodyPr>
          <a:lstStyle>
            <a:lvl1pPr indent="-228600" lvl="0" marL="457200" algn="l">
              <a:spcBef>
                <a:spcPts val="540"/>
              </a:spcBef>
              <a:spcAft>
                <a:spcPts val="0"/>
              </a:spcAft>
              <a:buClr>
                <a:schemeClr val="dk1"/>
              </a:buClr>
              <a:buSzPts val="2700"/>
              <a:buNone/>
              <a:defRPr b="1" sz="2700"/>
            </a:lvl1pPr>
            <a:lvl2pPr indent="-228600" lvl="1" marL="914400" algn="l">
              <a:spcBef>
                <a:spcPts val="460"/>
              </a:spcBef>
              <a:spcAft>
                <a:spcPts val="0"/>
              </a:spcAft>
              <a:buClr>
                <a:schemeClr val="dk1"/>
              </a:buClr>
              <a:buSzPts val="2300"/>
              <a:buNone/>
              <a:defRPr b="1" sz="2300"/>
            </a:lvl2pPr>
            <a:lvl3pPr indent="-228600" lvl="2" marL="1371600" algn="l">
              <a:spcBef>
                <a:spcPts val="400"/>
              </a:spcBef>
              <a:spcAft>
                <a:spcPts val="0"/>
              </a:spcAft>
              <a:buClr>
                <a:schemeClr val="dk1"/>
              </a:buClr>
              <a:buSzPts val="2000"/>
              <a:buNone/>
              <a:defRPr b="1" sz="2000"/>
            </a:lvl3pPr>
            <a:lvl4pPr indent="-228600" lvl="3" marL="1828800" algn="l">
              <a:spcBef>
                <a:spcPts val="360"/>
              </a:spcBef>
              <a:spcAft>
                <a:spcPts val="0"/>
              </a:spcAft>
              <a:buClr>
                <a:schemeClr val="dk1"/>
              </a:buClr>
              <a:buSzPts val="1800"/>
              <a:buNone/>
              <a:defRPr b="1" sz="1800"/>
            </a:lvl4pPr>
            <a:lvl5pPr indent="-228600" lvl="4" marL="2286000" algn="l">
              <a:spcBef>
                <a:spcPts val="360"/>
              </a:spcBef>
              <a:spcAft>
                <a:spcPts val="0"/>
              </a:spcAft>
              <a:buClr>
                <a:schemeClr val="dk1"/>
              </a:buClr>
              <a:buSzPts val="1800"/>
              <a:buNone/>
              <a:defRPr b="1" sz="1800"/>
            </a:lvl5pPr>
            <a:lvl6pPr indent="-228600" lvl="5" marL="2743200" algn="l">
              <a:spcBef>
                <a:spcPts val="360"/>
              </a:spcBef>
              <a:spcAft>
                <a:spcPts val="0"/>
              </a:spcAft>
              <a:buClr>
                <a:schemeClr val="dk1"/>
              </a:buClr>
              <a:buSzPts val="1800"/>
              <a:buNone/>
              <a:defRPr b="1" sz="1800"/>
            </a:lvl6pPr>
            <a:lvl7pPr indent="-228600" lvl="6" marL="3200400" algn="l">
              <a:spcBef>
                <a:spcPts val="360"/>
              </a:spcBef>
              <a:spcAft>
                <a:spcPts val="0"/>
              </a:spcAft>
              <a:buClr>
                <a:schemeClr val="dk1"/>
              </a:buClr>
              <a:buSzPts val="1800"/>
              <a:buNone/>
              <a:defRPr b="1" sz="1800"/>
            </a:lvl7pPr>
            <a:lvl8pPr indent="-228600" lvl="7" marL="3657600" algn="l">
              <a:spcBef>
                <a:spcPts val="360"/>
              </a:spcBef>
              <a:spcAft>
                <a:spcPts val="0"/>
              </a:spcAft>
              <a:buClr>
                <a:schemeClr val="dk1"/>
              </a:buClr>
              <a:buSzPts val="1800"/>
              <a:buNone/>
              <a:defRPr b="1" sz="1800"/>
            </a:lvl8pPr>
            <a:lvl9pPr indent="-228600" lvl="8" marL="4114800" algn="l">
              <a:spcBef>
                <a:spcPts val="360"/>
              </a:spcBef>
              <a:spcAft>
                <a:spcPts val="0"/>
              </a:spcAft>
              <a:buClr>
                <a:schemeClr val="dk1"/>
              </a:buClr>
              <a:buSzPts val="1800"/>
              <a:buNone/>
              <a:defRPr b="1" sz="1800"/>
            </a:lvl9pPr>
          </a:lstStyle>
          <a:p/>
        </p:txBody>
      </p:sp>
      <p:sp>
        <p:nvSpPr>
          <p:cNvPr id="43" name="Google Shape;43;p40"/>
          <p:cNvSpPr txBox="1"/>
          <p:nvPr>
            <p:ph idx="2" type="body"/>
          </p:nvPr>
        </p:nvSpPr>
        <p:spPr>
          <a:xfrm>
            <a:off x="514351" y="2174876"/>
            <a:ext cx="4545211" cy="3951288"/>
          </a:xfrm>
          <a:prstGeom prst="rect">
            <a:avLst/>
          </a:prstGeom>
          <a:noFill/>
          <a:ln>
            <a:noFill/>
          </a:ln>
        </p:spPr>
        <p:txBody>
          <a:bodyPr anchorCtr="0" anchor="t" bIns="52050" lIns="104100" spcFirstLastPara="1" rIns="104100" wrap="square" tIns="52050">
            <a:normAutofit/>
          </a:bodyPr>
          <a:lstStyle>
            <a:lvl1pPr indent="-400050" lvl="0" marL="457200" algn="l">
              <a:spcBef>
                <a:spcPts val="540"/>
              </a:spcBef>
              <a:spcAft>
                <a:spcPts val="0"/>
              </a:spcAft>
              <a:buClr>
                <a:schemeClr val="dk1"/>
              </a:buClr>
              <a:buSzPts val="2700"/>
              <a:buChar char="•"/>
              <a:defRPr sz="2700"/>
            </a:lvl1pPr>
            <a:lvl2pPr indent="-374650" lvl="1" marL="914400" algn="l">
              <a:spcBef>
                <a:spcPts val="460"/>
              </a:spcBef>
              <a:spcAft>
                <a:spcPts val="0"/>
              </a:spcAft>
              <a:buClr>
                <a:schemeClr val="dk1"/>
              </a:buClr>
              <a:buSzPts val="2300"/>
              <a:buChar char="–"/>
              <a:defRPr sz="23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4" name="Google Shape;44;p40"/>
          <p:cNvSpPr txBox="1"/>
          <p:nvPr>
            <p:ph idx="3" type="body"/>
          </p:nvPr>
        </p:nvSpPr>
        <p:spPr>
          <a:xfrm>
            <a:off x="5225658" y="1535115"/>
            <a:ext cx="4546998" cy="639762"/>
          </a:xfrm>
          <a:prstGeom prst="rect">
            <a:avLst/>
          </a:prstGeom>
          <a:noFill/>
          <a:ln>
            <a:noFill/>
          </a:ln>
        </p:spPr>
        <p:txBody>
          <a:bodyPr anchorCtr="0" anchor="b" bIns="52050" lIns="104100" spcFirstLastPara="1" rIns="104100" wrap="square" tIns="52050">
            <a:normAutofit/>
          </a:bodyPr>
          <a:lstStyle>
            <a:lvl1pPr indent="-228600" lvl="0" marL="457200" algn="l">
              <a:spcBef>
                <a:spcPts val="540"/>
              </a:spcBef>
              <a:spcAft>
                <a:spcPts val="0"/>
              </a:spcAft>
              <a:buClr>
                <a:schemeClr val="dk1"/>
              </a:buClr>
              <a:buSzPts val="2700"/>
              <a:buNone/>
              <a:defRPr b="1" sz="2700"/>
            </a:lvl1pPr>
            <a:lvl2pPr indent="-228600" lvl="1" marL="914400" algn="l">
              <a:spcBef>
                <a:spcPts val="460"/>
              </a:spcBef>
              <a:spcAft>
                <a:spcPts val="0"/>
              </a:spcAft>
              <a:buClr>
                <a:schemeClr val="dk1"/>
              </a:buClr>
              <a:buSzPts val="2300"/>
              <a:buNone/>
              <a:defRPr b="1" sz="2300"/>
            </a:lvl2pPr>
            <a:lvl3pPr indent="-228600" lvl="2" marL="1371600" algn="l">
              <a:spcBef>
                <a:spcPts val="400"/>
              </a:spcBef>
              <a:spcAft>
                <a:spcPts val="0"/>
              </a:spcAft>
              <a:buClr>
                <a:schemeClr val="dk1"/>
              </a:buClr>
              <a:buSzPts val="2000"/>
              <a:buNone/>
              <a:defRPr b="1" sz="2000"/>
            </a:lvl3pPr>
            <a:lvl4pPr indent="-228600" lvl="3" marL="1828800" algn="l">
              <a:spcBef>
                <a:spcPts val="360"/>
              </a:spcBef>
              <a:spcAft>
                <a:spcPts val="0"/>
              </a:spcAft>
              <a:buClr>
                <a:schemeClr val="dk1"/>
              </a:buClr>
              <a:buSzPts val="1800"/>
              <a:buNone/>
              <a:defRPr b="1" sz="1800"/>
            </a:lvl4pPr>
            <a:lvl5pPr indent="-228600" lvl="4" marL="2286000" algn="l">
              <a:spcBef>
                <a:spcPts val="360"/>
              </a:spcBef>
              <a:spcAft>
                <a:spcPts val="0"/>
              </a:spcAft>
              <a:buClr>
                <a:schemeClr val="dk1"/>
              </a:buClr>
              <a:buSzPts val="1800"/>
              <a:buNone/>
              <a:defRPr b="1" sz="1800"/>
            </a:lvl5pPr>
            <a:lvl6pPr indent="-228600" lvl="5" marL="2743200" algn="l">
              <a:spcBef>
                <a:spcPts val="360"/>
              </a:spcBef>
              <a:spcAft>
                <a:spcPts val="0"/>
              </a:spcAft>
              <a:buClr>
                <a:schemeClr val="dk1"/>
              </a:buClr>
              <a:buSzPts val="1800"/>
              <a:buNone/>
              <a:defRPr b="1" sz="1800"/>
            </a:lvl6pPr>
            <a:lvl7pPr indent="-228600" lvl="6" marL="3200400" algn="l">
              <a:spcBef>
                <a:spcPts val="360"/>
              </a:spcBef>
              <a:spcAft>
                <a:spcPts val="0"/>
              </a:spcAft>
              <a:buClr>
                <a:schemeClr val="dk1"/>
              </a:buClr>
              <a:buSzPts val="1800"/>
              <a:buNone/>
              <a:defRPr b="1" sz="1800"/>
            </a:lvl7pPr>
            <a:lvl8pPr indent="-228600" lvl="7" marL="3657600" algn="l">
              <a:spcBef>
                <a:spcPts val="360"/>
              </a:spcBef>
              <a:spcAft>
                <a:spcPts val="0"/>
              </a:spcAft>
              <a:buClr>
                <a:schemeClr val="dk1"/>
              </a:buClr>
              <a:buSzPts val="1800"/>
              <a:buNone/>
              <a:defRPr b="1" sz="1800"/>
            </a:lvl8pPr>
            <a:lvl9pPr indent="-228600" lvl="8" marL="4114800" algn="l">
              <a:spcBef>
                <a:spcPts val="360"/>
              </a:spcBef>
              <a:spcAft>
                <a:spcPts val="0"/>
              </a:spcAft>
              <a:buClr>
                <a:schemeClr val="dk1"/>
              </a:buClr>
              <a:buSzPts val="1800"/>
              <a:buNone/>
              <a:defRPr b="1" sz="1800"/>
            </a:lvl9pPr>
          </a:lstStyle>
          <a:p/>
        </p:txBody>
      </p:sp>
      <p:sp>
        <p:nvSpPr>
          <p:cNvPr id="45" name="Google Shape;45;p40"/>
          <p:cNvSpPr txBox="1"/>
          <p:nvPr>
            <p:ph idx="4" type="body"/>
          </p:nvPr>
        </p:nvSpPr>
        <p:spPr>
          <a:xfrm>
            <a:off x="5225658" y="2174876"/>
            <a:ext cx="4546998" cy="3951288"/>
          </a:xfrm>
          <a:prstGeom prst="rect">
            <a:avLst/>
          </a:prstGeom>
          <a:noFill/>
          <a:ln>
            <a:noFill/>
          </a:ln>
        </p:spPr>
        <p:txBody>
          <a:bodyPr anchorCtr="0" anchor="t" bIns="52050" lIns="104100" spcFirstLastPara="1" rIns="104100" wrap="square" tIns="52050">
            <a:normAutofit/>
          </a:bodyPr>
          <a:lstStyle>
            <a:lvl1pPr indent="-400050" lvl="0" marL="457200" algn="l">
              <a:spcBef>
                <a:spcPts val="540"/>
              </a:spcBef>
              <a:spcAft>
                <a:spcPts val="0"/>
              </a:spcAft>
              <a:buClr>
                <a:schemeClr val="dk1"/>
              </a:buClr>
              <a:buSzPts val="2700"/>
              <a:buChar char="•"/>
              <a:defRPr sz="2700"/>
            </a:lvl1pPr>
            <a:lvl2pPr indent="-374650" lvl="1" marL="914400" algn="l">
              <a:spcBef>
                <a:spcPts val="460"/>
              </a:spcBef>
              <a:spcAft>
                <a:spcPts val="0"/>
              </a:spcAft>
              <a:buClr>
                <a:schemeClr val="dk1"/>
              </a:buClr>
              <a:buSzPts val="2300"/>
              <a:buChar char="–"/>
              <a:defRPr sz="23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6" name="Google Shape;46;p40"/>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0"/>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1"/>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1"/>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1"/>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42"/>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2"/>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4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43"/>
          <p:cNvSpPr txBox="1"/>
          <p:nvPr>
            <p:ph type="title"/>
          </p:nvPr>
        </p:nvSpPr>
        <p:spPr>
          <a:xfrm>
            <a:off x="514355" y="273049"/>
            <a:ext cx="3384352" cy="1162050"/>
          </a:xfrm>
          <a:prstGeom prst="rect">
            <a:avLst/>
          </a:prstGeom>
          <a:noFill/>
          <a:ln>
            <a:noFill/>
          </a:ln>
        </p:spPr>
        <p:txBody>
          <a:bodyPr anchorCtr="0" anchor="b" bIns="52050" lIns="104100" spcFirstLastPara="1" rIns="104100" wrap="square" tIns="52050">
            <a:normAutofit/>
          </a:bodyPr>
          <a:lstStyle>
            <a:lvl1pPr lvl="0" algn="l">
              <a:spcBef>
                <a:spcPts val="0"/>
              </a:spcBef>
              <a:spcAft>
                <a:spcPts val="0"/>
              </a:spcAft>
              <a:buClr>
                <a:schemeClr val="dk1"/>
              </a:buClr>
              <a:buSzPts val="2300"/>
              <a:buFont typeface="Calibri"/>
              <a:buNone/>
              <a:defRPr b="1"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43"/>
          <p:cNvSpPr txBox="1"/>
          <p:nvPr>
            <p:ph idx="1" type="body"/>
          </p:nvPr>
        </p:nvSpPr>
        <p:spPr>
          <a:xfrm>
            <a:off x="4021932" y="273052"/>
            <a:ext cx="5750718" cy="5853114"/>
          </a:xfrm>
          <a:prstGeom prst="rect">
            <a:avLst/>
          </a:prstGeom>
          <a:noFill/>
          <a:ln>
            <a:noFill/>
          </a:ln>
        </p:spPr>
        <p:txBody>
          <a:bodyPr anchorCtr="0" anchor="t" bIns="52050" lIns="104100" spcFirstLastPara="1" rIns="104100" wrap="square" tIns="52050">
            <a:normAutofit/>
          </a:bodyPr>
          <a:lstStyle>
            <a:lvl1pPr indent="-457200" lvl="0" marL="457200" algn="l">
              <a:spcBef>
                <a:spcPts val="720"/>
              </a:spcBef>
              <a:spcAft>
                <a:spcPts val="0"/>
              </a:spcAft>
              <a:buClr>
                <a:schemeClr val="dk1"/>
              </a:buClr>
              <a:buSzPts val="3600"/>
              <a:buChar char="•"/>
              <a:defRPr sz="3600"/>
            </a:lvl1pPr>
            <a:lvl2pPr indent="-431800" lvl="1" marL="914400" algn="l">
              <a:spcBef>
                <a:spcPts val="640"/>
              </a:spcBef>
              <a:spcAft>
                <a:spcPts val="0"/>
              </a:spcAft>
              <a:buClr>
                <a:schemeClr val="dk1"/>
              </a:buClr>
              <a:buSzPts val="3200"/>
              <a:buChar char="–"/>
              <a:defRPr sz="3200"/>
            </a:lvl2pPr>
            <a:lvl3pPr indent="-400050" lvl="2" marL="1371600" algn="l">
              <a:spcBef>
                <a:spcPts val="540"/>
              </a:spcBef>
              <a:spcAft>
                <a:spcPts val="0"/>
              </a:spcAft>
              <a:buClr>
                <a:schemeClr val="dk1"/>
              </a:buClr>
              <a:buSzPts val="2700"/>
              <a:buChar char="•"/>
              <a:defRPr sz="2700"/>
            </a:lvl3pPr>
            <a:lvl4pPr indent="-374650" lvl="3" marL="1828800" algn="l">
              <a:spcBef>
                <a:spcPts val="460"/>
              </a:spcBef>
              <a:spcAft>
                <a:spcPts val="0"/>
              </a:spcAft>
              <a:buClr>
                <a:schemeClr val="dk1"/>
              </a:buClr>
              <a:buSzPts val="2300"/>
              <a:buChar char="–"/>
              <a:defRPr sz="2300"/>
            </a:lvl4pPr>
            <a:lvl5pPr indent="-374650" lvl="4" marL="2286000" algn="l">
              <a:spcBef>
                <a:spcPts val="460"/>
              </a:spcBef>
              <a:spcAft>
                <a:spcPts val="0"/>
              </a:spcAft>
              <a:buClr>
                <a:schemeClr val="dk1"/>
              </a:buClr>
              <a:buSzPts val="2300"/>
              <a:buChar char="»"/>
              <a:defRPr sz="2300"/>
            </a:lvl5pPr>
            <a:lvl6pPr indent="-374650" lvl="5" marL="2743200" algn="l">
              <a:spcBef>
                <a:spcPts val="460"/>
              </a:spcBef>
              <a:spcAft>
                <a:spcPts val="0"/>
              </a:spcAft>
              <a:buClr>
                <a:schemeClr val="dk1"/>
              </a:buClr>
              <a:buSzPts val="2300"/>
              <a:buChar char="•"/>
              <a:defRPr sz="2300"/>
            </a:lvl6pPr>
            <a:lvl7pPr indent="-374650" lvl="6" marL="3200400" algn="l">
              <a:spcBef>
                <a:spcPts val="460"/>
              </a:spcBef>
              <a:spcAft>
                <a:spcPts val="0"/>
              </a:spcAft>
              <a:buClr>
                <a:schemeClr val="dk1"/>
              </a:buClr>
              <a:buSzPts val="2300"/>
              <a:buChar char="•"/>
              <a:defRPr sz="2300"/>
            </a:lvl7pPr>
            <a:lvl8pPr indent="-374650" lvl="7" marL="3657600" algn="l">
              <a:spcBef>
                <a:spcPts val="460"/>
              </a:spcBef>
              <a:spcAft>
                <a:spcPts val="0"/>
              </a:spcAft>
              <a:buClr>
                <a:schemeClr val="dk1"/>
              </a:buClr>
              <a:buSzPts val="2300"/>
              <a:buChar char="•"/>
              <a:defRPr sz="2300"/>
            </a:lvl8pPr>
            <a:lvl9pPr indent="-374650" lvl="8" marL="4114800" algn="l">
              <a:spcBef>
                <a:spcPts val="460"/>
              </a:spcBef>
              <a:spcAft>
                <a:spcPts val="0"/>
              </a:spcAft>
              <a:buClr>
                <a:schemeClr val="dk1"/>
              </a:buClr>
              <a:buSzPts val="2300"/>
              <a:buChar char="•"/>
              <a:defRPr sz="2300"/>
            </a:lvl9pPr>
          </a:lstStyle>
          <a:p/>
        </p:txBody>
      </p:sp>
      <p:sp>
        <p:nvSpPr>
          <p:cNvPr id="61" name="Google Shape;61;p43"/>
          <p:cNvSpPr txBox="1"/>
          <p:nvPr>
            <p:ph idx="2" type="body"/>
          </p:nvPr>
        </p:nvSpPr>
        <p:spPr>
          <a:xfrm>
            <a:off x="514355" y="1435102"/>
            <a:ext cx="3384352" cy="4691062"/>
          </a:xfrm>
          <a:prstGeom prst="rect">
            <a:avLst/>
          </a:prstGeom>
          <a:noFill/>
          <a:ln>
            <a:noFill/>
          </a:ln>
        </p:spPr>
        <p:txBody>
          <a:bodyPr anchorCtr="0" anchor="t" bIns="52050" lIns="104100" spcFirstLastPara="1" rIns="104100" wrap="square" tIns="52050">
            <a:normAutofit/>
          </a:bodyPr>
          <a:lstStyle>
            <a:lvl1pPr indent="-228600" lvl="0" marL="457200" algn="l">
              <a:spcBef>
                <a:spcPts val="320"/>
              </a:spcBef>
              <a:spcAft>
                <a:spcPts val="0"/>
              </a:spcAft>
              <a:buClr>
                <a:schemeClr val="dk1"/>
              </a:buClr>
              <a:buSzPts val="1600"/>
              <a:buNone/>
              <a:defRPr sz="1600"/>
            </a:lvl1pPr>
            <a:lvl2pPr indent="-228600" lvl="1" marL="914400" algn="l">
              <a:spcBef>
                <a:spcPts val="280"/>
              </a:spcBef>
              <a:spcAft>
                <a:spcPts val="0"/>
              </a:spcAft>
              <a:buClr>
                <a:schemeClr val="dk1"/>
              </a:buClr>
              <a:buSzPts val="1400"/>
              <a:buNone/>
              <a:defRPr sz="1400"/>
            </a:lvl2pPr>
            <a:lvl3pPr indent="-228600" lvl="2" marL="1371600" algn="l">
              <a:spcBef>
                <a:spcPts val="220"/>
              </a:spcBef>
              <a:spcAft>
                <a:spcPts val="0"/>
              </a:spcAft>
              <a:buClr>
                <a:schemeClr val="dk1"/>
              </a:buClr>
              <a:buSzPts val="1100"/>
              <a:buNone/>
              <a:defRPr sz="11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62" name="Google Shape;62;p43"/>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43"/>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4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44"/>
          <p:cNvSpPr txBox="1"/>
          <p:nvPr>
            <p:ph type="title"/>
          </p:nvPr>
        </p:nvSpPr>
        <p:spPr>
          <a:xfrm>
            <a:off x="2016324" y="4800601"/>
            <a:ext cx="6172200" cy="566738"/>
          </a:xfrm>
          <a:prstGeom prst="rect">
            <a:avLst/>
          </a:prstGeom>
          <a:noFill/>
          <a:ln>
            <a:noFill/>
          </a:ln>
        </p:spPr>
        <p:txBody>
          <a:bodyPr anchorCtr="0" anchor="b" bIns="52050" lIns="104100" spcFirstLastPara="1" rIns="104100" wrap="square" tIns="52050">
            <a:normAutofit/>
          </a:bodyPr>
          <a:lstStyle>
            <a:lvl1pPr lvl="0" algn="l">
              <a:spcBef>
                <a:spcPts val="0"/>
              </a:spcBef>
              <a:spcAft>
                <a:spcPts val="0"/>
              </a:spcAft>
              <a:buClr>
                <a:schemeClr val="dk1"/>
              </a:buClr>
              <a:buSzPts val="2300"/>
              <a:buFont typeface="Calibri"/>
              <a:buNone/>
              <a:defRPr b="1" sz="23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44"/>
          <p:cNvSpPr/>
          <p:nvPr>
            <p:ph idx="2" type="pic"/>
          </p:nvPr>
        </p:nvSpPr>
        <p:spPr>
          <a:xfrm>
            <a:off x="2016324" y="612775"/>
            <a:ext cx="6172200" cy="4114800"/>
          </a:xfrm>
          <a:prstGeom prst="rect">
            <a:avLst/>
          </a:prstGeom>
          <a:noFill/>
          <a:ln>
            <a:noFill/>
          </a:ln>
        </p:spPr>
      </p:sp>
      <p:sp>
        <p:nvSpPr>
          <p:cNvPr id="68" name="Google Shape;68;p44"/>
          <p:cNvSpPr txBox="1"/>
          <p:nvPr>
            <p:ph idx="1" type="body"/>
          </p:nvPr>
        </p:nvSpPr>
        <p:spPr>
          <a:xfrm>
            <a:off x="2016324" y="5367341"/>
            <a:ext cx="6172200" cy="804863"/>
          </a:xfrm>
          <a:prstGeom prst="rect">
            <a:avLst/>
          </a:prstGeom>
          <a:noFill/>
          <a:ln>
            <a:noFill/>
          </a:ln>
        </p:spPr>
        <p:txBody>
          <a:bodyPr anchorCtr="0" anchor="t" bIns="52050" lIns="104100" spcFirstLastPara="1" rIns="104100" wrap="square" tIns="52050">
            <a:normAutofit/>
          </a:bodyPr>
          <a:lstStyle>
            <a:lvl1pPr indent="-228600" lvl="0" marL="457200" algn="l">
              <a:spcBef>
                <a:spcPts val="320"/>
              </a:spcBef>
              <a:spcAft>
                <a:spcPts val="0"/>
              </a:spcAft>
              <a:buClr>
                <a:schemeClr val="dk1"/>
              </a:buClr>
              <a:buSzPts val="1600"/>
              <a:buNone/>
              <a:defRPr sz="1600"/>
            </a:lvl1pPr>
            <a:lvl2pPr indent="-228600" lvl="1" marL="914400" algn="l">
              <a:spcBef>
                <a:spcPts val="280"/>
              </a:spcBef>
              <a:spcAft>
                <a:spcPts val="0"/>
              </a:spcAft>
              <a:buClr>
                <a:schemeClr val="dk1"/>
              </a:buClr>
              <a:buSzPts val="1400"/>
              <a:buNone/>
              <a:defRPr sz="1400"/>
            </a:lvl2pPr>
            <a:lvl3pPr indent="-228600" lvl="2" marL="1371600" algn="l">
              <a:spcBef>
                <a:spcPts val="220"/>
              </a:spcBef>
              <a:spcAft>
                <a:spcPts val="0"/>
              </a:spcAft>
              <a:buClr>
                <a:schemeClr val="dk1"/>
              </a:buClr>
              <a:buSzPts val="1100"/>
              <a:buNone/>
              <a:defRPr sz="11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69" name="Google Shape;69;p44"/>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4"/>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4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45"/>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45"/>
          <p:cNvSpPr txBox="1"/>
          <p:nvPr>
            <p:ph idx="1" type="body"/>
          </p:nvPr>
        </p:nvSpPr>
        <p:spPr>
          <a:xfrm rot="5400000">
            <a:off x="2880519" y="-765965"/>
            <a:ext cx="4525963" cy="9258300"/>
          </a:xfrm>
          <a:prstGeom prst="rect">
            <a:avLst/>
          </a:prstGeom>
          <a:noFill/>
          <a:ln>
            <a:noFill/>
          </a:ln>
        </p:spPr>
        <p:txBody>
          <a:bodyPr anchorCtr="0" anchor="t" bIns="52050" lIns="104100" spcFirstLastPara="1" rIns="104100" wrap="square" tIns="520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45"/>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45"/>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46"/>
          <p:cNvSpPr txBox="1"/>
          <p:nvPr>
            <p:ph type="title"/>
          </p:nvPr>
        </p:nvSpPr>
        <p:spPr>
          <a:xfrm rot="5400000">
            <a:off x="5689599" y="2043115"/>
            <a:ext cx="5851526" cy="2314575"/>
          </a:xfrm>
          <a:prstGeom prst="rect">
            <a:avLst/>
          </a:prstGeom>
          <a:noFill/>
          <a:ln>
            <a:noFill/>
          </a:ln>
        </p:spPr>
        <p:txBody>
          <a:bodyPr anchorCtr="0" anchor="ctr" bIns="52050" lIns="104100" spcFirstLastPara="1" rIns="104100" wrap="square" tIns="5205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46"/>
          <p:cNvSpPr txBox="1"/>
          <p:nvPr>
            <p:ph idx="1" type="body"/>
          </p:nvPr>
        </p:nvSpPr>
        <p:spPr>
          <a:xfrm rot="5400000">
            <a:off x="974725" y="-185735"/>
            <a:ext cx="5851526" cy="6772275"/>
          </a:xfrm>
          <a:prstGeom prst="rect">
            <a:avLst/>
          </a:prstGeom>
          <a:noFill/>
          <a:ln>
            <a:noFill/>
          </a:ln>
        </p:spPr>
        <p:txBody>
          <a:bodyPr anchorCtr="0" anchor="t" bIns="52050" lIns="104100" spcFirstLastPara="1" rIns="104100" wrap="square" tIns="5205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46"/>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46"/>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4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lvl1pPr lvl="0" marR="0" rtl="0" algn="ctr">
              <a:spcBef>
                <a:spcPts val="0"/>
              </a:spcBef>
              <a:spcAft>
                <a:spcPts val="0"/>
              </a:spcAft>
              <a:buClr>
                <a:schemeClr val="dk1"/>
              </a:buClr>
              <a:buSzPts val="5000"/>
              <a:buFont typeface="Calibri"/>
              <a:buNone/>
              <a:defRPr b="0" i="0" sz="5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35"/>
          <p:cNvSpPr txBox="1"/>
          <p:nvPr>
            <p:ph idx="1" type="body"/>
          </p:nvPr>
        </p:nvSpPr>
        <p:spPr>
          <a:xfrm>
            <a:off x="514350" y="1600204"/>
            <a:ext cx="9258300" cy="4525963"/>
          </a:xfrm>
          <a:prstGeom prst="rect">
            <a:avLst/>
          </a:prstGeom>
          <a:noFill/>
          <a:ln>
            <a:noFill/>
          </a:ln>
        </p:spPr>
        <p:txBody>
          <a:bodyPr anchorCtr="0" anchor="t" bIns="52050" lIns="104100" spcFirstLastPara="1" rIns="104100" wrap="square" tIns="52050">
            <a:normAutofit/>
          </a:bodyPr>
          <a:lstStyle>
            <a:lvl1pPr indent="-457200" lvl="0" marL="457200" marR="0" rtl="0" algn="l">
              <a:spcBef>
                <a:spcPts val="720"/>
              </a:spcBef>
              <a:spcAft>
                <a:spcPts val="0"/>
              </a:spcAft>
              <a:buClr>
                <a:schemeClr val="dk1"/>
              </a:buClr>
              <a:buSzPts val="3600"/>
              <a:buFont typeface="Arial"/>
              <a:buChar char="•"/>
              <a:defRPr b="0" i="0" sz="3600" u="none" cap="none" strike="noStrike">
                <a:solidFill>
                  <a:schemeClr val="dk1"/>
                </a:solidFill>
                <a:latin typeface="Calibri"/>
                <a:ea typeface="Calibri"/>
                <a:cs typeface="Calibri"/>
                <a:sym typeface="Calibri"/>
              </a:defRPr>
            </a:lvl1pPr>
            <a:lvl2pPr indent="-431800" lvl="1" marL="9144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2pPr>
            <a:lvl3pPr indent="-400050" lvl="2" marL="1371600" marR="0" rtl="0" algn="l">
              <a:spcBef>
                <a:spcPts val="540"/>
              </a:spcBef>
              <a:spcAft>
                <a:spcPts val="0"/>
              </a:spcAft>
              <a:buClr>
                <a:schemeClr val="dk1"/>
              </a:buClr>
              <a:buSzPts val="2700"/>
              <a:buFont typeface="Arial"/>
              <a:buChar char="•"/>
              <a:defRPr b="0" i="0" sz="2700" u="none" cap="none" strike="noStrike">
                <a:solidFill>
                  <a:schemeClr val="dk1"/>
                </a:solidFill>
                <a:latin typeface="Calibri"/>
                <a:ea typeface="Calibri"/>
                <a:cs typeface="Calibri"/>
                <a:sym typeface="Calibri"/>
              </a:defRPr>
            </a:lvl3pPr>
            <a:lvl4pPr indent="-374650" lvl="3" marL="18288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4pPr>
            <a:lvl5pPr indent="-374650" lvl="4" marL="22860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5pPr>
            <a:lvl6pPr indent="-374650" lvl="5" marL="27432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6pPr>
            <a:lvl7pPr indent="-374650" lvl="6" marL="32004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7pPr>
            <a:lvl8pPr indent="-374650" lvl="7" marL="36576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8pPr>
            <a:lvl9pPr indent="-374650" lvl="8" marL="4114800" marR="0" rtl="0" algn="l">
              <a:spcBef>
                <a:spcPts val="460"/>
              </a:spcBef>
              <a:spcAft>
                <a:spcPts val="0"/>
              </a:spcAft>
              <a:buClr>
                <a:schemeClr val="dk1"/>
              </a:buClr>
              <a:buSzPts val="2300"/>
              <a:buFont typeface="Arial"/>
              <a:buChar char="•"/>
              <a:defRPr b="0" i="0" sz="2300" u="none" cap="none" strike="noStrike">
                <a:solidFill>
                  <a:schemeClr val="dk1"/>
                </a:solidFill>
                <a:latin typeface="Calibri"/>
                <a:ea typeface="Calibri"/>
                <a:cs typeface="Calibri"/>
                <a:sym typeface="Calibri"/>
              </a:defRPr>
            </a:lvl9pPr>
          </a:lstStyle>
          <a:p/>
        </p:txBody>
      </p:sp>
      <p:sp>
        <p:nvSpPr>
          <p:cNvPr id="12" name="Google Shape;12;p35"/>
          <p:cNvSpPr txBox="1"/>
          <p:nvPr>
            <p:ph idx="10" type="dt"/>
          </p:nvPr>
        </p:nvSpPr>
        <p:spPr>
          <a:xfrm>
            <a:off x="514350" y="6356353"/>
            <a:ext cx="2400300" cy="365125"/>
          </a:xfrm>
          <a:prstGeom prst="rect">
            <a:avLst/>
          </a:prstGeom>
          <a:noFill/>
          <a:ln>
            <a:noFill/>
          </a:ln>
        </p:spPr>
        <p:txBody>
          <a:bodyPr anchorCtr="0" anchor="ctr" bIns="52050" lIns="104100" spcFirstLastPara="1" rIns="104100" wrap="square" tIns="52050">
            <a:noAutofit/>
          </a:bodyPr>
          <a:lstStyle>
            <a:lvl1pPr lvl="0" marR="0" rtl="0" algn="l">
              <a:spcBef>
                <a:spcPts val="0"/>
              </a:spcBef>
              <a:spcAft>
                <a:spcPts val="0"/>
              </a:spcAft>
              <a:buSzPts val="1400"/>
              <a:buNone/>
              <a:defRPr b="0" i="0" sz="14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13" name="Google Shape;13;p35"/>
          <p:cNvSpPr txBox="1"/>
          <p:nvPr>
            <p:ph idx="11" type="ftr"/>
          </p:nvPr>
        </p:nvSpPr>
        <p:spPr>
          <a:xfrm>
            <a:off x="3514725" y="6356353"/>
            <a:ext cx="3257550" cy="365125"/>
          </a:xfrm>
          <a:prstGeom prst="rect">
            <a:avLst/>
          </a:prstGeom>
          <a:noFill/>
          <a:ln>
            <a:noFill/>
          </a:ln>
        </p:spPr>
        <p:txBody>
          <a:bodyPr anchorCtr="0" anchor="ctr" bIns="52050" lIns="104100" spcFirstLastPara="1" rIns="104100" wrap="square" tIns="52050">
            <a:noAutofit/>
          </a:bodyPr>
          <a:lstStyle>
            <a:lvl1pPr lvl="0" marR="0" rtl="0" algn="ctr">
              <a:spcBef>
                <a:spcPts val="0"/>
              </a:spcBef>
              <a:spcAft>
                <a:spcPts val="0"/>
              </a:spcAft>
              <a:buSzPts val="1400"/>
              <a:buNone/>
              <a:defRPr b="0" i="0" sz="14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2000" u="none" cap="none" strike="noStrike">
                <a:solidFill>
                  <a:schemeClr val="dk1"/>
                </a:solidFill>
                <a:latin typeface="Calibri"/>
                <a:ea typeface="Calibri"/>
                <a:cs typeface="Calibri"/>
                <a:sym typeface="Calibri"/>
              </a:defRPr>
            </a:lvl9pPr>
          </a:lstStyle>
          <a:p/>
        </p:txBody>
      </p:sp>
      <p:sp>
        <p:nvSpPr>
          <p:cNvPr id="14" name="Google Shape;14;p3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lvl1pPr indent="0" lvl="0" marL="0" marR="0" rtl="0" algn="r">
              <a:spcBef>
                <a:spcPts val="0"/>
              </a:spcBef>
              <a:buNone/>
              <a:defRPr b="0" i="0" sz="1400" u="none" cap="none" strike="noStrike">
                <a:solidFill>
                  <a:srgbClr val="888888"/>
                </a:solidFill>
                <a:latin typeface="Calibri"/>
                <a:ea typeface="Calibri"/>
                <a:cs typeface="Calibri"/>
                <a:sym typeface="Calibri"/>
              </a:defRPr>
            </a:lvl1pPr>
            <a:lvl2pPr indent="0" lvl="1" marL="0" marR="0" rtl="0" algn="r">
              <a:spcBef>
                <a:spcPts val="0"/>
              </a:spcBef>
              <a:buNone/>
              <a:defRPr b="0" i="0" sz="1400" u="none" cap="none" strike="noStrike">
                <a:solidFill>
                  <a:srgbClr val="888888"/>
                </a:solidFill>
                <a:latin typeface="Calibri"/>
                <a:ea typeface="Calibri"/>
                <a:cs typeface="Calibri"/>
                <a:sym typeface="Calibri"/>
              </a:defRPr>
            </a:lvl2pPr>
            <a:lvl3pPr indent="0" lvl="2" marL="0" marR="0" rtl="0" algn="r">
              <a:spcBef>
                <a:spcPts val="0"/>
              </a:spcBef>
              <a:buNone/>
              <a:defRPr b="0" i="0" sz="1400" u="none" cap="none" strike="noStrike">
                <a:solidFill>
                  <a:srgbClr val="888888"/>
                </a:solidFill>
                <a:latin typeface="Calibri"/>
                <a:ea typeface="Calibri"/>
                <a:cs typeface="Calibri"/>
                <a:sym typeface="Calibri"/>
              </a:defRPr>
            </a:lvl3pPr>
            <a:lvl4pPr indent="0" lvl="3" marL="0" marR="0" rtl="0" algn="r">
              <a:spcBef>
                <a:spcPts val="0"/>
              </a:spcBef>
              <a:buNone/>
              <a:defRPr b="0" i="0" sz="1400" u="none" cap="none" strike="noStrike">
                <a:solidFill>
                  <a:srgbClr val="888888"/>
                </a:solidFill>
                <a:latin typeface="Calibri"/>
                <a:ea typeface="Calibri"/>
                <a:cs typeface="Calibri"/>
                <a:sym typeface="Calibri"/>
              </a:defRPr>
            </a:lvl4pPr>
            <a:lvl5pPr indent="0" lvl="4" marL="0" marR="0" rtl="0" algn="r">
              <a:spcBef>
                <a:spcPts val="0"/>
              </a:spcBef>
              <a:buNone/>
              <a:defRPr b="0" i="0" sz="1400" u="none" cap="none" strike="noStrike">
                <a:solidFill>
                  <a:srgbClr val="888888"/>
                </a:solidFill>
                <a:latin typeface="Calibri"/>
                <a:ea typeface="Calibri"/>
                <a:cs typeface="Calibri"/>
                <a:sym typeface="Calibri"/>
              </a:defRPr>
            </a:lvl5pPr>
            <a:lvl6pPr indent="0" lvl="5" marL="0" marR="0" rtl="0" algn="r">
              <a:spcBef>
                <a:spcPts val="0"/>
              </a:spcBef>
              <a:buNone/>
              <a:defRPr b="0" i="0" sz="1400" u="none" cap="none" strike="noStrike">
                <a:solidFill>
                  <a:srgbClr val="888888"/>
                </a:solidFill>
                <a:latin typeface="Calibri"/>
                <a:ea typeface="Calibri"/>
                <a:cs typeface="Calibri"/>
                <a:sym typeface="Calibri"/>
              </a:defRPr>
            </a:lvl6pPr>
            <a:lvl7pPr indent="0" lvl="6" marL="0" marR="0" rtl="0" algn="r">
              <a:spcBef>
                <a:spcPts val="0"/>
              </a:spcBef>
              <a:buNone/>
              <a:defRPr b="0" i="0" sz="1400" u="none" cap="none" strike="noStrike">
                <a:solidFill>
                  <a:srgbClr val="888888"/>
                </a:solidFill>
                <a:latin typeface="Calibri"/>
                <a:ea typeface="Calibri"/>
                <a:cs typeface="Calibri"/>
                <a:sym typeface="Calibri"/>
              </a:defRPr>
            </a:lvl7pPr>
            <a:lvl8pPr indent="0" lvl="7" marL="0" marR="0" rtl="0" algn="r">
              <a:spcBef>
                <a:spcPts val="0"/>
              </a:spcBef>
              <a:buNone/>
              <a:defRPr b="0" i="0" sz="1400" u="none" cap="none" strike="noStrike">
                <a:solidFill>
                  <a:srgbClr val="888888"/>
                </a:solidFill>
                <a:latin typeface="Calibri"/>
                <a:ea typeface="Calibri"/>
                <a:cs typeface="Calibri"/>
                <a:sym typeface="Calibri"/>
              </a:defRPr>
            </a:lvl8pPr>
            <a:lvl9pPr indent="0" lvl="8" marL="0" marR="0" rtl="0" algn="r">
              <a:spcBef>
                <a:spcPts val="0"/>
              </a:spcBef>
              <a:buNone/>
              <a:defRPr b="0" i="0" sz="14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www.pcworld.com.vn/pcworld/info/misc/2005/12/A0512_CN_110.gif" TargetMode="Externa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nvSpPr>
        <p:spPr>
          <a:xfrm>
            <a:off x="318964" y="476672"/>
            <a:ext cx="9361040" cy="864096"/>
          </a:xfrm>
          <a:prstGeom prst="rect">
            <a:avLst/>
          </a:prstGeom>
          <a:noFill/>
          <a:ln>
            <a:noFill/>
          </a:ln>
        </p:spPr>
        <p:txBody>
          <a:bodyPr anchorCtr="0" anchor="t" bIns="52050" lIns="104100" spcFirstLastPara="1" rIns="104100" wrap="square" tIns="52050">
            <a:normAutofit/>
          </a:bodyPr>
          <a:lstStyle/>
          <a:p>
            <a:pPr indent="0" lvl="0" marL="0" marR="0" rtl="0" algn="ctr">
              <a:spcBef>
                <a:spcPts val="0"/>
              </a:spcBef>
              <a:spcAft>
                <a:spcPts val="0"/>
              </a:spcAft>
              <a:buClr>
                <a:srgbClr val="888888"/>
              </a:buClr>
              <a:buSzPts val="2000"/>
              <a:buFont typeface="Arial"/>
              <a:buNone/>
            </a:pPr>
            <a:r>
              <a:t/>
            </a:r>
            <a:endParaRPr b="1" i="0" sz="2000" u="none" cap="none" strike="noStrike">
              <a:solidFill>
                <a:srgbClr val="E36C09"/>
              </a:solidFill>
              <a:latin typeface="Calibri"/>
              <a:ea typeface="Calibri"/>
              <a:cs typeface="Calibri"/>
              <a:sym typeface="Calibri"/>
            </a:endParaRPr>
          </a:p>
          <a:p>
            <a:pPr indent="0" lvl="0" marL="0" marR="0" rtl="0" algn="ctr">
              <a:spcBef>
                <a:spcPts val="400"/>
              </a:spcBef>
              <a:spcAft>
                <a:spcPts val="0"/>
              </a:spcAft>
              <a:buClr>
                <a:srgbClr val="366092"/>
              </a:buClr>
              <a:buSzPts val="2000"/>
              <a:buFont typeface="Arial"/>
              <a:buNone/>
            </a:pPr>
            <a:r>
              <a:rPr b="1" i="0" lang="en-US" sz="2000" u="none" cap="none" strike="noStrike">
                <a:solidFill>
                  <a:srgbClr val="366092"/>
                </a:solidFill>
                <a:latin typeface="Calibri"/>
                <a:ea typeface="Calibri"/>
                <a:cs typeface="Calibri"/>
                <a:sym typeface="Calibri"/>
              </a:rPr>
              <a:t>PHÁT TRIỂN HỆ THỐNG THÔNG TIN KINH TẾ</a:t>
            </a:r>
            <a:endParaRPr b="1" i="0" sz="2000" u="none" cap="none" strike="noStrike">
              <a:solidFill>
                <a:srgbClr val="366092"/>
              </a:solidFill>
              <a:latin typeface="Calibri"/>
              <a:ea typeface="Calibri"/>
              <a:cs typeface="Calibri"/>
              <a:sym typeface="Calibri"/>
            </a:endParaRPr>
          </a:p>
        </p:txBody>
      </p:sp>
      <p:pic>
        <p:nvPicPr>
          <p:cNvPr descr="C:\Users\LAMNHUNG\Desktop\LogoMIS.jpg" id="90" name="Google Shape;90;p1"/>
          <p:cNvPicPr preferRelativeResize="0"/>
          <p:nvPr/>
        </p:nvPicPr>
        <p:blipFill rotWithShape="1">
          <a:blip r:embed="rId3">
            <a:alphaModFix/>
          </a:blip>
          <a:srcRect b="0" l="0" r="0" t="0"/>
          <a:stretch/>
        </p:blipFill>
        <p:spPr>
          <a:xfrm>
            <a:off x="292350" y="188640"/>
            <a:ext cx="1682798" cy="1478608"/>
          </a:xfrm>
          <a:prstGeom prst="rect">
            <a:avLst/>
          </a:prstGeom>
          <a:noFill/>
          <a:ln>
            <a:noFill/>
          </a:ln>
        </p:spPr>
      </p:pic>
      <p:grpSp>
        <p:nvGrpSpPr>
          <p:cNvPr id="91" name="Google Shape;91;p1"/>
          <p:cNvGrpSpPr/>
          <p:nvPr/>
        </p:nvGrpSpPr>
        <p:grpSpPr>
          <a:xfrm>
            <a:off x="823021" y="2421942"/>
            <a:ext cx="8208910" cy="1078011"/>
            <a:chOff x="1" y="1054"/>
            <a:chExt cx="8208911" cy="1078011"/>
          </a:xfrm>
        </p:grpSpPr>
        <p:sp>
          <p:nvSpPr>
            <p:cNvPr id="92" name="Google Shape;92;p1"/>
            <p:cNvSpPr/>
            <p:nvPr/>
          </p:nvSpPr>
          <p:spPr>
            <a:xfrm rot="5400000">
              <a:off x="-161701" y="162756"/>
              <a:ext cx="1078011" cy="754607"/>
            </a:xfrm>
            <a:prstGeom prst="chevron">
              <a:avLst>
                <a:gd fmla="val 50000" name="adj"/>
              </a:avLst>
            </a:prstGeom>
            <a:solidFill>
              <a:schemeClr val="accent1"/>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
            <p:cNvSpPr txBox="1"/>
            <p:nvPr/>
          </p:nvSpPr>
          <p:spPr>
            <a:xfrm>
              <a:off x="2" y="378358"/>
              <a:ext cx="754607" cy="323404"/>
            </a:xfrm>
            <a:prstGeom prst="rect">
              <a:avLst/>
            </a:prstGeom>
            <a:noFill/>
            <a:ln>
              <a:noFill/>
            </a:ln>
          </p:spPr>
          <p:txBody>
            <a:bodyPr anchorCtr="0" anchor="ctr" bIns="12700" lIns="12700" spcFirstLastPara="1" rIns="12700" wrap="square" tIns="12700">
              <a:noAutofit/>
            </a:bodyPr>
            <a:lstStyle/>
            <a:p>
              <a:pPr indent="0" lvl="0" marL="0" marR="0" rtl="0" algn="ctr">
                <a:lnSpc>
                  <a:spcPct val="90000"/>
                </a:lnSpc>
                <a:spcBef>
                  <a:spcPts val="0"/>
                </a:spcBef>
                <a:spcAft>
                  <a:spcPts val="0"/>
                </a:spcAft>
                <a:buNone/>
              </a:pPr>
              <a:r>
                <a:t/>
              </a:r>
              <a:endParaRPr b="1" i="0" sz="2000" u="none" cap="none" strike="noStrike">
                <a:solidFill>
                  <a:srgbClr val="FF0066"/>
                </a:solidFill>
                <a:latin typeface="Arial"/>
                <a:ea typeface="Arial"/>
                <a:cs typeface="Arial"/>
                <a:sym typeface="Arial"/>
              </a:endParaRPr>
            </a:p>
            <a:p>
              <a:pPr indent="0" lvl="0" marL="0" marR="0" rtl="0" algn="ctr">
                <a:lnSpc>
                  <a:spcPct val="90000"/>
                </a:lnSpc>
                <a:spcBef>
                  <a:spcPts val="700"/>
                </a:spcBef>
                <a:spcAft>
                  <a:spcPts val="0"/>
                </a:spcAft>
                <a:buNone/>
              </a:pPr>
              <a:r>
                <a:rPr b="1" i="0" lang="en-US" sz="2000" u="none" cap="none" strike="noStrike">
                  <a:solidFill>
                    <a:srgbClr val="FF0066"/>
                  </a:solidFill>
                  <a:latin typeface="Arial"/>
                  <a:ea typeface="Arial"/>
                  <a:cs typeface="Arial"/>
                  <a:sym typeface="Arial"/>
                </a:rPr>
                <a:t>Phần 4</a:t>
              </a:r>
              <a:endParaRPr b="1" i="0" sz="2000" u="none" cap="none" strike="noStrike">
                <a:solidFill>
                  <a:srgbClr val="FF0066"/>
                </a:solidFill>
                <a:latin typeface="Arial"/>
                <a:ea typeface="Arial"/>
                <a:cs typeface="Arial"/>
                <a:sym typeface="Arial"/>
              </a:endParaRPr>
            </a:p>
          </p:txBody>
        </p:sp>
        <p:sp>
          <p:nvSpPr>
            <p:cNvPr id="94" name="Google Shape;94;p1"/>
            <p:cNvSpPr/>
            <p:nvPr/>
          </p:nvSpPr>
          <p:spPr>
            <a:xfrm rot="5400000">
              <a:off x="4131222" y="-3375559"/>
              <a:ext cx="701075" cy="7454304"/>
            </a:xfrm>
            <a:prstGeom prst="round2SameRect">
              <a:avLst>
                <a:gd fmla="val 16667" name="adj1"/>
                <a:gd fmla="val 0" name="adj2"/>
              </a:avLst>
            </a:prstGeom>
            <a:solidFill>
              <a:schemeClr val="lt1">
                <a:alpha val="89803"/>
              </a:schemeClr>
            </a:solidFill>
            <a:ln cap="flat" cmpd="sng" w="2540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
            <p:cNvSpPr txBox="1"/>
            <p:nvPr/>
          </p:nvSpPr>
          <p:spPr>
            <a:xfrm>
              <a:off x="754608" y="35279"/>
              <a:ext cx="7420080" cy="632627"/>
            </a:xfrm>
            <a:prstGeom prst="rect">
              <a:avLst/>
            </a:prstGeom>
            <a:noFill/>
            <a:ln>
              <a:noFill/>
            </a:ln>
          </p:spPr>
          <p:txBody>
            <a:bodyPr anchorCtr="0" anchor="ctr" bIns="15225" lIns="170675" spcFirstLastPara="1" rIns="15225" wrap="square" tIns="15225">
              <a:noAutofit/>
            </a:bodyPr>
            <a:lstStyle/>
            <a:p>
              <a:pPr indent="-76200" lvl="1" marL="228600" marR="0" rtl="0" algn="l">
                <a:lnSpc>
                  <a:spcPct val="90000"/>
                </a:lnSpc>
                <a:spcBef>
                  <a:spcPts val="0"/>
                </a:spcBef>
                <a:spcAft>
                  <a:spcPts val="0"/>
                </a:spcAft>
                <a:buClr>
                  <a:schemeClr val="dk1"/>
                </a:buClr>
                <a:buSzPts val="2400"/>
                <a:buFont typeface="Calibri"/>
                <a:buNone/>
              </a:pPr>
              <a:r>
                <a:t/>
              </a:r>
              <a:endParaRPr b="0" i="0" sz="2400" u="none" cap="none" strike="noStrike">
                <a:solidFill>
                  <a:srgbClr val="FF0000"/>
                </a:solidFill>
                <a:latin typeface="Calibri"/>
                <a:ea typeface="Calibri"/>
                <a:cs typeface="Calibri"/>
                <a:sym typeface="Calibri"/>
              </a:endParaRPr>
            </a:p>
            <a:p>
              <a:pPr indent="-285750" lvl="1" marL="285750" marR="0" rtl="0" algn="l">
                <a:lnSpc>
                  <a:spcPct val="90000"/>
                </a:lnSpc>
                <a:spcBef>
                  <a:spcPts val="360"/>
                </a:spcBef>
                <a:spcAft>
                  <a:spcPts val="0"/>
                </a:spcAft>
                <a:buClr>
                  <a:srgbClr val="632423"/>
                </a:buClr>
                <a:buSzPts val="2800"/>
                <a:buFont typeface="Calibri"/>
                <a:buChar char="•"/>
              </a:pPr>
              <a:r>
                <a:rPr b="0" i="0" lang="en-US" sz="2800" u="none" cap="none" strike="noStrike">
                  <a:solidFill>
                    <a:srgbClr val="632423"/>
                  </a:solidFill>
                  <a:latin typeface="Calibri"/>
                  <a:ea typeface="Calibri"/>
                  <a:cs typeface="Calibri"/>
                  <a:sym typeface="Calibri"/>
                </a:rPr>
                <a:t>Triển khai và vận hành hệ thống</a:t>
              </a:r>
              <a:endParaRPr b="0" i="0" sz="2800" u="none" cap="none" strike="noStrike">
                <a:solidFill>
                  <a:srgbClr val="632423"/>
                </a:solidFill>
                <a:latin typeface="Calibri"/>
                <a:ea typeface="Calibri"/>
                <a:cs typeface="Calibri"/>
                <a:sym typeface="Calibri"/>
              </a:endParaRPr>
            </a:p>
            <a:p>
              <a:pPr indent="-101600" lvl="2" marL="457200" marR="0" rtl="0" algn="l">
                <a:lnSpc>
                  <a:spcPct val="90000"/>
                </a:lnSpc>
                <a:spcBef>
                  <a:spcPts val="420"/>
                </a:spcBef>
                <a:spcAft>
                  <a:spcPts val="0"/>
                </a:spcAft>
                <a:buClr>
                  <a:schemeClr val="dk1"/>
                </a:buClr>
                <a:buSzPts val="2000"/>
                <a:buFont typeface="Calibri"/>
                <a:buNone/>
              </a:pPr>
              <a:r>
                <a:t/>
              </a:r>
              <a:endParaRPr b="1" i="0" sz="2000" u="none" cap="none" strike="noStrike">
                <a:solidFill>
                  <a:srgbClr val="FF0066"/>
                </a:solidFill>
                <a:latin typeface="Arial"/>
                <a:ea typeface="Arial"/>
                <a:cs typeface="Arial"/>
                <a:sym typeface="Arial"/>
              </a:endParaRPr>
            </a:p>
          </p:txBody>
        </p:sp>
      </p:grpSp>
      <p:cxnSp>
        <p:nvCxnSpPr>
          <p:cNvPr id="96" name="Google Shape;96;p1"/>
          <p:cNvCxnSpPr/>
          <p:nvPr/>
        </p:nvCxnSpPr>
        <p:spPr>
          <a:xfrm>
            <a:off x="1586533" y="2420888"/>
            <a:ext cx="0" cy="3456384"/>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7647"/>
              </a:srgbClr>
            </a:outerShdw>
          </a:effectLst>
        </p:spPr>
      </p:cxnSp>
      <p:sp>
        <p:nvSpPr>
          <p:cNvPr id="97" name="Google Shape;97;p1"/>
          <p:cNvSpPr txBox="1"/>
          <p:nvPr/>
        </p:nvSpPr>
        <p:spPr>
          <a:xfrm>
            <a:off x="1687116" y="3251027"/>
            <a:ext cx="8208912" cy="1379865"/>
          </a:xfrm>
          <a:prstGeom prst="rect">
            <a:avLst/>
          </a:prstGeom>
          <a:noFill/>
          <a:ln>
            <a:noFill/>
          </a:ln>
        </p:spPr>
        <p:txBody>
          <a:bodyPr anchorCtr="0" anchor="t" bIns="45700" lIns="91425" spcFirstLastPara="1" rIns="91425" wrap="square" tIns="45700">
            <a:spAutoFit/>
          </a:bodyPr>
          <a:lstStyle/>
          <a:p>
            <a:pPr indent="-152400" lvl="0" marL="0" marR="0" rtl="0" algn="just">
              <a:spcBef>
                <a:spcPts val="0"/>
              </a:spcBef>
              <a:spcAft>
                <a:spcPts val="0"/>
              </a:spcAft>
              <a:buClr>
                <a:srgbClr val="FF0066"/>
              </a:buClr>
              <a:buSzPts val="2400"/>
              <a:buFont typeface="Noto Sans Symbols"/>
              <a:buChar char="♦"/>
            </a:pPr>
            <a:r>
              <a:rPr b="1" i="0" lang="en-US" sz="2400" u="none" cap="none" strike="noStrike">
                <a:solidFill>
                  <a:srgbClr val="FF0066"/>
                </a:solidFill>
                <a:latin typeface="Calibri"/>
                <a:ea typeface="Calibri"/>
                <a:cs typeface="Calibri"/>
                <a:sym typeface="Calibri"/>
              </a:rPr>
              <a:t>Chương 8: Kiểm thử hệ thống</a:t>
            </a:r>
            <a:endParaRPr/>
          </a:p>
          <a:p>
            <a:pPr indent="-152400" lvl="0" marL="0" marR="0" rtl="0" algn="just">
              <a:spcBef>
                <a:spcPts val="683"/>
              </a:spcBef>
              <a:spcAft>
                <a:spcPts val="0"/>
              </a:spcAft>
              <a:buClr>
                <a:srgbClr val="FF0066"/>
              </a:buClr>
              <a:buSzPts val="2400"/>
              <a:buFont typeface="Noto Sans Symbols"/>
              <a:buChar char="♦"/>
            </a:pPr>
            <a:r>
              <a:rPr b="0" i="0" lang="en-US" sz="2400" u="none" cap="none" strike="noStrike">
                <a:solidFill>
                  <a:srgbClr val="632423"/>
                </a:solidFill>
                <a:latin typeface="Calibri"/>
                <a:ea typeface="Calibri"/>
                <a:cs typeface="Calibri"/>
                <a:sym typeface="Calibri"/>
              </a:rPr>
              <a:t>Chương 9: Cài đặt hệ thống</a:t>
            </a:r>
            <a:endParaRPr/>
          </a:p>
          <a:p>
            <a:pPr indent="-152400" lvl="0" marL="0" marR="0" rtl="0" algn="just">
              <a:spcBef>
                <a:spcPts val="683"/>
              </a:spcBef>
              <a:spcAft>
                <a:spcPts val="0"/>
              </a:spcAft>
              <a:buClr>
                <a:srgbClr val="FF0066"/>
              </a:buClr>
              <a:buSzPts val="2400"/>
              <a:buFont typeface="Noto Sans Symbols"/>
              <a:buChar char="♦"/>
            </a:pPr>
            <a:r>
              <a:rPr b="0" i="0" lang="en-US" sz="2400" u="none" cap="none" strike="noStrike">
                <a:solidFill>
                  <a:srgbClr val="632423"/>
                </a:solidFill>
                <a:latin typeface="Calibri"/>
                <a:ea typeface="Calibri"/>
                <a:cs typeface="Calibri"/>
                <a:sym typeface="Calibri"/>
              </a:rPr>
              <a:t>Chương 10: Bảo trì hệ thống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444978" y="130623"/>
            <a:ext cx="9842022" cy="778099"/>
          </a:xfrm>
          <a:prstGeom prst="rect">
            <a:avLst/>
          </a:prstGeom>
          <a:solidFill>
            <a:schemeClr val="lt2"/>
          </a:solidFill>
          <a:ln>
            <a:noFill/>
          </a:ln>
        </p:spPr>
        <p:txBody>
          <a:bodyPr anchorCtr="0" anchor="ctr" bIns="52050" lIns="104100" spcFirstLastPara="1" rIns="104100" wrap="square" tIns="52050">
            <a:normAutofit/>
          </a:bodyPr>
          <a:lstStyle/>
          <a:p>
            <a:pPr indent="0" lvl="0" marL="0" rtl="0" algn="just">
              <a:spcBef>
                <a:spcPts val="0"/>
              </a:spcBef>
              <a:spcAft>
                <a:spcPts val="0"/>
              </a:spcAft>
              <a:buClr>
                <a:srgbClr val="E36C09"/>
              </a:buClr>
              <a:buSzPts val="2800"/>
              <a:buFont typeface="Arial"/>
              <a:buNone/>
            </a:pPr>
            <a:r>
              <a:rPr lang="en-US" sz="2800">
                <a:solidFill>
                  <a:srgbClr val="E36C09"/>
                </a:solidFill>
                <a:latin typeface="Arial"/>
                <a:ea typeface="Arial"/>
                <a:cs typeface="Arial"/>
                <a:sym typeface="Arial"/>
              </a:rPr>
              <a:t>Chương 8: Kiểm thử hệ thống</a:t>
            </a:r>
            <a:endParaRPr baseline="30000" sz="2800">
              <a:solidFill>
                <a:srgbClr val="E36C09"/>
              </a:solidFill>
              <a:latin typeface="Arial"/>
              <a:ea typeface="Arial"/>
              <a:cs typeface="Arial"/>
              <a:sym typeface="Arial"/>
            </a:endParaRPr>
          </a:p>
        </p:txBody>
      </p:sp>
      <p:sp>
        <p:nvSpPr>
          <p:cNvPr id="104" name="Google Shape;104;p2"/>
          <p:cNvSpPr txBox="1"/>
          <p:nvPr>
            <p:ph idx="1" type="body"/>
          </p:nvPr>
        </p:nvSpPr>
        <p:spPr>
          <a:xfrm>
            <a:off x="444980" y="1039523"/>
            <a:ext cx="9408681" cy="5044452"/>
          </a:xfrm>
          <a:prstGeom prst="rect">
            <a:avLst/>
          </a:prstGeom>
          <a:noFill/>
          <a:ln>
            <a:noFill/>
          </a:ln>
        </p:spPr>
        <p:txBody>
          <a:bodyPr anchorCtr="0" anchor="t" bIns="52050" lIns="104100" spcFirstLastPara="1" rIns="104100" wrap="square" tIns="52050">
            <a:normAutofit/>
          </a:bodyPr>
          <a:lstStyle/>
          <a:p>
            <a:pPr indent="-457200" lvl="0" marL="457200" rtl="0" algn="just">
              <a:spcBef>
                <a:spcPts val="0"/>
              </a:spcBef>
              <a:spcAft>
                <a:spcPts val="0"/>
              </a:spcAft>
              <a:buClr>
                <a:srgbClr val="FF0066"/>
              </a:buClr>
              <a:buSzPts val="2400"/>
              <a:buAutoNum type="arabicPeriod"/>
            </a:pPr>
            <a:r>
              <a:rPr lang="en-US" sz="2400">
                <a:solidFill>
                  <a:srgbClr val="632423"/>
                </a:solidFill>
                <a:latin typeface="Calibri"/>
                <a:ea typeface="Calibri"/>
                <a:cs typeface="Calibri"/>
                <a:sym typeface="Calibri"/>
              </a:rPr>
              <a:t>Khái niệm kiểm thử</a:t>
            </a:r>
            <a:endParaRPr/>
          </a:p>
          <a:p>
            <a:pPr indent="-457200" lvl="0" marL="457200" rtl="0" algn="just">
              <a:spcBef>
                <a:spcPts val="1163"/>
              </a:spcBef>
              <a:spcAft>
                <a:spcPts val="0"/>
              </a:spcAft>
              <a:buClr>
                <a:srgbClr val="FF0066"/>
              </a:buClr>
              <a:buSzPts val="2400"/>
              <a:buAutoNum type="arabicPeriod"/>
            </a:pPr>
            <a:r>
              <a:rPr lang="en-US" sz="2400">
                <a:solidFill>
                  <a:srgbClr val="632423"/>
                </a:solidFill>
                <a:latin typeface="Calibri"/>
                <a:ea typeface="Calibri"/>
                <a:cs typeface="Calibri"/>
                <a:sym typeface="Calibri"/>
              </a:rPr>
              <a:t>Các nguyên tắc kiểm thử</a:t>
            </a:r>
            <a:endParaRPr/>
          </a:p>
          <a:p>
            <a:pPr indent="-457200" lvl="0" marL="457200" rtl="0" algn="just">
              <a:spcBef>
                <a:spcPts val="1163"/>
              </a:spcBef>
              <a:spcAft>
                <a:spcPts val="0"/>
              </a:spcAft>
              <a:buClr>
                <a:srgbClr val="FF0066"/>
              </a:buClr>
              <a:buSzPts val="2400"/>
              <a:buAutoNum type="arabicPeriod"/>
            </a:pPr>
            <a:r>
              <a:rPr lang="en-US" sz="2400">
                <a:solidFill>
                  <a:srgbClr val="632423"/>
                </a:solidFill>
                <a:latin typeface="Calibri"/>
                <a:ea typeface="Calibri"/>
                <a:cs typeface="Calibri"/>
                <a:sym typeface="Calibri"/>
              </a:rPr>
              <a:t>Cấp độ kiểm thử</a:t>
            </a:r>
            <a:endParaRPr/>
          </a:p>
          <a:p>
            <a:pPr indent="-457200" lvl="0" marL="457200" rtl="0" algn="just">
              <a:spcBef>
                <a:spcPts val="1163"/>
              </a:spcBef>
              <a:spcAft>
                <a:spcPts val="0"/>
              </a:spcAft>
              <a:buClr>
                <a:srgbClr val="FF0066"/>
              </a:buClr>
              <a:buSzPts val="2400"/>
              <a:buAutoNum type="arabicPeriod"/>
            </a:pPr>
            <a:r>
              <a:rPr lang="en-US" sz="2400">
                <a:solidFill>
                  <a:srgbClr val="632423"/>
                </a:solidFill>
                <a:latin typeface="Calibri"/>
                <a:ea typeface="Calibri"/>
                <a:cs typeface="Calibri"/>
                <a:sym typeface="Calibri"/>
              </a:rPr>
              <a:t>Các chiến lược kiểm thử phần mềm</a:t>
            </a:r>
            <a:endParaRPr/>
          </a:p>
          <a:p>
            <a:pPr indent="0" lvl="0" marL="0" rtl="0" algn="just">
              <a:spcBef>
                <a:spcPts val="1163"/>
              </a:spcBef>
              <a:spcAft>
                <a:spcPts val="0"/>
              </a:spcAft>
              <a:buClr>
                <a:srgbClr val="FF0066"/>
              </a:buClr>
              <a:buSzPts val="2400"/>
              <a:buNone/>
            </a:pPr>
            <a:r>
              <a:t/>
            </a:r>
            <a:endParaRPr sz="2400">
              <a:solidFill>
                <a:srgbClr val="632423"/>
              </a:solidFill>
            </a:endParaRPr>
          </a:p>
        </p:txBody>
      </p:sp>
      <p:cxnSp>
        <p:nvCxnSpPr>
          <p:cNvPr id="105" name="Google Shape;105;p2"/>
          <p:cNvCxnSpPr/>
          <p:nvPr/>
        </p:nvCxnSpPr>
        <p:spPr>
          <a:xfrm>
            <a:off x="444978" y="908720"/>
            <a:ext cx="9478053" cy="0"/>
          </a:xfrm>
          <a:prstGeom prst="straightConnector1">
            <a:avLst/>
          </a:prstGeom>
          <a:noFill/>
          <a:ln cap="flat" cmpd="sng" w="50800">
            <a:solidFill>
              <a:srgbClr val="E36C09"/>
            </a:solidFill>
            <a:prstDash val="solid"/>
            <a:round/>
            <a:headEnd len="sm" w="sm" type="none"/>
            <a:tailEnd len="sm" w="sm" type="none"/>
          </a:ln>
        </p:spPr>
      </p:cxnSp>
      <p:sp>
        <p:nvSpPr>
          <p:cNvPr id="106" name="Google Shape;106;p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12" name="Google Shape;112;p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lnSpcReduction="10000"/>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IEEE: Kiểm thử phần mềm là quá trình khảo sát một thành phần hay một hệ thống dưới những điều kiện xác định nhằm quan sát và đánh giá một khía cạnh nhất định của thành phần hay hệ thống đó.</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The Art of Software Testing–Nghệ thuật kiểm thử phần mềm: Kiểm thử phần mềm là quá trình thực thi một chương trình với mục đích tìm lỗi.</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Kiểm thử sản phẩm phần mềm là quá trình </a:t>
            </a:r>
            <a:r>
              <a:rPr b="1" lang="en-US" sz="2400">
                <a:solidFill>
                  <a:srgbClr val="FF0066"/>
                </a:solidFill>
                <a:latin typeface="Calibri"/>
                <a:ea typeface="Calibri"/>
                <a:cs typeface="Calibri"/>
                <a:sym typeface="Calibri"/>
              </a:rPr>
              <a:t>xây dựng </a:t>
            </a:r>
            <a:r>
              <a:rPr lang="en-US" sz="2400">
                <a:solidFill>
                  <a:srgbClr val="632423"/>
                </a:solidFill>
                <a:latin typeface="Calibri"/>
                <a:ea typeface="Calibri"/>
                <a:cs typeface="Calibri"/>
                <a:sym typeface="Calibri"/>
              </a:rPr>
              <a:t>một cách có </a:t>
            </a:r>
            <a:r>
              <a:rPr b="1" lang="en-US" sz="2400">
                <a:solidFill>
                  <a:srgbClr val="FF0066"/>
                </a:solidFill>
                <a:latin typeface="Calibri"/>
                <a:ea typeface="Calibri"/>
                <a:cs typeface="Calibri"/>
                <a:sym typeface="Calibri"/>
              </a:rPr>
              <a:t>chủ đích </a:t>
            </a:r>
            <a:r>
              <a:rPr lang="en-US" sz="2400">
                <a:solidFill>
                  <a:srgbClr val="632423"/>
                </a:solidFill>
                <a:latin typeface="Calibri"/>
                <a:ea typeface="Calibri"/>
                <a:cs typeface="Calibri"/>
                <a:sym typeface="Calibri"/>
              </a:rPr>
              <a:t>những </a:t>
            </a:r>
            <a:r>
              <a:rPr b="1" lang="en-US" sz="2400">
                <a:solidFill>
                  <a:srgbClr val="FF0066"/>
                </a:solidFill>
                <a:latin typeface="Calibri"/>
                <a:ea typeface="Calibri"/>
                <a:cs typeface="Calibri"/>
                <a:sym typeface="Calibri"/>
              </a:rPr>
              <a:t>tập dữ liệu</a:t>
            </a:r>
            <a:r>
              <a:rPr lang="en-US" sz="2400">
                <a:solidFill>
                  <a:srgbClr val="632423"/>
                </a:solidFill>
                <a:latin typeface="Calibri"/>
                <a:ea typeface="Calibri"/>
                <a:cs typeface="Calibri"/>
                <a:sym typeface="Calibri"/>
              </a:rPr>
              <a:t> và </a:t>
            </a:r>
            <a:r>
              <a:rPr b="1" lang="en-US" sz="2400">
                <a:solidFill>
                  <a:srgbClr val="FF0066"/>
                </a:solidFill>
                <a:latin typeface="Calibri"/>
                <a:ea typeface="Calibri"/>
                <a:cs typeface="Calibri"/>
                <a:sym typeface="Calibri"/>
              </a:rPr>
              <a:t>dãy các thao tác </a:t>
            </a:r>
            <a:r>
              <a:rPr lang="en-US" sz="2400">
                <a:solidFill>
                  <a:srgbClr val="632423"/>
                </a:solidFill>
                <a:latin typeface="Calibri"/>
                <a:ea typeface="Calibri"/>
                <a:cs typeface="Calibri"/>
                <a:sym typeface="Calibri"/>
              </a:rPr>
              <a:t>nhằm đánh giá một số hoặc toàn bộ các tiêu chuẩn của phần mềm để đảm bảo rằng phần mềm thỏa mãn các yêu cầu của chúng và các yêu cầu đó thỏa mãn các yêu cầu của khách hàng.</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Kiểm thử có các mức khác nhau và được tiến hành bởi các cá nhân khác nhau trong quá trình phát triển ứng dụng. Có kiểm thử được tiến hành bởi đội ngũ dự án và có kiểm thử được tiến hành bởi các cơ quan bên ngoài để chấp nhận ứng dụng.</a:t>
            </a:r>
            <a:endParaRPr sz="24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113" name="Google Shape;113;p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14" name="Google Shape;114;p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15" name="Google Shape;115;p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Định nghĩa và mục tiêu kiểm thử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Các loại lỗi trong kiểm thử</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Những tài liệu cần thiết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Tiến trình kiểm thử</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21" name="Google Shape;121;p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Mục tiêu của kiểm thử là phát hiện càng nhiều lỗi của phần mềm càng sớm càng tốt, đặc biệt là những lỗi nghiêm trọng.</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Kiểm thử có hai mục tiêu là kiểm thử hợp lệ và kiểm thử khiếm khuyết nhằm đảm bảo rằng tất cả các thành phần của ứng dụng được vận hành như mong đợi và phù hợp với các tiêu chuẩn thiết kế.</a:t>
            </a:r>
            <a:endParaRPr/>
          </a:p>
          <a:p>
            <a:pPr indent="-342900" lvl="3" marL="1318879"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Kiểm thử hợp lệ</a:t>
            </a:r>
            <a:r>
              <a:rPr lang="en-US" sz="2200">
                <a:solidFill>
                  <a:srgbClr val="632423"/>
                </a:solidFill>
                <a:latin typeface="Calibri"/>
                <a:ea typeface="Calibri"/>
                <a:cs typeface="Calibri"/>
                <a:sym typeface="Calibri"/>
              </a:rPr>
              <a:t>: để chứng minh cho đội ngũ phát triển và khách hàng thấy phần mềm đã thoả mãn mọi yêu cầu hay chưa? Kiểm thử hợp lệ thành công khi hệ thống đã vận hành như mong đợi.</a:t>
            </a:r>
            <a:endParaRPr sz="2200">
              <a:solidFill>
                <a:srgbClr val="632423"/>
              </a:solidFill>
              <a:latin typeface="Calibri"/>
              <a:ea typeface="Calibri"/>
              <a:cs typeface="Calibri"/>
              <a:sym typeface="Calibri"/>
            </a:endParaRPr>
          </a:p>
          <a:p>
            <a:pPr indent="-342900" lvl="3" marL="1318879"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Kiểm thử khiếm khuyết</a:t>
            </a:r>
            <a:r>
              <a:rPr lang="en-US" sz="2200">
                <a:solidFill>
                  <a:srgbClr val="632423"/>
                </a:solidFill>
                <a:latin typeface="Calibri"/>
                <a:ea typeface="Calibri"/>
                <a:cs typeface="Calibri"/>
                <a:sym typeface="Calibri"/>
              </a:rPr>
              <a:t>: nhằm phát hiện các lỗi hoặc những khiếm khuyết của phần mềm và kiểm tra xem chức năng của nó có chính xác hoặc phù hợp với tài liệu đặc tả của nó hay không.</a:t>
            </a:r>
            <a:endParaRPr sz="22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122" name="Google Shape;122;p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23" name="Google Shape;123;p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24" name="Google Shape;124;p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Định nghĩa và mục tiêu kiểm thử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Các loại lỗi trong kiểm thử</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Những tài liệu cần thiết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Tiến trình kiểm thử</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30" name="Google Shape;130;p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Trong một ứng dụng phần mềm có thể tồn tại ba kiểu lỗi và quá trình kiểm thử sẽ phải xác định được cả ba loại lỗi đó, bao gồm:</a:t>
            </a:r>
            <a:endParaRPr/>
          </a:p>
          <a:p>
            <a:pPr indent="-342900" lvl="3" marL="1318879"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Các chức năng của chương trình chạy bị lỗi hoặc ra kết quả không đúng như mong muốn.</a:t>
            </a:r>
            <a:endParaRPr/>
          </a:p>
          <a:p>
            <a:pPr indent="-342900" lvl="3" marL="1318879"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Không làm những điều cần phải làm</a:t>
            </a:r>
            <a:r>
              <a:rPr lang="en-US" sz="2200">
                <a:solidFill>
                  <a:srgbClr val="632423"/>
                </a:solidFill>
                <a:latin typeface="Calibri"/>
                <a:ea typeface="Calibri"/>
                <a:cs typeface="Calibri"/>
                <a:sym typeface="Calibri"/>
              </a:rPr>
              <a:t>: đây là lỗi bỏ sót thường xuất hiện đối với những ứng dụng mới được phát triển.</a:t>
            </a:r>
            <a:endParaRPr/>
          </a:p>
          <a:p>
            <a:pPr indent="-342900" lvl="3" marL="1318879"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Làm những điều không cần làm</a:t>
            </a:r>
            <a:r>
              <a:rPr lang="en-US" sz="2200">
                <a:solidFill>
                  <a:srgbClr val="632423"/>
                </a:solidFill>
                <a:latin typeface="Calibri"/>
                <a:ea typeface="Calibri"/>
                <a:cs typeface="Calibri"/>
                <a:sym typeface="Calibri"/>
              </a:rPr>
              <a:t>: đây là lỗi của các lệnh đã cư trú trước trong các ứng dụng bảo trì.</a:t>
            </a:r>
            <a:endParaRPr sz="22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131" name="Google Shape;131;p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32" name="Google Shape;132;p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33" name="Google Shape;133;p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Định nghĩa và mục tiêu kiểm thử </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Các loại lỗi trong kiểm thử</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Những tài liệu cần thiết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Tiến trình kiểm thử</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39" name="Google Shape;139;p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Trước khi thực hiện kiểm thử, đội ngũ kiểm thử phải tìm hiểu ba loại tài liệu sau:</a:t>
            </a:r>
            <a:endParaRPr/>
          </a:p>
          <a:p>
            <a:pPr indent="-342900" lvl="3" marL="1318879"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Tài liệu yêu cầu người dùng</a:t>
            </a:r>
            <a:r>
              <a:rPr lang="en-US" sz="2200">
                <a:solidFill>
                  <a:srgbClr val="632423"/>
                </a:solidFill>
                <a:latin typeface="Calibri"/>
                <a:ea typeface="Calibri"/>
                <a:cs typeface="Calibri"/>
                <a:sym typeface="Calibri"/>
              </a:rPr>
              <a:t>: để tìm hiểu những yêu cầu, suy nghĩ của khách hàng về phần mềm mà họ mong muốn. Ví dụ khách hàng muốn chỉ những người quản trị mới có chức năng xóa thông tin.</a:t>
            </a:r>
            <a:endParaRPr/>
          </a:p>
          <a:p>
            <a:pPr indent="-342900" lvl="3" marL="1318879"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Tài liệu đặc tả</a:t>
            </a:r>
            <a:r>
              <a:rPr lang="en-US" sz="2200">
                <a:solidFill>
                  <a:srgbClr val="632423"/>
                </a:solidFill>
                <a:latin typeface="Calibri"/>
                <a:ea typeface="Calibri"/>
                <a:cs typeface="Calibri"/>
                <a:sym typeface="Calibri"/>
              </a:rPr>
              <a:t>: để tìm hiểu những ý tưởng, dự định của đội ngũ phát triển khi hiện thực hóa những yêu cầu, mong muốn của khách hàng. Ví dụ người dùng sẽ phải đăng nhập khi muốn truy cập vào hệ thống.</a:t>
            </a:r>
            <a:endParaRPr/>
          </a:p>
          <a:p>
            <a:pPr indent="-342900" lvl="3" marL="1318879"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Tài liệu thiết kế</a:t>
            </a:r>
            <a:r>
              <a:rPr lang="en-US" sz="2200">
                <a:solidFill>
                  <a:srgbClr val="632423"/>
                </a:solidFill>
                <a:latin typeface="Calibri"/>
                <a:ea typeface="Calibri"/>
                <a:cs typeface="Calibri"/>
                <a:sym typeface="Calibri"/>
              </a:rPr>
              <a:t>: để tìm hiểu cụ thể, chi tiết các giải pháp của đội ngũ phát triển khi triển khai các chức năng của hệ thống. Ví dụ mã nhân viên phải có độ dài 10 ký tự, trong đó 3 ký tự đầu chỉ phòng ban, 2 ký tự sau chỉ loại nhân viên, 5 ký tự cuối là số thứ tự của nhân viên.</a:t>
            </a:r>
            <a:endParaRPr i="1"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140" name="Google Shape;140;p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41" name="Google Shape;141;p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42" name="Google Shape;142;p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Định nghĩa và mục tiêu kiểm thử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Các loại lỗi trong kiểm thử</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Những tài liệu cần thiết</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Tiến trình kiểm thử</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48" name="Google Shape;148;p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Là trình tự thực hiện kiểm tra hệ thống phần mềm từ khi có yêu cầu kiểm tra cho đến khi hệ thống được hoàn thiện.</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Các bước thực hiện trong tiến trình kiểm thử gồm:</a:t>
            </a:r>
            <a:endParaRPr/>
          </a:p>
          <a:p>
            <a:pPr indent="-342900" lvl="3" marL="1065213"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Lập kế hoạch kiểm thử (Test Plan).</a:t>
            </a:r>
            <a:endParaRPr/>
          </a:p>
          <a:p>
            <a:pPr indent="-342900" lvl="3" marL="1065213"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Chuẩn bị môi trường kiểm thử như phần cứng, phần mềm, ngôn ngữ…</a:t>
            </a:r>
            <a:endParaRPr/>
          </a:p>
          <a:p>
            <a:pPr indent="-342900" lvl="3" marL="1065213"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Thiết kế kiểm thử (Test case).</a:t>
            </a:r>
            <a:endParaRPr/>
          </a:p>
          <a:p>
            <a:pPr indent="-342900" lvl="3" marL="1065213"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Thực hiện kiểm thử.</a:t>
            </a:r>
            <a:endParaRPr/>
          </a:p>
          <a:p>
            <a:pPr indent="-342900" lvl="3" marL="1065213"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Theo dõi và xử lý lỗi.</a:t>
            </a:r>
            <a:endParaRPr/>
          </a:p>
          <a:p>
            <a:pPr indent="-342900" lvl="3" marL="1065213"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Thống kê báo cáo kết quả kiểm thử.</a:t>
            </a:r>
            <a:endParaRPr/>
          </a:p>
          <a:p>
            <a:pPr indent="-203200" lvl="3" marL="1065213" rtl="0" algn="just">
              <a:spcBef>
                <a:spcPts val="1123"/>
              </a:spcBef>
              <a:spcAft>
                <a:spcPts val="0"/>
              </a:spcAft>
              <a:buClr>
                <a:srgbClr val="FF0066"/>
              </a:buClr>
              <a:buSzPts val="2200"/>
              <a:buNone/>
            </a:pPr>
            <a:r>
              <a:t/>
            </a:r>
            <a:endParaRPr sz="2200">
              <a:solidFill>
                <a:srgbClr val="632423"/>
              </a:solidFill>
              <a:latin typeface="Calibri"/>
              <a:ea typeface="Calibri"/>
              <a:cs typeface="Calibri"/>
              <a:sym typeface="Calibri"/>
            </a:endParaRPr>
          </a:p>
          <a:p>
            <a:pPr indent="-203200" lvl="3" marL="1318879" rtl="0" algn="just">
              <a:spcBef>
                <a:spcPts val="1123"/>
              </a:spcBef>
              <a:spcAft>
                <a:spcPts val="0"/>
              </a:spcAft>
              <a:buClr>
                <a:srgbClr val="FF0066"/>
              </a:buClr>
              <a:buSzPts val="2200"/>
              <a:buNone/>
            </a:pPr>
            <a:r>
              <a:t/>
            </a:r>
            <a:endParaRPr i="1" sz="22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149" name="Google Shape;149;p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50" name="Google Shape;150;p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51" name="Google Shape;151;p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Định nghĩa và mục tiêu kiểm thử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Các loại lỗi trong kiểm thử</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Những tài liệu cần thiết</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Tiến trình kiểm thử</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57" name="Google Shape;157;p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Mẫu Test case</a:t>
            </a:r>
            <a:endParaRPr/>
          </a:p>
          <a:p>
            <a:pPr indent="-250691" lvl="1" marL="390392" rtl="0" algn="just">
              <a:spcBef>
                <a:spcPts val="1123"/>
              </a:spcBef>
              <a:spcAft>
                <a:spcPts val="0"/>
              </a:spcAft>
              <a:buClr>
                <a:srgbClr val="FF0066"/>
              </a:buClr>
              <a:buSzPts val="2200"/>
              <a:buFont typeface="Noto Sans Symbols"/>
              <a:buNone/>
            </a:pPr>
            <a:r>
              <a:t/>
            </a:r>
            <a:endParaRPr sz="2200">
              <a:solidFill>
                <a:srgbClr val="632423"/>
              </a:solidFill>
              <a:latin typeface="Calibri"/>
              <a:ea typeface="Calibri"/>
              <a:cs typeface="Calibri"/>
              <a:sym typeface="Calibri"/>
            </a:endParaRPr>
          </a:p>
          <a:p>
            <a:pPr indent="-203200" lvl="3" marL="1318879" rtl="0" algn="just">
              <a:spcBef>
                <a:spcPts val="1123"/>
              </a:spcBef>
              <a:spcAft>
                <a:spcPts val="0"/>
              </a:spcAft>
              <a:buClr>
                <a:srgbClr val="FF0066"/>
              </a:buClr>
              <a:buSzPts val="2200"/>
              <a:buNone/>
            </a:pPr>
            <a:r>
              <a:t/>
            </a:r>
            <a:endParaRPr i="1" sz="2200">
              <a:solidFill>
                <a:srgbClr val="632423"/>
              </a:solidFill>
              <a:latin typeface="Calibri"/>
              <a:ea typeface="Calibri"/>
              <a:cs typeface="Calibri"/>
              <a:sym typeface="Calibri"/>
            </a:endParaRPr>
          </a:p>
          <a:p>
            <a:pPr indent="-263392" lvl="1" marL="390392" rtl="0" algn="just">
              <a:spcBef>
                <a:spcPts val="1083"/>
              </a:spcBef>
              <a:spcAft>
                <a:spcPts val="0"/>
              </a:spcAft>
              <a:buClr>
                <a:srgbClr val="FF0066"/>
              </a:buClr>
              <a:buSzPts val="2000"/>
              <a:buFont typeface="Noto Sans Symbols"/>
              <a:buNone/>
            </a:pPr>
            <a:r>
              <a:t/>
            </a:r>
            <a:endParaRPr sz="20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158" name="Google Shape;158;p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59" name="Google Shape;159;p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160" name="Google Shape;160;p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Định nghĩa và mục tiêu kiểm thử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Các loại lỗi trong kiểm thử</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Những tài liệu cần thiết</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Tiến trình kiểm thử</a:t>
            </a:r>
            <a:endParaRPr/>
          </a:p>
        </p:txBody>
      </p:sp>
      <p:pic>
        <p:nvPicPr>
          <p:cNvPr id="161" name="Google Shape;161;p8"/>
          <p:cNvPicPr preferRelativeResize="0"/>
          <p:nvPr/>
        </p:nvPicPr>
        <p:blipFill rotWithShape="1">
          <a:blip r:embed="rId3">
            <a:alphaModFix/>
          </a:blip>
          <a:srcRect b="0" l="0" r="0" t="0"/>
          <a:stretch/>
        </p:blipFill>
        <p:spPr>
          <a:xfrm>
            <a:off x="702055" y="1700808"/>
            <a:ext cx="9166970" cy="468052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9"/>
          <p:cNvSpPr txBox="1"/>
          <p:nvPr>
            <p:ph type="title"/>
          </p:nvPr>
        </p:nvSpPr>
        <p:spPr>
          <a:xfrm>
            <a:off x="0" y="0"/>
            <a:ext cx="10287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b="1" lang="en-US" sz="1600">
                <a:solidFill>
                  <a:srgbClr val="E36C09"/>
                </a:solidFill>
                <a:latin typeface="Calibri"/>
                <a:ea typeface="Calibri"/>
                <a:cs typeface="Calibri"/>
                <a:sym typeface="Calibri"/>
              </a:rPr>
              <a:t>2. Các nguyên tắc kiểm thử</a:t>
            </a:r>
            <a:br>
              <a:rPr b="1" lang="en-US" sz="1600">
                <a:solidFill>
                  <a:srgbClr val="E36C09"/>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67" name="Google Shape;167;p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i="1" lang="en-US" sz="2400">
                <a:solidFill>
                  <a:srgbClr val="632423"/>
                </a:solidFill>
                <a:latin typeface="Calibri"/>
                <a:ea typeface="Calibri"/>
                <a:cs typeface="Calibri"/>
                <a:sym typeface="Calibri"/>
              </a:rPr>
              <a:t>Nguyên tắc khách quan</a:t>
            </a:r>
            <a:r>
              <a:rPr lang="en-US" sz="2400">
                <a:solidFill>
                  <a:srgbClr val="632423"/>
                </a:solidFill>
                <a:latin typeface="Calibri"/>
                <a:ea typeface="Calibri"/>
                <a:cs typeface="Calibri"/>
                <a:sym typeface="Calibri"/>
              </a:rPr>
              <a:t>: người kiểm thử không phải là tác giả của phần mềm đang được kiểm thử.</a:t>
            </a:r>
            <a:endParaRPr sz="2400">
              <a:solidFill>
                <a:srgbClr val="632423"/>
              </a:solidFill>
              <a:latin typeface="Calibri"/>
              <a:ea typeface="Calibri"/>
              <a:cs typeface="Calibri"/>
              <a:sym typeface="Calibri"/>
            </a:endParaRPr>
          </a:p>
          <a:p>
            <a:pPr indent="-390392" lvl="1" marL="390392" rtl="0" algn="just">
              <a:spcBef>
                <a:spcPts val="1163"/>
              </a:spcBef>
              <a:spcAft>
                <a:spcPts val="0"/>
              </a:spcAft>
              <a:buClr>
                <a:srgbClr val="FF0066"/>
              </a:buClr>
              <a:buSzPts val="2400"/>
              <a:buFont typeface="Noto Sans Symbols"/>
              <a:buChar char="♦"/>
            </a:pPr>
            <a:r>
              <a:rPr i="1" lang="en-US" sz="2400">
                <a:solidFill>
                  <a:srgbClr val="632423"/>
                </a:solidFill>
                <a:latin typeface="Calibri"/>
                <a:ea typeface="Calibri"/>
                <a:cs typeface="Calibri"/>
                <a:sym typeface="Calibri"/>
              </a:rPr>
              <a:t>Nguyên tắc ngẫu nhiên</a:t>
            </a:r>
            <a:r>
              <a:rPr lang="en-US" sz="2400">
                <a:solidFill>
                  <a:srgbClr val="632423"/>
                </a:solidFill>
                <a:latin typeface="Calibri"/>
                <a:ea typeface="Calibri"/>
                <a:cs typeface="Calibri"/>
                <a:sym typeface="Calibri"/>
              </a:rPr>
              <a:t>: dữ liệu và chức năng được chọn để kiểm thử tuy có chủ đích nhưng không phải xuất hiện theo một thứ tự nhất định.</a:t>
            </a:r>
            <a:endParaRPr sz="2400">
              <a:solidFill>
                <a:srgbClr val="632423"/>
              </a:solidFill>
              <a:latin typeface="Calibri"/>
              <a:ea typeface="Calibri"/>
              <a:cs typeface="Calibri"/>
              <a:sym typeface="Calibri"/>
            </a:endParaRPr>
          </a:p>
          <a:p>
            <a:pPr indent="-390392" lvl="1" marL="390392" rtl="0" algn="just">
              <a:spcBef>
                <a:spcPts val="1163"/>
              </a:spcBef>
              <a:spcAft>
                <a:spcPts val="0"/>
              </a:spcAft>
              <a:buClr>
                <a:srgbClr val="FF0066"/>
              </a:buClr>
              <a:buSzPts val="2400"/>
              <a:buFont typeface="Noto Sans Symbols"/>
              <a:buChar char="♦"/>
            </a:pPr>
            <a:r>
              <a:rPr i="1" lang="en-US" sz="2400">
                <a:solidFill>
                  <a:srgbClr val="632423"/>
                </a:solidFill>
                <a:latin typeface="Calibri"/>
                <a:ea typeface="Calibri"/>
                <a:cs typeface="Calibri"/>
                <a:sym typeface="Calibri"/>
              </a:rPr>
              <a:t>Nguyên tắc "người sử dụng kém"</a:t>
            </a:r>
            <a:r>
              <a:rPr lang="en-US" sz="2400">
                <a:solidFill>
                  <a:srgbClr val="632423"/>
                </a:solidFill>
                <a:latin typeface="Calibri"/>
                <a:ea typeface="Calibri"/>
                <a:cs typeface="Calibri"/>
                <a:sym typeface="Calibri"/>
              </a:rPr>
              <a:t>: hệ thống được một người sử dụng có trình độ thấp ở mức chấp nhận được dùng thử, người này có thể gây ra các sự cố  không lường trước được của hệ thống.</a:t>
            </a:r>
            <a:endParaRPr sz="2400">
              <a:solidFill>
                <a:srgbClr val="632423"/>
              </a:solidFill>
              <a:latin typeface="Calibri"/>
              <a:ea typeface="Calibri"/>
              <a:cs typeface="Calibri"/>
              <a:sym typeface="Calibri"/>
            </a:endParaRPr>
          </a:p>
          <a:p>
            <a:pPr indent="-390392" lvl="1" marL="390392" rtl="0" algn="just">
              <a:spcBef>
                <a:spcPts val="1163"/>
              </a:spcBef>
              <a:spcAft>
                <a:spcPts val="0"/>
              </a:spcAft>
              <a:buClr>
                <a:srgbClr val="FF0066"/>
              </a:buClr>
              <a:buSzPts val="2400"/>
              <a:buFont typeface="Noto Sans Symbols"/>
              <a:buChar char="♦"/>
            </a:pPr>
            <a:r>
              <a:rPr i="1" lang="en-US" sz="2400">
                <a:solidFill>
                  <a:srgbClr val="632423"/>
                </a:solidFill>
                <a:latin typeface="Calibri"/>
                <a:ea typeface="Calibri"/>
                <a:cs typeface="Calibri"/>
                <a:sym typeface="Calibri"/>
              </a:rPr>
              <a:t>Nguyên tắc "kẻ phá hoại"</a:t>
            </a:r>
            <a:r>
              <a:rPr lang="en-US" sz="2400">
                <a:solidFill>
                  <a:srgbClr val="632423"/>
                </a:solidFill>
                <a:latin typeface="Calibri"/>
                <a:ea typeface="Calibri"/>
                <a:cs typeface="Calibri"/>
                <a:sym typeface="Calibri"/>
              </a:rPr>
              <a:t>: hệ thống rơi vào tay những người có trình độ nghiệp vụ cao, chủ ý để phá hoại. Trình độ ở đây thuộc lĩnh vực công nghệ thông tin hoặc lĩnh vực mà phần mềm đang xây dựng.</a:t>
            </a:r>
            <a:endParaRPr sz="2400">
              <a:solidFill>
                <a:srgbClr val="632423"/>
              </a:solidFill>
              <a:latin typeface="Calibri"/>
              <a:ea typeface="Calibri"/>
              <a:cs typeface="Calibri"/>
              <a:sym typeface="Calibri"/>
            </a:endParaRPr>
          </a:p>
          <a:p>
            <a:pPr indent="0" lvl="1" marL="0" rtl="0" algn="just">
              <a:spcBef>
                <a:spcPts val="1123"/>
              </a:spcBef>
              <a:spcAft>
                <a:spcPts val="0"/>
              </a:spcAft>
              <a:buClr>
                <a:srgbClr val="FF0066"/>
              </a:buClr>
              <a:buSzPts val="2000"/>
              <a:buNone/>
            </a:pPr>
            <a:r>
              <a:rPr lang="en-US" sz="2000">
                <a:solidFill>
                  <a:srgbClr val="632423"/>
                </a:solidFill>
                <a:latin typeface="Calibri"/>
                <a:ea typeface="Calibri"/>
                <a:cs typeface="Calibri"/>
                <a:sym typeface="Calibri"/>
              </a:rPr>
              <a:t>🡪 </a:t>
            </a:r>
            <a:r>
              <a:rPr lang="en-US" sz="2200">
                <a:solidFill>
                  <a:srgbClr val="632423"/>
                </a:solidFill>
                <a:latin typeface="Calibri"/>
                <a:ea typeface="Calibri"/>
                <a:cs typeface="Calibri"/>
                <a:sym typeface="Calibri"/>
              </a:rPr>
              <a:t>Khi phát triển phần mềm cần đảm bảo nguyên lý an toàn là mọi lỗi dù nhỏ hay lớn đều phải được phát hiện ở một bước nào đó trong quá trình xây dựng phần mềm trước khi nó được đưa vào thực hiện.</a:t>
            </a:r>
            <a:endParaRPr sz="22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168" name="Google Shape;168;p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69" name="Google Shape;169;p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0"/>
          <p:cNvSpPr txBox="1"/>
          <p:nvPr>
            <p:ph type="title"/>
          </p:nvPr>
        </p:nvSpPr>
        <p:spPr>
          <a:xfrm>
            <a:off x="0" y="0"/>
            <a:ext cx="10287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175" name="Google Shape;175;p1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Trừ các hệ thống nhỏ, còn nói chung không nên kiểm thử nguyên cả khối chương trình mà  chia thành các giai đoạn như sau:</a:t>
            </a:r>
            <a:endParaRPr/>
          </a:p>
        </p:txBody>
      </p:sp>
      <p:cxnSp>
        <p:nvCxnSpPr>
          <p:cNvPr id="176" name="Google Shape;176;p1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77" name="Google Shape;177;p1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pic>
        <p:nvPicPr>
          <p:cNvPr descr="A0512_CN_110" id="178" name="Google Shape;178;p10">
            <a:hlinkClick r:id="rId3"/>
          </p:cNvPr>
          <p:cNvPicPr preferRelativeResize="0"/>
          <p:nvPr/>
        </p:nvPicPr>
        <p:blipFill rotWithShape="1">
          <a:blip r:embed="rId4">
            <a:alphaModFix/>
          </a:blip>
          <a:srcRect b="0" l="0" r="0" t="0"/>
          <a:stretch/>
        </p:blipFill>
        <p:spPr>
          <a:xfrm>
            <a:off x="1903140" y="2219323"/>
            <a:ext cx="5942980" cy="408999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11"/>
          <p:cNvSpPr txBox="1"/>
          <p:nvPr>
            <p:ph type="title"/>
          </p:nvPr>
        </p:nvSpPr>
        <p:spPr>
          <a:xfrm>
            <a:off x="0" y="0"/>
            <a:ext cx="10287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cxnSp>
        <p:nvCxnSpPr>
          <p:cNvPr id="184" name="Google Shape;184;p1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85" name="Google Shape;185;p1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pic>
        <p:nvPicPr>
          <p:cNvPr id="186" name="Google Shape;186;p11"/>
          <p:cNvPicPr preferRelativeResize="0"/>
          <p:nvPr>
            <p:ph idx="1" type="body"/>
          </p:nvPr>
        </p:nvPicPr>
        <p:blipFill rotWithShape="1">
          <a:blip r:embed="rId3">
            <a:alphaModFix/>
          </a:blip>
          <a:srcRect b="0" l="0" r="0" t="0"/>
          <a:stretch/>
        </p:blipFill>
        <p:spPr>
          <a:xfrm>
            <a:off x="1687116" y="1527562"/>
            <a:ext cx="6336704" cy="42244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2"/>
          <p:cNvSpPr txBox="1"/>
          <p:nvPr>
            <p:ph type="title"/>
          </p:nvPr>
        </p:nvSpPr>
        <p:spPr>
          <a:xfrm>
            <a:off x="0" y="0"/>
            <a:ext cx="10287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cxnSp>
        <p:nvCxnSpPr>
          <p:cNvPr id="192" name="Google Shape;192;p1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193" name="Google Shape;193;p1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pic>
        <p:nvPicPr>
          <p:cNvPr id="194" name="Google Shape;194;p12"/>
          <p:cNvPicPr preferRelativeResize="0"/>
          <p:nvPr>
            <p:ph idx="1" type="body"/>
          </p:nvPr>
        </p:nvPicPr>
        <p:blipFill rotWithShape="1">
          <a:blip r:embed="rId3">
            <a:alphaModFix/>
          </a:blip>
          <a:srcRect b="0" l="0" r="0" t="0"/>
          <a:stretch/>
        </p:blipFill>
        <p:spPr>
          <a:xfrm>
            <a:off x="699131" y="1607466"/>
            <a:ext cx="8888738" cy="451143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00" name="Google Shape;200;p1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Đơn vị - Unit là một thành phần phần mềm nhỏ nhất mà ta có thể kiểm tra được ví dụ như các hàm, các thủ tục, các lớp, hoặc các phương thức.</a:t>
            </a:r>
            <a:endParaRPr sz="2400">
              <a:solidFill>
                <a:srgbClr val="632423"/>
              </a:solidFill>
              <a:latin typeface="Calibri"/>
              <a:ea typeface="Calibri"/>
              <a:cs typeface="Calibri"/>
              <a:sym typeface="Calibri"/>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Unit thường có kích thước nhỏ và chức năng hoạt động đơn giản nên không khó khăn trong việc tổ chức, kiểm tra, ghi nhận và phân tích kết quả. Nếu phát hiện lỗi thì việc xác định nguyên nhân và khắc phục cũng tương đối dễ dàng vì chỉ khoanh vùng trong một đơn thể Unit đang được kiểm tra. </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Nguyên lý đúc kết từ thực tiễn cho thấy thời gian tốn cho kiểm thử đơn vị sẽ được đền bù bằng việc tiết kiệm được rất nhiều thời gian và chi phí cho việc kiểm tra, sửa lỗi ở các mức kiểm thử sau đó.</a:t>
            </a:r>
            <a:endParaRPr sz="2400">
              <a:solidFill>
                <a:srgbClr val="632423"/>
              </a:solidFill>
              <a:latin typeface="Calibri"/>
              <a:ea typeface="Calibri"/>
              <a:cs typeface="Calibri"/>
              <a:sym typeface="Calibri"/>
            </a:endParaRPr>
          </a:p>
        </p:txBody>
      </p:sp>
      <p:cxnSp>
        <p:nvCxnSpPr>
          <p:cNvPr id="201" name="Google Shape;201;p1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02" name="Google Shape;202;p1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03" name="Google Shape;203;p1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Kiểm thử đơn vị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tích hợp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hệ thống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chấp nhận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5. Kiểm thử hồi quy</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09" name="Google Shape;209;p1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Unit Test thường do lập trình viên thực hiện, công đoạn này cần được thực hiện càng sớm càng tốt trong giai đoạn viết mã và trong suốt chu kỳ phát triển phần mềm. Thông thường, Unit Test đòi hỏi kiểm thử viên phải có kiến thức về cả thiết kế và mã lệnh của chương trình. </a:t>
            </a:r>
            <a:endParaRPr sz="2400">
              <a:solidFill>
                <a:srgbClr val="632423"/>
              </a:solidFill>
              <a:latin typeface="Calibri"/>
              <a:ea typeface="Calibri"/>
              <a:cs typeface="Calibri"/>
              <a:sym typeface="Calibri"/>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Mục đích của Unit Test là bảo đảm thông tin vào và ra của Unit là chính xác trong mối quan hệ giữa chúng, điều này đòi hỏi tất cả các nhánh bên trong của Unit đều phải được kiểm tra để phát hiện nhánh phát sinh lỗi.</a:t>
            </a:r>
            <a:endParaRPr sz="2400">
              <a:solidFill>
                <a:srgbClr val="632423"/>
              </a:solidFill>
              <a:latin typeface="Calibri"/>
              <a:ea typeface="Calibri"/>
              <a:cs typeface="Calibri"/>
              <a:sym typeface="Calibri"/>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Cũng như các mức kiểm thử khác, Unit Test cũng đòi hỏi phải chuẩn bị trước các tình huống (test case) và kịch bản (script), trong đó chỉ định rõ dữ liệu vào, các bước thực hiện và dữ liệu mong chờ sẽ xuất ra. Các test case và script này nên được giữ lại để tái sử dụng.</a:t>
            </a:r>
            <a:endParaRPr/>
          </a:p>
        </p:txBody>
      </p:sp>
      <p:cxnSp>
        <p:nvCxnSpPr>
          <p:cNvPr id="210" name="Google Shape;210;p1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11" name="Google Shape;211;p1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12" name="Google Shape;212;p1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Kiểm thử đơn vị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tích hợp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hệ thống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chấp nhận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5. Kiểm thử hồi quy</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5"/>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18" name="Google Shape;218;p1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Kiểm thử tích hợp kết hợp các thành phần của một ứng dụng và kiểm tra như một ứng dụng đã hoàn thành. Trong khi kiểm thử đơn vị kiểm tra các thành phần riêng lẻ thì kiểm thử tích hợp kết hợp chúng lại với nhau và kiểm tra sự giao tiếp giữa chúng.</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Kiểm thử tích hợp có 2 mục tiêu chính:</a:t>
            </a:r>
            <a:endParaRPr/>
          </a:p>
          <a:p>
            <a:pPr indent="-457200" lvl="3" marL="1433179"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Phát hiện lỗi giao tiếp xảy ra giữa các Unit. </a:t>
            </a:r>
            <a:endParaRPr/>
          </a:p>
          <a:p>
            <a:pPr indent="-457200" lvl="3" marL="1433179"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Tích hợp các Unit đơn lẻ thành các hệ thống nhỏ và cuối cùng là hệ thống hoàn chỉnh chuẩn bị cho kiểm thử ở mức hệ thống.</a:t>
            </a:r>
            <a:endParaRPr sz="2200">
              <a:solidFill>
                <a:srgbClr val="632423"/>
              </a:solidFill>
              <a:latin typeface="Calibri"/>
              <a:ea typeface="Calibri"/>
              <a:cs typeface="Calibri"/>
              <a:sym typeface="Calibri"/>
            </a:endParaRPr>
          </a:p>
        </p:txBody>
      </p:sp>
      <p:cxnSp>
        <p:nvCxnSpPr>
          <p:cNvPr id="219" name="Google Shape;219;p1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20" name="Google Shape;220;p1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21" name="Google Shape;221;p15"/>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đơn vị </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Kiểm thử tích hợp</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hệ thống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chấp nhận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5. Kiểm thử hồi quy</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27" name="Google Shape;227;p1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500"/>
              <a:buFont typeface="Noto Sans Symbols"/>
              <a:buChar char="♦"/>
            </a:pPr>
            <a:r>
              <a:rPr lang="en-US" sz="2500">
                <a:solidFill>
                  <a:srgbClr val="632423"/>
                </a:solidFill>
                <a:latin typeface="Calibri"/>
                <a:ea typeface="Calibri"/>
                <a:cs typeface="Calibri"/>
                <a:sym typeface="Calibri"/>
              </a:rPr>
              <a:t>Trừ một số ít ngoại lệ, nói chung kiểm thử tích hợp chỉ nên thực hiện trên những Unit đã được kiểm tra cẩn thận trước đó bằng Unit Test.</a:t>
            </a:r>
            <a:endParaRPr/>
          </a:p>
          <a:p>
            <a:pPr indent="-390392" lvl="1" marL="390392" rtl="0" algn="just">
              <a:spcBef>
                <a:spcPts val="1183"/>
              </a:spcBef>
              <a:spcAft>
                <a:spcPts val="0"/>
              </a:spcAft>
              <a:buClr>
                <a:srgbClr val="FF0066"/>
              </a:buClr>
              <a:buSzPts val="2500"/>
              <a:buFont typeface="Noto Sans Symbols"/>
              <a:buChar char="♦"/>
            </a:pPr>
            <a:r>
              <a:rPr lang="en-US" sz="2500">
                <a:solidFill>
                  <a:srgbClr val="632423"/>
                </a:solidFill>
                <a:latin typeface="Calibri"/>
                <a:ea typeface="Calibri"/>
                <a:cs typeface="Calibri"/>
                <a:sym typeface="Calibri"/>
              </a:rPr>
              <a:t>Một số ý kiến cho rằng Unit một khi đã qua giai đoạn Unit Test với các giao tiếp giả lập thì không cần phải thực hiện kiểm thử tích hợp nữa nhưng thực tế cho thấy việc tích hợp giữa các Unit dẫn đến những tình huống hoàn toàn khác.</a:t>
            </a:r>
            <a:endParaRPr/>
          </a:p>
          <a:p>
            <a:pPr indent="-390392" lvl="1" marL="390392" rtl="0" algn="just">
              <a:spcBef>
                <a:spcPts val="1183"/>
              </a:spcBef>
              <a:spcAft>
                <a:spcPts val="0"/>
              </a:spcAft>
              <a:buClr>
                <a:srgbClr val="FF0066"/>
              </a:buClr>
              <a:buSzPts val="2500"/>
              <a:buFont typeface="Noto Sans Symbols"/>
              <a:buChar char="♦"/>
            </a:pPr>
            <a:r>
              <a:rPr lang="en-US" sz="2500">
                <a:solidFill>
                  <a:srgbClr val="632423"/>
                </a:solidFill>
                <a:latin typeface="Calibri"/>
                <a:ea typeface="Calibri"/>
                <a:cs typeface="Calibri"/>
                <a:sym typeface="Calibri"/>
              </a:rPr>
              <a:t>Chiến lược thường được sử dụng trong kiểm thử tích hợp là tích hợp dần dần từng Unit vào nhóm các Unit khác đã được tích hợp và kiểm thử tích hợp trước đó. Lúc này, ta chỉ cần kiểm tra giao tiếp của Unit mới thêm vào với hệ thống các Unit đã tích hợp trước đó, điều này làm cho số lượng kiểm thử sẽ giảm đi rất nhiều và sai sót sẽ cũng bị hạn chế..</a:t>
            </a:r>
            <a:endParaRPr sz="2500">
              <a:solidFill>
                <a:srgbClr val="632423"/>
              </a:solidFill>
              <a:latin typeface="Calibri"/>
              <a:ea typeface="Calibri"/>
              <a:cs typeface="Calibri"/>
              <a:sym typeface="Calibri"/>
            </a:endParaRPr>
          </a:p>
        </p:txBody>
      </p:sp>
      <p:cxnSp>
        <p:nvCxnSpPr>
          <p:cNvPr id="228" name="Google Shape;228;p1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29" name="Google Shape;229;p1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30" name="Google Shape;230;p1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đơn vị </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Kiểm thử tích hợp</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hệ thống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chấp nhận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5. Kiểm thử hồi quy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1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36" name="Google Shape;236;p1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Có 4 loại kiểm tra trong kiểm thử tích hợp:</a:t>
            </a:r>
            <a:endParaRPr/>
          </a:p>
          <a:p>
            <a:pPr indent="-342900" lvl="3" marL="892175"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Kiểm tra cấu trúc</a:t>
            </a:r>
            <a:r>
              <a:rPr lang="en-US" sz="2200">
                <a:solidFill>
                  <a:srgbClr val="632423"/>
                </a:solidFill>
                <a:latin typeface="Calibri"/>
                <a:ea typeface="Calibri"/>
                <a:cs typeface="Calibri"/>
                <a:sym typeface="Calibri"/>
              </a:rPr>
              <a:t>: Kiểm tra nhằm bảo đảm rằng các thành phần bên trong của chương trình là chạy đúng, nó chỉ chú trọng đến hoạt động của các thành phần cấu trúc nội tại trong chương trình như các câu lệnh và nhánh lựa chọn (kiểm thử hộp trắng).</a:t>
            </a:r>
            <a:endParaRPr/>
          </a:p>
          <a:p>
            <a:pPr indent="-342900" lvl="3" marL="892175"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Kiểm tra chức năng</a:t>
            </a:r>
            <a:r>
              <a:rPr lang="en-US" sz="2200">
                <a:solidFill>
                  <a:srgbClr val="632423"/>
                </a:solidFill>
                <a:latin typeface="Calibri"/>
                <a:ea typeface="Calibri"/>
                <a:cs typeface="Calibri"/>
                <a:sym typeface="Calibri"/>
              </a:rPr>
              <a:t>: Kiểm tra chú trọng đến chức năng của chương trình, khảo sát chúng theo yêu cầu kỹ thuật (kiểm thử hộp đen).</a:t>
            </a:r>
            <a:endParaRPr/>
          </a:p>
          <a:p>
            <a:pPr indent="-342900" lvl="3" marL="892175"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Kiểm tra hiệu năng</a:t>
            </a:r>
            <a:r>
              <a:rPr lang="en-US" sz="2200">
                <a:solidFill>
                  <a:srgbClr val="632423"/>
                </a:solidFill>
                <a:latin typeface="Calibri"/>
                <a:ea typeface="Calibri"/>
                <a:cs typeface="Calibri"/>
                <a:sym typeface="Calibri"/>
              </a:rPr>
              <a:t>: Kiểm tra việc vận hành của hệ thống.</a:t>
            </a:r>
            <a:endParaRPr/>
          </a:p>
          <a:p>
            <a:pPr indent="-342900" lvl="3" marL="892175"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Kiểm tra khả năng chịu tải</a:t>
            </a:r>
            <a:r>
              <a:rPr lang="en-US" sz="2200">
                <a:solidFill>
                  <a:srgbClr val="632423"/>
                </a:solidFill>
                <a:latin typeface="Calibri"/>
                <a:ea typeface="Calibri"/>
                <a:cs typeface="Calibri"/>
                <a:sym typeface="Calibri"/>
              </a:rPr>
              <a:t>: Kiểm tra các giới hạn của hệ thống.</a:t>
            </a:r>
            <a:endParaRPr sz="2200">
              <a:solidFill>
                <a:srgbClr val="632423"/>
              </a:solidFill>
              <a:latin typeface="Calibri"/>
              <a:ea typeface="Calibri"/>
              <a:cs typeface="Calibri"/>
              <a:sym typeface="Calibri"/>
            </a:endParaRPr>
          </a:p>
        </p:txBody>
      </p:sp>
      <p:cxnSp>
        <p:nvCxnSpPr>
          <p:cNvPr id="237" name="Google Shape;237;p1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38" name="Google Shape;238;p1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39" name="Google Shape;239;p1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đơn vị </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Kiểm thử tích hợp</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hệ thống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chấp nhận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5. Kiểm thử hồi quy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45" name="Google Shape;245;p1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Kiểm thử hệ thống bắt đầu khi tất cả các bộ phận của phần mềm đã được tích hợp thành công. Mục đích là kiểm tra toàn bộ hệ thống sau khi tích hợp có thỏa mãn các yêu cầu đã đặt ra hay không?</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Thông thường loại kiểm thử này tốn rất nhiều công sức và thời gian, trong nhiều trường hợp việc kiểm tra đòi hỏi một số thiết bị phụ trợ, phần mềm hoặc phần cứng đặc thù, đặc biệt là các ứng dụng thời gian thực hoặc hệ thống nhúng. </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Ở mức độ kiểm thử hệ thống, người kiểm thử cũng tìm kiếm các lỗi nhưng trọng tâm là đánh giá về hoạt động, thao tác, sự tin cậy và một số các yêu cầu khác liên quan đến chất lượng của toàn hệ thống.</a:t>
            </a:r>
            <a:endParaRPr sz="2400">
              <a:solidFill>
                <a:srgbClr val="632423"/>
              </a:solidFill>
              <a:latin typeface="Calibri"/>
              <a:ea typeface="Calibri"/>
              <a:cs typeface="Calibri"/>
              <a:sym typeface="Calibri"/>
            </a:endParaRPr>
          </a:p>
        </p:txBody>
      </p:sp>
      <p:cxnSp>
        <p:nvCxnSpPr>
          <p:cNvPr id="246" name="Google Shape;246;p1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47" name="Google Shape;247;p1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48" name="Google Shape;248;p1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đơn vị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tích hợp</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Kiểm thử hệ thống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chấp nhận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5. Kiểm thử hồi quy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54" name="Google Shape;254;p1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fontScale="92500" lnSpcReduction="10000"/>
          </a:bodyPr>
          <a:lstStyle/>
          <a:p>
            <a:pPr indent="-390392" lvl="1" marL="390392" rtl="0" algn="just">
              <a:spcBef>
                <a:spcPts val="0"/>
              </a:spcBef>
              <a:spcAft>
                <a:spcPts val="0"/>
              </a:spcAft>
              <a:buClr>
                <a:srgbClr val="FF0066"/>
              </a:buClr>
              <a:buSzPct val="100000"/>
              <a:buFont typeface="Noto Sans Symbols"/>
              <a:buChar char="♦"/>
            </a:pPr>
            <a:r>
              <a:rPr lang="en-US" sz="2600">
                <a:solidFill>
                  <a:srgbClr val="632423"/>
                </a:solidFill>
                <a:latin typeface="Calibri"/>
                <a:ea typeface="Calibri"/>
                <a:cs typeface="Calibri"/>
                <a:sym typeface="Calibri"/>
              </a:rPr>
              <a:t>Điểm khác nhau giữa kiểm thử tích hợp và kiểm thử hệ thống:</a:t>
            </a:r>
            <a:endParaRPr/>
          </a:p>
          <a:p>
            <a:pPr indent="-342900" lvl="1" marL="1068388" rtl="0" algn="just">
              <a:spcBef>
                <a:spcPts val="1127"/>
              </a:spcBef>
              <a:spcAft>
                <a:spcPts val="0"/>
              </a:spcAft>
              <a:buClr>
                <a:srgbClr val="FF0066"/>
              </a:buClr>
              <a:buSzPct val="100000"/>
              <a:buChar char="–"/>
            </a:pPr>
            <a:r>
              <a:rPr i="1" lang="en-US" sz="2400">
                <a:solidFill>
                  <a:srgbClr val="632423"/>
                </a:solidFill>
                <a:latin typeface="Calibri"/>
                <a:ea typeface="Calibri"/>
                <a:cs typeface="Calibri"/>
                <a:sym typeface="Calibri"/>
              </a:rPr>
              <a:t>Kiểm thử tích hợp </a:t>
            </a:r>
            <a:r>
              <a:rPr lang="en-US" sz="2400">
                <a:solidFill>
                  <a:srgbClr val="632423"/>
                </a:solidFill>
                <a:latin typeface="Calibri"/>
                <a:ea typeface="Calibri"/>
                <a:cs typeface="Calibri"/>
                <a:sym typeface="Calibri"/>
              </a:rPr>
              <a:t>chú trọng sự giao tiếp giữa các đơn thể hoặc đối tượng khi chúng làm việc cùng nhau. </a:t>
            </a:r>
            <a:endParaRPr/>
          </a:p>
          <a:p>
            <a:pPr indent="-342900" lvl="1" marL="1068388" rtl="0" algn="just">
              <a:spcBef>
                <a:spcPts val="1127"/>
              </a:spcBef>
              <a:spcAft>
                <a:spcPts val="0"/>
              </a:spcAft>
              <a:buClr>
                <a:srgbClr val="FF0066"/>
              </a:buClr>
              <a:buSzPct val="100000"/>
              <a:buChar char="–"/>
            </a:pPr>
            <a:r>
              <a:rPr i="1" lang="en-US" sz="2400">
                <a:solidFill>
                  <a:srgbClr val="632423"/>
                </a:solidFill>
                <a:latin typeface="Calibri"/>
                <a:ea typeface="Calibri"/>
                <a:cs typeface="Calibri"/>
                <a:sym typeface="Calibri"/>
              </a:rPr>
              <a:t>Kiểm thử hệ thống </a:t>
            </a:r>
            <a:r>
              <a:rPr lang="en-US" sz="2400">
                <a:solidFill>
                  <a:srgbClr val="632423"/>
                </a:solidFill>
                <a:latin typeface="Calibri"/>
                <a:ea typeface="Calibri"/>
                <a:cs typeface="Calibri"/>
                <a:sym typeface="Calibri"/>
              </a:rPr>
              <a:t>chú trọng các hành vi và lỗi trên toàn hệ thống.</a:t>
            </a:r>
            <a:endParaRPr/>
          </a:p>
          <a:p>
            <a:pPr indent="-390392" lvl="1" marL="390392" rtl="0" algn="just">
              <a:spcBef>
                <a:spcPts val="1164"/>
              </a:spcBef>
              <a:spcAft>
                <a:spcPts val="0"/>
              </a:spcAft>
              <a:buClr>
                <a:srgbClr val="FF0066"/>
              </a:buClr>
              <a:buSzPct val="100000"/>
              <a:buFont typeface="Noto Sans Symbols"/>
              <a:buChar char="♦"/>
            </a:pPr>
            <a:r>
              <a:rPr lang="en-US" sz="2600">
                <a:solidFill>
                  <a:srgbClr val="632423"/>
                </a:solidFill>
                <a:latin typeface="Calibri"/>
                <a:ea typeface="Calibri"/>
                <a:cs typeface="Calibri"/>
                <a:sym typeface="Calibri"/>
              </a:rPr>
              <a:t>Kiểm thử hệ thống kiểm tra cả các hành vi chức năng của phần mềm lẫn các yêu cầu về chất lượng như độ tin cậy, tính tiện lợi khi sử dụng, hiệu năng và bảo mật. Mức kiểm tra này đặc biệt thích hợp cho việc phát hiện lỗi giao tiếp với các phần mềm hoặc phần cứng bên ngoài, chẳng hạn các lỗi “tắc nghẽn” hoặc chiếm dụng bộ nhớ.</a:t>
            </a:r>
            <a:endParaRPr/>
          </a:p>
          <a:p>
            <a:pPr indent="-390392" lvl="1" marL="390392" rtl="0" algn="just">
              <a:spcBef>
                <a:spcPts val="1164"/>
              </a:spcBef>
              <a:spcAft>
                <a:spcPts val="0"/>
              </a:spcAft>
              <a:buClr>
                <a:srgbClr val="FF0066"/>
              </a:buClr>
              <a:buSzPct val="100000"/>
              <a:buFont typeface="Noto Sans Symbols"/>
              <a:buChar char="♦"/>
            </a:pPr>
            <a:r>
              <a:rPr lang="en-US" sz="2600">
                <a:solidFill>
                  <a:srgbClr val="632423"/>
                </a:solidFill>
                <a:latin typeface="Calibri"/>
                <a:ea typeface="Calibri"/>
                <a:cs typeface="Calibri"/>
                <a:sym typeface="Calibri"/>
              </a:rPr>
              <a:t>Đòi hỏi nhiều công sức, thời gian, tính chính xác và tính khách quan nên kiểm thử hệ thống thường được thực hiện bởi một nhóm kiểm tra viên hoàn toàn độc lập với nhóm phát triển dự án.</a:t>
            </a:r>
            <a:endParaRPr sz="2600">
              <a:solidFill>
                <a:srgbClr val="632423"/>
              </a:solidFill>
              <a:latin typeface="Calibri"/>
              <a:ea typeface="Calibri"/>
              <a:cs typeface="Calibri"/>
              <a:sym typeface="Calibri"/>
            </a:endParaRPr>
          </a:p>
          <a:p>
            <a:pPr indent="-390392" lvl="1" marL="390392" rtl="0" algn="just">
              <a:spcBef>
                <a:spcPts val="1164"/>
              </a:spcBef>
              <a:spcAft>
                <a:spcPts val="0"/>
              </a:spcAft>
              <a:buClr>
                <a:srgbClr val="FF0066"/>
              </a:buClr>
              <a:buSzPct val="100000"/>
              <a:buFont typeface="Noto Sans Symbols"/>
              <a:buChar char="♦"/>
            </a:pPr>
            <a:r>
              <a:rPr lang="en-US" sz="2600">
                <a:solidFill>
                  <a:srgbClr val="632423"/>
                </a:solidFill>
                <a:latin typeface="Calibri"/>
                <a:ea typeface="Calibri"/>
                <a:cs typeface="Calibri"/>
                <a:sym typeface="Calibri"/>
              </a:rPr>
              <a:t>Việc lập kế hoạch cho kiểm thử hệ thống nên bắt đầu từ giai đoạn hình thành và phân tích các yêu cầu. </a:t>
            </a:r>
            <a:endParaRPr sz="2600">
              <a:solidFill>
                <a:srgbClr val="632423"/>
              </a:solidFill>
              <a:latin typeface="Calibri"/>
              <a:ea typeface="Calibri"/>
              <a:cs typeface="Calibri"/>
              <a:sym typeface="Calibri"/>
            </a:endParaRPr>
          </a:p>
        </p:txBody>
      </p:sp>
      <p:cxnSp>
        <p:nvCxnSpPr>
          <p:cNvPr id="255" name="Google Shape;255;p1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56" name="Google Shape;256;p1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57" name="Google Shape;257;p1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đơn vị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tích hợp</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Kiểm thử hệ thống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chấp nhận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5. Kiểm thử hồi quy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63" name="Google Shape;263;p2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lnSpcReduction="10000"/>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Kiểm thử hệ thống gồm nhiều loại kiểm tra khác nhau, phổ biến nhất gồm:</a:t>
            </a:r>
            <a:endParaRPr sz="2400">
              <a:solidFill>
                <a:srgbClr val="632423"/>
              </a:solidFill>
              <a:latin typeface="Calibri"/>
              <a:ea typeface="Calibri"/>
              <a:cs typeface="Calibri"/>
              <a:sym typeface="Calibri"/>
            </a:endParaRPr>
          </a:p>
          <a:p>
            <a:pPr indent="-342900" lvl="3" marL="892175" rtl="0" algn="just">
              <a:spcBef>
                <a:spcPts val="1103"/>
              </a:spcBef>
              <a:spcAft>
                <a:spcPts val="0"/>
              </a:spcAft>
              <a:buClr>
                <a:srgbClr val="FF0066"/>
              </a:buClr>
              <a:buSzPts val="2100"/>
              <a:buChar char="–"/>
            </a:pPr>
            <a:r>
              <a:rPr i="1" lang="en-US" sz="2100">
                <a:solidFill>
                  <a:srgbClr val="632423"/>
                </a:solidFill>
                <a:latin typeface="Calibri"/>
                <a:ea typeface="Calibri"/>
                <a:cs typeface="Calibri"/>
                <a:sym typeface="Calibri"/>
              </a:rPr>
              <a:t>Kiểm tra chức năng</a:t>
            </a:r>
            <a:r>
              <a:rPr lang="en-US" sz="2100">
                <a:solidFill>
                  <a:srgbClr val="632423"/>
                </a:solidFill>
                <a:latin typeface="Calibri"/>
                <a:ea typeface="Calibri"/>
                <a:cs typeface="Calibri"/>
                <a:sym typeface="Calibri"/>
              </a:rPr>
              <a:t>: bảo đảm các hành vi của hệ thống thỏa mãn đúng yêu cầu thiết kế.</a:t>
            </a:r>
            <a:endParaRPr/>
          </a:p>
          <a:p>
            <a:pPr indent="-342900" lvl="3" marL="892175" rtl="0" algn="just">
              <a:spcBef>
                <a:spcPts val="1103"/>
              </a:spcBef>
              <a:spcAft>
                <a:spcPts val="0"/>
              </a:spcAft>
              <a:buClr>
                <a:srgbClr val="FF0066"/>
              </a:buClr>
              <a:buSzPts val="2100"/>
              <a:buChar char="–"/>
            </a:pPr>
            <a:r>
              <a:rPr i="1" lang="en-US" sz="2100">
                <a:solidFill>
                  <a:srgbClr val="632423"/>
                </a:solidFill>
                <a:latin typeface="Calibri"/>
                <a:ea typeface="Calibri"/>
                <a:cs typeface="Calibri"/>
                <a:sym typeface="Calibri"/>
              </a:rPr>
              <a:t>Kiểm tra khả năng vận hành</a:t>
            </a:r>
            <a:r>
              <a:rPr lang="en-US" sz="2100">
                <a:solidFill>
                  <a:srgbClr val="632423"/>
                </a:solidFill>
                <a:latin typeface="Calibri"/>
                <a:ea typeface="Calibri"/>
                <a:cs typeface="Calibri"/>
                <a:sym typeface="Calibri"/>
              </a:rPr>
              <a:t>: bảo đảm tối ưu việc phân bổ tài nguyên hệ thống, ví dụ phân bổ bộ nhớ nhằm đáp ứng các yêu cầu về thời gian xử lý hay thời gian truy vấn… </a:t>
            </a:r>
            <a:endParaRPr/>
          </a:p>
          <a:p>
            <a:pPr indent="-342900" lvl="3" marL="892175" rtl="0" algn="just">
              <a:spcBef>
                <a:spcPts val="1103"/>
              </a:spcBef>
              <a:spcAft>
                <a:spcPts val="0"/>
              </a:spcAft>
              <a:buClr>
                <a:srgbClr val="FF0066"/>
              </a:buClr>
              <a:buSzPts val="2100"/>
              <a:buChar char="–"/>
            </a:pPr>
            <a:r>
              <a:rPr i="1" lang="en-US" sz="2100">
                <a:solidFill>
                  <a:srgbClr val="632423"/>
                </a:solidFill>
                <a:latin typeface="Calibri"/>
                <a:ea typeface="Calibri"/>
                <a:cs typeface="Calibri"/>
                <a:sym typeface="Calibri"/>
              </a:rPr>
              <a:t>Kiểm tra khả năng chịu tải</a:t>
            </a:r>
            <a:r>
              <a:rPr lang="en-US" sz="2100">
                <a:solidFill>
                  <a:srgbClr val="632423"/>
                </a:solidFill>
                <a:latin typeface="Calibri"/>
                <a:ea typeface="Calibri"/>
                <a:cs typeface="Calibri"/>
                <a:sym typeface="Calibri"/>
              </a:rPr>
              <a:t>: bảo đảm hệ thống vận hành đúng dưới áp lực cao, ví dụ trường hợp nhiều người truy xuất cùng một lúc hoặc các tình huống bất thường… </a:t>
            </a:r>
            <a:endParaRPr/>
          </a:p>
          <a:p>
            <a:pPr indent="-342900" lvl="3" marL="892175" rtl="0" algn="just">
              <a:spcBef>
                <a:spcPts val="1103"/>
              </a:spcBef>
              <a:spcAft>
                <a:spcPts val="0"/>
              </a:spcAft>
              <a:buClr>
                <a:srgbClr val="FF0066"/>
              </a:buClr>
              <a:buSzPts val="2100"/>
              <a:buChar char="–"/>
            </a:pPr>
            <a:r>
              <a:rPr i="1" lang="en-US" sz="2100">
                <a:solidFill>
                  <a:srgbClr val="632423"/>
                </a:solidFill>
                <a:latin typeface="Calibri"/>
                <a:ea typeface="Calibri"/>
                <a:cs typeface="Calibri"/>
                <a:sym typeface="Calibri"/>
              </a:rPr>
              <a:t>Kiểm tra khả năng bảo mật</a:t>
            </a:r>
            <a:r>
              <a:rPr lang="en-US" sz="2100">
                <a:solidFill>
                  <a:srgbClr val="632423"/>
                </a:solidFill>
                <a:latin typeface="Calibri"/>
                <a:ea typeface="Calibri"/>
                <a:cs typeface="Calibri"/>
                <a:sym typeface="Calibri"/>
              </a:rPr>
              <a:t>: bảo đảm tính toàn vẹn, tính bảo mật của dữ liệu và của hệ thống.</a:t>
            </a:r>
            <a:endParaRPr/>
          </a:p>
          <a:p>
            <a:pPr indent="-342900" lvl="3" marL="892175" rtl="0" algn="just">
              <a:spcBef>
                <a:spcPts val="1103"/>
              </a:spcBef>
              <a:spcAft>
                <a:spcPts val="0"/>
              </a:spcAft>
              <a:buClr>
                <a:srgbClr val="FF0066"/>
              </a:buClr>
              <a:buSzPts val="2100"/>
              <a:buChar char="–"/>
            </a:pPr>
            <a:r>
              <a:rPr i="1" lang="en-US" sz="2100">
                <a:solidFill>
                  <a:srgbClr val="632423"/>
                </a:solidFill>
                <a:latin typeface="Calibri"/>
                <a:ea typeface="Calibri"/>
                <a:cs typeface="Calibri"/>
                <a:sym typeface="Calibri"/>
              </a:rPr>
              <a:t>Kiểm tra khả năng phục hồi</a:t>
            </a:r>
            <a:r>
              <a:rPr lang="en-US" sz="2100">
                <a:solidFill>
                  <a:srgbClr val="632423"/>
                </a:solidFill>
                <a:latin typeface="Calibri"/>
                <a:ea typeface="Calibri"/>
                <a:cs typeface="Calibri"/>
                <a:sym typeface="Calibri"/>
              </a:rPr>
              <a:t>:</a:t>
            </a:r>
            <a:r>
              <a:rPr i="1" lang="en-US" sz="2100">
                <a:solidFill>
                  <a:srgbClr val="632423"/>
                </a:solidFill>
                <a:latin typeface="Calibri"/>
                <a:ea typeface="Calibri"/>
                <a:cs typeface="Calibri"/>
                <a:sym typeface="Calibri"/>
              </a:rPr>
              <a:t> </a:t>
            </a:r>
            <a:r>
              <a:rPr lang="en-US" sz="2100">
                <a:solidFill>
                  <a:srgbClr val="632423"/>
                </a:solidFill>
                <a:latin typeface="Calibri"/>
                <a:ea typeface="Calibri"/>
                <a:cs typeface="Calibri"/>
                <a:sym typeface="Calibri"/>
              </a:rPr>
              <a:t>bảo đảm hệ thống có khả năng khôi phục trạng thái ổn định trước đó trong tình huống mất tài nguyên hoặc dữ liệu, điều này đặc biệt quan trọng đối với các hệ thống giao dịch như ngân hàng trực tuyến. </a:t>
            </a:r>
            <a:endParaRPr sz="2100">
              <a:solidFill>
                <a:srgbClr val="632423"/>
              </a:solidFill>
              <a:latin typeface="Calibri"/>
              <a:ea typeface="Calibri"/>
              <a:cs typeface="Calibri"/>
              <a:sym typeface="Calibri"/>
            </a:endParaRPr>
          </a:p>
        </p:txBody>
      </p:sp>
      <p:cxnSp>
        <p:nvCxnSpPr>
          <p:cNvPr id="264" name="Google Shape;264;p2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65" name="Google Shape;265;p2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66" name="Google Shape;266;p2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đơn vị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tích hợp</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Kiểm thử hệ thống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chấp nhận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5. Kiểm thử hồi quy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72" name="Google Shape;272;p2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lnSpcReduction="10000"/>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Sau giai đoạn kiểm thử hệ thống là kiểm thử chấp nhận, loại kiểm thử này được khách hàng thực hiện hoặc ủy quyền cho một nhóm thứ ba thực hiện. </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Mục đích của kiểm thử chấp nhận là để chứng minh phần mềm thỏa mãn tất cả các yêu cầu của khách hàng và khách hàng chấp nhận sản phẩm.</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Đối với những sản phẩm dành để bán rộng rãi trên thị trường cho nhiều người sử dụng, thông thường sẽ thông qua hai loại kiểm thử là Alpha và Beta:</a:t>
            </a:r>
            <a:endParaRPr/>
          </a:p>
          <a:p>
            <a:pPr indent="-342900" lvl="1" marL="1163638"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Với kiểm thử Alpha</a:t>
            </a:r>
            <a:r>
              <a:rPr lang="en-US" sz="2200">
                <a:solidFill>
                  <a:srgbClr val="632423"/>
                </a:solidFill>
                <a:latin typeface="Calibri"/>
                <a:ea typeface="Calibri"/>
                <a:cs typeface="Calibri"/>
                <a:sym typeface="Calibri"/>
              </a:rPr>
              <a:t>, người sử dụng tiềm năng kiểm tra phần mềm ngay tại nơi phát triển phần mềm, lập trình viên sẽ ghi nhận các lỗi và lên kế hoạch sửa chữa. </a:t>
            </a:r>
            <a:endParaRPr/>
          </a:p>
          <a:p>
            <a:pPr indent="-342900" lvl="1" marL="1163638"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Với kiểm thử Beta</a:t>
            </a:r>
            <a:r>
              <a:rPr lang="en-US" sz="2200">
                <a:solidFill>
                  <a:srgbClr val="632423"/>
                </a:solidFill>
                <a:latin typeface="Calibri"/>
                <a:ea typeface="Calibri"/>
                <a:cs typeface="Calibri"/>
                <a:sym typeface="Calibri"/>
              </a:rPr>
              <a:t>, phần mềm sẽ được gửi tới cho người sử dụng tiềm năng để kiểm tra ngay trong môi trường thực, lỗi và các phản hồi sẽ được gửi ngược lại cho lập trình viên để sửa chữa.</a:t>
            </a:r>
            <a:endParaRPr sz="2200">
              <a:solidFill>
                <a:srgbClr val="632423"/>
              </a:solidFill>
              <a:latin typeface="Calibri"/>
              <a:ea typeface="Calibri"/>
              <a:cs typeface="Calibri"/>
              <a:sym typeface="Calibri"/>
            </a:endParaRPr>
          </a:p>
          <a:p>
            <a:pPr indent="-237991" lvl="1" marL="390392" rtl="0" algn="just">
              <a:spcBef>
                <a:spcPts val="1163"/>
              </a:spcBef>
              <a:spcAft>
                <a:spcPts val="0"/>
              </a:spcAft>
              <a:buClr>
                <a:srgbClr val="FF0066"/>
              </a:buClr>
              <a:buSzPts val="2400"/>
              <a:buFont typeface="Noto Sans Symbols"/>
              <a:buNone/>
            </a:pPr>
            <a:r>
              <a:t/>
            </a:r>
            <a:endParaRPr sz="2400">
              <a:solidFill>
                <a:srgbClr val="632423"/>
              </a:solidFill>
              <a:latin typeface="Calibri"/>
              <a:ea typeface="Calibri"/>
              <a:cs typeface="Calibri"/>
              <a:sym typeface="Calibri"/>
            </a:endParaRPr>
          </a:p>
        </p:txBody>
      </p:sp>
      <p:cxnSp>
        <p:nvCxnSpPr>
          <p:cNvPr id="273" name="Google Shape;273;p2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74" name="Google Shape;274;p2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75" name="Google Shape;275;p2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đơn vị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tích hợp</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hệ thống</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Kiểm thử chấp nhận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5. Kiểm thử hồi quy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2"/>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81" name="Google Shape;281;p22"/>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Thực tế cho thấy, nếu khách hàng không quan tâm và không tham gia vào quá trình phát triển phần mềm thì kết quả kiểm thử chấp nhận sẽ sai lệch rất lớn, mặc dù phần mềm đã trải qua tất cả các mức kiểm thử trước đó. Sự sai lệch này liên quan đến việc hiểu sai yêu cầu cũng như sự mong chờ của khách hàng. </a:t>
            </a:r>
            <a:endParaRPr/>
          </a:p>
          <a:p>
            <a:pPr indent="-342900" lvl="1" marL="990600"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Ví dụ một phần mềm đã được nhóm phát triển dự án kiểm tra về chức năng, nhưng khách hàng khi kiểm tra sau cùng vẫn thất vọng vì bố cục màn hình nghèo nàn, thao tác không tự nhiên, không theo tập quán sử dụng của khách hàng…</a:t>
            </a:r>
            <a:endParaRPr sz="2200">
              <a:solidFill>
                <a:srgbClr val="632423"/>
              </a:solidFill>
              <a:latin typeface="Calibri"/>
              <a:ea typeface="Calibri"/>
              <a:cs typeface="Calibri"/>
              <a:sym typeface="Calibri"/>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Gắn liền với giai đoạn kiểm thử chấp nhận là một nhóm những dịch vụ và tài liệu đi kèm như tài liệu hướng dẫn cài đặt, hướng dẫn sử dụng… Tất cả tài liệu đi kèm phải được cập nhật và kiểm tra chặt chẽ.</a:t>
            </a:r>
            <a:endParaRPr sz="2400">
              <a:solidFill>
                <a:srgbClr val="632423"/>
              </a:solidFill>
              <a:latin typeface="Calibri"/>
              <a:ea typeface="Calibri"/>
              <a:cs typeface="Calibri"/>
              <a:sym typeface="Calibri"/>
            </a:endParaRPr>
          </a:p>
          <a:p>
            <a:pPr indent="0" lvl="1" marL="0" rtl="0" algn="just">
              <a:spcBef>
                <a:spcPts val="1163"/>
              </a:spcBef>
              <a:spcAft>
                <a:spcPts val="0"/>
              </a:spcAft>
              <a:buClr>
                <a:srgbClr val="FF0066"/>
              </a:buClr>
              <a:buSzPts val="2400"/>
              <a:buNone/>
            </a:pPr>
            <a:r>
              <a:rPr lang="en-US" sz="2400">
                <a:solidFill>
                  <a:srgbClr val="632423"/>
                </a:solidFill>
                <a:latin typeface="Calibri"/>
                <a:ea typeface="Calibri"/>
                <a:cs typeface="Calibri"/>
                <a:sym typeface="Calibri"/>
              </a:rPr>
              <a:t> </a:t>
            </a:r>
            <a:endParaRPr/>
          </a:p>
          <a:p>
            <a:pPr indent="-237991" lvl="1" marL="390392" rtl="0" algn="just">
              <a:spcBef>
                <a:spcPts val="1163"/>
              </a:spcBef>
              <a:spcAft>
                <a:spcPts val="0"/>
              </a:spcAft>
              <a:buClr>
                <a:srgbClr val="FF0066"/>
              </a:buClr>
              <a:buSzPts val="2400"/>
              <a:buFont typeface="Noto Sans Symbols"/>
              <a:buNone/>
            </a:pPr>
            <a:r>
              <a:t/>
            </a:r>
            <a:endParaRPr sz="2400">
              <a:solidFill>
                <a:srgbClr val="632423"/>
              </a:solidFill>
              <a:latin typeface="Calibri"/>
              <a:ea typeface="Calibri"/>
              <a:cs typeface="Calibri"/>
              <a:sym typeface="Calibri"/>
            </a:endParaRPr>
          </a:p>
        </p:txBody>
      </p:sp>
      <p:cxnSp>
        <p:nvCxnSpPr>
          <p:cNvPr id="282" name="Google Shape;282;p22"/>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83" name="Google Shape;283;p22"/>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84" name="Google Shape;284;p22"/>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đơn vị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tích hợp</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hệ thống</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Kiểm thử chấp nhận</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5. Kiểm thử hồi quy</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3"/>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90" name="Google Shape;290;p23"/>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lnSpc>
                <a:spcPct val="110000"/>
              </a:lnSpc>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Kiểm thử hồi quy không phải là một mức kiểm thử như các mức đã nói ở trên, nó chỉ đơn thuần là kiểm tra lại phần mềm sau khi có một sự thay đổi nào đó xảy ra để bảo đảm sự thay đổi không gây ra lỗi mới trên những chức năng vốn đã làm việc tốt.</a:t>
            </a:r>
            <a:endParaRPr sz="2400">
              <a:solidFill>
                <a:srgbClr val="632423"/>
              </a:solidFill>
              <a:latin typeface="Calibri"/>
              <a:ea typeface="Calibri"/>
              <a:cs typeface="Calibri"/>
              <a:sym typeface="Calibri"/>
            </a:endParaRPr>
          </a:p>
          <a:p>
            <a:pPr indent="-342900" lvl="1" marL="990600"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Ví dụ một phần mềm đang phát triển khi kiểm thử cho thấy nó chạy tốt các chức năng A, B và C. Khi có thay đổi mã lệnh của chức năng C, nếu chỉ kiểm tra chức năng C thì chưa đủ, cần phải kiểm tra lại tất cả các chức năng khác liên quan đến chức năng C như A và B, lý do là khi C thay đổi, nó có thể sẽ làm A và B không còn làm việc đúng nữa.</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Kiểm thử hồi quy có thể thực hiện tại mọi mức kiểm thử.</a:t>
            </a:r>
            <a:endParaRPr/>
          </a:p>
          <a:p>
            <a:pPr indent="-237991" lvl="1" marL="390392" rtl="0" algn="just">
              <a:spcBef>
                <a:spcPts val="1163"/>
              </a:spcBef>
              <a:spcAft>
                <a:spcPts val="0"/>
              </a:spcAft>
              <a:buClr>
                <a:srgbClr val="FF0066"/>
              </a:buClr>
              <a:buSzPts val="2400"/>
              <a:buFont typeface="Noto Sans Symbols"/>
              <a:buNone/>
            </a:pPr>
            <a:r>
              <a:t/>
            </a:r>
            <a:endParaRPr sz="2400">
              <a:solidFill>
                <a:srgbClr val="632423"/>
              </a:solidFill>
              <a:latin typeface="Calibri"/>
              <a:ea typeface="Calibri"/>
              <a:cs typeface="Calibri"/>
              <a:sym typeface="Calibri"/>
            </a:endParaRPr>
          </a:p>
        </p:txBody>
      </p:sp>
      <p:cxnSp>
        <p:nvCxnSpPr>
          <p:cNvPr id="291" name="Google Shape;291;p23"/>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292" name="Google Shape;292;p23"/>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293" name="Google Shape;293;p23"/>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đơn vị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tích hợp</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hệ thống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chấp nhận</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5. Kiểm thử hồi quy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4"/>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299" name="Google Shape;299;p24"/>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600"/>
              <a:buFont typeface="Noto Sans Symbols"/>
              <a:buChar char="♦"/>
            </a:pPr>
            <a:r>
              <a:rPr lang="en-US" sz="2600">
                <a:solidFill>
                  <a:srgbClr val="632423"/>
                </a:solidFill>
                <a:latin typeface="Calibri"/>
                <a:ea typeface="Calibri"/>
                <a:cs typeface="Calibri"/>
                <a:sym typeface="Calibri"/>
              </a:rPr>
              <a:t>Mặc dù phải là một mức kiểm thử nhưng thực tế lại cho thấy kiểm thử hồi quy là một trong những loại kiểm thử tốn nhiều thời gian và công sức nhất. </a:t>
            </a:r>
            <a:endParaRPr/>
          </a:p>
          <a:p>
            <a:pPr indent="-390392" lvl="1" marL="390392" rtl="0" algn="just">
              <a:spcBef>
                <a:spcPts val="1203"/>
              </a:spcBef>
              <a:spcAft>
                <a:spcPts val="0"/>
              </a:spcAft>
              <a:buClr>
                <a:srgbClr val="FF0066"/>
              </a:buClr>
              <a:buSzPts val="2600"/>
              <a:buFont typeface="Noto Sans Symbols"/>
              <a:buChar char="♦"/>
            </a:pPr>
            <a:r>
              <a:rPr lang="en-US" sz="2600">
                <a:solidFill>
                  <a:srgbClr val="632423"/>
                </a:solidFill>
                <a:latin typeface="Calibri"/>
                <a:ea typeface="Calibri"/>
                <a:cs typeface="Calibri"/>
                <a:sym typeface="Calibri"/>
              </a:rPr>
              <a:t>Tuy thế, việc bỏ qua kiểm thử hồi quy là không được phép vì có thể dẫn đến tình trạng phát sinh hoặc tái xuất hiện những lỗi nghiêm trọng, vì ta tưởng những lỗi đó hoặc không có hoặc đã được kiểm tra và sửa chữa rồi.</a:t>
            </a:r>
            <a:endParaRPr sz="2600">
              <a:solidFill>
                <a:srgbClr val="632423"/>
              </a:solidFill>
              <a:latin typeface="Calibri"/>
              <a:ea typeface="Calibri"/>
              <a:cs typeface="Calibri"/>
              <a:sym typeface="Calibri"/>
            </a:endParaRPr>
          </a:p>
          <a:p>
            <a:pPr indent="0" lvl="1" marL="0" rtl="0" algn="just">
              <a:spcBef>
                <a:spcPts val="1163"/>
              </a:spcBef>
              <a:spcAft>
                <a:spcPts val="0"/>
              </a:spcAft>
              <a:buClr>
                <a:srgbClr val="FF0066"/>
              </a:buClr>
              <a:buSzPts val="2400"/>
              <a:buNone/>
            </a:pPr>
            <a:r>
              <a:rPr lang="en-US" sz="2400">
                <a:solidFill>
                  <a:srgbClr val="632423"/>
                </a:solidFill>
                <a:latin typeface="Calibri"/>
                <a:ea typeface="Calibri"/>
                <a:cs typeface="Calibri"/>
                <a:sym typeface="Calibri"/>
              </a:rPr>
              <a:t> </a:t>
            </a:r>
            <a:endParaRPr/>
          </a:p>
          <a:p>
            <a:pPr indent="-237991" lvl="1" marL="390392" rtl="0" algn="just">
              <a:spcBef>
                <a:spcPts val="1163"/>
              </a:spcBef>
              <a:spcAft>
                <a:spcPts val="0"/>
              </a:spcAft>
              <a:buClr>
                <a:srgbClr val="FF0066"/>
              </a:buClr>
              <a:buSzPts val="2400"/>
              <a:buFont typeface="Noto Sans Symbols"/>
              <a:buNone/>
            </a:pPr>
            <a:r>
              <a:t/>
            </a:r>
            <a:endParaRPr sz="2400">
              <a:solidFill>
                <a:srgbClr val="632423"/>
              </a:solidFill>
              <a:latin typeface="Calibri"/>
              <a:ea typeface="Calibri"/>
              <a:cs typeface="Calibri"/>
              <a:sym typeface="Calibri"/>
            </a:endParaRPr>
          </a:p>
        </p:txBody>
      </p:sp>
      <p:cxnSp>
        <p:nvCxnSpPr>
          <p:cNvPr id="300" name="Google Shape;300;p24"/>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01" name="Google Shape;301;p2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02" name="Google Shape;302;p24"/>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fontScale="92500" lnSpcReduction="20000"/>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đơn vị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tích hợp</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hệ thống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chấp nhận</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5. Kiểm thử hồi quy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5"/>
          <p:cNvSpPr txBox="1"/>
          <p:nvPr>
            <p:ph type="title"/>
          </p:nvPr>
        </p:nvSpPr>
        <p:spPr>
          <a:xfrm>
            <a:off x="0" y="0"/>
            <a:ext cx="10287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b="1" lang="en-US" sz="1600">
                <a:solidFill>
                  <a:srgbClr val="E36C09"/>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08" name="Google Shape;308;p25"/>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100"/>
              <a:buFont typeface="Noto Sans Symbols"/>
              <a:buChar char="♦"/>
            </a:pPr>
            <a:r>
              <a:rPr lang="en-US" sz="2100">
                <a:solidFill>
                  <a:srgbClr val="632423"/>
                </a:solidFill>
                <a:latin typeface="Calibri"/>
                <a:ea typeface="Calibri"/>
                <a:cs typeface="Calibri"/>
                <a:sym typeface="Calibri"/>
              </a:rPr>
              <a:t>Ta có hai kiểu chiến lược kiểm thử phần mềm là kiểm thử logic và kiểm thử tích hợp:</a:t>
            </a:r>
            <a:endParaRPr sz="2100">
              <a:solidFill>
                <a:srgbClr val="632423"/>
              </a:solidFill>
              <a:latin typeface="Calibri"/>
              <a:ea typeface="Calibri"/>
              <a:cs typeface="Calibri"/>
              <a:sym typeface="Calibri"/>
            </a:endParaRPr>
          </a:p>
          <a:p>
            <a:pPr indent="-342900" lvl="1" marL="800100" rtl="0" algn="just">
              <a:spcBef>
                <a:spcPts val="1103"/>
              </a:spcBef>
              <a:spcAft>
                <a:spcPts val="0"/>
              </a:spcAft>
              <a:buClr>
                <a:srgbClr val="FF0066"/>
              </a:buClr>
              <a:buSzPts val="2100"/>
              <a:buChar char="–"/>
            </a:pPr>
            <a:r>
              <a:rPr i="1" lang="en-US" sz="2100">
                <a:solidFill>
                  <a:srgbClr val="632423"/>
                </a:solidFill>
                <a:latin typeface="Calibri"/>
                <a:ea typeface="Calibri"/>
                <a:cs typeface="Calibri"/>
                <a:sym typeface="Calibri"/>
              </a:rPr>
              <a:t>Kiểm thử logic</a:t>
            </a:r>
            <a:r>
              <a:rPr lang="en-US" sz="2100">
                <a:solidFill>
                  <a:srgbClr val="632423"/>
                </a:solidFill>
                <a:latin typeface="Calibri"/>
                <a:ea typeface="Calibri"/>
                <a:cs typeface="Calibri"/>
                <a:sym typeface="Calibri"/>
              </a:rPr>
              <a:t>: phát hiện các lỗi logic gồm kiểm thử hộp đen (Black box) và kiểm thử hộp trắng (White box).</a:t>
            </a:r>
            <a:endParaRPr/>
          </a:p>
          <a:p>
            <a:pPr indent="-342900" lvl="1" marL="800100" rtl="0" algn="just">
              <a:spcBef>
                <a:spcPts val="1103"/>
              </a:spcBef>
              <a:spcAft>
                <a:spcPts val="0"/>
              </a:spcAft>
              <a:buClr>
                <a:srgbClr val="FF0066"/>
              </a:buClr>
              <a:buSzPts val="2100"/>
              <a:buChar char="–"/>
            </a:pPr>
            <a:r>
              <a:rPr i="1" lang="en-US" sz="2100">
                <a:solidFill>
                  <a:srgbClr val="632423"/>
                </a:solidFill>
                <a:latin typeface="Calibri"/>
                <a:ea typeface="Calibri"/>
                <a:cs typeface="Calibri"/>
                <a:sym typeface="Calibri"/>
              </a:rPr>
              <a:t>Kiểm thử tích hợp</a:t>
            </a:r>
            <a:r>
              <a:rPr lang="en-US" sz="2100">
                <a:solidFill>
                  <a:srgbClr val="632423"/>
                </a:solidFill>
                <a:latin typeface="Calibri"/>
                <a:ea typeface="Calibri"/>
                <a:cs typeface="Calibri"/>
                <a:sym typeface="Calibri"/>
              </a:rPr>
              <a:t>: xây dựng hệ thống từ những thành phần của nó và kiểm thử sự tương tác giữa các thành phần, gồm kiểm thử trên-xuống (Top down) và kiểm thử dưới-lên (Bottom up).</a:t>
            </a:r>
            <a:endParaRPr sz="2100">
              <a:solidFill>
                <a:srgbClr val="632423"/>
              </a:solidFill>
              <a:latin typeface="Calibri"/>
              <a:ea typeface="Calibri"/>
              <a:cs typeface="Calibri"/>
              <a:sym typeface="Calibri"/>
            </a:endParaRPr>
          </a:p>
          <a:p>
            <a:pPr indent="-390392" lvl="1" marL="390392" rtl="0" algn="just">
              <a:spcBef>
                <a:spcPts val="1103"/>
              </a:spcBef>
              <a:spcAft>
                <a:spcPts val="0"/>
              </a:spcAft>
              <a:buClr>
                <a:srgbClr val="FF0066"/>
              </a:buClr>
              <a:buSzPts val="2100"/>
              <a:buFont typeface="Noto Sans Symbols"/>
              <a:buChar char="♦"/>
            </a:pPr>
            <a:r>
              <a:rPr lang="en-US" sz="2100">
                <a:solidFill>
                  <a:srgbClr val="632423"/>
                </a:solidFill>
                <a:latin typeface="Calibri"/>
                <a:ea typeface="Calibri"/>
                <a:cs typeface="Calibri"/>
                <a:sym typeface="Calibri"/>
              </a:rPr>
              <a:t>Các chiến lược kiểm thử không loại trừ lẫn nhau, chúng có thể được sử dụng đơn lẻ hoặc đồng thời, tốt nhất là nên sử dụng nhiều kiểu chiến lược để phát hiện được hết các lỗi.</a:t>
            </a:r>
            <a:endParaRPr sz="2100">
              <a:solidFill>
                <a:srgbClr val="632423"/>
              </a:solidFill>
              <a:latin typeface="Calibri"/>
              <a:ea typeface="Calibri"/>
              <a:cs typeface="Calibri"/>
              <a:sym typeface="Calibri"/>
            </a:endParaRPr>
          </a:p>
        </p:txBody>
      </p:sp>
      <p:cxnSp>
        <p:nvCxnSpPr>
          <p:cNvPr id="309" name="Google Shape;309;p25"/>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10" name="Google Shape;310;p25"/>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26"/>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b="1" lang="en-US" sz="1600">
                <a:solidFill>
                  <a:srgbClr val="E36C09"/>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16" name="Google Shape;316;p26"/>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Còn gọi là kiểm thử chức năng, kiểm thử này xem phần mềm như là một “hộp đen” tức là không biết gì về hoạt động bên trong của nó.</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Chỉ quan tâm đến chức năng đã đề ra của chương trình mà không quan tâm đến các khâu thiết kế hoặc viết mã lệnh, do đó khi kiểm thử nó chỉ dựa vào bản mô tả chức năng của chương trình. </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Kiểm thử hộp đen nhằm phát hiện các lỗi sau:</a:t>
            </a:r>
            <a:endParaRPr sz="2400">
              <a:solidFill>
                <a:srgbClr val="632423"/>
              </a:solidFill>
              <a:latin typeface="Calibri"/>
              <a:ea typeface="Calibri"/>
              <a:cs typeface="Calibri"/>
              <a:sym typeface="Calibri"/>
            </a:endParaRPr>
          </a:p>
          <a:p>
            <a:pPr indent="-342900" lvl="3" marL="1318879"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Thiếu chức năng.</a:t>
            </a:r>
            <a:endParaRPr/>
          </a:p>
          <a:p>
            <a:pPr indent="-342900" lvl="3" marL="1318879"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Lỗi giao tiếp.</a:t>
            </a:r>
            <a:endParaRPr/>
          </a:p>
          <a:p>
            <a:pPr indent="-342900" lvl="3" marL="1318879"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Lỗi trong cấu trúc dữ liệu.</a:t>
            </a:r>
            <a:endParaRPr/>
          </a:p>
          <a:p>
            <a:pPr indent="-342900" lvl="3" marL="1318879"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Lỗi khi thực hiện chương trình.</a:t>
            </a:r>
            <a:endParaRPr sz="22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317" name="Google Shape;317;p26"/>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18" name="Google Shape;318;p26"/>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19" name="Google Shape;319;p26"/>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Kiểm thử hộp đen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hộp trắng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trên xuống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dưới lên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7"/>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b="1" lang="en-US" sz="1600">
                <a:solidFill>
                  <a:srgbClr val="E36C09"/>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25" name="Google Shape;325;p27"/>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Ví dụ xét form Login cho phép đăng nhập với User và pass hợp lệ, khi kiểm thử hộp đen ta phải kiểm thử những trường hợp sau:</a:t>
            </a:r>
            <a:endParaRPr/>
          </a:p>
          <a:p>
            <a:pPr indent="-342900" lvl="3" marL="1318879"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User, Pass hợp lệ.</a:t>
            </a:r>
            <a:endParaRPr/>
          </a:p>
          <a:p>
            <a:pPr indent="-342900" lvl="3" marL="1318879"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User hoặc Pass để trống.</a:t>
            </a:r>
            <a:endParaRPr/>
          </a:p>
          <a:p>
            <a:pPr indent="-342900" lvl="3" marL="1318879" rtl="0" algn="just">
              <a:spcBef>
                <a:spcPts val="1123"/>
              </a:spcBef>
              <a:spcAft>
                <a:spcPts val="0"/>
              </a:spcAft>
              <a:buClr>
                <a:srgbClr val="FF0066"/>
              </a:buClr>
              <a:buSzPts val="2200"/>
              <a:buChar char="–"/>
            </a:pPr>
            <a:r>
              <a:rPr lang="en-US" sz="2200">
                <a:solidFill>
                  <a:srgbClr val="632423"/>
                </a:solidFill>
                <a:latin typeface="Calibri"/>
                <a:ea typeface="Calibri"/>
                <a:cs typeface="Calibri"/>
                <a:sym typeface="Calibri"/>
              </a:rPr>
              <a:t>User hoặc Pass không hợp lệ.</a:t>
            </a:r>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326" name="Google Shape;326;p27"/>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27" name="Google Shape;327;p27"/>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28" name="Google Shape;328;p27"/>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Kiểm thử hộp đen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hộp trắng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trên xuống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dưới lên</a:t>
            </a:r>
            <a:endParaRPr/>
          </a:p>
        </p:txBody>
      </p:sp>
      <p:pic>
        <p:nvPicPr>
          <p:cNvPr id="329" name="Google Shape;329;p27"/>
          <p:cNvPicPr preferRelativeResize="0"/>
          <p:nvPr/>
        </p:nvPicPr>
        <p:blipFill rotWithShape="1">
          <a:blip r:embed="rId3">
            <a:alphaModFix/>
          </a:blip>
          <a:srcRect b="0" l="0" r="0" t="0"/>
          <a:stretch/>
        </p:blipFill>
        <p:spPr>
          <a:xfrm>
            <a:off x="5863580" y="2060848"/>
            <a:ext cx="2925143" cy="466996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8"/>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b="1" lang="en-US" sz="1600">
                <a:solidFill>
                  <a:srgbClr val="E36C09"/>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35" name="Google Shape;335;p28"/>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Các kỹ thuật được áp dụng khi kiểm thử hộp đen gồm:</a:t>
            </a:r>
            <a:endParaRPr sz="2400">
              <a:solidFill>
                <a:srgbClr val="632423"/>
              </a:solidFill>
              <a:latin typeface="Calibri"/>
              <a:ea typeface="Calibri"/>
              <a:cs typeface="Calibri"/>
              <a:sym typeface="Calibri"/>
            </a:endParaRPr>
          </a:p>
          <a:p>
            <a:pPr indent="-342900" lvl="1" marL="895350"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Phân đoạn tương đương</a:t>
            </a:r>
            <a:r>
              <a:rPr lang="en-US" sz="2200">
                <a:solidFill>
                  <a:srgbClr val="632423"/>
                </a:solidFill>
                <a:latin typeface="Calibri"/>
                <a:ea typeface="Calibri"/>
                <a:cs typeface="Calibri"/>
                <a:sym typeface="Calibri"/>
              </a:rPr>
              <a:t>: mục đích là giảm số lượng kiểm thử bằng cách chọn các tập dữ liệu đại diện. Ta chia dữ liệu vào thành các đoạn, mỗi đoạn đại diện cho một số dữ liệu và việc kiểm thử chỉ thực hiện trên đại diện đó.</a:t>
            </a:r>
            <a:endParaRPr/>
          </a:p>
          <a:p>
            <a:pPr indent="-342900" lvl="1" marL="895350"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Phân tích giá trị biên</a:t>
            </a:r>
            <a:r>
              <a:rPr lang="en-US" sz="2200">
                <a:solidFill>
                  <a:srgbClr val="632423"/>
                </a:solidFill>
                <a:latin typeface="Calibri"/>
                <a:ea typeface="Calibri"/>
                <a:cs typeface="Calibri"/>
                <a:sym typeface="Calibri"/>
              </a:rPr>
              <a:t>: là trường hợp đặc biệt của phân đoạn tương đương, nó sử dụng các giá trị biên làm giá trị đại diện. Ví dụ nếu miền dữ liệu là tháng thì giá trị &lt; 1 hoặc &gt; 12 là không hợp lệ.</a:t>
            </a:r>
            <a:endParaRPr/>
          </a:p>
          <a:p>
            <a:pPr indent="-342900" lvl="1" marL="895350"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Đoán lỗi</a:t>
            </a:r>
            <a:r>
              <a:rPr lang="en-US" sz="2200">
                <a:solidFill>
                  <a:srgbClr val="632423"/>
                </a:solidFill>
                <a:latin typeface="Calibri"/>
                <a:ea typeface="Calibri"/>
                <a:cs typeface="Calibri"/>
                <a:sym typeface="Calibri"/>
              </a:rPr>
              <a:t>: dựa trên cơ sở trực giác và kinh nghiệm, các chuyên gia có thể dễ dàng kiểm tra các lỗi bằng cách đoán cái nào dễ xảy ra nhất. Ví dụ lỗi chia cho 0, nếu modul có phép chia thì phải kiểm thử lỗi này. Vì dựa trên trực giác, nên phép thử này khó tìm được hết các lỗi.</a:t>
            </a:r>
            <a:endParaRPr sz="2200">
              <a:solidFill>
                <a:srgbClr val="632423"/>
              </a:solidFill>
              <a:latin typeface="Calibri"/>
              <a:ea typeface="Calibri"/>
              <a:cs typeface="Calibri"/>
              <a:sym typeface="Calibri"/>
            </a:endParaRPr>
          </a:p>
          <a:p>
            <a:pPr indent="0" lvl="1" marL="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336" name="Google Shape;336;p28"/>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37" name="Google Shape;337;p28"/>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38" name="Google Shape;338;p28"/>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1. Kiểm thử hộp đen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hộp trắng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trên xuống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dưới lên</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9"/>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b="1" lang="en-US" sz="1600">
                <a:solidFill>
                  <a:srgbClr val="E36C09"/>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44" name="Google Shape;344;p29"/>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Là phương pháp kiểm thử dựa vào cấu trúc và mã lệnh chương trình. Phương pháp này kiểm nghiệm một phần của chương trình hay một phần của hệ thống để đảm bảo rằng chúng đáp ứng tốt tất cả các giá trị đầu vào bao gồm cả giá trị không đúng hay không theo dự định của chương trình.</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Khi kiểm thử hộp trắng phải đạt được các yêu cầu sau:</a:t>
            </a:r>
            <a:endParaRPr sz="2400">
              <a:solidFill>
                <a:srgbClr val="632423"/>
              </a:solidFill>
              <a:latin typeface="Calibri"/>
              <a:ea typeface="Calibri"/>
              <a:cs typeface="Calibri"/>
              <a:sym typeface="Calibri"/>
            </a:endParaRPr>
          </a:p>
          <a:p>
            <a:pPr indent="-342900" lvl="1" marL="895350"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Bao phủ dòng lệnh</a:t>
            </a:r>
            <a:r>
              <a:rPr lang="en-US" sz="2200">
                <a:solidFill>
                  <a:srgbClr val="632423"/>
                </a:solidFill>
                <a:latin typeface="Calibri"/>
                <a:ea typeface="Calibri"/>
                <a:cs typeface="Calibri"/>
                <a:sym typeface="Calibri"/>
              </a:rPr>
              <a:t>: mỗi dòng lệnh phải được thực thi ít nhất 1 lần, bởi vì nếu một câu lệnh không được thực hiện thì ta không thể biết có lỗi xảy ra trong câu lệnh đó hay không?</a:t>
            </a:r>
            <a:endParaRPr sz="2200">
              <a:solidFill>
                <a:srgbClr val="632423"/>
              </a:solidFill>
              <a:latin typeface="Calibri"/>
              <a:ea typeface="Calibri"/>
              <a:cs typeface="Calibri"/>
              <a:sym typeface="Calibri"/>
            </a:endParaRPr>
          </a:p>
          <a:p>
            <a:pPr indent="-342900" lvl="1" marL="895350"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Bao phủ nhánh</a:t>
            </a:r>
            <a:r>
              <a:rPr lang="en-US" sz="2200">
                <a:solidFill>
                  <a:srgbClr val="632423"/>
                </a:solidFill>
                <a:latin typeface="Calibri"/>
                <a:ea typeface="Calibri"/>
                <a:cs typeface="Calibri"/>
                <a:sym typeface="Calibri"/>
              </a:rPr>
              <a:t>: mỗi nhánh của các quyết định logic đều phải được đi qua ít nhất 1 lần.</a:t>
            </a:r>
            <a:endParaRPr sz="2200">
              <a:solidFill>
                <a:srgbClr val="632423"/>
              </a:solidFill>
              <a:latin typeface="Calibri"/>
              <a:ea typeface="Calibri"/>
              <a:cs typeface="Calibri"/>
              <a:sym typeface="Calibri"/>
            </a:endParaRPr>
          </a:p>
          <a:p>
            <a:pPr indent="-342900" lvl="1" marL="895350"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Bao phủ lặp</a:t>
            </a:r>
            <a:r>
              <a:rPr lang="en-US" sz="2200">
                <a:solidFill>
                  <a:srgbClr val="632423"/>
                </a:solidFill>
                <a:latin typeface="Calibri"/>
                <a:ea typeface="Calibri"/>
                <a:cs typeface="Calibri"/>
                <a:sym typeface="Calibri"/>
              </a:rPr>
              <a:t>: tiến hành trên tất cả các vòng lặp từ giá trị khởi tạo đến giá trị cuối cùng.</a:t>
            </a:r>
            <a:endParaRPr sz="2200">
              <a:solidFill>
                <a:srgbClr val="632423"/>
              </a:solidFill>
              <a:latin typeface="Calibri"/>
              <a:ea typeface="Calibri"/>
              <a:cs typeface="Calibri"/>
              <a:sym typeface="Calibri"/>
            </a:endParaRPr>
          </a:p>
          <a:p>
            <a:pPr indent="-215900" lvl="1" marL="89535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345" name="Google Shape;345;p29"/>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46" name="Google Shape;346;p29"/>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47" name="Google Shape;347;p29"/>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hộp đen </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2. Kiểm thử hộp trắng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trên xuống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dưới lên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0"/>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b="1" lang="en-US" sz="1600">
                <a:solidFill>
                  <a:srgbClr val="E36C09"/>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53" name="Google Shape;353;p30"/>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Xây dựng khung của hệ thống và đưa các thành phần vào trong nó. </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Chiến lược này kiểm tra mức cao của hệ thống trước khi kiểm tra các thành phần chi tiết, sau khi thành phần ở mức cao nhất được kiểm tra thì các thành phần con của nó mới được tiến hành kiểm tra và cứ tiếp tục như vậy cho đến khi thành phần ở mức đơn vị được kiểm tra.</a:t>
            </a:r>
            <a:endParaRPr sz="2400">
              <a:solidFill>
                <a:srgbClr val="632423"/>
              </a:solidFill>
              <a:latin typeface="Calibri"/>
              <a:ea typeface="Calibri"/>
              <a:cs typeface="Calibri"/>
              <a:sym typeface="Calibri"/>
            </a:endParaRPr>
          </a:p>
          <a:p>
            <a:pPr indent="-342900" lvl="1" marL="895350"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Ưu điểm</a:t>
            </a:r>
            <a:r>
              <a:rPr lang="en-US" sz="2200">
                <a:solidFill>
                  <a:srgbClr val="632423"/>
                </a:solidFill>
                <a:latin typeface="Calibri"/>
                <a:ea typeface="Calibri"/>
                <a:cs typeface="Calibri"/>
                <a:sym typeface="Calibri"/>
              </a:rPr>
              <a:t>: Các thành phần hệ thống được thử nghiệm ngay sau khi mã hóa vì vậy các lỗi có thể sớm được phát hiện do đó tiết kiệm được thời gian và chi phí. Ngoài ra ta có thể coi hệ thống tuy chưa hoàn chỉnh nhưng đã có những chức năng chính từ đó có thể minh họa tính khả thi của hệ thống.</a:t>
            </a:r>
            <a:endParaRPr/>
          </a:p>
          <a:p>
            <a:pPr indent="-342900" lvl="1" marL="895350" rtl="0" algn="just">
              <a:spcBef>
                <a:spcPts val="1123"/>
              </a:spcBef>
              <a:spcAft>
                <a:spcPts val="0"/>
              </a:spcAft>
              <a:buClr>
                <a:srgbClr val="FF0066"/>
              </a:buClr>
              <a:buSzPts val="2200"/>
              <a:buChar char="–"/>
            </a:pPr>
            <a:r>
              <a:rPr i="1" lang="en-US" sz="2200">
                <a:solidFill>
                  <a:srgbClr val="632423"/>
                </a:solidFill>
                <a:latin typeface="Calibri"/>
                <a:ea typeface="Calibri"/>
                <a:cs typeface="Calibri"/>
                <a:sym typeface="Calibri"/>
              </a:rPr>
              <a:t>Nhược điểm</a:t>
            </a:r>
            <a:r>
              <a:rPr lang="en-US" sz="2200">
                <a:solidFill>
                  <a:srgbClr val="632423"/>
                </a:solidFill>
                <a:latin typeface="Calibri"/>
                <a:ea typeface="Calibri"/>
                <a:cs typeface="Calibri"/>
                <a:sym typeface="Calibri"/>
              </a:rPr>
              <a:t>: Cách thức xây dựng các nhánh và chọn chức năng nào để phát triển trước vẫn là bài toán chưa có nghiệm tối ưu, hơn nữa các mô hình ở mức cao vẫn chưa có đầu ra rõ ràng.</a:t>
            </a:r>
            <a:endParaRPr sz="2200">
              <a:solidFill>
                <a:srgbClr val="632423"/>
              </a:solidFill>
              <a:latin typeface="Calibri"/>
              <a:ea typeface="Calibri"/>
              <a:cs typeface="Calibri"/>
              <a:sym typeface="Calibri"/>
            </a:endParaRPr>
          </a:p>
          <a:p>
            <a:pPr indent="-215900" lvl="1" marL="89535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354" name="Google Shape;354;p30"/>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55" name="Google Shape;355;p30"/>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56" name="Google Shape;356;p30"/>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hộp đen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hộp trắng</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3. Kiểm thử trên xuống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4. Kiểm thử dưới lên</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1"/>
          <p:cNvSpPr txBox="1"/>
          <p:nvPr>
            <p:ph type="title"/>
          </p:nvPr>
        </p:nvSpPr>
        <p:spPr>
          <a:xfrm>
            <a:off x="0" y="0"/>
            <a:ext cx="7200000" cy="1080000"/>
          </a:xfrm>
          <a:prstGeom prst="rect">
            <a:avLst/>
          </a:prstGeom>
          <a:solidFill>
            <a:srgbClr val="DAE5F1"/>
          </a:solidFill>
          <a:ln>
            <a:noFill/>
          </a:ln>
        </p:spPr>
        <p:txBody>
          <a:bodyPr anchorCtr="0" anchor="ctr" bIns="52050" lIns="104100" spcFirstLastPara="1" rIns="104100" wrap="square" tIns="52050">
            <a:normAutofit fontScale="90000"/>
          </a:bodyPr>
          <a:lstStyle/>
          <a:p>
            <a:pPr indent="0" lvl="0" marL="0" rtl="0" algn="l">
              <a:spcBef>
                <a:spcPts val="0"/>
              </a:spcBef>
              <a:spcAft>
                <a:spcPts val="0"/>
              </a:spcAft>
              <a:buClr>
                <a:srgbClr val="366092"/>
              </a:buClr>
              <a:buSzPct val="100000"/>
              <a:buFont typeface="Calibri"/>
              <a:buNone/>
            </a:pP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r>
              <a:rPr lang="en-US" sz="1600">
                <a:solidFill>
                  <a:srgbClr val="366092"/>
                </a:solidFill>
                <a:latin typeface="Calibri"/>
                <a:ea typeface="Calibri"/>
                <a:cs typeface="Calibri"/>
                <a:sym typeface="Calibri"/>
              </a:rPr>
              <a:t>1. Khái niệm kiểm thử</a:t>
            </a:r>
            <a:br>
              <a:rPr lang="en-US" sz="1600">
                <a:solidFill>
                  <a:srgbClr val="632423"/>
                </a:solidFill>
                <a:latin typeface="Calibri"/>
                <a:ea typeface="Calibri"/>
                <a:cs typeface="Calibri"/>
                <a:sym typeface="Calibri"/>
              </a:rPr>
            </a:br>
            <a:r>
              <a:rPr lang="en-US" sz="1600">
                <a:solidFill>
                  <a:srgbClr val="366092"/>
                </a:solidFill>
                <a:latin typeface="Calibri"/>
                <a:ea typeface="Calibri"/>
                <a:cs typeface="Calibri"/>
                <a:sym typeface="Calibri"/>
              </a:rPr>
              <a:t>2. Các nguyên tắc kiểm thử</a:t>
            </a:r>
            <a:br>
              <a:rPr b="1" lang="en-US" sz="1600">
                <a:solidFill>
                  <a:srgbClr val="E36C09"/>
                </a:solidFill>
                <a:latin typeface="Calibri"/>
                <a:ea typeface="Calibri"/>
                <a:cs typeface="Calibri"/>
                <a:sym typeface="Calibri"/>
              </a:rPr>
            </a:br>
            <a:r>
              <a:rPr lang="en-US" sz="1600">
                <a:solidFill>
                  <a:srgbClr val="366092"/>
                </a:solidFill>
                <a:latin typeface="Calibri"/>
                <a:ea typeface="Calibri"/>
                <a:cs typeface="Calibri"/>
                <a:sym typeface="Calibri"/>
              </a:rPr>
              <a:t>3. Cấp độ kiểm thử</a:t>
            </a:r>
            <a:br>
              <a:rPr lang="en-US" sz="1600">
                <a:solidFill>
                  <a:srgbClr val="366092"/>
                </a:solidFill>
                <a:latin typeface="Calibri"/>
                <a:ea typeface="Calibri"/>
                <a:cs typeface="Calibri"/>
                <a:sym typeface="Calibri"/>
              </a:rPr>
            </a:br>
            <a:r>
              <a:rPr b="1" lang="en-US" sz="1600">
                <a:solidFill>
                  <a:srgbClr val="E36C09"/>
                </a:solidFill>
                <a:latin typeface="Calibri"/>
                <a:ea typeface="Calibri"/>
                <a:cs typeface="Calibri"/>
                <a:sym typeface="Calibri"/>
              </a:rPr>
              <a:t>4. Các chiến lược kiểm thử phần mềm</a:t>
            </a: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br>
              <a:rPr lang="en-US" sz="1600">
                <a:solidFill>
                  <a:srgbClr val="366092"/>
                </a:solidFill>
                <a:latin typeface="Calibri"/>
                <a:ea typeface="Calibri"/>
                <a:cs typeface="Calibri"/>
                <a:sym typeface="Calibri"/>
              </a:rPr>
            </a:br>
            <a:endParaRPr sz="1600">
              <a:solidFill>
                <a:srgbClr val="366092"/>
              </a:solidFill>
              <a:latin typeface="Calibri"/>
              <a:ea typeface="Calibri"/>
              <a:cs typeface="Calibri"/>
              <a:sym typeface="Calibri"/>
            </a:endParaRPr>
          </a:p>
        </p:txBody>
      </p:sp>
      <p:sp>
        <p:nvSpPr>
          <p:cNvPr id="362" name="Google Shape;362;p31"/>
          <p:cNvSpPr txBox="1"/>
          <p:nvPr>
            <p:ph idx="1" type="body"/>
          </p:nvPr>
        </p:nvSpPr>
        <p:spPr>
          <a:xfrm>
            <a:off x="318964" y="1196752"/>
            <a:ext cx="9478053" cy="5661247"/>
          </a:xfrm>
          <a:prstGeom prst="rect">
            <a:avLst/>
          </a:prstGeom>
          <a:noFill/>
          <a:ln>
            <a:noFill/>
          </a:ln>
        </p:spPr>
        <p:txBody>
          <a:bodyPr anchorCtr="0" anchor="t" bIns="52050" lIns="104100" spcFirstLastPara="1" rIns="104100" wrap="square" tIns="52050">
            <a:normAutofit/>
          </a:bodyPr>
          <a:lstStyle/>
          <a:p>
            <a:pPr indent="-390392" lvl="1" marL="390392" rtl="0" algn="just">
              <a:spcBef>
                <a:spcPts val="0"/>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Bắt đầu kiểm thử các đơn thể cơ sở không gọi đến các đơn thể khác, sau đó bổ sung kiểm thử các đơn thể gọi đến các đơn thể đã được kiểm thử này.</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Nguyên tắc của kiểm thử dưới lên là kiểm thử mọi thay đổi tại đơn thể có thể ảnh hưởng tới chức năng của nó. Trong kiểm thử dưới lên tất cả các đơn thể được mã hoá và kiểm tra riêng rẽ.</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Mỗi đơn thể phải được kiểm thử với ít nhất hai trường hợp: một trường hợp chạy tốt và một trường hợp không chạy. Trong trường hợp chạy sai hệ thống phải đưa ra được thông báo và quay lại được trạng thái ban đầu của giao dịch.</a:t>
            </a:r>
            <a:endParaRPr/>
          </a:p>
          <a:p>
            <a:pPr indent="-390392" lvl="1" marL="390392" rtl="0" algn="just">
              <a:spcBef>
                <a:spcPts val="1163"/>
              </a:spcBef>
              <a:spcAft>
                <a:spcPts val="0"/>
              </a:spcAft>
              <a:buClr>
                <a:srgbClr val="FF0066"/>
              </a:buClr>
              <a:buSzPts val="2400"/>
              <a:buFont typeface="Noto Sans Symbols"/>
              <a:buChar char="♦"/>
            </a:pPr>
            <a:r>
              <a:rPr lang="en-US" sz="2400">
                <a:solidFill>
                  <a:srgbClr val="632423"/>
                </a:solidFill>
                <a:latin typeface="Calibri"/>
                <a:ea typeface="Calibri"/>
                <a:cs typeface="Calibri"/>
                <a:sym typeface="Calibri"/>
              </a:rPr>
              <a:t>Nhược điểm của phương pháp là lỗi cấu trúc được phát hiện ở các bước cuối cùng, do đó chi phí xây dựng phần mềm sẽ bị tăng.</a:t>
            </a:r>
            <a:endParaRPr sz="2400">
              <a:solidFill>
                <a:srgbClr val="632423"/>
              </a:solidFill>
              <a:latin typeface="Calibri"/>
              <a:ea typeface="Calibri"/>
              <a:cs typeface="Calibri"/>
              <a:sym typeface="Calibri"/>
            </a:endParaRPr>
          </a:p>
          <a:p>
            <a:pPr indent="-215900" lvl="1" marL="895350" rtl="0" algn="just">
              <a:spcBef>
                <a:spcPts val="1083"/>
              </a:spcBef>
              <a:spcAft>
                <a:spcPts val="0"/>
              </a:spcAft>
              <a:buClr>
                <a:srgbClr val="FF0066"/>
              </a:buClr>
              <a:buSzPts val="2000"/>
              <a:buNone/>
            </a:pPr>
            <a:r>
              <a:t/>
            </a:r>
            <a:endParaRPr sz="2000">
              <a:solidFill>
                <a:srgbClr val="632423"/>
              </a:solidFill>
              <a:latin typeface="Calibri"/>
              <a:ea typeface="Calibri"/>
              <a:cs typeface="Calibri"/>
              <a:sym typeface="Calibri"/>
            </a:endParaRPr>
          </a:p>
        </p:txBody>
      </p:sp>
      <p:cxnSp>
        <p:nvCxnSpPr>
          <p:cNvPr id="363" name="Google Shape;363;p31"/>
          <p:cNvCxnSpPr/>
          <p:nvPr/>
        </p:nvCxnSpPr>
        <p:spPr>
          <a:xfrm>
            <a:off x="390972" y="1090836"/>
            <a:ext cx="9478053" cy="0"/>
          </a:xfrm>
          <a:prstGeom prst="straightConnector1">
            <a:avLst/>
          </a:prstGeom>
          <a:noFill/>
          <a:ln cap="flat" cmpd="sng" w="50800">
            <a:solidFill>
              <a:srgbClr val="E36C09"/>
            </a:solidFill>
            <a:prstDash val="solid"/>
            <a:round/>
            <a:headEnd len="sm" w="sm" type="none"/>
            <a:tailEnd len="sm" w="sm" type="none"/>
          </a:ln>
        </p:spPr>
      </p:cxnSp>
      <p:sp>
        <p:nvSpPr>
          <p:cNvPr id="364" name="Google Shape;364;p31"/>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sp>
        <p:nvSpPr>
          <p:cNvPr id="365" name="Google Shape;365;p31"/>
          <p:cNvSpPr txBox="1"/>
          <p:nvPr/>
        </p:nvSpPr>
        <p:spPr>
          <a:xfrm>
            <a:off x="6920905" y="0"/>
            <a:ext cx="3384000" cy="1080000"/>
          </a:xfrm>
          <a:prstGeom prst="rect">
            <a:avLst/>
          </a:prstGeom>
          <a:solidFill>
            <a:srgbClr val="366092"/>
          </a:solidFill>
          <a:ln>
            <a:noFill/>
          </a:ln>
        </p:spPr>
        <p:txBody>
          <a:bodyPr anchorCtr="0" anchor="ctr" bIns="52050" lIns="104100" spcFirstLastPara="1" rIns="104100" wrap="square" tIns="52050">
            <a:normAutofit/>
          </a:bodyPr>
          <a:lstStyle/>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1. Kiểm thử hộp đen </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2. Kiểm thử hộp trắng</a:t>
            </a:r>
            <a:endParaRPr/>
          </a:p>
          <a:p>
            <a:pPr indent="0" lvl="1" marL="0" marR="0" rtl="0" algn="l">
              <a:spcBef>
                <a:spcPts val="0"/>
              </a:spcBef>
              <a:spcAft>
                <a:spcPts val="0"/>
              </a:spcAft>
              <a:buNone/>
            </a:pPr>
            <a:r>
              <a:rPr b="0" i="0" lang="en-US" sz="1600" u="none" cap="none" strike="noStrike">
                <a:solidFill>
                  <a:schemeClr val="dk2"/>
                </a:solidFill>
                <a:latin typeface="Calibri"/>
                <a:ea typeface="Calibri"/>
                <a:cs typeface="Calibri"/>
                <a:sym typeface="Calibri"/>
              </a:rPr>
              <a:t>3. Kiểm thử trên xuống</a:t>
            </a:r>
            <a:endParaRPr/>
          </a:p>
          <a:p>
            <a:pPr indent="0" lvl="1" marL="0" marR="0" rtl="0" algn="l">
              <a:spcBef>
                <a:spcPts val="0"/>
              </a:spcBef>
              <a:spcAft>
                <a:spcPts val="0"/>
              </a:spcAft>
              <a:buNone/>
            </a:pPr>
            <a:r>
              <a:rPr b="1" i="0" lang="en-US" sz="1600" u="none" cap="none" strike="noStrike">
                <a:solidFill>
                  <a:srgbClr val="E36C09"/>
                </a:solidFill>
                <a:latin typeface="Calibri"/>
                <a:ea typeface="Calibri"/>
                <a:cs typeface="Calibri"/>
                <a:sym typeface="Calibri"/>
              </a:rPr>
              <a:t>4. Kiểm thử dưới lên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9" name="Shape 369"/>
        <p:cNvGrpSpPr/>
        <p:nvPr/>
      </p:nvGrpSpPr>
      <p:grpSpPr>
        <a:xfrm>
          <a:off x="0" y="0"/>
          <a:ext cx="0" cy="0"/>
          <a:chOff x="0" y="0"/>
          <a:chExt cx="0" cy="0"/>
        </a:xfrm>
      </p:grpSpPr>
      <p:pic>
        <p:nvPicPr>
          <p:cNvPr id="370" name="Google Shape;370;p32"/>
          <p:cNvPicPr preferRelativeResize="0"/>
          <p:nvPr/>
        </p:nvPicPr>
        <p:blipFill rotWithShape="1">
          <a:blip r:embed="rId3">
            <a:alphaModFix/>
          </a:blip>
          <a:srcRect b="0" l="0" r="10000" t="0"/>
          <a:stretch/>
        </p:blipFill>
        <p:spPr>
          <a:xfrm>
            <a:off x="20" y="10"/>
            <a:ext cx="10286980" cy="6857990"/>
          </a:xfrm>
          <a:prstGeom prst="rect">
            <a:avLst/>
          </a:prstGeom>
          <a:noFill/>
          <a:ln>
            <a:noFill/>
          </a:ln>
        </p:spPr>
      </p:pic>
      <p:sp>
        <p:nvSpPr>
          <p:cNvPr id="371" name="Google Shape;371;p32"/>
          <p:cNvSpPr/>
          <p:nvPr/>
        </p:nvSpPr>
        <p:spPr>
          <a:xfrm>
            <a:off x="0" y="5320142"/>
            <a:ext cx="10287000" cy="736551"/>
          </a:xfrm>
          <a:prstGeom prst="rect">
            <a:avLst/>
          </a:prstGeom>
          <a:solidFill>
            <a:schemeClr val="lt1">
              <a:alpha val="9294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lt1"/>
              </a:solidFill>
              <a:latin typeface="Calibri"/>
              <a:ea typeface="Calibri"/>
              <a:cs typeface="Calibri"/>
              <a:sym typeface="Calibri"/>
            </a:endParaRPr>
          </a:p>
        </p:txBody>
      </p:sp>
      <p:sp>
        <p:nvSpPr>
          <p:cNvPr id="372" name="Google Shape;372;p32"/>
          <p:cNvSpPr txBox="1"/>
          <p:nvPr>
            <p:ph type="title"/>
          </p:nvPr>
        </p:nvSpPr>
        <p:spPr>
          <a:xfrm>
            <a:off x="442019" y="5317240"/>
            <a:ext cx="9459218"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300"/>
              <a:buFont typeface="Calibri"/>
              <a:buNone/>
            </a:pPr>
            <a:r>
              <a:t/>
            </a:r>
            <a:endParaRPr sz="3300">
              <a:solidFill>
                <a:srgbClr val="262626"/>
              </a:solidFill>
            </a:endParaRPr>
          </a:p>
        </p:txBody>
      </p:sp>
      <p:cxnSp>
        <p:nvCxnSpPr>
          <p:cNvPr id="373" name="Google Shape;373;p32"/>
          <p:cNvCxnSpPr/>
          <p:nvPr/>
        </p:nvCxnSpPr>
        <p:spPr>
          <a:xfrm>
            <a:off x="0" y="5241983"/>
            <a:ext cx="10287000" cy="0"/>
          </a:xfrm>
          <a:prstGeom prst="straightConnector1">
            <a:avLst/>
          </a:prstGeom>
          <a:noFill/>
          <a:ln cap="flat" cmpd="sng" w="41275">
            <a:solidFill>
              <a:schemeClr val="lt1">
                <a:alpha val="89803"/>
              </a:schemeClr>
            </a:solidFill>
            <a:prstDash val="solid"/>
            <a:round/>
            <a:headEnd len="sm" w="sm" type="none"/>
            <a:tailEnd len="sm" w="sm" type="none"/>
          </a:ln>
        </p:spPr>
      </p:cxnSp>
      <p:cxnSp>
        <p:nvCxnSpPr>
          <p:cNvPr id="374" name="Google Shape;374;p32"/>
          <p:cNvCxnSpPr/>
          <p:nvPr/>
        </p:nvCxnSpPr>
        <p:spPr>
          <a:xfrm>
            <a:off x="0" y="6134852"/>
            <a:ext cx="10287000" cy="0"/>
          </a:xfrm>
          <a:prstGeom prst="straightConnector1">
            <a:avLst/>
          </a:prstGeom>
          <a:noFill/>
          <a:ln cap="flat" cmpd="sng" w="41275">
            <a:solidFill>
              <a:schemeClr val="lt1">
                <a:alpha val="89803"/>
              </a:schemeClr>
            </a:solidFill>
            <a:prstDash val="solid"/>
            <a:round/>
            <a:headEnd len="sm" w="sm" type="none"/>
            <a:tailEnd len="sm" w="sm" type="none"/>
          </a:ln>
        </p:spPr>
      </p:cxnSp>
      <p:sp>
        <p:nvSpPr>
          <p:cNvPr id="375" name="Google Shape;375;p32"/>
          <p:cNvSpPr txBox="1"/>
          <p:nvPr>
            <p:ph idx="12" type="sldNum"/>
          </p:nvPr>
        </p:nvSpPr>
        <p:spPr>
          <a:xfrm>
            <a:off x="7265193" y="6356350"/>
            <a:ext cx="231457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200">
                <a:solidFill>
                  <a:srgbClr val="FFFFFF"/>
                </a:solidFill>
              </a:rPr>
              <a:t>‹#›</a:t>
            </a:fld>
            <a:endParaRPr sz="1200">
              <a:solidFill>
                <a:srgbClr val="FFFFFF"/>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9" name="Shape 379"/>
        <p:cNvGrpSpPr/>
        <p:nvPr/>
      </p:nvGrpSpPr>
      <p:grpSpPr>
        <a:xfrm>
          <a:off x="0" y="0"/>
          <a:ext cx="0" cy="0"/>
          <a:chOff x="0" y="0"/>
          <a:chExt cx="0" cy="0"/>
        </a:xfrm>
      </p:grpSpPr>
      <p:sp>
        <p:nvSpPr>
          <p:cNvPr id="380" name="Google Shape;380;p33"/>
          <p:cNvSpPr/>
          <p:nvPr/>
        </p:nvSpPr>
        <p:spPr>
          <a:xfrm>
            <a:off x="0" y="5320142"/>
            <a:ext cx="10287000" cy="736551"/>
          </a:xfrm>
          <a:prstGeom prst="rect">
            <a:avLst/>
          </a:prstGeom>
          <a:solidFill>
            <a:schemeClr val="lt1">
              <a:alpha val="92941"/>
            </a:scheme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000" u="none" cap="none" strike="noStrike">
              <a:solidFill>
                <a:schemeClr val="lt1"/>
              </a:solidFill>
              <a:latin typeface="Calibri"/>
              <a:ea typeface="Calibri"/>
              <a:cs typeface="Calibri"/>
              <a:sym typeface="Calibri"/>
            </a:endParaRPr>
          </a:p>
        </p:txBody>
      </p:sp>
      <p:sp>
        <p:nvSpPr>
          <p:cNvPr id="381" name="Google Shape;381;p33"/>
          <p:cNvSpPr txBox="1"/>
          <p:nvPr>
            <p:ph type="title"/>
          </p:nvPr>
        </p:nvSpPr>
        <p:spPr>
          <a:xfrm>
            <a:off x="442019" y="5317240"/>
            <a:ext cx="9459218" cy="744836"/>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300"/>
              <a:buFont typeface="Calibri"/>
              <a:buNone/>
            </a:pPr>
            <a:r>
              <a:t/>
            </a:r>
            <a:endParaRPr sz="3300">
              <a:solidFill>
                <a:srgbClr val="262626"/>
              </a:solidFill>
            </a:endParaRPr>
          </a:p>
        </p:txBody>
      </p:sp>
      <p:cxnSp>
        <p:nvCxnSpPr>
          <p:cNvPr id="382" name="Google Shape;382;p33"/>
          <p:cNvCxnSpPr/>
          <p:nvPr/>
        </p:nvCxnSpPr>
        <p:spPr>
          <a:xfrm>
            <a:off x="0" y="5241983"/>
            <a:ext cx="10287000" cy="0"/>
          </a:xfrm>
          <a:prstGeom prst="straightConnector1">
            <a:avLst/>
          </a:prstGeom>
          <a:noFill/>
          <a:ln cap="flat" cmpd="sng" w="41275">
            <a:solidFill>
              <a:schemeClr val="lt1">
                <a:alpha val="89803"/>
              </a:schemeClr>
            </a:solidFill>
            <a:prstDash val="solid"/>
            <a:round/>
            <a:headEnd len="sm" w="sm" type="none"/>
            <a:tailEnd len="sm" w="sm" type="none"/>
          </a:ln>
        </p:spPr>
      </p:cxnSp>
      <p:cxnSp>
        <p:nvCxnSpPr>
          <p:cNvPr id="383" name="Google Shape;383;p33"/>
          <p:cNvCxnSpPr/>
          <p:nvPr/>
        </p:nvCxnSpPr>
        <p:spPr>
          <a:xfrm>
            <a:off x="0" y="6134852"/>
            <a:ext cx="10287000" cy="0"/>
          </a:xfrm>
          <a:prstGeom prst="straightConnector1">
            <a:avLst/>
          </a:prstGeom>
          <a:noFill/>
          <a:ln cap="flat" cmpd="sng" w="41275">
            <a:solidFill>
              <a:schemeClr val="lt1">
                <a:alpha val="89803"/>
              </a:schemeClr>
            </a:solidFill>
            <a:prstDash val="solid"/>
            <a:round/>
            <a:headEnd len="sm" w="sm" type="none"/>
            <a:tailEnd len="sm" w="sm" type="none"/>
          </a:ln>
        </p:spPr>
      </p:cxnSp>
      <p:sp>
        <p:nvSpPr>
          <p:cNvPr id="384" name="Google Shape;384;p33"/>
          <p:cNvSpPr txBox="1"/>
          <p:nvPr>
            <p:ph idx="12" type="sldNum"/>
          </p:nvPr>
        </p:nvSpPr>
        <p:spPr>
          <a:xfrm>
            <a:off x="7265193" y="6356350"/>
            <a:ext cx="2314575" cy="365125"/>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None/>
            </a:pPr>
            <a:fld id="{00000000-1234-1234-1234-123412341234}" type="slidenum">
              <a:rPr lang="en-US" sz="1200">
                <a:solidFill>
                  <a:srgbClr val="FFFFFF"/>
                </a:solidFill>
              </a:rPr>
              <a:t>‹#›</a:t>
            </a:fld>
            <a:endParaRPr sz="1200">
              <a:solidFill>
                <a:srgbClr val="FFFFFF"/>
              </a:solidFill>
            </a:endParaRPr>
          </a:p>
        </p:txBody>
      </p:sp>
      <p:pic>
        <p:nvPicPr>
          <p:cNvPr id="385" name="Google Shape;385;p33"/>
          <p:cNvPicPr preferRelativeResize="0"/>
          <p:nvPr/>
        </p:nvPicPr>
        <p:blipFill rotWithShape="1">
          <a:blip r:embed="rId3">
            <a:alphaModFix/>
          </a:blip>
          <a:srcRect b="0" l="0" r="0" t="0"/>
          <a:stretch/>
        </p:blipFill>
        <p:spPr>
          <a:xfrm>
            <a:off x="385763" y="115835"/>
            <a:ext cx="9515474" cy="64940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4"/>
          <p:cNvSpPr txBox="1"/>
          <p:nvPr>
            <p:ph type="title"/>
          </p:nvPr>
        </p:nvSpPr>
        <p:spPr>
          <a:xfrm>
            <a:off x="514350" y="274641"/>
            <a:ext cx="9258300" cy="1143001"/>
          </a:xfrm>
          <a:prstGeom prst="rect">
            <a:avLst/>
          </a:prstGeom>
          <a:noFill/>
          <a:ln>
            <a:noFill/>
          </a:ln>
        </p:spPr>
        <p:txBody>
          <a:bodyPr anchorCtr="0" anchor="ctr" bIns="52050" lIns="104100" spcFirstLastPara="1" rIns="104100" wrap="square" tIns="52050">
            <a:normAutofit/>
          </a:bodyPr>
          <a:lstStyle/>
          <a:p>
            <a:pPr indent="0" lvl="0" marL="0" rtl="0" algn="ctr">
              <a:spcBef>
                <a:spcPts val="0"/>
              </a:spcBef>
              <a:spcAft>
                <a:spcPts val="0"/>
              </a:spcAft>
              <a:buClr>
                <a:schemeClr val="dk1"/>
              </a:buClr>
              <a:buSzPts val="5000"/>
              <a:buFont typeface="Calibri"/>
              <a:buNone/>
            </a:pPr>
            <a:r>
              <a:t/>
            </a:r>
            <a:endParaRPr/>
          </a:p>
        </p:txBody>
      </p:sp>
      <p:sp>
        <p:nvSpPr>
          <p:cNvPr id="391" name="Google Shape;391;p34"/>
          <p:cNvSpPr txBox="1"/>
          <p:nvPr>
            <p:ph idx="12" type="sldNum"/>
          </p:nvPr>
        </p:nvSpPr>
        <p:spPr>
          <a:xfrm>
            <a:off x="7372350" y="6356353"/>
            <a:ext cx="2400300" cy="365125"/>
          </a:xfrm>
          <a:prstGeom prst="rect">
            <a:avLst/>
          </a:prstGeom>
          <a:noFill/>
          <a:ln>
            <a:noFill/>
          </a:ln>
        </p:spPr>
        <p:txBody>
          <a:bodyPr anchorCtr="0" anchor="ctr" bIns="52050" lIns="104100" spcFirstLastPara="1" rIns="104100" wrap="square" tIns="52050">
            <a:noAutofit/>
          </a:bodyPr>
          <a:lstStyle/>
          <a:p>
            <a:pPr indent="0" lvl="0" marL="0" rtl="0" algn="r">
              <a:spcBef>
                <a:spcPts val="0"/>
              </a:spcBef>
              <a:spcAft>
                <a:spcPts val="0"/>
              </a:spcAft>
              <a:buNone/>
            </a:pPr>
            <a:fld id="{00000000-1234-1234-1234-123412341234}" type="slidenum">
              <a:rPr lang="en-US"/>
              <a:t>‹#›</a:t>
            </a:fld>
            <a:endParaRPr/>
          </a:p>
        </p:txBody>
      </p:sp>
      <p:pic>
        <p:nvPicPr>
          <p:cNvPr id="392" name="Google Shape;392;p34"/>
          <p:cNvPicPr preferRelativeResize="0"/>
          <p:nvPr/>
        </p:nvPicPr>
        <p:blipFill rotWithShape="1">
          <a:blip r:embed="rId3">
            <a:alphaModFix/>
          </a:blip>
          <a:srcRect b="0" l="0" r="0" t="0"/>
          <a:stretch/>
        </p:blipFill>
        <p:spPr>
          <a:xfrm>
            <a:off x="2146169" y="1836016"/>
            <a:ext cx="5583051" cy="26549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Custom 1">
      <a:dk1>
        <a:srgbClr val="000000"/>
      </a:dk1>
      <a:lt1>
        <a:srgbClr val="FFFFFF"/>
      </a:lt1>
      <a:dk2>
        <a:srgbClr val="FFFFFF"/>
      </a:dk2>
      <a:lt2>
        <a:srgbClr val="FFFFFF"/>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2019-03-19T08:11:35Z</dcterms:created>
  <dc:creator>Bui Thi Hong Nhung</dc:creator>
</cp:coreProperties>
</file>