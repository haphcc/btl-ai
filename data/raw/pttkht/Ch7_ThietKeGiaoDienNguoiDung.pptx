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04"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310" r:id="rId39"/>
    <p:sldId id="297" r:id="rId40"/>
    <p:sldId id="307" r:id="rId41"/>
    <p:sldId id="308" r:id="rId42"/>
    <p:sldId id="309" r:id="rId43"/>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1076"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9FE7252B-E66E-420A-A276-6EA3410518CA}" type="datetimeFigureOut">
              <a:rPr lang="en-US" smtClean="0"/>
              <a:t>22/09/2022</a:t>
            </a:fld>
            <a:endParaRPr lang="en-US"/>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0ACDBB30-9601-4B9D-932B-F42633371D34}" type="slidenum">
              <a:rPr lang="en-US" smtClean="0"/>
              <a:t>‹#›</a:t>
            </a:fld>
            <a:endParaRPr lang="en-US"/>
          </a:p>
        </p:txBody>
      </p:sp>
    </p:spTree>
    <p:extLst>
      <p:ext uri="{BB962C8B-B14F-4D97-AF65-F5344CB8AC3E}">
        <p14:creationId xmlns:p14="http://schemas.microsoft.com/office/powerpoint/2010/main" val="4256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smtClean="0">
                <a:solidFill>
                  <a:schemeClr val="tx1"/>
                </a:solidFill>
                <a:effectLst/>
                <a:latin typeface="+mn-lt"/>
                <a:ea typeface="+mn-ea"/>
                <a:cs typeface="+mn-cs"/>
              </a:rPr>
              <a:t>Wireframe</a:t>
            </a:r>
            <a:r>
              <a:rPr lang="en-US" sz="1200" kern="1200" baseline="0" smtClean="0">
                <a:solidFill>
                  <a:schemeClr val="tx1"/>
                </a:solidFill>
                <a:effectLst/>
                <a:latin typeface="+mn-lt"/>
                <a:ea typeface="+mn-ea"/>
                <a:cs typeface="+mn-cs"/>
              </a:rPr>
              <a:t> </a:t>
            </a:r>
            <a:r>
              <a:rPr lang="en-US" sz="1200" kern="1200" smtClean="0">
                <a:solidFill>
                  <a:schemeClr val="tx1"/>
                </a:solidFill>
                <a:effectLst/>
                <a:latin typeface="+mn-lt"/>
                <a:ea typeface="+mn-ea"/>
                <a:cs typeface="+mn-cs"/>
              </a:rPr>
              <a:t>Chưa cần thông tin cụ thể và màu sắc cụ thể. Khách hàng có thể hình dung ban đầu về khối nghiệp vụ của mình.</a:t>
            </a:r>
          </a:p>
          <a:p>
            <a:r>
              <a:rPr lang="en-US" sz="1200" kern="1200" smtClean="0">
                <a:solidFill>
                  <a:schemeClr val="tx1"/>
                </a:solidFill>
                <a:effectLst/>
                <a:latin typeface="+mn-lt"/>
                <a:ea typeface="+mn-ea"/>
                <a:cs typeface="+mn-cs"/>
              </a:rPr>
              <a:t>Nhưng chưa tối ưu </a:t>
            </a:r>
            <a:r>
              <a:rPr lang="en-US" sz="1200" kern="1200" smtClean="0">
                <a:solidFill>
                  <a:schemeClr val="tx1"/>
                </a:solidFill>
                <a:effectLst/>
                <a:latin typeface="+mn-lt"/>
                <a:ea typeface="+mn-ea"/>
                <a:cs typeface="+mn-cs"/>
                <a:sym typeface="Wingdings" panose="05000000000000000000" pitchFamily="2" charset="2"/>
              </a:rPr>
              <a:t></a:t>
            </a:r>
            <a:r>
              <a:rPr lang="en-US" sz="1200" kern="1200" smtClean="0">
                <a:solidFill>
                  <a:schemeClr val="tx1"/>
                </a:solidFill>
                <a:effectLst/>
                <a:latin typeface="+mn-lt"/>
                <a:ea typeface="+mn-ea"/>
                <a:cs typeface="+mn-cs"/>
              </a:rPr>
              <a:t> sử dụng mockup là phác thảo gần với gian diện thực</a:t>
            </a:r>
          </a:p>
          <a:p>
            <a:r>
              <a:rPr lang="en-US" sz="1200" kern="1200" smtClean="0">
                <a:solidFill>
                  <a:schemeClr val="tx1"/>
                </a:solidFill>
                <a:effectLst/>
                <a:latin typeface="+mn-lt"/>
                <a:ea typeface="+mn-ea"/>
                <a:cs typeface="+mn-cs"/>
              </a:rPr>
              <a:t>Có nội dung, màu sắc, …thể hiện được các trường thông tin có dạng text, số, combo…</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Prototype: có thể kết nối, chuyển động từ chức năng này sang chức năng khác nhưng chưa phải là phần mềm, chưa xử lý được dữ liệu bên dưới.</a:t>
            </a:r>
          </a:p>
          <a:p>
            <a:endParaRPr lang="en-US"/>
          </a:p>
        </p:txBody>
      </p:sp>
      <p:sp>
        <p:nvSpPr>
          <p:cNvPr id="4" name="Slide Number Placeholder 3"/>
          <p:cNvSpPr>
            <a:spLocks noGrp="1"/>
          </p:cNvSpPr>
          <p:nvPr>
            <p:ph type="sldNum" sz="quarter" idx="10"/>
          </p:nvPr>
        </p:nvSpPr>
        <p:spPr/>
        <p:txBody>
          <a:bodyPr/>
          <a:lstStyle/>
          <a:p>
            <a:fld id="{0ACDBB30-9601-4B9D-932B-F42633371D34}" type="slidenum">
              <a:rPr lang="en-US" smtClean="0"/>
              <a:t>38</a:t>
            </a:fld>
            <a:endParaRPr lang="en-US"/>
          </a:p>
        </p:txBody>
      </p:sp>
    </p:spTree>
    <p:extLst>
      <p:ext uri="{BB962C8B-B14F-4D97-AF65-F5344CB8AC3E}">
        <p14:creationId xmlns:p14="http://schemas.microsoft.com/office/powerpoint/2010/main" val="41417425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3644900" y="7505700"/>
            <a:ext cx="2768600" cy="266700"/>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919486" y="776489"/>
            <a:ext cx="8138021" cy="675798"/>
          </a:xfrm>
          <a:prstGeom prst="rect">
            <a:avLst/>
          </a:prstGeom>
          <a:blipFill>
            <a:blip r:embed="rId3" cstate="print"/>
            <a:stretch>
              <a:fillRect/>
            </a:stretch>
          </a:blipFill>
        </p:spPr>
        <p:txBody>
          <a:bodyPr wrap="square" lIns="0" tIns="0" rIns="0" bIns="0" rtlCol="0"/>
          <a:lstStyle/>
          <a:p>
            <a:endParaRPr/>
          </a:p>
        </p:txBody>
      </p:sp>
      <p:sp>
        <p:nvSpPr>
          <p:cNvPr id="18" name="bk object 18"/>
          <p:cNvSpPr/>
          <p:nvPr/>
        </p:nvSpPr>
        <p:spPr>
          <a:xfrm>
            <a:off x="913090" y="6782103"/>
            <a:ext cx="8218170" cy="0"/>
          </a:xfrm>
          <a:custGeom>
            <a:avLst/>
            <a:gdLst/>
            <a:ahLst/>
            <a:cxnLst/>
            <a:rect l="l" t="t" r="r" b="b"/>
            <a:pathLst>
              <a:path w="8218170">
                <a:moveTo>
                  <a:pt x="0" y="0"/>
                </a:moveTo>
                <a:lnTo>
                  <a:pt x="8217818" y="0"/>
                </a:lnTo>
              </a:path>
            </a:pathLst>
          </a:custGeom>
          <a:ln w="10672">
            <a:solidFill>
              <a:srgbClr val="7E7E7E"/>
            </a:solidFill>
          </a:ln>
        </p:spPr>
        <p:txBody>
          <a:bodyPr wrap="square" lIns="0" tIns="0" rIns="0" bIns="0" rtlCol="0"/>
          <a:lstStyle/>
          <a:p>
            <a:endParaRPr/>
          </a:p>
        </p:txBody>
      </p:sp>
      <p:sp>
        <p:nvSpPr>
          <p:cNvPr id="19" name="bk object 19"/>
          <p:cNvSpPr/>
          <p:nvPr/>
        </p:nvSpPr>
        <p:spPr>
          <a:xfrm>
            <a:off x="684818" y="682517"/>
            <a:ext cx="2107718" cy="686117"/>
          </a:xfrm>
          <a:prstGeom prst="rect">
            <a:avLst/>
          </a:prstGeom>
          <a:blipFill>
            <a:blip r:embed="rId4" cstate="print"/>
            <a:stretch>
              <a:fillRect/>
            </a:stretch>
          </a:blipFill>
        </p:spPr>
        <p:txBody>
          <a:bodyPr wrap="square" lIns="0" tIns="0" rIns="0" bIns="0" rtlCol="0"/>
          <a:lstStyle/>
          <a:p>
            <a:endParaRPr/>
          </a:p>
        </p:txBody>
      </p:sp>
      <p:sp>
        <p:nvSpPr>
          <p:cNvPr id="20" name="bk object 20"/>
          <p:cNvSpPr/>
          <p:nvPr/>
        </p:nvSpPr>
        <p:spPr>
          <a:xfrm>
            <a:off x="1103318" y="2226663"/>
            <a:ext cx="133920" cy="139396"/>
          </a:xfrm>
          <a:prstGeom prst="rect">
            <a:avLst/>
          </a:prstGeom>
          <a:blipFill>
            <a:blip r:embed="rId5" cstate="print"/>
            <a:stretch>
              <a:fillRect/>
            </a:stretch>
          </a:blipFill>
        </p:spPr>
        <p:txBody>
          <a:bodyPr wrap="square" lIns="0" tIns="0" rIns="0" bIns="0" rtlCol="0"/>
          <a:lstStyle/>
          <a:p>
            <a:endParaRPr/>
          </a:p>
        </p:txBody>
      </p:sp>
      <p:sp>
        <p:nvSpPr>
          <p:cNvPr id="21" name="bk object 21"/>
          <p:cNvSpPr/>
          <p:nvPr/>
        </p:nvSpPr>
        <p:spPr>
          <a:xfrm>
            <a:off x="1103318" y="2700846"/>
            <a:ext cx="133920" cy="139395"/>
          </a:xfrm>
          <a:prstGeom prst="rect">
            <a:avLst/>
          </a:prstGeom>
          <a:blipFill>
            <a:blip r:embed="rId6" cstate="print"/>
            <a:stretch>
              <a:fillRect/>
            </a:stretch>
          </a:blipFill>
        </p:spPr>
        <p:txBody>
          <a:bodyPr wrap="square" lIns="0" tIns="0" rIns="0" bIns="0" rtlCol="0"/>
          <a:lstStyle/>
          <a:p>
            <a:endParaRPr/>
          </a:p>
        </p:txBody>
      </p:sp>
      <p:sp>
        <p:nvSpPr>
          <p:cNvPr id="22" name="bk object 22"/>
          <p:cNvSpPr/>
          <p:nvPr/>
        </p:nvSpPr>
        <p:spPr>
          <a:xfrm>
            <a:off x="1093829" y="3154743"/>
            <a:ext cx="119059" cy="136037"/>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ctrTitle"/>
          </p:nvPr>
        </p:nvSpPr>
        <p:spPr>
          <a:xfrm>
            <a:off x="1005979" y="835971"/>
            <a:ext cx="8046440" cy="452119"/>
          </a:xfrm>
          <a:prstGeom prst="rect">
            <a:avLst/>
          </a:prstGeom>
        </p:spPr>
        <p:txBody>
          <a:bodyPr wrap="square" lIns="0" tIns="0" rIns="0" bIns="0">
            <a:spAutoFit/>
          </a:bodyPr>
          <a:lstStyle>
            <a:lvl1pPr>
              <a:defRPr sz="2800" b="1" i="0">
                <a:solidFill>
                  <a:srgbClr val="0070BF"/>
                </a:solidFill>
                <a:latin typeface="Tahoma"/>
                <a:cs typeface="Tahoma"/>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001F60"/>
                </a:solidFill>
                <a:latin typeface="Tahoma"/>
                <a:cs typeface="Tahoma"/>
              </a:defRPr>
            </a:lvl1pPr>
          </a:lstStyle>
          <a:p>
            <a:pPr marL="12700">
              <a:lnSpc>
                <a:spcPct val="100000"/>
              </a:lnSpc>
              <a:spcBef>
                <a:spcPts val="100"/>
              </a:spcBef>
            </a:pPr>
            <a:r>
              <a:rPr spc="-5" dirty="0"/>
              <a:t>Thiết kế giao</a:t>
            </a:r>
            <a:r>
              <a:rPr spc="-55" dirty="0"/>
              <a:t> </a:t>
            </a:r>
            <a:r>
              <a:rPr spc="-5" dirty="0"/>
              <a:t>diện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22/09/2022</a:t>
            </a:fld>
            <a:endParaRPr lang="en-US"/>
          </a:p>
        </p:txBody>
      </p:sp>
      <p:sp>
        <p:nvSpPr>
          <p:cNvPr id="6" name="Holder 6"/>
          <p:cNvSpPr>
            <a:spLocks noGrp="1"/>
          </p:cNvSpPr>
          <p:nvPr>
            <p:ph type="sldNum" sz="quarter" idx="7"/>
          </p:nvPr>
        </p:nvSpPr>
        <p:spPr/>
        <p:txBody>
          <a:bodyPr lIns="0" tIns="0" rIns="0" bIns="0"/>
          <a:lstStyle>
            <a:lvl1pPr>
              <a:defRPr sz="1200" b="0" i="0">
                <a:solidFill>
                  <a:srgbClr val="898989"/>
                </a:solidFill>
                <a:latin typeface="Tahoma"/>
                <a:cs typeface="Tahoma"/>
              </a:defRPr>
            </a:lvl1pPr>
          </a:lstStyle>
          <a:p>
            <a:pPr marL="108585">
              <a:lnSpc>
                <a:spcPct val="100000"/>
              </a:lnSpc>
              <a:spcBef>
                <a:spcPts val="100"/>
              </a:spcBef>
            </a:pPr>
            <a:fld id="{81D60167-4931-47E6-BA6A-407CBD079E47}" type="slidenum">
              <a:rPr spc="-5" dirty="0"/>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18" name="bk object 18"/>
          <p:cNvSpPr/>
          <p:nvPr/>
        </p:nvSpPr>
        <p:spPr>
          <a:xfrm>
            <a:off x="913090" y="6782103"/>
            <a:ext cx="8218170" cy="0"/>
          </a:xfrm>
          <a:custGeom>
            <a:avLst/>
            <a:gdLst/>
            <a:ahLst/>
            <a:cxnLst/>
            <a:rect l="l" t="t" r="r" b="b"/>
            <a:pathLst>
              <a:path w="8218170">
                <a:moveTo>
                  <a:pt x="0" y="0"/>
                </a:moveTo>
                <a:lnTo>
                  <a:pt x="8217818" y="0"/>
                </a:lnTo>
              </a:path>
            </a:pathLst>
          </a:custGeom>
          <a:ln w="10672">
            <a:solidFill>
              <a:srgbClr val="7E7E7E"/>
            </a:solidFill>
          </a:ln>
        </p:spPr>
        <p:txBody>
          <a:bodyPr wrap="square" lIns="0" tIns="0" rIns="0" bIns="0" rtlCol="0"/>
          <a:lstStyle/>
          <a:p>
            <a:endParaRPr/>
          </a:p>
        </p:txBody>
      </p:sp>
      <p:sp>
        <p:nvSpPr>
          <p:cNvPr id="3" name="Holder 3"/>
          <p:cNvSpPr>
            <a:spLocks noGrp="1"/>
          </p:cNvSpPr>
          <p:nvPr>
            <p:ph type="body" idx="1"/>
          </p:nvPr>
        </p:nvSpPr>
        <p:spPr/>
        <p:txBody>
          <a:bodyPr lIns="0" tIns="0" rIns="0" bIns="0"/>
          <a:lstStyle>
            <a:lvl1pPr>
              <a:defRPr sz="2400" b="0" i="0">
                <a:solidFill>
                  <a:srgbClr val="953634"/>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001F60"/>
                </a:solidFill>
                <a:latin typeface="Tahoma"/>
                <a:cs typeface="Tahoma"/>
              </a:defRPr>
            </a:lvl1pPr>
          </a:lstStyle>
          <a:p>
            <a:pPr marL="12700">
              <a:lnSpc>
                <a:spcPct val="100000"/>
              </a:lnSpc>
              <a:spcBef>
                <a:spcPts val="100"/>
              </a:spcBef>
            </a:pPr>
            <a:r>
              <a:rPr spc="-5" dirty="0"/>
              <a:t>Thiết kế giao</a:t>
            </a:r>
            <a:r>
              <a:rPr spc="-55" dirty="0"/>
              <a:t> </a:t>
            </a:r>
            <a:r>
              <a:rPr spc="-5" dirty="0"/>
              <a:t>diện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22/09/2022</a:t>
            </a:fld>
            <a:endParaRPr lang="en-US"/>
          </a:p>
        </p:txBody>
      </p:sp>
      <p:sp>
        <p:nvSpPr>
          <p:cNvPr id="6" name="Holder 6"/>
          <p:cNvSpPr>
            <a:spLocks noGrp="1"/>
          </p:cNvSpPr>
          <p:nvPr>
            <p:ph type="sldNum" sz="quarter" idx="7"/>
          </p:nvPr>
        </p:nvSpPr>
        <p:spPr/>
        <p:txBody>
          <a:bodyPr lIns="0" tIns="0" rIns="0" bIns="0"/>
          <a:lstStyle>
            <a:lvl1pPr>
              <a:defRPr sz="1200" b="0" i="0">
                <a:solidFill>
                  <a:srgbClr val="898989"/>
                </a:solidFill>
                <a:latin typeface="Tahoma"/>
                <a:cs typeface="Tahoma"/>
              </a:defRPr>
            </a:lvl1pPr>
          </a:lstStyle>
          <a:p>
            <a:pPr marL="108585">
              <a:lnSpc>
                <a:spcPct val="100000"/>
              </a:lnSpc>
              <a:spcBef>
                <a:spcPts val="100"/>
              </a:spcBef>
            </a:pPr>
            <a:fld id="{81D60167-4931-47E6-BA6A-407CBD079E47}" type="slidenum">
              <a:rPr spc="-5" dirty="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70BF"/>
                </a:solidFill>
                <a:latin typeface="Tahoma"/>
                <a:cs typeface="Tahoma"/>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001F60"/>
                </a:solidFill>
                <a:latin typeface="Tahoma"/>
                <a:cs typeface="Tahoma"/>
              </a:defRPr>
            </a:lvl1pPr>
          </a:lstStyle>
          <a:p>
            <a:pPr marL="12700">
              <a:lnSpc>
                <a:spcPct val="100000"/>
              </a:lnSpc>
              <a:spcBef>
                <a:spcPts val="100"/>
              </a:spcBef>
            </a:pPr>
            <a:r>
              <a:rPr spc="-5" dirty="0"/>
              <a:t>Thiết kế giao</a:t>
            </a:r>
            <a:r>
              <a:rPr spc="-55" dirty="0"/>
              <a:t> </a:t>
            </a:r>
            <a:r>
              <a:rPr spc="-5" dirty="0"/>
              <a:t>diện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22/09/2022</a:t>
            </a:fld>
            <a:endParaRPr lang="en-US"/>
          </a:p>
        </p:txBody>
      </p:sp>
      <p:sp>
        <p:nvSpPr>
          <p:cNvPr id="7" name="Holder 7"/>
          <p:cNvSpPr>
            <a:spLocks noGrp="1"/>
          </p:cNvSpPr>
          <p:nvPr>
            <p:ph type="sldNum" sz="quarter" idx="7"/>
          </p:nvPr>
        </p:nvSpPr>
        <p:spPr/>
        <p:txBody>
          <a:bodyPr lIns="0" tIns="0" rIns="0" bIns="0"/>
          <a:lstStyle>
            <a:lvl1pPr>
              <a:defRPr sz="1200" b="0" i="0">
                <a:solidFill>
                  <a:srgbClr val="898989"/>
                </a:solidFill>
                <a:latin typeface="Tahoma"/>
                <a:cs typeface="Tahoma"/>
              </a:defRPr>
            </a:lvl1pPr>
          </a:lstStyle>
          <a:p>
            <a:pPr marL="108585">
              <a:lnSpc>
                <a:spcPct val="100000"/>
              </a:lnSpc>
              <a:spcBef>
                <a:spcPts val="100"/>
              </a:spcBef>
            </a:pPr>
            <a:fld id="{81D60167-4931-47E6-BA6A-407CBD079E47}" type="slidenum">
              <a:rPr spc="-5" dirty="0"/>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18" name="bk object 18"/>
          <p:cNvSpPr/>
          <p:nvPr/>
        </p:nvSpPr>
        <p:spPr>
          <a:xfrm>
            <a:off x="913090" y="6782103"/>
            <a:ext cx="8218170" cy="0"/>
          </a:xfrm>
          <a:custGeom>
            <a:avLst/>
            <a:gdLst/>
            <a:ahLst/>
            <a:cxnLst/>
            <a:rect l="l" t="t" r="r" b="b"/>
            <a:pathLst>
              <a:path w="8218170">
                <a:moveTo>
                  <a:pt x="0" y="0"/>
                </a:moveTo>
                <a:lnTo>
                  <a:pt x="8217818" y="0"/>
                </a:lnTo>
              </a:path>
            </a:pathLst>
          </a:custGeom>
          <a:ln w="10672">
            <a:solidFill>
              <a:srgbClr val="7E7E7E"/>
            </a:solidFill>
          </a:ln>
        </p:spPr>
        <p:txBody>
          <a:bodyPr wrap="square" lIns="0" tIns="0" rIns="0" bIns="0" rtlCol="0"/>
          <a:lstStyle/>
          <a:p>
            <a:endParaRPr/>
          </a:p>
        </p:txBody>
      </p:sp>
      <p:sp>
        <p:nvSpPr>
          <p:cNvPr id="3" name="Holder 3"/>
          <p:cNvSpPr>
            <a:spLocks noGrp="1"/>
          </p:cNvSpPr>
          <p:nvPr>
            <p:ph type="ftr" sz="quarter" idx="5"/>
          </p:nvPr>
        </p:nvSpPr>
        <p:spPr/>
        <p:txBody>
          <a:bodyPr lIns="0" tIns="0" rIns="0" bIns="0"/>
          <a:lstStyle>
            <a:lvl1pPr>
              <a:defRPr sz="1200" b="0" i="0">
                <a:solidFill>
                  <a:srgbClr val="001F60"/>
                </a:solidFill>
                <a:latin typeface="Tahoma"/>
                <a:cs typeface="Tahoma"/>
              </a:defRPr>
            </a:lvl1pPr>
          </a:lstStyle>
          <a:p>
            <a:pPr marL="12700">
              <a:lnSpc>
                <a:spcPct val="100000"/>
              </a:lnSpc>
              <a:spcBef>
                <a:spcPts val="100"/>
              </a:spcBef>
            </a:pPr>
            <a:r>
              <a:rPr spc="-5" dirty="0"/>
              <a:t>Thiết kế giao</a:t>
            </a:r>
            <a:r>
              <a:rPr spc="-55" dirty="0"/>
              <a:t> </a:t>
            </a:r>
            <a:r>
              <a:rPr spc="-5" dirty="0"/>
              <a:t>diện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22/09/2022</a:t>
            </a:fld>
            <a:endParaRPr lang="en-US"/>
          </a:p>
        </p:txBody>
      </p:sp>
      <p:sp>
        <p:nvSpPr>
          <p:cNvPr id="5" name="Holder 5"/>
          <p:cNvSpPr>
            <a:spLocks noGrp="1"/>
          </p:cNvSpPr>
          <p:nvPr>
            <p:ph type="sldNum" sz="quarter" idx="7"/>
          </p:nvPr>
        </p:nvSpPr>
        <p:spPr/>
        <p:txBody>
          <a:bodyPr lIns="0" tIns="0" rIns="0" bIns="0"/>
          <a:lstStyle>
            <a:lvl1pPr>
              <a:defRPr sz="1200" b="0" i="0">
                <a:solidFill>
                  <a:srgbClr val="898989"/>
                </a:solidFill>
                <a:latin typeface="Tahoma"/>
                <a:cs typeface="Tahoma"/>
              </a:defRPr>
            </a:lvl1pPr>
          </a:lstStyle>
          <a:p>
            <a:pPr marL="108585">
              <a:lnSpc>
                <a:spcPct val="100000"/>
              </a:lnSpc>
              <a:spcBef>
                <a:spcPts val="100"/>
              </a:spcBef>
            </a:pPr>
            <a:fld id="{81D60167-4931-47E6-BA6A-407CBD079E47}" type="slidenum">
              <a:rPr spc="-5" dirty="0"/>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4" name="Holder 4"/>
          <p:cNvSpPr>
            <a:spLocks noGrp="1"/>
          </p:cNvSpPr>
          <p:nvPr>
            <p:ph type="sldNum" sz="quarter" idx="7"/>
          </p:nvPr>
        </p:nvSpPr>
        <p:spPr/>
        <p:txBody>
          <a:bodyPr lIns="0" tIns="0" rIns="0" bIns="0"/>
          <a:lstStyle>
            <a:lvl1pPr>
              <a:defRPr sz="1200" b="0" i="0">
                <a:solidFill>
                  <a:srgbClr val="898989"/>
                </a:solidFill>
                <a:latin typeface="Tahoma"/>
                <a:cs typeface="Tahoma"/>
              </a:defRPr>
            </a:lvl1pPr>
          </a:lstStyle>
          <a:p>
            <a:pPr marL="108585">
              <a:lnSpc>
                <a:spcPct val="100000"/>
              </a:lnSpc>
              <a:spcBef>
                <a:spcPts val="100"/>
              </a:spcBef>
            </a:pPr>
            <a:fld id="{81D60167-4931-47E6-BA6A-407CBD079E47}" type="slidenum">
              <a:rPr spc="-5" dirty="0"/>
              <a:t>‹#›</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3644900" y="7505700"/>
            <a:ext cx="2768600" cy="266700"/>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008114" y="835971"/>
            <a:ext cx="8042170" cy="452119"/>
          </a:xfrm>
          <a:prstGeom prst="rect">
            <a:avLst/>
          </a:prstGeom>
        </p:spPr>
        <p:txBody>
          <a:bodyPr wrap="square" lIns="0" tIns="0" rIns="0" bIns="0">
            <a:spAutoFit/>
          </a:bodyPr>
          <a:lstStyle>
            <a:lvl1pPr>
              <a:defRPr sz="2800" b="1" i="0">
                <a:solidFill>
                  <a:srgbClr val="0070BF"/>
                </a:solidFill>
                <a:latin typeface="Tahoma"/>
                <a:cs typeface="Tahoma"/>
              </a:defRPr>
            </a:lvl1pPr>
          </a:lstStyle>
          <a:p>
            <a:endParaRPr/>
          </a:p>
        </p:txBody>
      </p:sp>
      <p:sp>
        <p:nvSpPr>
          <p:cNvPr id="3" name="Holder 3"/>
          <p:cNvSpPr>
            <a:spLocks noGrp="1"/>
          </p:cNvSpPr>
          <p:nvPr>
            <p:ph type="body" idx="1"/>
          </p:nvPr>
        </p:nvSpPr>
        <p:spPr>
          <a:xfrm>
            <a:off x="1049571" y="1628818"/>
            <a:ext cx="7959257" cy="3502660"/>
          </a:xfrm>
          <a:prstGeom prst="rect">
            <a:avLst/>
          </a:prstGeom>
        </p:spPr>
        <p:txBody>
          <a:bodyPr wrap="square" lIns="0" tIns="0" rIns="0" bIns="0">
            <a:spAutoFit/>
          </a:bodyPr>
          <a:lstStyle>
            <a:lvl1pPr>
              <a:defRPr sz="2400" b="0" i="0">
                <a:solidFill>
                  <a:srgbClr val="953634"/>
                </a:solidFill>
                <a:latin typeface="Tahoma"/>
                <a:cs typeface="Tahoma"/>
              </a:defRPr>
            </a:lvl1pPr>
          </a:lstStyle>
          <a:p>
            <a:endParaRPr/>
          </a:p>
        </p:txBody>
      </p:sp>
      <p:sp>
        <p:nvSpPr>
          <p:cNvPr id="4" name="Holder 4"/>
          <p:cNvSpPr>
            <a:spLocks noGrp="1"/>
          </p:cNvSpPr>
          <p:nvPr>
            <p:ph type="ftr" sz="quarter" idx="5"/>
          </p:nvPr>
        </p:nvSpPr>
        <p:spPr>
          <a:xfrm>
            <a:off x="993079" y="6874050"/>
            <a:ext cx="1229360" cy="209550"/>
          </a:xfrm>
          <a:prstGeom prst="rect">
            <a:avLst/>
          </a:prstGeom>
        </p:spPr>
        <p:txBody>
          <a:bodyPr wrap="square" lIns="0" tIns="0" rIns="0" bIns="0">
            <a:spAutoFit/>
          </a:bodyPr>
          <a:lstStyle>
            <a:lvl1pPr>
              <a:defRPr sz="1200" b="0" i="0">
                <a:solidFill>
                  <a:srgbClr val="001F60"/>
                </a:solidFill>
                <a:latin typeface="Tahoma"/>
                <a:cs typeface="Tahoma"/>
              </a:defRPr>
            </a:lvl1pPr>
          </a:lstStyle>
          <a:p>
            <a:pPr marL="12700">
              <a:lnSpc>
                <a:spcPct val="100000"/>
              </a:lnSpc>
              <a:spcBef>
                <a:spcPts val="100"/>
              </a:spcBef>
            </a:pPr>
            <a:r>
              <a:rPr spc="-5" dirty="0"/>
              <a:t>Thiết kế giao</a:t>
            </a:r>
            <a:r>
              <a:rPr spc="-55" dirty="0"/>
              <a:t> </a:t>
            </a:r>
            <a:r>
              <a:rPr spc="-5" dirty="0"/>
              <a:t>diện</a:t>
            </a: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22/09/2022</a:t>
            </a:fld>
            <a:endParaRPr lang="en-US"/>
          </a:p>
        </p:txBody>
      </p:sp>
      <p:sp>
        <p:nvSpPr>
          <p:cNvPr id="6" name="Holder 6"/>
          <p:cNvSpPr>
            <a:spLocks noGrp="1"/>
          </p:cNvSpPr>
          <p:nvPr>
            <p:ph type="sldNum" sz="quarter" idx="7"/>
          </p:nvPr>
        </p:nvSpPr>
        <p:spPr>
          <a:xfrm>
            <a:off x="8922749" y="6889932"/>
            <a:ext cx="217804" cy="209550"/>
          </a:xfrm>
          <a:prstGeom prst="rect">
            <a:avLst/>
          </a:prstGeom>
        </p:spPr>
        <p:txBody>
          <a:bodyPr wrap="square" lIns="0" tIns="0" rIns="0" bIns="0">
            <a:spAutoFit/>
          </a:bodyPr>
          <a:lstStyle>
            <a:lvl1pPr>
              <a:defRPr sz="1200" b="0" i="0">
                <a:solidFill>
                  <a:srgbClr val="898989"/>
                </a:solidFill>
                <a:latin typeface="Tahoma"/>
                <a:cs typeface="Tahoma"/>
              </a:defRPr>
            </a:lvl1pPr>
          </a:lstStyle>
          <a:p>
            <a:pPr marL="108585">
              <a:lnSpc>
                <a:spcPct val="100000"/>
              </a:lnSpc>
              <a:spcBef>
                <a:spcPts val="100"/>
              </a:spcBef>
            </a:pPr>
            <a:fld id="{81D60167-4931-47E6-BA6A-407CBD079E47}" type="slidenum">
              <a:rPr spc="-5" dirty="0"/>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0.jpg"/><Relationship Id="rId7" Type="http://schemas.openxmlformats.org/officeDocument/2006/relationships/image" Target="../media/image14.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png"/><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jpg"/><Relationship Id="rId4" Type="http://schemas.openxmlformats.org/officeDocument/2006/relationships/image" Target="../media/image18.jpg"/></Relationships>
</file>

<file path=ppt/slides/_rels/slide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image" Target="../media/image23.png"/><Relationship Id="rId7" Type="http://schemas.openxmlformats.org/officeDocument/2006/relationships/image" Target="../media/image27.jp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jp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47.jpg"/><Relationship Id="rId3" Type="http://schemas.openxmlformats.org/officeDocument/2006/relationships/image" Target="../media/image42.png"/><Relationship Id="rId7" Type="http://schemas.openxmlformats.org/officeDocument/2006/relationships/image" Target="../media/image46.jp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jpg"/><Relationship Id="rId5" Type="http://schemas.openxmlformats.org/officeDocument/2006/relationships/image" Target="../media/image44.png"/><Relationship Id="rId10" Type="http://schemas.openxmlformats.org/officeDocument/2006/relationships/image" Target="../media/image49.jpg"/><Relationship Id="rId4" Type="http://schemas.openxmlformats.org/officeDocument/2006/relationships/image" Target="../media/image43.png"/><Relationship Id="rId9" Type="http://schemas.openxmlformats.org/officeDocument/2006/relationships/image" Target="../media/image48.jp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5.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13.jp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59.jpg"/><Relationship Id="rId3" Type="http://schemas.openxmlformats.org/officeDocument/2006/relationships/image" Target="../media/image54.png"/><Relationship Id="rId7" Type="http://schemas.openxmlformats.org/officeDocument/2006/relationships/image" Target="../media/image58.jp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jpg"/><Relationship Id="rId5" Type="http://schemas.openxmlformats.org/officeDocument/2006/relationships/image" Target="../media/image56.png"/><Relationship Id="rId10" Type="http://schemas.openxmlformats.org/officeDocument/2006/relationships/image" Target="../media/image61.jpg"/><Relationship Id="rId4" Type="http://schemas.openxmlformats.org/officeDocument/2006/relationships/image" Target="../media/image55.png"/><Relationship Id="rId9" Type="http://schemas.openxmlformats.org/officeDocument/2006/relationships/image" Target="../media/image60.jp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jp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32.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0.png"/><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70.jpg"/><Relationship Id="rId4" Type="http://schemas.openxmlformats.org/officeDocument/2006/relationships/image" Target="../media/image19.jpg"/><Relationship Id="rId9" Type="http://schemas.openxmlformats.org/officeDocument/2006/relationships/image" Target="../media/image1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jpg"/><Relationship Id="rId4" Type="http://schemas.openxmlformats.org/officeDocument/2006/relationships/image" Target="../media/image72.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76.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13.jp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70.jpg"/><Relationship Id="rId4" Type="http://schemas.openxmlformats.org/officeDocument/2006/relationships/image" Target="../media/image19.jpg"/></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79.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png"/><Relationship Id="rId4" Type="http://schemas.openxmlformats.org/officeDocument/2006/relationships/image" Target="../media/image1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35550" y="1380740"/>
            <a:ext cx="4504549" cy="314146"/>
          </a:xfrm>
          <a:prstGeom prst="rect">
            <a:avLst/>
          </a:prstGeom>
        </p:spPr>
        <p:txBody>
          <a:bodyPr vert="horz" wrap="square" lIns="0" tIns="13039" rIns="0" bIns="0" rtlCol="0">
            <a:spAutoFit/>
          </a:bodyPr>
          <a:lstStyle/>
          <a:p>
            <a:pPr marL="12418">
              <a:spcBef>
                <a:spcPts val="103"/>
              </a:spcBef>
            </a:pPr>
            <a:r>
              <a:rPr sz="1956" b="1" spc="-264" dirty="0">
                <a:solidFill>
                  <a:srgbClr val="375F92"/>
                </a:solidFill>
                <a:latin typeface="Arial"/>
                <a:cs typeface="Arial"/>
              </a:rPr>
              <a:t>PHÁT </a:t>
            </a:r>
            <a:r>
              <a:rPr sz="1956" b="1" spc="-210" dirty="0">
                <a:solidFill>
                  <a:srgbClr val="375F92"/>
                </a:solidFill>
                <a:latin typeface="Arial"/>
                <a:cs typeface="Arial"/>
              </a:rPr>
              <a:t>TRIỂN </a:t>
            </a:r>
            <a:r>
              <a:rPr sz="1956" b="1" spc="-269" dirty="0">
                <a:solidFill>
                  <a:srgbClr val="375F92"/>
                </a:solidFill>
                <a:latin typeface="Arial"/>
                <a:cs typeface="Arial"/>
              </a:rPr>
              <a:t>HỆ </a:t>
            </a:r>
            <a:r>
              <a:rPr sz="1956" b="1" spc="-205" dirty="0">
                <a:solidFill>
                  <a:srgbClr val="375F92"/>
                </a:solidFill>
                <a:latin typeface="Arial"/>
                <a:cs typeface="Arial"/>
              </a:rPr>
              <a:t>THỐNG THÔNG </a:t>
            </a:r>
            <a:r>
              <a:rPr sz="1956" b="1" spc="-122" dirty="0">
                <a:solidFill>
                  <a:srgbClr val="375F92"/>
                </a:solidFill>
                <a:latin typeface="Arial"/>
                <a:cs typeface="Arial"/>
              </a:rPr>
              <a:t>TIN </a:t>
            </a:r>
            <a:r>
              <a:rPr sz="1956" b="1" spc="-166" dirty="0">
                <a:solidFill>
                  <a:srgbClr val="375F92"/>
                </a:solidFill>
                <a:latin typeface="Arial"/>
                <a:cs typeface="Arial"/>
              </a:rPr>
              <a:t>KINH</a:t>
            </a:r>
            <a:r>
              <a:rPr sz="1956" b="1" spc="-152" dirty="0">
                <a:solidFill>
                  <a:srgbClr val="375F92"/>
                </a:solidFill>
                <a:latin typeface="Arial"/>
                <a:cs typeface="Arial"/>
              </a:rPr>
              <a:t> </a:t>
            </a:r>
            <a:r>
              <a:rPr sz="1956" b="1" spc="-293" dirty="0">
                <a:solidFill>
                  <a:srgbClr val="375F92"/>
                </a:solidFill>
                <a:latin typeface="Arial"/>
                <a:cs typeface="Arial"/>
              </a:rPr>
              <a:t>TẾ</a:t>
            </a:r>
            <a:endParaRPr sz="1956">
              <a:latin typeface="Arial"/>
              <a:cs typeface="Arial"/>
            </a:endParaRPr>
          </a:p>
        </p:txBody>
      </p:sp>
      <p:sp>
        <p:nvSpPr>
          <p:cNvPr id="3" name="object 3"/>
          <p:cNvSpPr/>
          <p:nvPr/>
        </p:nvSpPr>
        <p:spPr>
          <a:xfrm>
            <a:off x="392564" y="883038"/>
            <a:ext cx="1438825" cy="1049927"/>
          </a:xfrm>
          <a:prstGeom prst="rect">
            <a:avLst/>
          </a:prstGeom>
          <a:blipFill>
            <a:blip r:embed="rId2" cstate="print"/>
            <a:stretch>
              <a:fillRect/>
            </a:stretch>
          </a:blipFill>
        </p:spPr>
        <p:txBody>
          <a:bodyPr wrap="square" lIns="0" tIns="0" rIns="0" bIns="0" rtlCol="0"/>
          <a:lstStyle/>
          <a:p>
            <a:endParaRPr sz="1760"/>
          </a:p>
        </p:txBody>
      </p:sp>
      <p:sp>
        <p:nvSpPr>
          <p:cNvPr id="4" name="object 4"/>
          <p:cNvSpPr/>
          <p:nvPr/>
        </p:nvSpPr>
        <p:spPr>
          <a:xfrm>
            <a:off x="804734" y="2901469"/>
            <a:ext cx="738237" cy="1054269"/>
          </a:xfrm>
          <a:custGeom>
            <a:avLst/>
            <a:gdLst/>
            <a:ahLst/>
            <a:cxnLst/>
            <a:rect l="l" t="t" r="r" b="b"/>
            <a:pathLst>
              <a:path w="755015" h="1078229">
                <a:moveTo>
                  <a:pt x="0" y="0"/>
                </a:moveTo>
                <a:lnTo>
                  <a:pt x="0" y="700786"/>
                </a:lnTo>
                <a:lnTo>
                  <a:pt x="377304" y="1078102"/>
                </a:lnTo>
                <a:lnTo>
                  <a:pt x="754570" y="700786"/>
                </a:lnTo>
                <a:lnTo>
                  <a:pt x="754570" y="377317"/>
                </a:lnTo>
                <a:lnTo>
                  <a:pt x="377304" y="377317"/>
                </a:lnTo>
                <a:lnTo>
                  <a:pt x="0" y="0"/>
                </a:lnTo>
                <a:close/>
              </a:path>
              <a:path w="755015" h="1078229">
                <a:moveTo>
                  <a:pt x="754570" y="0"/>
                </a:moveTo>
                <a:lnTo>
                  <a:pt x="377304" y="377317"/>
                </a:lnTo>
                <a:lnTo>
                  <a:pt x="754570" y="377317"/>
                </a:lnTo>
                <a:lnTo>
                  <a:pt x="754570" y="0"/>
                </a:lnTo>
                <a:close/>
              </a:path>
            </a:pathLst>
          </a:custGeom>
          <a:solidFill>
            <a:srgbClr val="4F81BC"/>
          </a:solidFill>
        </p:spPr>
        <p:txBody>
          <a:bodyPr wrap="square" lIns="0" tIns="0" rIns="0" bIns="0" rtlCol="0"/>
          <a:lstStyle/>
          <a:p>
            <a:endParaRPr sz="1760"/>
          </a:p>
        </p:txBody>
      </p:sp>
      <p:sp>
        <p:nvSpPr>
          <p:cNvPr id="5" name="object 5"/>
          <p:cNvSpPr/>
          <p:nvPr/>
        </p:nvSpPr>
        <p:spPr>
          <a:xfrm>
            <a:off x="804734" y="2901469"/>
            <a:ext cx="738237" cy="1054269"/>
          </a:xfrm>
          <a:custGeom>
            <a:avLst/>
            <a:gdLst/>
            <a:ahLst/>
            <a:cxnLst/>
            <a:rect l="l" t="t" r="r" b="b"/>
            <a:pathLst>
              <a:path w="755015" h="1078229">
                <a:moveTo>
                  <a:pt x="754570" y="0"/>
                </a:moveTo>
                <a:lnTo>
                  <a:pt x="754570" y="700786"/>
                </a:lnTo>
                <a:lnTo>
                  <a:pt x="377304" y="1078102"/>
                </a:lnTo>
                <a:lnTo>
                  <a:pt x="0" y="700786"/>
                </a:lnTo>
                <a:lnTo>
                  <a:pt x="0" y="0"/>
                </a:lnTo>
                <a:lnTo>
                  <a:pt x="377304" y="377317"/>
                </a:lnTo>
                <a:lnTo>
                  <a:pt x="754570" y="0"/>
                </a:lnTo>
                <a:close/>
              </a:path>
            </a:pathLst>
          </a:custGeom>
          <a:ln w="25400">
            <a:solidFill>
              <a:srgbClr val="4F81BC"/>
            </a:solidFill>
          </a:ln>
        </p:spPr>
        <p:txBody>
          <a:bodyPr wrap="square" lIns="0" tIns="0" rIns="0" bIns="0" rtlCol="0"/>
          <a:lstStyle/>
          <a:p>
            <a:endParaRPr sz="1760"/>
          </a:p>
        </p:txBody>
      </p:sp>
      <p:sp>
        <p:nvSpPr>
          <p:cNvPr id="6" name="object 6"/>
          <p:cNvSpPr txBox="1"/>
          <p:nvPr/>
        </p:nvSpPr>
        <p:spPr>
          <a:xfrm>
            <a:off x="857223" y="3294119"/>
            <a:ext cx="633307" cy="568760"/>
          </a:xfrm>
          <a:prstGeom prst="rect">
            <a:avLst/>
          </a:prstGeom>
        </p:spPr>
        <p:txBody>
          <a:bodyPr vert="horz" wrap="square" lIns="0" tIns="55259" rIns="0" bIns="0" rtlCol="0">
            <a:spAutoFit/>
          </a:bodyPr>
          <a:lstStyle/>
          <a:p>
            <a:pPr marL="245878" marR="4967" indent="-234080">
              <a:lnSpc>
                <a:spcPts val="2024"/>
              </a:lnSpc>
              <a:spcBef>
                <a:spcPts val="435"/>
              </a:spcBef>
            </a:pPr>
            <a:r>
              <a:rPr sz="1956" b="1" dirty="0">
                <a:solidFill>
                  <a:srgbClr val="FF0066"/>
                </a:solidFill>
                <a:latin typeface="Arial"/>
                <a:cs typeface="Arial"/>
              </a:rPr>
              <a:t>Phần  3</a:t>
            </a:r>
            <a:endParaRPr sz="1956">
              <a:latin typeface="Arial"/>
              <a:cs typeface="Arial"/>
            </a:endParaRPr>
          </a:p>
        </p:txBody>
      </p:sp>
      <p:sp>
        <p:nvSpPr>
          <p:cNvPr id="7" name="object 7"/>
          <p:cNvSpPr/>
          <p:nvPr/>
        </p:nvSpPr>
        <p:spPr>
          <a:xfrm>
            <a:off x="1542536" y="2901470"/>
            <a:ext cx="7289236" cy="686082"/>
          </a:xfrm>
          <a:custGeom>
            <a:avLst/>
            <a:gdLst/>
            <a:ahLst/>
            <a:cxnLst/>
            <a:rect l="l" t="t" r="r" b="b"/>
            <a:pathLst>
              <a:path w="7454900" h="701675">
                <a:moveTo>
                  <a:pt x="7337552" y="0"/>
                </a:moveTo>
                <a:lnTo>
                  <a:pt x="0" y="0"/>
                </a:lnTo>
                <a:lnTo>
                  <a:pt x="0" y="701167"/>
                </a:lnTo>
                <a:lnTo>
                  <a:pt x="7337552" y="701167"/>
                </a:lnTo>
                <a:lnTo>
                  <a:pt x="7383025" y="691983"/>
                </a:lnTo>
                <a:lnTo>
                  <a:pt x="7420165" y="666940"/>
                </a:lnTo>
                <a:lnTo>
                  <a:pt x="7445208" y="629800"/>
                </a:lnTo>
                <a:lnTo>
                  <a:pt x="7454391" y="584326"/>
                </a:lnTo>
                <a:lnTo>
                  <a:pt x="7454391" y="116839"/>
                </a:lnTo>
                <a:lnTo>
                  <a:pt x="7445208" y="71366"/>
                </a:lnTo>
                <a:lnTo>
                  <a:pt x="7420165" y="34226"/>
                </a:lnTo>
                <a:lnTo>
                  <a:pt x="7383025" y="9183"/>
                </a:lnTo>
                <a:lnTo>
                  <a:pt x="7337552" y="0"/>
                </a:lnTo>
                <a:close/>
              </a:path>
            </a:pathLst>
          </a:custGeom>
          <a:solidFill>
            <a:srgbClr val="FFFFFF">
              <a:alpha val="90194"/>
            </a:srgbClr>
          </a:solidFill>
        </p:spPr>
        <p:txBody>
          <a:bodyPr wrap="square" lIns="0" tIns="0" rIns="0" bIns="0" rtlCol="0"/>
          <a:lstStyle/>
          <a:p>
            <a:endParaRPr sz="1760"/>
          </a:p>
        </p:txBody>
      </p:sp>
      <p:sp>
        <p:nvSpPr>
          <p:cNvPr id="8" name="object 8"/>
          <p:cNvSpPr/>
          <p:nvPr/>
        </p:nvSpPr>
        <p:spPr>
          <a:xfrm>
            <a:off x="1542536" y="2901470"/>
            <a:ext cx="7289236" cy="686082"/>
          </a:xfrm>
          <a:custGeom>
            <a:avLst/>
            <a:gdLst/>
            <a:ahLst/>
            <a:cxnLst/>
            <a:rect l="l" t="t" r="r" b="b"/>
            <a:pathLst>
              <a:path w="7454900" h="701675">
                <a:moveTo>
                  <a:pt x="7454391" y="116839"/>
                </a:moveTo>
                <a:lnTo>
                  <a:pt x="7454391" y="584326"/>
                </a:lnTo>
                <a:lnTo>
                  <a:pt x="7445208" y="629800"/>
                </a:lnTo>
                <a:lnTo>
                  <a:pt x="7420165" y="666940"/>
                </a:lnTo>
                <a:lnTo>
                  <a:pt x="7383025" y="691983"/>
                </a:lnTo>
                <a:lnTo>
                  <a:pt x="7337552" y="701167"/>
                </a:lnTo>
                <a:lnTo>
                  <a:pt x="0" y="701167"/>
                </a:lnTo>
                <a:lnTo>
                  <a:pt x="0" y="0"/>
                </a:lnTo>
                <a:lnTo>
                  <a:pt x="7337552" y="0"/>
                </a:lnTo>
                <a:lnTo>
                  <a:pt x="7383025" y="9183"/>
                </a:lnTo>
                <a:lnTo>
                  <a:pt x="7420165" y="34226"/>
                </a:lnTo>
                <a:lnTo>
                  <a:pt x="7445208" y="71366"/>
                </a:lnTo>
                <a:lnTo>
                  <a:pt x="7454391" y="116839"/>
                </a:lnTo>
                <a:close/>
              </a:path>
            </a:pathLst>
          </a:custGeom>
          <a:ln w="25400">
            <a:solidFill>
              <a:srgbClr val="4F81BC"/>
            </a:solidFill>
          </a:ln>
        </p:spPr>
        <p:txBody>
          <a:bodyPr wrap="square" lIns="0" tIns="0" rIns="0" bIns="0" rtlCol="0"/>
          <a:lstStyle/>
          <a:p>
            <a:endParaRPr sz="1760"/>
          </a:p>
        </p:txBody>
      </p:sp>
      <p:sp>
        <p:nvSpPr>
          <p:cNvPr id="9" name="object 9"/>
          <p:cNvSpPr txBox="1"/>
          <p:nvPr/>
        </p:nvSpPr>
        <p:spPr>
          <a:xfrm>
            <a:off x="1697386" y="3002302"/>
            <a:ext cx="2762335" cy="433246"/>
          </a:xfrm>
          <a:prstGeom prst="rect">
            <a:avLst/>
          </a:prstGeom>
        </p:spPr>
        <p:txBody>
          <a:bodyPr vert="horz" wrap="square" lIns="0" tIns="11797" rIns="0" bIns="0" rtlCol="0">
            <a:spAutoFit/>
          </a:bodyPr>
          <a:lstStyle/>
          <a:p>
            <a:pPr marL="292445" indent="-280027">
              <a:spcBef>
                <a:spcPts val="93"/>
              </a:spcBef>
              <a:buChar char="•"/>
              <a:tabLst>
                <a:tab pos="293066" algn="l"/>
              </a:tabLst>
            </a:pPr>
            <a:r>
              <a:rPr sz="2738" spc="-93" dirty="0">
                <a:solidFill>
                  <a:srgbClr val="622422"/>
                </a:solidFill>
                <a:latin typeface="Arial"/>
                <a:cs typeface="Arial"/>
              </a:rPr>
              <a:t>Thiết </a:t>
            </a:r>
            <a:r>
              <a:rPr sz="2738" spc="-186" dirty="0">
                <a:solidFill>
                  <a:srgbClr val="622422"/>
                </a:solidFill>
                <a:latin typeface="Arial"/>
                <a:cs typeface="Arial"/>
              </a:rPr>
              <a:t>kế </a:t>
            </a:r>
            <a:r>
              <a:rPr sz="2738" spc="-132" dirty="0">
                <a:solidFill>
                  <a:srgbClr val="622422"/>
                </a:solidFill>
                <a:latin typeface="Arial"/>
                <a:cs typeface="Arial"/>
              </a:rPr>
              <a:t>hệ</a:t>
            </a:r>
            <a:r>
              <a:rPr sz="2738" spc="-210" dirty="0">
                <a:solidFill>
                  <a:srgbClr val="622422"/>
                </a:solidFill>
                <a:latin typeface="Arial"/>
                <a:cs typeface="Arial"/>
              </a:rPr>
              <a:t> </a:t>
            </a:r>
            <a:r>
              <a:rPr sz="2738" spc="-68" dirty="0">
                <a:solidFill>
                  <a:srgbClr val="622422"/>
                </a:solidFill>
                <a:latin typeface="Arial"/>
                <a:cs typeface="Arial"/>
              </a:rPr>
              <a:t>thống</a:t>
            </a:r>
            <a:endParaRPr sz="2738">
              <a:latin typeface="Arial"/>
              <a:cs typeface="Arial"/>
            </a:endParaRPr>
          </a:p>
        </p:txBody>
      </p:sp>
      <p:sp>
        <p:nvSpPr>
          <p:cNvPr id="10" name="object 10"/>
          <p:cNvSpPr/>
          <p:nvPr/>
        </p:nvSpPr>
        <p:spPr>
          <a:xfrm>
            <a:off x="1497583" y="2878870"/>
            <a:ext cx="107290" cy="3463070"/>
          </a:xfrm>
          <a:prstGeom prst="rect">
            <a:avLst/>
          </a:prstGeom>
          <a:blipFill>
            <a:blip r:embed="rId3" cstate="print"/>
            <a:stretch>
              <a:fillRect/>
            </a:stretch>
          </a:blipFill>
        </p:spPr>
        <p:txBody>
          <a:bodyPr wrap="square" lIns="0" tIns="0" rIns="0" bIns="0" rtlCol="0"/>
          <a:lstStyle/>
          <a:p>
            <a:endParaRPr sz="1760"/>
          </a:p>
        </p:txBody>
      </p:sp>
      <p:sp>
        <p:nvSpPr>
          <p:cNvPr id="11" name="object 11"/>
          <p:cNvSpPr/>
          <p:nvPr/>
        </p:nvSpPr>
        <p:spPr>
          <a:xfrm>
            <a:off x="1551228" y="2900476"/>
            <a:ext cx="0" cy="3380119"/>
          </a:xfrm>
          <a:custGeom>
            <a:avLst/>
            <a:gdLst/>
            <a:ahLst/>
            <a:cxnLst/>
            <a:rect l="l" t="t" r="r" b="b"/>
            <a:pathLst>
              <a:path h="3456940">
                <a:moveTo>
                  <a:pt x="0" y="0"/>
                </a:moveTo>
                <a:lnTo>
                  <a:pt x="0" y="3456393"/>
                </a:lnTo>
              </a:path>
            </a:pathLst>
          </a:custGeom>
          <a:ln w="25400">
            <a:solidFill>
              <a:srgbClr val="4F81BC"/>
            </a:solidFill>
          </a:ln>
        </p:spPr>
        <p:txBody>
          <a:bodyPr wrap="square" lIns="0" tIns="0" rIns="0" bIns="0" rtlCol="0"/>
          <a:lstStyle/>
          <a:p>
            <a:endParaRPr sz="1760"/>
          </a:p>
        </p:txBody>
      </p:sp>
      <p:sp>
        <p:nvSpPr>
          <p:cNvPr id="12" name="object 12"/>
          <p:cNvSpPr txBox="1"/>
          <p:nvPr/>
        </p:nvSpPr>
        <p:spPr>
          <a:xfrm>
            <a:off x="1726815" y="3638093"/>
            <a:ext cx="4300276" cy="916432"/>
          </a:xfrm>
          <a:prstGeom prst="rect">
            <a:avLst/>
          </a:prstGeom>
        </p:spPr>
        <p:txBody>
          <a:bodyPr vert="horz" wrap="square" lIns="0" tIns="99963" rIns="0" bIns="0" rtlCol="0">
            <a:spAutoFit/>
          </a:bodyPr>
          <a:lstStyle/>
          <a:p>
            <a:pPr marL="237185" indent="-224767">
              <a:spcBef>
                <a:spcPts val="787"/>
              </a:spcBef>
              <a:buSzPct val="95833"/>
              <a:buFont typeface="Symbol"/>
              <a:buChar char=""/>
              <a:tabLst>
                <a:tab pos="237805" algn="l"/>
              </a:tabLst>
            </a:pPr>
            <a:r>
              <a:rPr sz="2347" b="1" spc="-248" dirty="0">
                <a:latin typeface="Arial"/>
                <a:cs typeface="Arial"/>
              </a:rPr>
              <a:t>Chương </a:t>
            </a:r>
            <a:r>
              <a:rPr sz="2347" b="1" spc="-132" dirty="0">
                <a:latin typeface="Arial"/>
                <a:cs typeface="Arial"/>
              </a:rPr>
              <a:t>6: Thiết </a:t>
            </a:r>
            <a:r>
              <a:rPr sz="2347" b="1" spc="-181" dirty="0">
                <a:latin typeface="Arial"/>
                <a:cs typeface="Arial"/>
              </a:rPr>
              <a:t>kế </a:t>
            </a:r>
            <a:r>
              <a:rPr sz="2347" b="1" spc="-259" dirty="0">
                <a:latin typeface="Arial"/>
                <a:cs typeface="Arial"/>
              </a:rPr>
              <a:t>cơ </a:t>
            </a:r>
            <a:r>
              <a:rPr sz="2347" b="1" spc="-279" dirty="0">
                <a:latin typeface="Arial"/>
                <a:cs typeface="Arial"/>
              </a:rPr>
              <a:t>sở </a:t>
            </a:r>
            <a:r>
              <a:rPr sz="2347" b="1" spc="-181" dirty="0">
                <a:latin typeface="Arial"/>
                <a:cs typeface="Arial"/>
              </a:rPr>
              <a:t>dữ</a:t>
            </a:r>
            <a:r>
              <a:rPr sz="2347" b="1" spc="-473" dirty="0">
                <a:latin typeface="Arial"/>
                <a:cs typeface="Arial"/>
              </a:rPr>
              <a:t> </a:t>
            </a:r>
            <a:r>
              <a:rPr sz="2347" b="1" spc="-111" dirty="0">
                <a:latin typeface="Arial"/>
                <a:cs typeface="Arial"/>
              </a:rPr>
              <a:t>liệu</a:t>
            </a:r>
            <a:endParaRPr sz="2347" dirty="0">
              <a:latin typeface="Arial"/>
              <a:cs typeface="Arial"/>
            </a:endParaRPr>
          </a:p>
          <a:p>
            <a:pPr marL="237185" indent="-224767">
              <a:spcBef>
                <a:spcPts val="694"/>
              </a:spcBef>
              <a:buClr>
                <a:srgbClr val="FF0066"/>
              </a:buClr>
              <a:buSzPct val="95833"/>
              <a:buFont typeface="Symbol"/>
              <a:buChar char=""/>
              <a:tabLst>
                <a:tab pos="237805" algn="l"/>
              </a:tabLst>
            </a:pPr>
            <a:r>
              <a:rPr sz="2347" b="1" spc="-191" dirty="0">
                <a:solidFill>
                  <a:srgbClr val="FF0000"/>
                </a:solidFill>
                <a:effectLst>
                  <a:outerShdw blurRad="38100" dist="38100" dir="2700000" algn="tl">
                    <a:srgbClr val="000000">
                      <a:alpha val="43137"/>
                    </a:srgbClr>
                  </a:outerShdw>
                </a:effectLst>
                <a:latin typeface="Arial"/>
                <a:cs typeface="Arial"/>
              </a:rPr>
              <a:t>Chương </a:t>
            </a:r>
            <a:r>
              <a:rPr sz="2347" b="1" spc="-73" dirty="0">
                <a:solidFill>
                  <a:srgbClr val="FF0000"/>
                </a:solidFill>
                <a:effectLst>
                  <a:outerShdw blurRad="38100" dist="38100" dir="2700000" algn="tl">
                    <a:srgbClr val="000000">
                      <a:alpha val="43137"/>
                    </a:srgbClr>
                  </a:outerShdw>
                </a:effectLst>
                <a:latin typeface="Arial"/>
                <a:cs typeface="Arial"/>
              </a:rPr>
              <a:t>7: </a:t>
            </a:r>
            <a:r>
              <a:rPr sz="2347" b="1" spc="-78" dirty="0">
                <a:solidFill>
                  <a:srgbClr val="FF0000"/>
                </a:solidFill>
                <a:effectLst>
                  <a:outerShdw blurRad="38100" dist="38100" dir="2700000" algn="tl">
                    <a:srgbClr val="000000">
                      <a:alpha val="43137"/>
                    </a:srgbClr>
                  </a:outerShdw>
                </a:effectLst>
                <a:latin typeface="Arial"/>
                <a:cs typeface="Arial"/>
              </a:rPr>
              <a:t>Thiết </a:t>
            </a:r>
            <a:r>
              <a:rPr sz="2347" b="1" spc="-161" dirty="0">
                <a:solidFill>
                  <a:srgbClr val="FF0000"/>
                </a:solidFill>
                <a:effectLst>
                  <a:outerShdw blurRad="38100" dist="38100" dir="2700000" algn="tl">
                    <a:srgbClr val="000000">
                      <a:alpha val="43137"/>
                    </a:srgbClr>
                  </a:outerShdw>
                </a:effectLst>
                <a:latin typeface="Arial"/>
                <a:cs typeface="Arial"/>
              </a:rPr>
              <a:t>kế </a:t>
            </a:r>
            <a:r>
              <a:rPr sz="2347" b="1" spc="-111" dirty="0">
                <a:solidFill>
                  <a:srgbClr val="FF0000"/>
                </a:solidFill>
                <a:effectLst>
                  <a:outerShdw blurRad="38100" dist="38100" dir="2700000" algn="tl">
                    <a:srgbClr val="000000">
                      <a:alpha val="43137"/>
                    </a:srgbClr>
                  </a:outerShdw>
                </a:effectLst>
                <a:latin typeface="Arial"/>
                <a:cs typeface="Arial"/>
              </a:rPr>
              <a:t>giao</a:t>
            </a:r>
            <a:r>
              <a:rPr sz="2347" b="1" spc="-171" dirty="0">
                <a:solidFill>
                  <a:srgbClr val="FF0000"/>
                </a:solidFill>
                <a:effectLst>
                  <a:outerShdw blurRad="38100" dist="38100" dir="2700000" algn="tl">
                    <a:srgbClr val="000000">
                      <a:alpha val="43137"/>
                    </a:srgbClr>
                  </a:outerShdw>
                </a:effectLst>
                <a:latin typeface="Arial"/>
                <a:cs typeface="Arial"/>
              </a:rPr>
              <a:t> </a:t>
            </a:r>
            <a:r>
              <a:rPr sz="2347" b="1" spc="-73" dirty="0">
                <a:solidFill>
                  <a:srgbClr val="FF0000"/>
                </a:solidFill>
                <a:effectLst>
                  <a:outerShdw blurRad="38100" dist="38100" dir="2700000" algn="tl">
                    <a:srgbClr val="000000">
                      <a:alpha val="43137"/>
                    </a:srgbClr>
                  </a:outerShdw>
                </a:effectLst>
                <a:latin typeface="Arial"/>
                <a:cs typeface="Arial"/>
              </a:rPr>
              <a:t>diện</a:t>
            </a:r>
            <a:endParaRPr sz="2347" b="1" dirty="0">
              <a:solidFill>
                <a:srgbClr val="FF0000"/>
              </a:solidFill>
              <a:effectLst>
                <a:outerShdw blurRad="38100" dist="38100" dir="2700000" algn="tl">
                  <a:srgbClr val="000000">
                    <a:alpha val="43137"/>
                  </a:srgbClr>
                </a:outerShdw>
              </a:effectLst>
              <a:latin typeface="Arial"/>
              <a:cs typeface="Arial"/>
            </a:endParaRPr>
          </a:p>
        </p:txBody>
      </p:sp>
    </p:spTree>
    <p:extLst>
      <p:ext uri="{BB962C8B-B14F-4D97-AF65-F5344CB8AC3E}">
        <p14:creationId xmlns:p14="http://schemas.microsoft.com/office/powerpoint/2010/main" val="3047772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40960" y="2470997"/>
            <a:ext cx="6613525" cy="896619"/>
          </a:xfrm>
          <a:custGeom>
            <a:avLst/>
            <a:gdLst/>
            <a:ahLst/>
            <a:cxnLst/>
            <a:rect l="l" t="t" r="r" b="b"/>
            <a:pathLst>
              <a:path w="6613525" h="896620">
                <a:moveTo>
                  <a:pt x="3043" y="806915"/>
                </a:moveTo>
                <a:lnTo>
                  <a:pt x="1520" y="806915"/>
                </a:lnTo>
                <a:lnTo>
                  <a:pt x="1520" y="808397"/>
                </a:lnTo>
                <a:lnTo>
                  <a:pt x="3043" y="817858"/>
                </a:lnTo>
                <a:lnTo>
                  <a:pt x="3043" y="806915"/>
                </a:lnTo>
                <a:close/>
              </a:path>
              <a:path w="6613525" h="896620">
                <a:moveTo>
                  <a:pt x="6086" y="122275"/>
                </a:moveTo>
                <a:lnTo>
                  <a:pt x="0" y="160094"/>
                </a:lnTo>
                <a:lnTo>
                  <a:pt x="0" y="798946"/>
                </a:lnTo>
                <a:lnTo>
                  <a:pt x="1520" y="808397"/>
                </a:lnTo>
                <a:lnTo>
                  <a:pt x="1520" y="159215"/>
                </a:lnTo>
                <a:lnTo>
                  <a:pt x="3043" y="159215"/>
                </a:lnTo>
                <a:lnTo>
                  <a:pt x="3043" y="146515"/>
                </a:lnTo>
                <a:lnTo>
                  <a:pt x="4565" y="146515"/>
                </a:lnTo>
                <a:lnTo>
                  <a:pt x="4565" y="133815"/>
                </a:lnTo>
                <a:lnTo>
                  <a:pt x="6086" y="133815"/>
                </a:lnTo>
                <a:lnTo>
                  <a:pt x="6086" y="122275"/>
                </a:lnTo>
                <a:close/>
              </a:path>
              <a:path w="6613525" h="896620">
                <a:moveTo>
                  <a:pt x="15217" y="95781"/>
                </a:moveTo>
                <a:lnTo>
                  <a:pt x="8144" y="109486"/>
                </a:lnTo>
                <a:lnTo>
                  <a:pt x="6086" y="122275"/>
                </a:lnTo>
                <a:lnTo>
                  <a:pt x="6086" y="133815"/>
                </a:lnTo>
                <a:lnTo>
                  <a:pt x="7608" y="133815"/>
                </a:lnTo>
                <a:lnTo>
                  <a:pt x="7608" y="121115"/>
                </a:lnTo>
                <a:lnTo>
                  <a:pt x="10652" y="121115"/>
                </a:lnTo>
                <a:lnTo>
                  <a:pt x="10652" y="108415"/>
                </a:lnTo>
                <a:lnTo>
                  <a:pt x="15217" y="108415"/>
                </a:lnTo>
                <a:lnTo>
                  <a:pt x="15217" y="95781"/>
                </a:lnTo>
                <a:close/>
              </a:path>
              <a:path w="6613525" h="896620">
                <a:moveTo>
                  <a:pt x="21305" y="83986"/>
                </a:moveTo>
                <a:lnTo>
                  <a:pt x="15251" y="95715"/>
                </a:lnTo>
                <a:lnTo>
                  <a:pt x="15217" y="108415"/>
                </a:lnTo>
                <a:lnTo>
                  <a:pt x="16739" y="108415"/>
                </a:lnTo>
                <a:lnTo>
                  <a:pt x="16739" y="95715"/>
                </a:lnTo>
                <a:lnTo>
                  <a:pt x="21305" y="95715"/>
                </a:lnTo>
                <a:lnTo>
                  <a:pt x="21305" y="83986"/>
                </a:lnTo>
                <a:close/>
              </a:path>
              <a:path w="6613525" h="896620">
                <a:moveTo>
                  <a:pt x="50219" y="46108"/>
                </a:moveTo>
                <a:lnTo>
                  <a:pt x="30825" y="65538"/>
                </a:lnTo>
                <a:lnTo>
                  <a:pt x="21305" y="83986"/>
                </a:lnTo>
                <a:lnTo>
                  <a:pt x="21305" y="95715"/>
                </a:lnTo>
                <a:lnTo>
                  <a:pt x="22826" y="95715"/>
                </a:lnTo>
                <a:lnTo>
                  <a:pt x="22826" y="83015"/>
                </a:lnTo>
                <a:lnTo>
                  <a:pt x="28913" y="83015"/>
                </a:lnTo>
                <a:lnTo>
                  <a:pt x="28913" y="70315"/>
                </a:lnTo>
                <a:lnTo>
                  <a:pt x="39566" y="70315"/>
                </a:lnTo>
                <a:lnTo>
                  <a:pt x="39566" y="57615"/>
                </a:lnTo>
                <a:lnTo>
                  <a:pt x="50219" y="57615"/>
                </a:lnTo>
                <a:lnTo>
                  <a:pt x="50219" y="46108"/>
                </a:lnTo>
                <a:close/>
              </a:path>
              <a:path w="6613525" h="896620">
                <a:moveTo>
                  <a:pt x="30436" y="70315"/>
                </a:moveTo>
                <a:lnTo>
                  <a:pt x="28913" y="70315"/>
                </a:lnTo>
                <a:lnTo>
                  <a:pt x="28913" y="83015"/>
                </a:lnTo>
                <a:lnTo>
                  <a:pt x="30436" y="83015"/>
                </a:lnTo>
                <a:lnTo>
                  <a:pt x="30436" y="70315"/>
                </a:lnTo>
                <a:close/>
              </a:path>
              <a:path w="6613525" h="896620">
                <a:moveTo>
                  <a:pt x="41089" y="57615"/>
                </a:moveTo>
                <a:lnTo>
                  <a:pt x="39566" y="57615"/>
                </a:lnTo>
                <a:lnTo>
                  <a:pt x="39566" y="70315"/>
                </a:lnTo>
                <a:lnTo>
                  <a:pt x="41089" y="70315"/>
                </a:lnTo>
                <a:lnTo>
                  <a:pt x="41089" y="57615"/>
                </a:lnTo>
                <a:close/>
              </a:path>
              <a:path w="6613525" h="896620">
                <a:moveTo>
                  <a:pt x="63916" y="32385"/>
                </a:moveTo>
                <a:lnTo>
                  <a:pt x="50219" y="46108"/>
                </a:lnTo>
                <a:lnTo>
                  <a:pt x="50219" y="57615"/>
                </a:lnTo>
                <a:lnTo>
                  <a:pt x="51741" y="57615"/>
                </a:lnTo>
                <a:lnTo>
                  <a:pt x="51741" y="44915"/>
                </a:lnTo>
                <a:lnTo>
                  <a:pt x="63916" y="44915"/>
                </a:lnTo>
                <a:lnTo>
                  <a:pt x="63916" y="32385"/>
                </a:lnTo>
                <a:close/>
              </a:path>
              <a:path w="6613525" h="896620">
                <a:moveTo>
                  <a:pt x="85221" y="20623"/>
                </a:moveTo>
                <a:lnTo>
                  <a:pt x="65413" y="30884"/>
                </a:lnTo>
                <a:lnTo>
                  <a:pt x="63916" y="32385"/>
                </a:lnTo>
                <a:lnTo>
                  <a:pt x="63916" y="44915"/>
                </a:lnTo>
                <a:lnTo>
                  <a:pt x="66958" y="44915"/>
                </a:lnTo>
                <a:lnTo>
                  <a:pt x="66958" y="32215"/>
                </a:lnTo>
                <a:lnTo>
                  <a:pt x="85221" y="32215"/>
                </a:lnTo>
                <a:lnTo>
                  <a:pt x="85221" y="20623"/>
                </a:lnTo>
                <a:close/>
              </a:path>
              <a:path w="6613525" h="896620">
                <a:moveTo>
                  <a:pt x="114135" y="7375"/>
                </a:moveTo>
                <a:lnTo>
                  <a:pt x="109278" y="8160"/>
                </a:lnTo>
                <a:lnTo>
                  <a:pt x="85221" y="20623"/>
                </a:lnTo>
                <a:lnTo>
                  <a:pt x="85221" y="32215"/>
                </a:lnTo>
                <a:lnTo>
                  <a:pt x="88264" y="32215"/>
                </a:lnTo>
                <a:lnTo>
                  <a:pt x="88264" y="19515"/>
                </a:lnTo>
                <a:lnTo>
                  <a:pt x="114135" y="19515"/>
                </a:lnTo>
                <a:lnTo>
                  <a:pt x="114135" y="7375"/>
                </a:lnTo>
                <a:close/>
              </a:path>
              <a:path w="6613525" h="896620">
                <a:moveTo>
                  <a:pt x="6455552" y="0"/>
                </a:moveTo>
                <a:lnTo>
                  <a:pt x="159790" y="0"/>
                </a:lnTo>
                <a:lnTo>
                  <a:pt x="114135" y="7375"/>
                </a:lnTo>
                <a:lnTo>
                  <a:pt x="114135" y="19515"/>
                </a:lnTo>
                <a:lnTo>
                  <a:pt x="120222" y="19515"/>
                </a:lnTo>
                <a:lnTo>
                  <a:pt x="120222" y="6815"/>
                </a:lnTo>
                <a:lnTo>
                  <a:pt x="6497741" y="6815"/>
                </a:lnTo>
                <a:lnTo>
                  <a:pt x="6455552" y="0"/>
                </a:lnTo>
                <a:close/>
              </a:path>
              <a:path w="6613525" h="896620">
                <a:moveTo>
                  <a:pt x="33479" y="895815"/>
                </a:moveTo>
                <a:lnTo>
                  <a:pt x="33134" y="895815"/>
                </a:lnTo>
                <a:lnTo>
                  <a:pt x="33479" y="896161"/>
                </a:lnTo>
                <a:lnTo>
                  <a:pt x="33479" y="895815"/>
                </a:lnTo>
                <a:close/>
              </a:path>
              <a:path w="6613525" h="896620">
                <a:moveTo>
                  <a:pt x="9130" y="845015"/>
                </a:moveTo>
                <a:lnTo>
                  <a:pt x="7608" y="845015"/>
                </a:lnTo>
                <a:lnTo>
                  <a:pt x="7608" y="846220"/>
                </a:lnTo>
                <a:lnTo>
                  <a:pt x="8144" y="849554"/>
                </a:lnTo>
                <a:lnTo>
                  <a:pt x="9130" y="851465"/>
                </a:lnTo>
                <a:lnTo>
                  <a:pt x="9130" y="845015"/>
                </a:lnTo>
                <a:close/>
              </a:path>
              <a:path w="6613525" h="896620">
                <a:moveTo>
                  <a:pt x="7608" y="845015"/>
                </a:moveTo>
                <a:lnTo>
                  <a:pt x="7414" y="845015"/>
                </a:lnTo>
                <a:lnTo>
                  <a:pt x="7608" y="846220"/>
                </a:lnTo>
                <a:lnTo>
                  <a:pt x="7608" y="845015"/>
                </a:lnTo>
                <a:close/>
              </a:path>
              <a:path w="6613525" h="896620">
                <a:moveTo>
                  <a:pt x="25870" y="883115"/>
                </a:moveTo>
                <a:lnTo>
                  <a:pt x="25465" y="883115"/>
                </a:lnTo>
                <a:lnTo>
                  <a:pt x="25870" y="883901"/>
                </a:lnTo>
                <a:lnTo>
                  <a:pt x="25870" y="883115"/>
                </a:lnTo>
                <a:close/>
              </a:path>
              <a:path w="6613525" h="896620">
                <a:moveTo>
                  <a:pt x="13696" y="857715"/>
                </a:moveTo>
                <a:lnTo>
                  <a:pt x="12356" y="857715"/>
                </a:lnTo>
                <a:lnTo>
                  <a:pt x="13696" y="860311"/>
                </a:lnTo>
                <a:lnTo>
                  <a:pt x="13696" y="857715"/>
                </a:lnTo>
                <a:close/>
              </a:path>
              <a:path w="6613525" h="896620">
                <a:moveTo>
                  <a:pt x="6612299" y="141179"/>
                </a:moveTo>
                <a:lnTo>
                  <a:pt x="6612299" y="146515"/>
                </a:lnTo>
                <a:lnTo>
                  <a:pt x="6613158" y="146515"/>
                </a:lnTo>
                <a:lnTo>
                  <a:pt x="6612299" y="141179"/>
                </a:lnTo>
                <a:close/>
              </a:path>
              <a:path w="6613525" h="896620">
                <a:moveTo>
                  <a:pt x="6610777" y="131726"/>
                </a:moveTo>
                <a:lnTo>
                  <a:pt x="6610777" y="133815"/>
                </a:lnTo>
                <a:lnTo>
                  <a:pt x="6611114" y="133815"/>
                </a:lnTo>
                <a:lnTo>
                  <a:pt x="6610777" y="131726"/>
                </a:lnTo>
                <a:close/>
              </a:path>
              <a:path w="6613525" h="896620">
                <a:moveTo>
                  <a:pt x="6607733" y="112811"/>
                </a:moveTo>
                <a:lnTo>
                  <a:pt x="6607733" y="121115"/>
                </a:lnTo>
                <a:lnTo>
                  <a:pt x="6609070" y="121115"/>
                </a:lnTo>
                <a:lnTo>
                  <a:pt x="6607733" y="112811"/>
                </a:lnTo>
                <a:close/>
              </a:path>
              <a:path w="6613525" h="896620">
                <a:moveTo>
                  <a:pt x="6606645" y="108415"/>
                </a:moveTo>
                <a:lnTo>
                  <a:pt x="6607733" y="112811"/>
                </a:lnTo>
                <a:lnTo>
                  <a:pt x="6607198" y="109486"/>
                </a:lnTo>
                <a:lnTo>
                  <a:pt x="6606645" y="108415"/>
                </a:lnTo>
                <a:close/>
              </a:path>
              <a:path w="6613525" h="896620">
                <a:moveTo>
                  <a:pt x="6601646" y="98728"/>
                </a:moveTo>
                <a:lnTo>
                  <a:pt x="6601646" y="108415"/>
                </a:lnTo>
                <a:lnTo>
                  <a:pt x="6606645" y="108415"/>
                </a:lnTo>
                <a:lnTo>
                  <a:pt x="6601646" y="98728"/>
                </a:lnTo>
                <a:close/>
              </a:path>
              <a:path w="6613525" h="896620">
                <a:moveTo>
                  <a:pt x="6595559" y="86934"/>
                </a:moveTo>
                <a:lnTo>
                  <a:pt x="6595559" y="95715"/>
                </a:lnTo>
                <a:lnTo>
                  <a:pt x="6600091" y="95715"/>
                </a:lnTo>
                <a:lnTo>
                  <a:pt x="6595559" y="86934"/>
                </a:lnTo>
                <a:close/>
              </a:path>
              <a:path w="6613525" h="896620">
                <a:moveTo>
                  <a:pt x="6587949" y="72189"/>
                </a:moveTo>
                <a:lnTo>
                  <a:pt x="6587949" y="83015"/>
                </a:lnTo>
                <a:lnTo>
                  <a:pt x="6593537" y="83015"/>
                </a:lnTo>
                <a:lnTo>
                  <a:pt x="6587949" y="72189"/>
                </a:lnTo>
                <a:close/>
              </a:path>
              <a:path w="6613525" h="896620">
                <a:moveTo>
                  <a:pt x="6577298" y="58305"/>
                </a:moveTo>
                <a:lnTo>
                  <a:pt x="6577298" y="70315"/>
                </a:lnTo>
                <a:lnTo>
                  <a:pt x="6578819" y="70315"/>
                </a:lnTo>
                <a:lnTo>
                  <a:pt x="6578819" y="59830"/>
                </a:lnTo>
                <a:lnTo>
                  <a:pt x="6577298" y="58305"/>
                </a:lnTo>
                <a:close/>
              </a:path>
              <a:path w="6613525" h="896620">
                <a:moveTo>
                  <a:pt x="6578819" y="59830"/>
                </a:moveTo>
                <a:lnTo>
                  <a:pt x="6586982" y="70315"/>
                </a:lnTo>
                <a:lnTo>
                  <a:pt x="6584517" y="65538"/>
                </a:lnTo>
                <a:lnTo>
                  <a:pt x="6578819" y="59830"/>
                </a:lnTo>
                <a:close/>
              </a:path>
              <a:path w="6613525" h="896620">
                <a:moveTo>
                  <a:pt x="6498163" y="6883"/>
                </a:moveTo>
                <a:lnTo>
                  <a:pt x="6498163" y="19515"/>
                </a:lnTo>
                <a:lnTo>
                  <a:pt x="6502728" y="19515"/>
                </a:lnTo>
                <a:lnTo>
                  <a:pt x="6502728" y="7621"/>
                </a:lnTo>
                <a:lnTo>
                  <a:pt x="6498163" y="6883"/>
                </a:lnTo>
                <a:close/>
              </a:path>
              <a:path w="6613525" h="896620">
                <a:moveTo>
                  <a:pt x="6502728" y="7621"/>
                </a:moveTo>
                <a:lnTo>
                  <a:pt x="6527983" y="19515"/>
                </a:lnTo>
                <a:lnTo>
                  <a:pt x="6506064" y="8160"/>
                </a:lnTo>
                <a:lnTo>
                  <a:pt x="6502728" y="7621"/>
                </a:lnTo>
                <a:close/>
              </a:path>
              <a:path w="6613525" h="896620">
                <a:moveTo>
                  <a:pt x="6528598" y="19834"/>
                </a:moveTo>
                <a:lnTo>
                  <a:pt x="6528598" y="32215"/>
                </a:lnTo>
                <a:lnTo>
                  <a:pt x="6531643" y="32215"/>
                </a:lnTo>
                <a:lnTo>
                  <a:pt x="6531643" y="21411"/>
                </a:lnTo>
                <a:lnTo>
                  <a:pt x="6528598" y="19834"/>
                </a:lnTo>
                <a:close/>
              </a:path>
              <a:path w="6613525" h="896620">
                <a:moveTo>
                  <a:pt x="6531643" y="21411"/>
                </a:moveTo>
                <a:lnTo>
                  <a:pt x="6551257" y="32215"/>
                </a:lnTo>
                <a:lnTo>
                  <a:pt x="6549929" y="30884"/>
                </a:lnTo>
                <a:lnTo>
                  <a:pt x="6531643" y="21411"/>
                </a:lnTo>
                <a:close/>
              </a:path>
              <a:path w="6613525" h="896620">
                <a:moveTo>
                  <a:pt x="6551427" y="32385"/>
                </a:moveTo>
                <a:lnTo>
                  <a:pt x="6551427" y="44915"/>
                </a:lnTo>
                <a:lnTo>
                  <a:pt x="6552948" y="44915"/>
                </a:lnTo>
                <a:lnTo>
                  <a:pt x="6552948" y="33909"/>
                </a:lnTo>
                <a:lnTo>
                  <a:pt x="6551427" y="32385"/>
                </a:lnTo>
                <a:close/>
              </a:path>
              <a:path w="6613525" h="896620">
                <a:moveTo>
                  <a:pt x="6552948" y="33909"/>
                </a:moveTo>
                <a:lnTo>
                  <a:pt x="6552948" y="44915"/>
                </a:lnTo>
                <a:lnTo>
                  <a:pt x="6563933" y="44915"/>
                </a:lnTo>
                <a:lnTo>
                  <a:pt x="6552948" y="33909"/>
                </a:lnTo>
                <a:close/>
              </a:path>
              <a:path w="6613525" h="896620">
                <a:moveTo>
                  <a:pt x="6565122" y="46107"/>
                </a:moveTo>
                <a:lnTo>
                  <a:pt x="6565122" y="57615"/>
                </a:lnTo>
                <a:lnTo>
                  <a:pt x="6566645" y="57615"/>
                </a:lnTo>
                <a:lnTo>
                  <a:pt x="6566645" y="47632"/>
                </a:lnTo>
                <a:lnTo>
                  <a:pt x="6565122" y="46107"/>
                </a:lnTo>
                <a:close/>
              </a:path>
              <a:path w="6613525" h="896620">
                <a:moveTo>
                  <a:pt x="6566645" y="47632"/>
                </a:moveTo>
                <a:lnTo>
                  <a:pt x="6566645" y="57615"/>
                </a:lnTo>
                <a:lnTo>
                  <a:pt x="6576609" y="57615"/>
                </a:lnTo>
                <a:lnTo>
                  <a:pt x="6566645" y="47632"/>
                </a:lnTo>
                <a:close/>
              </a:path>
            </a:pathLst>
          </a:custGeom>
          <a:solidFill>
            <a:srgbClr val="4F80BC"/>
          </a:solidFill>
        </p:spPr>
        <p:txBody>
          <a:bodyPr wrap="square" lIns="0" tIns="0" rIns="0" bIns="0" rtlCol="0"/>
          <a:lstStyle/>
          <a:p>
            <a:endParaRPr/>
          </a:p>
        </p:txBody>
      </p:sp>
      <p:sp>
        <p:nvSpPr>
          <p:cNvPr id="3" name="object 3"/>
          <p:cNvSpPr/>
          <p:nvPr/>
        </p:nvSpPr>
        <p:spPr>
          <a:xfrm>
            <a:off x="1722697" y="2451638"/>
            <a:ext cx="6653530" cy="998219"/>
          </a:xfrm>
          <a:custGeom>
            <a:avLst/>
            <a:gdLst/>
            <a:ahLst/>
            <a:cxnLst/>
            <a:rect l="l" t="t" r="r" b="b"/>
            <a:pathLst>
              <a:path w="6653530" h="998220">
                <a:moveTo>
                  <a:pt x="6473814" y="0"/>
                </a:moveTo>
                <a:lnTo>
                  <a:pt x="178052" y="0"/>
                </a:lnTo>
                <a:lnTo>
                  <a:pt x="159791" y="1269"/>
                </a:lnTo>
                <a:lnTo>
                  <a:pt x="108049" y="15239"/>
                </a:lnTo>
                <a:lnTo>
                  <a:pt x="63916" y="41909"/>
                </a:lnTo>
                <a:lnTo>
                  <a:pt x="28915" y="81279"/>
                </a:lnTo>
                <a:lnTo>
                  <a:pt x="7609" y="127000"/>
                </a:lnTo>
                <a:lnTo>
                  <a:pt x="0" y="161289"/>
                </a:lnTo>
                <a:lnTo>
                  <a:pt x="0" y="838199"/>
                </a:lnTo>
                <a:lnTo>
                  <a:pt x="13696" y="890269"/>
                </a:lnTo>
                <a:lnTo>
                  <a:pt x="41089" y="934719"/>
                </a:lnTo>
                <a:lnTo>
                  <a:pt x="79134" y="967739"/>
                </a:lnTo>
                <a:lnTo>
                  <a:pt x="143051" y="995679"/>
                </a:lnTo>
                <a:lnTo>
                  <a:pt x="178052" y="998219"/>
                </a:lnTo>
                <a:lnTo>
                  <a:pt x="6475336" y="998219"/>
                </a:lnTo>
                <a:lnTo>
                  <a:pt x="6493598" y="996949"/>
                </a:lnTo>
                <a:lnTo>
                  <a:pt x="6510338" y="994409"/>
                </a:lnTo>
                <a:lnTo>
                  <a:pt x="6519410" y="991869"/>
                </a:lnTo>
                <a:lnTo>
                  <a:pt x="161313" y="991869"/>
                </a:lnTo>
                <a:lnTo>
                  <a:pt x="161313" y="979169"/>
                </a:lnTo>
                <a:lnTo>
                  <a:pt x="112615" y="979169"/>
                </a:lnTo>
                <a:lnTo>
                  <a:pt x="112615" y="966469"/>
                </a:lnTo>
                <a:lnTo>
                  <a:pt x="91309" y="966469"/>
                </a:lnTo>
                <a:lnTo>
                  <a:pt x="91309" y="953769"/>
                </a:lnTo>
                <a:lnTo>
                  <a:pt x="74568" y="953769"/>
                </a:lnTo>
                <a:lnTo>
                  <a:pt x="74568" y="941069"/>
                </a:lnTo>
                <a:lnTo>
                  <a:pt x="60873" y="941069"/>
                </a:lnTo>
                <a:lnTo>
                  <a:pt x="60873" y="928369"/>
                </a:lnTo>
                <a:lnTo>
                  <a:pt x="51741" y="928369"/>
                </a:lnTo>
                <a:lnTo>
                  <a:pt x="51741" y="915669"/>
                </a:lnTo>
                <a:lnTo>
                  <a:pt x="42611" y="915669"/>
                </a:lnTo>
                <a:lnTo>
                  <a:pt x="42611" y="902969"/>
                </a:lnTo>
                <a:lnTo>
                  <a:pt x="36523" y="902969"/>
                </a:lnTo>
                <a:lnTo>
                  <a:pt x="36523" y="890269"/>
                </a:lnTo>
                <a:lnTo>
                  <a:pt x="30436" y="890269"/>
                </a:lnTo>
                <a:lnTo>
                  <a:pt x="30436" y="877569"/>
                </a:lnTo>
                <a:lnTo>
                  <a:pt x="25870" y="877569"/>
                </a:lnTo>
                <a:lnTo>
                  <a:pt x="25870" y="864869"/>
                </a:lnTo>
                <a:lnTo>
                  <a:pt x="22827" y="864869"/>
                </a:lnTo>
                <a:lnTo>
                  <a:pt x="22827" y="852169"/>
                </a:lnTo>
                <a:lnTo>
                  <a:pt x="21306" y="852169"/>
                </a:lnTo>
                <a:lnTo>
                  <a:pt x="21306" y="839469"/>
                </a:lnTo>
                <a:lnTo>
                  <a:pt x="19783" y="839469"/>
                </a:lnTo>
                <a:lnTo>
                  <a:pt x="19783" y="179069"/>
                </a:lnTo>
                <a:lnTo>
                  <a:pt x="21306" y="179069"/>
                </a:lnTo>
                <a:lnTo>
                  <a:pt x="21306" y="166369"/>
                </a:lnTo>
                <a:lnTo>
                  <a:pt x="22827" y="166369"/>
                </a:lnTo>
                <a:lnTo>
                  <a:pt x="22827" y="153669"/>
                </a:lnTo>
                <a:lnTo>
                  <a:pt x="24349" y="153669"/>
                </a:lnTo>
                <a:lnTo>
                  <a:pt x="24349" y="140969"/>
                </a:lnTo>
                <a:lnTo>
                  <a:pt x="28914" y="140969"/>
                </a:lnTo>
                <a:lnTo>
                  <a:pt x="28914" y="128269"/>
                </a:lnTo>
                <a:lnTo>
                  <a:pt x="33480" y="128269"/>
                </a:lnTo>
                <a:lnTo>
                  <a:pt x="33480" y="115569"/>
                </a:lnTo>
                <a:lnTo>
                  <a:pt x="39567" y="115569"/>
                </a:lnTo>
                <a:lnTo>
                  <a:pt x="39567" y="102869"/>
                </a:lnTo>
                <a:lnTo>
                  <a:pt x="47176" y="102869"/>
                </a:lnTo>
                <a:lnTo>
                  <a:pt x="47176" y="90169"/>
                </a:lnTo>
                <a:lnTo>
                  <a:pt x="57828" y="90169"/>
                </a:lnTo>
                <a:lnTo>
                  <a:pt x="57828" y="77469"/>
                </a:lnTo>
                <a:lnTo>
                  <a:pt x="68481" y="77469"/>
                </a:lnTo>
                <a:lnTo>
                  <a:pt x="68481" y="64769"/>
                </a:lnTo>
                <a:lnTo>
                  <a:pt x="82178" y="64769"/>
                </a:lnTo>
                <a:lnTo>
                  <a:pt x="82178" y="52069"/>
                </a:lnTo>
                <a:lnTo>
                  <a:pt x="103484" y="52069"/>
                </a:lnTo>
                <a:lnTo>
                  <a:pt x="103484" y="39369"/>
                </a:lnTo>
                <a:lnTo>
                  <a:pt x="132398" y="39369"/>
                </a:lnTo>
                <a:lnTo>
                  <a:pt x="132398" y="26669"/>
                </a:lnTo>
                <a:lnTo>
                  <a:pt x="6566957" y="26669"/>
                </a:lnTo>
                <a:lnTo>
                  <a:pt x="6559036" y="21589"/>
                </a:lnTo>
                <a:lnTo>
                  <a:pt x="6542297" y="13969"/>
                </a:lnTo>
                <a:lnTo>
                  <a:pt x="6525557" y="7619"/>
                </a:lnTo>
                <a:lnTo>
                  <a:pt x="6492076" y="1269"/>
                </a:lnTo>
                <a:lnTo>
                  <a:pt x="6473814" y="0"/>
                </a:lnTo>
                <a:close/>
              </a:path>
              <a:path w="6653530" h="998220">
                <a:moveTo>
                  <a:pt x="6493598" y="979169"/>
                </a:moveTo>
                <a:lnTo>
                  <a:pt x="161313" y="979169"/>
                </a:lnTo>
                <a:lnTo>
                  <a:pt x="161313" y="991869"/>
                </a:lnTo>
                <a:lnTo>
                  <a:pt x="6493598" y="991869"/>
                </a:lnTo>
                <a:lnTo>
                  <a:pt x="6493598" y="979169"/>
                </a:lnTo>
                <a:close/>
              </a:path>
              <a:path w="6653530" h="998220">
                <a:moveTo>
                  <a:pt x="6566957" y="26669"/>
                </a:moveTo>
                <a:lnTo>
                  <a:pt x="6520991" y="26669"/>
                </a:lnTo>
                <a:lnTo>
                  <a:pt x="6520991" y="39369"/>
                </a:lnTo>
                <a:lnTo>
                  <a:pt x="6549905" y="39369"/>
                </a:lnTo>
                <a:lnTo>
                  <a:pt x="6549905" y="52069"/>
                </a:lnTo>
                <a:lnTo>
                  <a:pt x="6571211" y="52069"/>
                </a:lnTo>
                <a:lnTo>
                  <a:pt x="6571211" y="64769"/>
                </a:lnTo>
                <a:lnTo>
                  <a:pt x="6584908" y="64769"/>
                </a:lnTo>
                <a:lnTo>
                  <a:pt x="6584908" y="77469"/>
                </a:lnTo>
                <a:lnTo>
                  <a:pt x="6597082" y="77469"/>
                </a:lnTo>
                <a:lnTo>
                  <a:pt x="6597082" y="90169"/>
                </a:lnTo>
                <a:lnTo>
                  <a:pt x="6606212" y="90169"/>
                </a:lnTo>
                <a:lnTo>
                  <a:pt x="6606212" y="102869"/>
                </a:lnTo>
                <a:lnTo>
                  <a:pt x="6613822" y="102869"/>
                </a:lnTo>
                <a:lnTo>
                  <a:pt x="6613822" y="115569"/>
                </a:lnTo>
                <a:lnTo>
                  <a:pt x="6619909" y="115569"/>
                </a:lnTo>
                <a:lnTo>
                  <a:pt x="6619909" y="128269"/>
                </a:lnTo>
                <a:lnTo>
                  <a:pt x="6625996" y="128269"/>
                </a:lnTo>
                <a:lnTo>
                  <a:pt x="6625996" y="140969"/>
                </a:lnTo>
                <a:lnTo>
                  <a:pt x="6629040" y="140969"/>
                </a:lnTo>
                <a:lnTo>
                  <a:pt x="6629040" y="153669"/>
                </a:lnTo>
                <a:lnTo>
                  <a:pt x="6632083" y="153669"/>
                </a:lnTo>
                <a:lnTo>
                  <a:pt x="6632083" y="166369"/>
                </a:lnTo>
                <a:lnTo>
                  <a:pt x="6633606" y="166369"/>
                </a:lnTo>
                <a:lnTo>
                  <a:pt x="6633606" y="839469"/>
                </a:lnTo>
                <a:lnTo>
                  <a:pt x="6632083" y="839469"/>
                </a:lnTo>
                <a:lnTo>
                  <a:pt x="6632083" y="852169"/>
                </a:lnTo>
                <a:lnTo>
                  <a:pt x="6630562" y="852169"/>
                </a:lnTo>
                <a:lnTo>
                  <a:pt x="6630562" y="864869"/>
                </a:lnTo>
                <a:lnTo>
                  <a:pt x="6627517" y="864869"/>
                </a:lnTo>
                <a:lnTo>
                  <a:pt x="6627517" y="877569"/>
                </a:lnTo>
                <a:lnTo>
                  <a:pt x="6622953" y="877569"/>
                </a:lnTo>
                <a:lnTo>
                  <a:pt x="6622953" y="890269"/>
                </a:lnTo>
                <a:lnTo>
                  <a:pt x="6618387" y="890269"/>
                </a:lnTo>
                <a:lnTo>
                  <a:pt x="6618387" y="902969"/>
                </a:lnTo>
                <a:lnTo>
                  <a:pt x="6610777" y="902969"/>
                </a:lnTo>
                <a:lnTo>
                  <a:pt x="6610777" y="915669"/>
                </a:lnTo>
                <a:lnTo>
                  <a:pt x="6603169" y="915669"/>
                </a:lnTo>
                <a:lnTo>
                  <a:pt x="6603169" y="928369"/>
                </a:lnTo>
                <a:lnTo>
                  <a:pt x="6592516" y="928369"/>
                </a:lnTo>
                <a:lnTo>
                  <a:pt x="6592516" y="941069"/>
                </a:lnTo>
                <a:lnTo>
                  <a:pt x="6578819" y="941069"/>
                </a:lnTo>
                <a:lnTo>
                  <a:pt x="6578819" y="953769"/>
                </a:lnTo>
                <a:lnTo>
                  <a:pt x="6563602" y="953769"/>
                </a:lnTo>
                <a:lnTo>
                  <a:pt x="6563602" y="966469"/>
                </a:lnTo>
                <a:lnTo>
                  <a:pt x="6540774" y="966469"/>
                </a:lnTo>
                <a:lnTo>
                  <a:pt x="6540774" y="979169"/>
                </a:lnTo>
                <a:lnTo>
                  <a:pt x="6493598" y="979169"/>
                </a:lnTo>
                <a:lnTo>
                  <a:pt x="6493598" y="991869"/>
                </a:lnTo>
                <a:lnTo>
                  <a:pt x="6519410" y="991869"/>
                </a:lnTo>
                <a:lnTo>
                  <a:pt x="6528600" y="989329"/>
                </a:lnTo>
                <a:lnTo>
                  <a:pt x="6543818" y="982979"/>
                </a:lnTo>
                <a:lnTo>
                  <a:pt x="6553258" y="979169"/>
                </a:lnTo>
                <a:lnTo>
                  <a:pt x="6587951" y="957579"/>
                </a:lnTo>
                <a:lnTo>
                  <a:pt x="6616013" y="928369"/>
                </a:lnTo>
                <a:lnTo>
                  <a:pt x="6622953" y="919479"/>
                </a:lnTo>
                <a:lnTo>
                  <a:pt x="6625205" y="915669"/>
                </a:lnTo>
                <a:lnTo>
                  <a:pt x="6632083" y="904239"/>
                </a:lnTo>
                <a:lnTo>
                  <a:pt x="6632634" y="902969"/>
                </a:lnTo>
                <a:lnTo>
                  <a:pt x="6638396" y="890269"/>
                </a:lnTo>
                <a:lnTo>
                  <a:pt x="6639693" y="887729"/>
                </a:lnTo>
                <a:lnTo>
                  <a:pt x="6643622" y="877569"/>
                </a:lnTo>
                <a:lnTo>
                  <a:pt x="6645780" y="872489"/>
                </a:lnTo>
                <a:lnTo>
                  <a:pt x="6648823" y="853439"/>
                </a:lnTo>
                <a:lnTo>
                  <a:pt x="6649131" y="852169"/>
                </a:lnTo>
                <a:lnTo>
                  <a:pt x="6651436" y="839469"/>
                </a:lnTo>
                <a:lnTo>
                  <a:pt x="6651867" y="836929"/>
                </a:lnTo>
                <a:lnTo>
                  <a:pt x="6653389" y="819149"/>
                </a:lnTo>
                <a:lnTo>
                  <a:pt x="6653389" y="179069"/>
                </a:lnTo>
                <a:lnTo>
                  <a:pt x="6648588" y="140969"/>
                </a:lnTo>
                <a:lnTo>
                  <a:pt x="6635466" y="102869"/>
                </a:lnTo>
                <a:lnTo>
                  <a:pt x="6630562" y="92709"/>
                </a:lnTo>
                <a:lnTo>
                  <a:pt x="6628651" y="90169"/>
                </a:lnTo>
                <a:lnTo>
                  <a:pt x="6621430" y="80009"/>
                </a:lnTo>
                <a:lnTo>
                  <a:pt x="6600125" y="52069"/>
                </a:lnTo>
                <a:lnTo>
                  <a:pt x="6572732" y="30479"/>
                </a:lnTo>
                <a:lnTo>
                  <a:pt x="6566957" y="26669"/>
                </a:lnTo>
                <a:close/>
              </a:path>
              <a:path w="6653530" h="998220">
                <a:moveTo>
                  <a:pt x="115658" y="966469"/>
                </a:moveTo>
                <a:lnTo>
                  <a:pt x="112615" y="966469"/>
                </a:lnTo>
                <a:lnTo>
                  <a:pt x="112615" y="979169"/>
                </a:lnTo>
                <a:lnTo>
                  <a:pt x="115658" y="979169"/>
                </a:lnTo>
                <a:lnTo>
                  <a:pt x="115658" y="966469"/>
                </a:lnTo>
                <a:close/>
              </a:path>
              <a:path w="6653530" h="998220">
                <a:moveTo>
                  <a:pt x="6540774" y="966469"/>
                </a:moveTo>
                <a:lnTo>
                  <a:pt x="6537731" y="966469"/>
                </a:lnTo>
                <a:lnTo>
                  <a:pt x="6537731" y="979169"/>
                </a:lnTo>
                <a:lnTo>
                  <a:pt x="6540774" y="979169"/>
                </a:lnTo>
                <a:lnTo>
                  <a:pt x="6540774" y="966469"/>
                </a:lnTo>
                <a:close/>
              </a:path>
              <a:path w="6653530" h="998220">
                <a:moveTo>
                  <a:pt x="92831" y="953769"/>
                </a:moveTo>
                <a:lnTo>
                  <a:pt x="91309" y="953769"/>
                </a:lnTo>
                <a:lnTo>
                  <a:pt x="91309" y="966469"/>
                </a:lnTo>
                <a:lnTo>
                  <a:pt x="92831" y="966469"/>
                </a:lnTo>
                <a:lnTo>
                  <a:pt x="92831" y="953769"/>
                </a:lnTo>
                <a:close/>
              </a:path>
              <a:path w="6653530" h="998220">
                <a:moveTo>
                  <a:pt x="6563602" y="953769"/>
                </a:moveTo>
                <a:lnTo>
                  <a:pt x="6560558" y="953769"/>
                </a:lnTo>
                <a:lnTo>
                  <a:pt x="6560558" y="966469"/>
                </a:lnTo>
                <a:lnTo>
                  <a:pt x="6563602" y="966469"/>
                </a:lnTo>
                <a:lnTo>
                  <a:pt x="6563602" y="953769"/>
                </a:lnTo>
                <a:close/>
              </a:path>
              <a:path w="6653530" h="998220">
                <a:moveTo>
                  <a:pt x="76091" y="941069"/>
                </a:moveTo>
                <a:lnTo>
                  <a:pt x="74568" y="941069"/>
                </a:lnTo>
                <a:lnTo>
                  <a:pt x="74568" y="953769"/>
                </a:lnTo>
                <a:lnTo>
                  <a:pt x="76091" y="953769"/>
                </a:lnTo>
                <a:lnTo>
                  <a:pt x="76091" y="941069"/>
                </a:lnTo>
                <a:close/>
              </a:path>
              <a:path w="6653530" h="998220">
                <a:moveTo>
                  <a:pt x="6578819" y="941069"/>
                </a:moveTo>
                <a:lnTo>
                  <a:pt x="6577298" y="941069"/>
                </a:lnTo>
                <a:lnTo>
                  <a:pt x="6577298" y="953769"/>
                </a:lnTo>
                <a:lnTo>
                  <a:pt x="6578819" y="953769"/>
                </a:lnTo>
                <a:lnTo>
                  <a:pt x="6578819" y="941069"/>
                </a:lnTo>
                <a:close/>
              </a:path>
              <a:path w="6653530" h="998220">
                <a:moveTo>
                  <a:pt x="62394" y="928369"/>
                </a:moveTo>
                <a:lnTo>
                  <a:pt x="60873" y="928369"/>
                </a:lnTo>
                <a:lnTo>
                  <a:pt x="60873" y="941069"/>
                </a:lnTo>
                <a:lnTo>
                  <a:pt x="62394" y="941069"/>
                </a:lnTo>
                <a:lnTo>
                  <a:pt x="62394" y="928369"/>
                </a:lnTo>
                <a:close/>
              </a:path>
              <a:path w="6653530" h="998220">
                <a:moveTo>
                  <a:pt x="6592516" y="928369"/>
                </a:moveTo>
                <a:lnTo>
                  <a:pt x="6590995" y="928369"/>
                </a:lnTo>
                <a:lnTo>
                  <a:pt x="6590995" y="941069"/>
                </a:lnTo>
                <a:lnTo>
                  <a:pt x="6592516" y="941069"/>
                </a:lnTo>
                <a:lnTo>
                  <a:pt x="6592516" y="928369"/>
                </a:lnTo>
                <a:close/>
              </a:path>
              <a:path w="6653530" h="998220">
                <a:moveTo>
                  <a:pt x="6603169" y="915669"/>
                </a:moveTo>
                <a:lnTo>
                  <a:pt x="6601647" y="915669"/>
                </a:lnTo>
                <a:lnTo>
                  <a:pt x="6601647" y="928369"/>
                </a:lnTo>
                <a:lnTo>
                  <a:pt x="6603169" y="928369"/>
                </a:lnTo>
                <a:lnTo>
                  <a:pt x="6603169" y="915669"/>
                </a:lnTo>
                <a:close/>
              </a:path>
              <a:path w="6653530" h="998220">
                <a:moveTo>
                  <a:pt x="44133" y="902969"/>
                </a:moveTo>
                <a:lnTo>
                  <a:pt x="42611" y="902969"/>
                </a:lnTo>
                <a:lnTo>
                  <a:pt x="42611" y="915669"/>
                </a:lnTo>
                <a:lnTo>
                  <a:pt x="44133" y="915669"/>
                </a:lnTo>
                <a:lnTo>
                  <a:pt x="44133" y="902969"/>
                </a:lnTo>
                <a:close/>
              </a:path>
              <a:path w="6653530" h="998220">
                <a:moveTo>
                  <a:pt x="6610777" y="902969"/>
                </a:moveTo>
                <a:lnTo>
                  <a:pt x="6609256" y="902969"/>
                </a:lnTo>
                <a:lnTo>
                  <a:pt x="6609256" y="915669"/>
                </a:lnTo>
                <a:lnTo>
                  <a:pt x="6610777" y="915669"/>
                </a:lnTo>
                <a:lnTo>
                  <a:pt x="6610777" y="902969"/>
                </a:lnTo>
                <a:close/>
              </a:path>
              <a:path w="6653530" h="998220">
                <a:moveTo>
                  <a:pt x="6618387" y="890269"/>
                </a:moveTo>
                <a:lnTo>
                  <a:pt x="6616865" y="890269"/>
                </a:lnTo>
                <a:lnTo>
                  <a:pt x="6616865" y="902969"/>
                </a:lnTo>
                <a:lnTo>
                  <a:pt x="6618387" y="902969"/>
                </a:lnTo>
                <a:lnTo>
                  <a:pt x="6618387" y="890269"/>
                </a:lnTo>
                <a:close/>
              </a:path>
              <a:path w="6653530" h="998220">
                <a:moveTo>
                  <a:pt x="31959" y="877569"/>
                </a:moveTo>
                <a:lnTo>
                  <a:pt x="30436" y="877569"/>
                </a:lnTo>
                <a:lnTo>
                  <a:pt x="30436" y="890269"/>
                </a:lnTo>
                <a:lnTo>
                  <a:pt x="31959" y="890269"/>
                </a:lnTo>
                <a:lnTo>
                  <a:pt x="31959" y="877569"/>
                </a:lnTo>
                <a:close/>
              </a:path>
              <a:path w="6653530" h="998220">
                <a:moveTo>
                  <a:pt x="27393" y="864869"/>
                </a:moveTo>
                <a:lnTo>
                  <a:pt x="25870" y="864869"/>
                </a:lnTo>
                <a:lnTo>
                  <a:pt x="25870" y="877569"/>
                </a:lnTo>
                <a:lnTo>
                  <a:pt x="27393" y="877569"/>
                </a:lnTo>
                <a:lnTo>
                  <a:pt x="27393" y="864869"/>
                </a:lnTo>
                <a:close/>
              </a:path>
              <a:path w="6653530" h="998220">
                <a:moveTo>
                  <a:pt x="21306" y="826769"/>
                </a:moveTo>
                <a:lnTo>
                  <a:pt x="19783" y="826769"/>
                </a:lnTo>
                <a:lnTo>
                  <a:pt x="19783" y="839469"/>
                </a:lnTo>
                <a:lnTo>
                  <a:pt x="21306" y="839469"/>
                </a:lnTo>
                <a:lnTo>
                  <a:pt x="21306" y="826769"/>
                </a:lnTo>
                <a:close/>
              </a:path>
              <a:path w="6653530" h="998220">
                <a:moveTo>
                  <a:pt x="6632083" y="153669"/>
                </a:moveTo>
                <a:lnTo>
                  <a:pt x="6630562" y="153669"/>
                </a:lnTo>
                <a:lnTo>
                  <a:pt x="6630562" y="166369"/>
                </a:lnTo>
                <a:lnTo>
                  <a:pt x="6632083" y="166369"/>
                </a:lnTo>
                <a:lnTo>
                  <a:pt x="6632083" y="153669"/>
                </a:lnTo>
                <a:close/>
              </a:path>
              <a:path w="6653530" h="998220">
                <a:moveTo>
                  <a:pt x="25870" y="140969"/>
                </a:moveTo>
                <a:lnTo>
                  <a:pt x="24349" y="140969"/>
                </a:lnTo>
                <a:lnTo>
                  <a:pt x="24349" y="153669"/>
                </a:lnTo>
                <a:lnTo>
                  <a:pt x="25870" y="153669"/>
                </a:lnTo>
                <a:lnTo>
                  <a:pt x="25870" y="140969"/>
                </a:lnTo>
                <a:close/>
              </a:path>
              <a:path w="6653530" h="998220">
                <a:moveTo>
                  <a:pt x="6625996" y="128269"/>
                </a:moveTo>
                <a:lnTo>
                  <a:pt x="6624474" y="128269"/>
                </a:lnTo>
                <a:lnTo>
                  <a:pt x="6624474" y="140969"/>
                </a:lnTo>
                <a:lnTo>
                  <a:pt x="6625996" y="140969"/>
                </a:lnTo>
                <a:lnTo>
                  <a:pt x="6625996" y="128269"/>
                </a:lnTo>
                <a:close/>
              </a:path>
              <a:path w="6653530" h="998220">
                <a:moveTo>
                  <a:pt x="35001" y="115569"/>
                </a:moveTo>
                <a:lnTo>
                  <a:pt x="33480" y="115569"/>
                </a:lnTo>
                <a:lnTo>
                  <a:pt x="33480" y="128269"/>
                </a:lnTo>
                <a:lnTo>
                  <a:pt x="35001" y="128269"/>
                </a:lnTo>
                <a:lnTo>
                  <a:pt x="35001" y="115569"/>
                </a:lnTo>
                <a:close/>
              </a:path>
              <a:path w="6653530" h="998220">
                <a:moveTo>
                  <a:pt x="41089" y="102869"/>
                </a:moveTo>
                <a:lnTo>
                  <a:pt x="39567" y="102869"/>
                </a:lnTo>
                <a:lnTo>
                  <a:pt x="39567" y="115569"/>
                </a:lnTo>
                <a:lnTo>
                  <a:pt x="41089" y="115569"/>
                </a:lnTo>
                <a:lnTo>
                  <a:pt x="41089" y="102869"/>
                </a:lnTo>
                <a:close/>
              </a:path>
              <a:path w="6653530" h="998220">
                <a:moveTo>
                  <a:pt x="48698" y="90169"/>
                </a:moveTo>
                <a:lnTo>
                  <a:pt x="47176" y="90169"/>
                </a:lnTo>
                <a:lnTo>
                  <a:pt x="47176" y="102869"/>
                </a:lnTo>
                <a:lnTo>
                  <a:pt x="48698" y="102869"/>
                </a:lnTo>
                <a:lnTo>
                  <a:pt x="48698" y="90169"/>
                </a:lnTo>
                <a:close/>
              </a:path>
              <a:path w="6653530" h="998220">
                <a:moveTo>
                  <a:pt x="59351" y="77469"/>
                </a:moveTo>
                <a:lnTo>
                  <a:pt x="57828" y="77469"/>
                </a:lnTo>
                <a:lnTo>
                  <a:pt x="57828" y="90169"/>
                </a:lnTo>
                <a:lnTo>
                  <a:pt x="59351" y="90169"/>
                </a:lnTo>
                <a:lnTo>
                  <a:pt x="59351" y="77469"/>
                </a:lnTo>
                <a:close/>
              </a:path>
              <a:path w="6653530" h="998220">
                <a:moveTo>
                  <a:pt x="6597082" y="77469"/>
                </a:moveTo>
                <a:lnTo>
                  <a:pt x="6595560" y="77469"/>
                </a:lnTo>
                <a:lnTo>
                  <a:pt x="6595560" y="90169"/>
                </a:lnTo>
                <a:lnTo>
                  <a:pt x="6597082" y="90169"/>
                </a:lnTo>
                <a:lnTo>
                  <a:pt x="6597082" y="77469"/>
                </a:lnTo>
                <a:close/>
              </a:path>
              <a:path w="6653530" h="998220">
                <a:moveTo>
                  <a:pt x="70004" y="64769"/>
                </a:moveTo>
                <a:lnTo>
                  <a:pt x="68481" y="64769"/>
                </a:lnTo>
                <a:lnTo>
                  <a:pt x="68481" y="77469"/>
                </a:lnTo>
                <a:lnTo>
                  <a:pt x="70004" y="77469"/>
                </a:lnTo>
                <a:lnTo>
                  <a:pt x="70004" y="64769"/>
                </a:lnTo>
                <a:close/>
              </a:path>
              <a:path w="6653530" h="998220">
                <a:moveTo>
                  <a:pt x="6584908" y="64769"/>
                </a:moveTo>
                <a:lnTo>
                  <a:pt x="6583385" y="64769"/>
                </a:lnTo>
                <a:lnTo>
                  <a:pt x="6583385" y="77469"/>
                </a:lnTo>
                <a:lnTo>
                  <a:pt x="6584908" y="77469"/>
                </a:lnTo>
                <a:lnTo>
                  <a:pt x="6584908" y="64769"/>
                </a:lnTo>
                <a:close/>
              </a:path>
              <a:path w="6653530" h="998220">
                <a:moveTo>
                  <a:pt x="85221" y="52069"/>
                </a:moveTo>
                <a:lnTo>
                  <a:pt x="82178" y="52069"/>
                </a:lnTo>
                <a:lnTo>
                  <a:pt x="82178" y="64769"/>
                </a:lnTo>
                <a:lnTo>
                  <a:pt x="85221" y="64769"/>
                </a:lnTo>
                <a:lnTo>
                  <a:pt x="85221" y="52069"/>
                </a:lnTo>
                <a:close/>
              </a:path>
              <a:path w="6653530" h="998220">
                <a:moveTo>
                  <a:pt x="6571211" y="52069"/>
                </a:moveTo>
                <a:lnTo>
                  <a:pt x="6569689" y="52069"/>
                </a:lnTo>
                <a:lnTo>
                  <a:pt x="6569689" y="64769"/>
                </a:lnTo>
                <a:lnTo>
                  <a:pt x="6571211" y="64769"/>
                </a:lnTo>
                <a:lnTo>
                  <a:pt x="6571211" y="52069"/>
                </a:lnTo>
                <a:close/>
              </a:path>
              <a:path w="6653530" h="998220">
                <a:moveTo>
                  <a:pt x="106527" y="39369"/>
                </a:moveTo>
                <a:lnTo>
                  <a:pt x="103484" y="39369"/>
                </a:lnTo>
                <a:lnTo>
                  <a:pt x="103484" y="52069"/>
                </a:lnTo>
                <a:lnTo>
                  <a:pt x="106527" y="52069"/>
                </a:lnTo>
                <a:lnTo>
                  <a:pt x="106527" y="39369"/>
                </a:lnTo>
                <a:close/>
              </a:path>
              <a:path w="6653530" h="998220">
                <a:moveTo>
                  <a:pt x="6549905" y="39369"/>
                </a:moveTo>
                <a:lnTo>
                  <a:pt x="6546861" y="39369"/>
                </a:lnTo>
                <a:lnTo>
                  <a:pt x="6546861" y="52069"/>
                </a:lnTo>
                <a:lnTo>
                  <a:pt x="6549905" y="52069"/>
                </a:lnTo>
                <a:lnTo>
                  <a:pt x="6549905" y="39369"/>
                </a:lnTo>
                <a:close/>
              </a:path>
              <a:path w="6653530" h="998220">
                <a:moveTo>
                  <a:pt x="138485" y="26669"/>
                </a:moveTo>
                <a:lnTo>
                  <a:pt x="132398" y="26669"/>
                </a:lnTo>
                <a:lnTo>
                  <a:pt x="132398" y="39369"/>
                </a:lnTo>
                <a:lnTo>
                  <a:pt x="138485" y="39369"/>
                </a:lnTo>
                <a:lnTo>
                  <a:pt x="138485" y="26669"/>
                </a:lnTo>
                <a:close/>
              </a:path>
              <a:path w="6653530" h="998220">
                <a:moveTo>
                  <a:pt x="6520991" y="26669"/>
                </a:moveTo>
                <a:lnTo>
                  <a:pt x="6516425" y="26669"/>
                </a:lnTo>
                <a:lnTo>
                  <a:pt x="6516425" y="39369"/>
                </a:lnTo>
                <a:lnTo>
                  <a:pt x="6520991" y="39369"/>
                </a:lnTo>
                <a:lnTo>
                  <a:pt x="6520991" y="26669"/>
                </a:lnTo>
                <a:close/>
              </a:path>
            </a:pathLst>
          </a:custGeom>
          <a:solidFill>
            <a:srgbClr val="FFFFFF"/>
          </a:solidFill>
        </p:spPr>
        <p:txBody>
          <a:bodyPr wrap="square" lIns="0" tIns="0" rIns="0" bIns="0" rtlCol="0"/>
          <a:lstStyle/>
          <a:p>
            <a:endParaRPr/>
          </a:p>
        </p:txBody>
      </p:sp>
      <p:sp>
        <p:nvSpPr>
          <p:cNvPr id="4" name="object 4"/>
          <p:cNvSpPr/>
          <p:nvPr/>
        </p:nvSpPr>
        <p:spPr>
          <a:xfrm>
            <a:off x="1740960" y="2470997"/>
            <a:ext cx="6615430" cy="959485"/>
          </a:xfrm>
          <a:custGeom>
            <a:avLst/>
            <a:gdLst/>
            <a:ahLst/>
            <a:cxnLst/>
            <a:rect l="l" t="t" r="r" b="b"/>
            <a:pathLst>
              <a:path w="6615430" h="959485">
                <a:moveTo>
                  <a:pt x="6455552" y="0"/>
                </a:moveTo>
                <a:lnTo>
                  <a:pt x="159790" y="0"/>
                </a:lnTo>
                <a:lnTo>
                  <a:pt x="109278" y="8160"/>
                </a:lnTo>
                <a:lnTo>
                  <a:pt x="65413" y="30884"/>
                </a:lnTo>
                <a:lnTo>
                  <a:pt x="30825" y="65538"/>
                </a:lnTo>
                <a:lnTo>
                  <a:pt x="8144" y="109486"/>
                </a:lnTo>
                <a:lnTo>
                  <a:pt x="0" y="160094"/>
                </a:lnTo>
                <a:lnTo>
                  <a:pt x="0" y="798946"/>
                </a:lnTo>
                <a:lnTo>
                  <a:pt x="8144" y="849554"/>
                </a:lnTo>
                <a:lnTo>
                  <a:pt x="30825" y="893502"/>
                </a:lnTo>
                <a:lnTo>
                  <a:pt x="65413" y="928156"/>
                </a:lnTo>
                <a:lnTo>
                  <a:pt x="109278" y="950880"/>
                </a:lnTo>
                <a:lnTo>
                  <a:pt x="159790" y="959040"/>
                </a:lnTo>
                <a:lnTo>
                  <a:pt x="6455552" y="959040"/>
                </a:lnTo>
                <a:lnTo>
                  <a:pt x="6506064" y="950880"/>
                </a:lnTo>
                <a:lnTo>
                  <a:pt x="6549929" y="928156"/>
                </a:lnTo>
                <a:lnTo>
                  <a:pt x="6584517" y="893502"/>
                </a:lnTo>
                <a:lnTo>
                  <a:pt x="6607198" y="849554"/>
                </a:lnTo>
                <a:lnTo>
                  <a:pt x="6615343" y="798946"/>
                </a:lnTo>
                <a:lnTo>
                  <a:pt x="6615343" y="160094"/>
                </a:lnTo>
                <a:lnTo>
                  <a:pt x="6607198" y="109486"/>
                </a:lnTo>
                <a:lnTo>
                  <a:pt x="6584517" y="65538"/>
                </a:lnTo>
                <a:lnTo>
                  <a:pt x="6549929" y="30884"/>
                </a:lnTo>
                <a:lnTo>
                  <a:pt x="6506064" y="8160"/>
                </a:lnTo>
                <a:lnTo>
                  <a:pt x="6455552" y="0"/>
                </a:lnTo>
                <a:close/>
              </a:path>
            </a:pathLst>
          </a:custGeom>
          <a:solidFill>
            <a:srgbClr val="4F80BC"/>
          </a:solidFill>
        </p:spPr>
        <p:txBody>
          <a:bodyPr wrap="square" lIns="0" tIns="0" rIns="0" bIns="0" rtlCol="0"/>
          <a:lstStyle/>
          <a:p>
            <a:endParaRPr/>
          </a:p>
        </p:txBody>
      </p:sp>
      <p:sp>
        <p:nvSpPr>
          <p:cNvPr id="5" name="object 5"/>
          <p:cNvSpPr/>
          <p:nvPr/>
        </p:nvSpPr>
        <p:spPr>
          <a:xfrm>
            <a:off x="1722697" y="2451176"/>
            <a:ext cx="6653530" cy="998855"/>
          </a:xfrm>
          <a:custGeom>
            <a:avLst/>
            <a:gdLst/>
            <a:ahLst/>
            <a:cxnLst/>
            <a:rect l="l" t="t" r="r" b="b"/>
            <a:pathLst>
              <a:path w="6653530" h="998854">
                <a:moveTo>
                  <a:pt x="6473814" y="0"/>
                </a:moveTo>
                <a:lnTo>
                  <a:pt x="178052" y="0"/>
                </a:lnTo>
                <a:lnTo>
                  <a:pt x="159791" y="1525"/>
                </a:lnTo>
                <a:lnTo>
                  <a:pt x="108049" y="15247"/>
                </a:lnTo>
                <a:lnTo>
                  <a:pt x="63916" y="41167"/>
                </a:lnTo>
                <a:lnTo>
                  <a:pt x="28915" y="80810"/>
                </a:lnTo>
                <a:lnTo>
                  <a:pt x="7609" y="126550"/>
                </a:lnTo>
                <a:lnTo>
                  <a:pt x="0" y="161618"/>
                </a:lnTo>
                <a:lnTo>
                  <a:pt x="0" y="838588"/>
                </a:lnTo>
                <a:lnTo>
                  <a:pt x="13696" y="890428"/>
                </a:lnTo>
                <a:lnTo>
                  <a:pt x="41089" y="934645"/>
                </a:lnTo>
                <a:lnTo>
                  <a:pt x="79134" y="968188"/>
                </a:lnTo>
                <a:lnTo>
                  <a:pt x="126311" y="991058"/>
                </a:lnTo>
                <a:lnTo>
                  <a:pt x="178052" y="998682"/>
                </a:lnTo>
                <a:lnTo>
                  <a:pt x="6475336" y="998682"/>
                </a:lnTo>
                <a:lnTo>
                  <a:pt x="6528600" y="989534"/>
                </a:lnTo>
                <a:lnTo>
                  <a:pt x="6583385" y="960564"/>
                </a:lnTo>
                <a:lnTo>
                  <a:pt x="178052" y="960564"/>
                </a:lnTo>
                <a:lnTo>
                  <a:pt x="162834" y="959040"/>
                </a:lnTo>
                <a:lnTo>
                  <a:pt x="123267" y="948367"/>
                </a:lnTo>
                <a:lnTo>
                  <a:pt x="77613" y="917873"/>
                </a:lnTo>
                <a:lnTo>
                  <a:pt x="48698" y="873657"/>
                </a:lnTo>
                <a:lnTo>
                  <a:pt x="38045" y="832490"/>
                </a:lnTo>
                <a:lnTo>
                  <a:pt x="38045" y="164668"/>
                </a:lnTo>
                <a:lnTo>
                  <a:pt x="48698" y="123501"/>
                </a:lnTo>
                <a:lnTo>
                  <a:pt x="62395" y="100630"/>
                </a:lnTo>
                <a:lnTo>
                  <a:pt x="70003" y="88432"/>
                </a:lnTo>
                <a:lnTo>
                  <a:pt x="100440" y="62513"/>
                </a:lnTo>
                <a:lnTo>
                  <a:pt x="136964" y="44216"/>
                </a:lnTo>
                <a:lnTo>
                  <a:pt x="179575" y="38117"/>
                </a:lnTo>
                <a:lnTo>
                  <a:pt x="6582515" y="38117"/>
                </a:lnTo>
                <a:lnTo>
                  <a:pt x="6572732" y="30493"/>
                </a:lnTo>
                <a:lnTo>
                  <a:pt x="6559036" y="21346"/>
                </a:lnTo>
                <a:lnTo>
                  <a:pt x="6542297" y="13722"/>
                </a:lnTo>
                <a:lnTo>
                  <a:pt x="6525557" y="7623"/>
                </a:lnTo>
                <a:lnTo>
                  <a:pt x="6492076" y="1525"/>
                </a:lnTo>
                <a:lnTo>
                  <a:pt x="6473814" y="0"/>
                </a:lnTo>
                <a:close/>
              </a:path>
              <a:path w="6653530" h="998854">
                <a:moveTo>
                  <a:pt x="6582515" y="38117"/>
                </a:moveTo>
                <a:lnTo>
                  <a:pt x="6473814" y="38117"/>
                </a:lnTo>
                <a:lnTo>
                  <a:pt x="6489033" y="39643"/>
                </a:lnTo>
                <a:lnTo>
                  <a:pt x="6502728" y="41167"/>
                </a:lnTo>
                <a:lnTo>
                  <a:pt x="6542297" y="56414"/>
                </a:lnTo>
                <a:lnTo>
                  <a:pt x="6574255" y="80810"/>
                </a:lnTo>
                <a:lnTo>
                  <a:pt x="6598603" y="112828"/>
                </a:lnTo>
                <a:lnTo>
                  <a:pt x="6612300" y="152471"/>
                </a:lnTo>
                <a:lnTo>
                  <a:pt x="6615343" y="179915"/>
                </a:lnTo>
                <a:lnTo>
                  <a:pt x="6615343" y="818767"/>
                </a:lnTo>
                <a:lnTo>
                  <a:pt x="6612300" y="849261"/>
                </a:lnTo>
                <a:lnTo>
                  <a:pt x="6607735" y="861458"/>
                </a:lnTo>
                <a:lnTo>
                  <a:pt x="6603169" y="875181"/>
                </a:lnTo>
                <a:lnTo>
                  <a:pt x="6581863" y="910249"/>
                </a:lnTo>
                <a:lnTo>
                  <a:pt x="6540774" y="943792"/>
                </a:lnTo>
                <a:lnTo>
                  <a:pt x="6501207" y="957515"/>
                </a:lnTo>
                <a:lnTo>
                  <a:pt x="6473814" y="960564"/>
                </a:lnTo>
                <a:lnTo>
                  <a:pt x="6583385" y="960564"/>
                </a:lnTo>
                <a:lnTo>
                  <a:pt x="6612300" y="933119"/>
                </a:lnTo>
                <a:lnTo>
                  <a:pt x="6639693" y="887379"/>
                </a:lnTo>
                <a:lnTo>
                  <a:pt x="6648823" y="853834"/>
                </a:lnTo>
                <a:lnTo>
                  <a:pt x="6651867" y="837063"/>
                </a:lnTo>
                <a:lnTo>
                  <a:pt x="6653389" y="818767"/>
                </a:lnTo>
                <a:lnTo>
                  <a:pt x="6653389" y="178390"/>
                </a:lnTo>
                <a:lnTo>
                  <a:pt x="6644259" y="125026"/>
                </a:lnTo>
                <a:lnTo>
                  <a:pt x="6621430" y="79284"/>
                </a:lnTo>
                <a:lnTo>
                  <a:pt x="6600125" y="51840"/>
                </a:lnTo>
                <a:lnTo>
                  <a:pt x="6582515" y="38117"/>
                </a:lnTo>
                <a:close/>
              </a:path>
            </a:pathLst>
          </a:custGeom>
          <a:solidFill>
            <a:srgbClr val="FFFFFF"/>
          </a:solidFill>
        </p:spPr>
        <p:txBody>
          <a:bodyPr wrap="square" lIns="0" tIns="0" rIns="0" bIns="0" rtlCol="0"/>
          <a:lstStyle/>
          <a:p>
            <a:endParaRPr/>
          </a:p>
        </p:txBody>
      </p:sp>
      <p:sp>
        <p:nvSpPr>
          <p:cNvPr id="6" name="object 6"/>
          <p:cNvSpPr/>
          <p:nvPr/>
        </p:nvSpPr>
        <p:spPr>
          <a:xfrm>
            <a:off x="1740960" y="3545914"/>
            <a:ext cx="6614159" cy="927100"/>
          </a:xfrm>
          <a:custGeom>
            <a:avLst/>
            <a:gdLst/>
            <a:ahLst/>
            <a:cxnLst/>
            <a:rect l="l" t="t" r="r" b="b"/>
            <a:pathLst>
              <a:path w="6614159" h="927100">
                <a:moveTo>
                  <a:pt x="3043" y="141182"/>
                </a:moveTo>
                <a:lnTo>
                  <a:pt x="0" y="160094"/>
                </a:lnTo>
                <a:lnTo>
                  <a:pt x="0" y="798945"/>
                </a:lnTo>
                <a:lnTo>
                  <a:pt x="1520" y="808396"/>
                </a:lnTo>
                <a:lnTo>
                  <a:pt x="1520" y="163797"/>
                </a:lnTo>
                <a:lnTo>
                  <a:pt x="3043" y="163797"/>
                </a:lnTo>
                <a:lnTo>
                  <a:pt x="3043" y="141182"/>
                </a:lnTo>
                <a:close/>
              </a:path>
              <a:path w="6614159" h="927100">
                <a:moveTo>
                  <a:pt x="25870" y="75139"/>
                </a:moveTo>
                <a:lnTo>
                  <a:pt x="8144" y="109486"/>
                </a:lnTo>
                <a:lnTo>
                  <a:pt x="3491" y="138397"/>
                </a:lnTo>
                <a:lnTo>
                  <a:pt x="6086" y="138397"/>
                </a:lnTo>
                <a:lnTo>
                  <a:pt x="6086" y="125697"/>
                </a:lnTo>
                <a:lnTo>
                  <a:pt x="9130" y="125697"/>
                </a:lnTo>
                <a:lnTo>
                  <a:pt x="9130" y="112997"/>
                </a:lnTo>
                <a:lnTo>
                  <a:pt x="13696" y="112997"/>
                </a:lnTo>
                <a:lnTo>
                  <a:pt x="13696" y="100297"/>
                </a:lnTo>
                <a:lnTo>
                  <a:pt x="19783" y="100297"/>
                </a:lnTo>
                <a:lnTo>
                  <a:pt x="19783" y="87597"/>
                </a:lnTo>
                <a:lnTo>
                  <a:pt x="25870" y="87597"/>
                </a:lnTo>
                <a:lnTo>
                  <a:pt x="25870" y="75139"/>
                </a:lnTo>
                <a:close/>
              </a:path>
              <a:path w="6614159" h="927100">
                <a:moveTo>
                  <a:pt x="45653" y="50682"/>
                </a:moveTo>
                <a:lnTo>
                  <a:pt x="30825" y="65538"/>
                </a:lnTo>
                <a:lnTo>
                  <a:pt x="25995" y="74897"/>
                </a:lnTo>
                <a:lnTo>
                  <a:pt x="25870" y="87597"/>
                </a:lnTo>
                <a:lnTo>
                  <a:pt x="27392" y="87597"/>
                </a:lnTo>
                <a:lnTo>
                  <a:pt x="27392" y="74897"/>
                </a:lnTo>
                <a:lnTo>
                  <a:pt x="35001" y="74897"/>
                </a:lnTo>
                <a:lnTo>
                  <a:pt x="35001" y="62197"/>
                </a:lnTo>
                <a:lnTo>
                  <a:pt x="45653" y="62197"/>
                </a:lnTo>
                <a:lnTo>
                  <a:pt x="45653" y="50682"/>
                </a:lnTo>
                <a:close/>
              </a:path>
              <a:path w="6614159" h="927100">
                <a:moveTo>
                  <a:pt x="36523" y="62197"/>
                </a:moveTo>
                <a:lnTo>
                  <a:pt x="35001" y="62197"/>
                </a:lnTo>
                <a:lnTo>
                  <a:pt x="35001" y="74897"/>
                </a:lnTo>
                <a:lnTo>
                  <a:pt x="36523" y="74897"/>
                </a:lnTo>
                <a:lnTo>
                  <a:pt x="36523" y="62197"/>
                </a:lnTo>
                <a:close/>
              </a:path>
              <a:path w="6614159" h="927100">
                <a:moveTo>
                  <a:pt x="59350" y="36959"/>
                </a:moveTo>
                <a:lnTo>
                  <a:pt x="45653" y="50682"/>
                </a:lnTo>
                <a:lnTo>
                  <a:pt x="45653" y="62197"/>
                </a:lnTo>
                <a:lnTo>
                  <a:pt x="47176" y="62197"/>
                </a:lnTo>
                <a:lnTo>
                  <a:pt x="47176" y="49497"/>
                </a:lnTo>
                <a:lnTo>
                  <a:pt x="59350" y="49497"/>
                </a:lnTo>
                <a:lnTo>
                  <a:pt x="59350" y="36959"/>
                </a:lnTo>
                <a:close/>
              </a:path>
              <a:path w="6614159" h="927100">
                <a:moveTo>
                  <a:pt x="77611" y="24565"/>
                </a:moveTo>
                <a:lnTo>
                  <a:pt x="65413" y="30884"/>
                </a:lnTo>
                <a:lnTo>
                  <a:pt x="59350" y="36959"/>
                </a:lnTo>
                <a:lnTo>
                  <a:pt x="59350" y="49497"/>
                </a:lnTo>
                <a:lnTo>
                  <a:pt x="60871" y="49497"/>
                </a:lnTo>
                <a:lnTo>
                  <a:pt x="60871" y="36797"/>
                </a:lnTo>
                <a:lnTo>
                  <a:pt x="77611" y="36797"/>
                </a:lnTo>
                <a:lnTo>
                  <a:pt x="77611" y="24565"/>
                </a:lnTo>
                <a:close/>
              </a:path>
              <a:path w="6614159" h="927100">
                <a:moveTo>
                  <a:pt x="101961" y="11950"/>
                </a:moveTo>
                <a:lnTo>
                  <a:pt x="77611" y="24565"/>
                </a:lnTo>
                <a:lnTo>
                  <a:pt x="77611" y="36797"/>
                </a:lnTo>
                <a:lnTo>
                  <a:pt x="80655" y="36797"/>
                </a:lnTo>
                <a:lnTo>
                  <a:pt x="80655" y="24097"/>
                </a:lnTo>
                <a:lnTo>
                  <a:pt x="101961" y="24097"/>
                </a:lnTo>
                <a:lnTo>
                  <a:pt x="101961" y="11950"/>
                </a:lnTo>
                <a:close/>
              </a:path>
              <a:path w="6614159" h="927100">
                <a:moveTo>
                  <a:pt x="6514903" y="12739"/>
                </a:moveTo>
                <a:lnTo>
                  <a:pt x="6514903" y="24097"/>
                </a:lnTo>
                <a:lnTo>
                  <a:pt x="6536208" y="24097"/>
                </a:lnTo>
                <a:lnTo>
                  <a:pt x="6536208" y="36797"/>
                </a:lnTo>
                <a:lnTo>
                  <a:pt x="6539251" y="36797"/>
                </a:lnTo>
                <a:lnTo>
                  <a:pt x="6539251" y="25352"/>
                </a:lnTo>
                <a:lnTo>
                  <a:pt x="6514903" y="12739"/>
                </a:lnTo>
                <a:close/>
              </a:path>
              <a:path w="6614159" h="927100">
                <a:moveTo>
                  <a:pt x="6539251" y="25352"/>
                </a:moveTo>
                <a:lnTo>
                  <a:pt x="6539251" y="36797"/>
                </a:lnTo>
                <a:lnTo>
                  <a:pt x="6555831" y="36797"/>
                </a:lnTo>
                <a:lnTo>
                  <a:pt x="6549929" y="30884"/>
                </a:lnTo>
                <a:lnTo>
                  <a:pt x="6539251" y="25352"/>
                </a:lnTo>
                <a:close/>
              </a:path>
              <a:path w="6614159" h="927100">
                <a:moveTo>
                  <a:pt x="6455552" y="0"/>
                </a:moveTo>
                <a:lnTo>
                  <a:pt x="159790" y="0"/>
                </a:lnTo>
                <a:lnTo>
                  <a:pt x="109278" y="8160"/>
                </a:lnTo>
                <a:lnTo>
                  <a:pt x="101961" y="11950"/>
                </a:lnTo>
                <a:lnTo>
                  <a:pt x="101961" y="24097"/>
                </a:lnTo>
                <a:lnTo>
                  <a:pt x="106527" y="24097"/>
                </a:lnTo>
                <a:lnTo>
                  <a:pt x="106527" y="11397"/>
                </a:lnTo>
                <a:lnTo>
                  <a:pt x="6512314" y="11397"/>
                </a:lnTo>
                <a:lnTo>
                  <a:pt x="6506064" y="8160"/>
                </a:lnTo>
                <a:lnTo>
                  <a:pt x="6455552" y="0"/>
                </a:lnTo>
                <a:close/>
              </a:path>
              <a:path w="6614159" h="927100">
                <a:moveTo>
                  <a:pt x="6512314" y="11397"/>
                </a:moveTo>
                <a:lnTo>
                  <a:pt x="6511858" y="11397"/>
                </a:lnTo>
                <a:lnTo>
                  <a:pt x="6511858" y="24097"/>
                </a:lnTo>
                <a:lnTo>
                  <a:pt x="6514903" y="24097"/>
                </a:lnTo>
                <a:lnTo>
                  <a:pt x="6514903" y="12739"/>
                </a:lnTo>
                <a:lnTo>
                  <a:pt x="6512314" y="11397"/>
                </a:lnTo>
                <a:close/>
              </a:path>
              <a:path w="6614159" h="927100">
                <a:moveTo>
                  <a:pt x="10652" y="849597"/>
                </a:moveTo>
                <a:lnTo>
                  <a:pt x="9130" y="849597"/>
                </a:lnTo>
                <a:lnTo>
                  <a:pt x="9130" y="851464"/>
                </a:lnTo>
                <a:lnTo>
                  <a:pt x="10652" y="854412"/>
                </a:lnTo>
                <a:lnTo>
                  <a:pt x="10652" y="849597"/>
                </a:lnTo>
                <a:close/>
              </a:path>
              <a:path w="6614159" h="927100">
                <a:moveTo>
                  <a:pt x="9130" y="849597"/>
                </a:moveTo>
                <a:lnTo>
                  <a:pt x="8167" y="849597"/>
                </a:lnTo>
                <a:lnTo>
                  <a:pt x="9130" y="851464"/>
                </a:lnTo>
                <a:lnTo>
                  <a:pt x="9130" y="849597"/>
                </a:lnTo>
                <a:close/>
              </a:path>
              <a:path w="6614159" h="927100">
                <a:moveTo>
                  <a:pt x="3043" y="811497"/>
                </a:moveTo>
                <a:lnTo>
                  <a:pt x="2020" y="811497"/>
                </a:lnTo>
                <a:lnTo>
                  <a:pt x="3043" y="817857"/>
                </a:lnTo>
                <a:lnTo>
                  <a:pt x="3043" y="811497"/>
                </a:lnTo>
                <a:close/>
              </a:path>
              <a:path w="6614159" h="927100">
                <a:moveTo>
                  <a:pt x="63916" y="925797"/>
                </a:moveTo>
                <a:lnTo>
                  <a:pt x="63059" y="925797"/>
                </a:lnTo>
                <a:lnTo>
                  <a:pt x="63916" y="926655"/>
                </a:lnTo>
                <a:lnTo>
                  <a:pt x="63916" y="925797"/>
                </a:lnTo>
                <a:close/>
              </a:path>
              <a:path w="6614159" h="927100">
                <a:moveTo>
                  <a:pt x="38044" y="900397"/>
                </a:moveTo>
                <a:lnTo>
                  <a:pt x="37708" y="900397"/>
                </a:lnTo>
                <a:lnTo>
                  <a:pt x="38044" y="900735"/>
                </a:lnTo>
                <a:lnTo>
                  <a:pt x="38044" y="900397"/>
                </a:lnTo>
                <a:close/>
              </a:path>
              <a:path w="6614159" h="927100">
                <a:moveTo>
                  <a:pt x="28913" y="887697"/>
                </a:moveTo>
                <a:lnTo>
                  <a:pt x="27830" y="887697"/>
                </a:lnTo>
                <a:lnTo>
                  <a:pt x="28913" y="889797"/>
                </a:lnTo>
                <a:lnTo>
                  <a:pt x="28913" y="887697"/>
                </a:lnTo>
                <a:close/>
              </a:path>
              <a:path w="6614159" h="927100">
                <a:moveTo>
                  <a:pt x="15217" y="862297"/>
                </a:moveTo>
                <a:lnTo>
                  <a:pt x="14721" y="862297"/>
                </a:lnTo>
                <a:lnTo>
                  <a:pt x="15217" y="863259"/>
                </a:lnTo>
                <a:lnTo>
                  <a:pt x="15217" y="862297"/>
                </a:lnTo>
                <a:close/>
              </a:path>
              <a:path w="6614159" h="927100">
                <a:moveTo>
                  <a:pt x="4565" y="824197"/>
                </a:moveTo>
                <a:lnTo>
                  <a:pt x="4064" y="824197"/>
                </a:lnTo>
                <a:lnTo>
                  <a:pt x="4565" y="827311"/>
                </a:lnTo>
                <a:lnTo>
                  <a:pt x="4565" y="824197"/>
                </a:lnTo>
                <a:close/>
              </a:path>
              <a:path w="6614159" h="927100">
                <a:moveTo>
                  <a:pt x="6613820" y="150633"/>
                </a:moveTo>
                <a:lnTo>
                  <a:pt x="6613820" y="151097"/>
                </a:lnTo>
                <a:lnTo>
                  <a:pt x="6613820" y="150633"/>
                </a:lnTo>
                <a:close/>
              </a:path>
              <a:path w="6614159" h="927100">
                <a:moveTo>
                  <a:pt x="6610777" y="131726"/>
                </a:moveTo>
                <a:lnTo>
                  <a:pt x="6610777" y="138397"/>
                </a:lnTo>
                <a:lnTo>
                  <a:pt x="6611851" y="138397"/>
                </a:lnTo>
                <a:lnTo>
                  <a:pt x="6610777" y="131726"/>
                </a:lnTo>
                <a:close/>
              </a:path>
              <a:path w="6614159" h="927100">
                <a:moveTo>
                  <a:pt x="6603168" y="101676"/>
                </a:moveTo>
                <a:lnTo>
                  <a:pt x="6603168" y="112997"/>
                </a:lnTo>
                <a:lnTo>
                  <a:pt x="6607733" y="112997"/>
                </a:lnTo>
                <a:lnTo>
                  <a:pt x="6607733" y="125697"/>
                </a:lnTo>
                <a:lnTo>
                  <a:pt x="6609255" y="125697"/>
                </a:lnTo>
                <a:lnTo>
                  <a:pt x="6609255" y="122264"/>
                </a:lnTo>
                <a:lnTo>
                  <a:pt x="6607198" y="109486"/>
                </a:lnTo>
                <a:lnTo>
                  <a:pt x="6603168" y="101676"/>
                </a:lnTo>
                <a:close/>
              </a:path>
              <a:path w="6614159" h="927100">
                <a:moveTo>
                  <a:pt x="6609255" y="122264"/>
                </a:moveTo>
                <a:lnTo>
                  <a:pt x="6609255" y="125697"/>
                </a:lnTo>
                <a:lnTo>
                  <a:pt x="6609807" y="125697"/>
                </a:lnTo>
                <a:lnTo>
                  <a:pt x="6609255" y="122264"/>
                </a:lnTo>
                <a:close/>
              </a:path>
              <a:path w="6614159" h="927100">
                <a:moveTo>
                  <a:pt x="6597081" y="89881"/>
                </a:moveTo>
                <a:lnTo>
                  <a:pt x="6597081" y="100297"/>
                </a:lnTo>
                <a:lnTo>
                  <a:pt x="6598602" y="100297"/>
                </a:lnTo>
                <a:lnTo>
                  <a:pt x="6598602" y="92829"/>
                </a:lnTo>
                <a:lnTo>
                  <a:pt x="6597081" y="89881"/>
                </a:lnTo>
                <a:close/>
              </a:path>
              <a:path w="6614159" h="927100">
                <a:moveTo>
                  <a:pt x="6598602" y="92829"/>
                </a:moveTo>
                <a:lnTo>
                  <a:pt x="6598602" y="100297"/>
                </a:lnTo>
                <a:lnTo>
                  <a:pt x="6602456" y="100297"/>
                </a:lnTo>
                <a:lnTo>
                  <a:pt x="6598602" y="92829"/>
                </a:lnTo>
                <a:close/>
              </a:path>
              <a:path w="6614159" h="927100">
                <a:moveTo>
                  <a:pt x="6590993" y="78087"/>
                </a:moveTo>
                <a:lnTo>
                  <a:pt x="6590993" y="87597"/>
                </a:lnTo>
                <a:lnTo>
                  <a:pt x="6595902" y="87597"/>
                </a:lnTo>
                <a:lnTo>
                  <a:pt x="6590993" y="78087"/>
                </a:lnTo>
                <a:close/>
              </a:path>
              <a:path w="6614159" h="927100">
                <a:moveTo>
                  <a:pt x="6571209" y="52205"/>
                </a:moveTo>
                <a:lnTo>
                  <a:pt x="6571209" y="62197"/>
                </a:lnTo>
                <a:lnTo>
                  <a:pt x="6580341" y="62197"/>
                </a:lnTo>
                <a:lnTo>
                  <a:pt x="6580341" y="74897"/>
                </a:lnTo>
                <a:lnTo>
                  <a:pt x="6581862" y="74897"/>
                </a:lnTo>
                <a:lnTo>
                  <a:pt x="6581862" y="62878"/>
                </a:lnTo>
                <a:lnTo>
                  <a:pt x="6571209" y="52205"/>
                </a:lnTo>
                <a:close/>
              </a:path>
              <a:path w="6614159" h="927100">
                <a:moveTo>
                  <a:pt x="6581862" y="62878"/>
                </a:moveTo>
                <a:lnTo>
                  <a:pt x="6581862" y="74897"/>
                </a:lnTo>
                <a:lnTo>
                  <a:pt x="6589347" y="74897"/>
                </a:lnTo>
                <a:lnTo>
                  <a:pt x="6584517" y="65538"/>
                </a:lnTo>
                <a:lnTo>
                  <a:pt x="6581862" y="62878"/>
                </a:lnTo>
                <a:close/>
              </a:path>
              <a:path w="6614159" h="927100">
                <a:moveTo>
                  <a:pt x="6569688" y="50680"/>
                </a:moveTo>
                <a:lnTo>
                  <a:pt x="6569688" y="62197"/>
                </a:lnTo>
                <a:lnTo>
                  <a:pt x="6571209" y="62197"/>
                </a:lnTo>
                <a:lnTo>
                  <a:pt x="6571209" y="52205"/>
                </a:lnTo>
                <a:lnTo>
                  <a:pt x="6569688" y="50680"/>
                </a:lnTo>
                <a:close/>
              </a:path>
              <a:path w="6614159" h="927100">
                <a:moveTo>
                  <a:pt x="6557514" y="38483"/>
                </a:moveTo>
                <a:lnTo>
                  <a:pt x="6557514" y="49497"/>
                </a:lnTo>
                <a:lnTo>
                  <a:pt x="6559035" y="49497"/>
                </a:lnTo>
                <a:lnTo>
                  <a:pt x="6559035" y="40008"/>
                </a:lnTo>
                <a:lnTo>
                  <a:pt x="6557514" y="38483"/>
                </a:lnTo>
                <a:close/>
              </a:path>
              <a:path w="6614159" h="927100">
                <a:moveTo>
                  <a:pt x="6559035" y="40008"/>
                </a:moveTo>
                <a:lnTo>
                  <a:pt x="6559035" y="49497"/>
                </a:lnTo>
                <a:lnTo>
                  <a:pt x="6568507" y="49497"/>
                </a:lnTo>
                <a:lnTo>
                  <a:pt x="6559035" y="40008"/>
                </a:lnTo>
                <a:close/>
              </a:path>
            </a:pathLst>
          </a:custGeom>
          <a:solidFill>
            <a:srgbClr val="4F80BC"/>
          </a:solidFill>
        </p:spPr>
        <p:txBody>
          <a:bodyPr wrap="square" lIns="0" tIns="0" rIns="0" bIns="0" rtlCol="0"/>
          <a:lstStyle/>
          <a:p>
            <a:endParaRPr/>
          </a:p>
        </p:txBody>
      </p:sp>
      <p:sp>
        <p:nvSpPr>
          <p:cNvPr id="7" name="object 7"/>
          <p:cNvSpPr/>
          <p:nvPr/>
        </p:nvSpPr>
        <p:spPr>
          <a:xfrm>
            <a:off x="1722697" y="3526556"/>
            <a:ext cx="6653530" cy="998219"/>
          </a:xfrm>
          <a:custGeom>
            <a:avLst/>
            <a:gdLst/>
            <a:ahLst/>
            <a:cxnLst/>
            <a:rect l="l" t="t" r="r" b="b"/>
            <a:pathLst>
              <a:path w="6653530" h="998220">
                <a:moveTo>
                  <a:pt x="6473814" y="0"/>
                </a:moveTo>
                <a:lnTo>
                  <a:pt x="178052" y="0"/>
                </a:lnTo>
                <a:lnTo>
                  <a:pt x="159791" y="1270"/>
                </a:lnTo>
                <a:lnTo>
                  <a:pt x="108049" y="15239"/>
                </a:lnTo>
                <a:lnTo>
                  <a:pt x="51742" y="53339"/>
                </a:lnTo>
                <a:lnTo>
                  <a:pt x="21305" y="95250"/>
                </a:lnTo>
                <a:lnTo>
                  <a:pt x="3044" y="144779"/>
                </a:lnTo>
                <a:lnTo>
                  <a:pt x="0" y="161289"/>
                </a:lnTo>
                <a:lnTo>
                  <a:pt x="0" y="838200"/>
                </a:lnTo>
                <a:lnTo>
                  <a:pt x="13696" y="890270"/>
                </a:lnTo>
                <a:lnTo>
                  <a:pt x="41089" y="934720"/>
                </a:lnTo>
                <a:lnTo>
                  <a:pt x="79134" y="967739"/>
                </a:lnTo>
                <a:lnTo>
                  <a:pt x="143051" y="995680"/>
                </a:lnTo>
                <a:lnTo>
                  <a:pt x="178052" y="998219"/>
                </a:lnTo>
                <a:lnTo>
                  <a:pt x="6475336" y="998219"/>
                </a:lnTo>
                <a:lnTo>
                  <a:pt x="6493598" y="996950"/>
                </a:lnTo>
                <a:lnTo>
                  <a:pt x="6510338" y="994410"/>
                </a:lnTo>
                <a:lnTo>
                  <a:pt x="6528600" y="989329"/>
                </a:lnTo>
                <a:lnTo>
                  <a:pt x="6543109" y="984250"/>
                </a:lnTo>
                <a:lnTo>
                  <a:pt x="123266" y="984250"/>
                </a:lnTo>
                <a:lnTo>
                  <a:pt x="123266" y="971550"/>
                </a:lnTo>
                <a:lnTo>
                  <a:pt x="97397" y="971550"/>
                </a:lnTo>
                <a:lnTo>
                  <a:pt x="97397" y="958850"/>
                </a:lnTo>
                <a:lnTo>
                  <a:pt x="80657" y="958850"/>
                </a:lnTo>
                <a:lnTo>
                  <a:pt x="80657" y="946150"/>
                </a:lnTo>
                <a:lnTo>
                  <a:pt x="65438" y="946150"/>
                </a:lnTo>
                <a:lnTo>
                  <a:pt x="65438" y="933450"/>
                </a:lnTo>
                <a:lnTo>
                  <a:pt x="54786" y="933450"/>
                </a:lnTo>
                <a:lnTo>
                  <a:pt x="54786" y="920750"/>
                </a:lnTo>
                <a:lnTo>
                  <a:pt x="45654" y="920750"/>
                </a:lnTo>
                <a:lnTo>
                  <a:pt x="45654" y="908050"/>
                </a:lnTo>
                <a:lnTo>
                  <a:pt x="38046" y="908050"/>
                </a:lnTo>
                <a:lnTo>
                  <a:pt x="38046" y="895350"/>
                </a:lnTo>
                <a:lnTo>
                  <a:pt x="31959" y="895350"/>
                </a:lnTo>
                <a:lnTo>
                  <a:pt x="31959" y="882650"/>
                </a:lnTo>
                <a:lnTo>
                  <a:pt x="27393" y="882650"/>
                </a:lnTo>
                <a:lnTo>
                  <a:pt x="27393" y="869950"/>
                </a:lnTo>
                <a:lnTo>
                  <a:pt x="24349" y="869950"/>
                </a:lnTo>
                <a:lnTo>
                  <a:pt x="24349" y="857250"/>
                </a:lnTo>
                <a:lnTo>
                  <a:pt x="21306" y="857250"/>
                </a:lnTo>
                <a:lnTo>
                  <a:pt x="21306" y="831850"/>
                </a:lnTo>
                <a:lnTo>
                  <a:pt x="19783" y="831850"/>
                </a:lnTo>
                <a:lnTo>
                  <a:pt x="19783" y="184150"/>
                </a:lnTo>
                <a:lnTo>
                  <a:pt x="21306" y="184150"/>
                </a:lnTo>
                <a:lnTo>
                  <a:pt x="21306" y="158750"/>
                </a:lnTo>
                <a:lnTo>
                  <a:pt x="24349" y="158750"/>
                </a:lnTo>
                <a:lnTo>
                  <a:pt x="24349" y="146050"/>
                </a:lnTo>
                <a:lnTo>
                  <a:pt x="27393" y="146050"/>
                </a:lnTo>
                <a:lnTo>
                  <a:pt x="27393" y="133350"/>
                </a:lnTo>
                <a:lnTo>
                  <a:pt x="31959" y="133350"/>
                </a:lnTo>
                <a:lnTo>
                  <a:pt x="31959" y="120650"/>
                </a:lnTo>
                <a:lnTo>
                  <a:pt x="38046" y="120650"/>
                </a:lnTo>
                <a:lnTo>
                  <a:pt x="38046" y="107950"/>
                </a:lnTo>
                <a:lnTo>
                  <a:pt x="44133" y="107950"/>
                </a:lnTo>
                <a:lnTo>
                  <a:pt x="44133" y="95250"/>
                </a:lnTo>
                <a:lnTo>
                  <a:pt x="53264" y="95250"/>
                </a:lnTo>
                <a:lnTo>
                  <a:pt x="53264" y="82550"/>
                </a:lnTo>
                <a:lnTo>
                  <a:pt x="63916" y="82550"/>
                </a:lnTo>
                <a:lnTo>
                  <a:pt x="63916" y="69850"/>
                </a:lnTo>
                <a:lnTo>
                  <a:pt x="77613" y="69850"/>
                </a:lnTo>
                <a:lnTo>
                  <a:pt x="77613" y="57150"/>
                </a:lnTo>
                <a:lnTo>
                  <a:pt x="95874" y="57150"/>
                </a:lnTo>
                <a:lnTo>
                  <a:pt x="95874" y="44450"/>
                </a:lnTo>
                <a:lnTo>
                  <a:pt x="120224" y="44450"/>
                </a:lnTo>
                <a:lnTo>
                  <a:pt x="120224" y="31750"/>
                </a:lnTo>
                <a:lnTo>
                  <a:pt x="6573662" y="31750"/>
                </a:lnTo>
                <a:lnTo>
                  <a:pt x="6527078" y="7620"/>
                </a:lnTo>
                <a:lnTo>
                  <a:pt x="6508816" y="5079"/>
                </a:lnTo>
                <a:lnTo>
                  <a:pt x="6492076" y="1270"/>
                </a:lnTo>
                <a:lnTo>
                  <a:pt x="6473814" y="0"/>
                </a:lnTo>
                <a:close/>
              </a:path>
              <a:path w="6653530" h="998220">
                <a:moveTo>
                  <a:pt x="127832" y="971550"/>
                </a:moveTo>
                <a:lnTo>
                  <a:pt x="123266" y="971550"/>
                </a:lnTo>
                <a:lnTo>
                  <a:pt x="123266" y="984250"/>
                </a:lnTo>
                <a:lnTo>
                  <a:pt x="127832" y="984250"/>
                </a:lnTo>
                <a:lnTo>
                  <a:pt x="127832" y="971550"/>
                </a:lnTo>
                <a:close/>
              </a:path>
              <a:path w="6653530" h="998220">
                <a:moveTo>
                  <a:pt x="6530121" y="971550"/>
                </a:moveTo>
                <a:lnTo>
                  <a:pt x="6527078" y="971550"/>
                </a:lnTo>
                <a:lnTo>
                  <a:pt x="6527078" y="984250"/>
                </a:lnTo>
                <a:lnTo>
                  <a:pt x="6530121" y="984250"/>
                </a:lnTo>
                <a:lnTo>
                  <a:pt x="6530121" y="971550"/>
                </a:lnTo>
                <a:close/>
              </a:path>
              <a:path w="6653530" h="998220">
                <a:moveTo>
                  <a:pt x="6612300" y="933450"/>
                </a:moveTo>
                <a:lnTo>
                  <a:pt x="6589472" y="933450"/>
                </a:lnTo>
                <a:lnTo>
                  <a:pt x="6589472" y="946150"/>
                </a:lnTo>
                <a:lnTo>
                  <a:pt x="6574255" y="946150"/>
                </a:lnTo>
                <a:lnTo>
                  <a:pt x="6574255" y="958850"/>
                </a:lnTo>
                <a:lnTo>
                  <a:pt x="6555992" y="958850"/>
                </a:lnTo>
                <a:lnTo>
                  <a:pt x="6555992" y="971550"/>
                </a:lnTo>
                <a:lnTo>
                  <a:pt x="6530121" y="971550"/>
                </a:lnTo>
                <a:lnTo>
                  <a:pt x="6530121" y="984250"/>
                </a:lnTo>
                <a:lnTo>
                  <a:pt x="6543109" y="984250"/>
                </a:lnTo>
                <a:lnTo>
                  <a:pt x="6543818" y="982979"/>
                </a:lnTo>
                <a:lnTo>
                  <a:pt x="6560558" y="975360"/>
                </a:lnTo>
                <a:lnTo>
                  <a:pt x="6587951" y="957579"/>
                </a:lnTo>
                <a:lnTo>
                  <a:pt x="6601647" y="944879"/>
                </a:lnTo>
                <a:lnTo>
                  <a:pt x="6612300" y="933450"/>
                </a:lnTo>
                <a:close/>
              </a:path>
              <a:path w="6653530" h="998220">
                <a:moveTo>
                  <a:pt x="100439" y="958850"/>
                </a:moveTo>
                <a:lnTo>
                  <a:pt x="97397" y="958850"/>
                </a:lnTo>
                <a:lnTo>
                  <a:pt x="97397" y="971550"/>
                </a:lnTo>
                <a:lnTo>
                  <a:pt x="100439" y="971550"/>
                </a:lnTo>
                <a:lnTo>
                  <a:pt x="100439" y="958850"/>
                </a:lnTo>
                <a:close/>
              </a:path>
              <a:path w="6653530" h="998220">
                <a:moveTo>
                  <a:pt x="6555992" y="958850"/>
                </a:moveTo>
                <a:lnTo>
                  <a:pt x="6552949" y="958850"/>
                </a:lnTo>
                <a:lnTo>
                  <a:pt x="6552949" y="971550"/>
                </a:lnTo>
                <a:lnTo>
                  <a:pt x="6555992" y="971550"/>
                </a:lnTo>
                <a:lnTo>
                  <a:pt x="6555992" y="958850"/>
                </a:lnTo>
                <a:close/>
              </a:path>
              <a:path w="6653530" h="998220">
                <a:moveTo>
                  <a:pt x="82178" y="946150"/>
                </a:moveTo>
                <a:lnTo>
                  <a:pt x="80657" y="946150"/>
                </a:lnTo>
                <a:lnTo>
                  <a:pt x="80657" y="958850"/>
                </a:lnTo>
                <a:lnTo>
                  <a:pt x="82178" y="958850"/>
                </a:lnTo>
                <a:lnTo>
                  <a:pt x="82178" y="946150"/>
                </a:lnTo>
                <a:close/>
              </a:path>
              <a:path w="6653530" h="998220">
                <a:moveTo>
                  <a:pt x="6574255" y="946150"/>
                </a:moveTo>
                <a:lnTo>
                  <a:pt x="6571211" y="946150"/>
                </a:lnTo>
                <a:lnTo>
                  <a:pt x="6571211" y="958850"/>
                </a:lnTo>
                <a:lnTo>
                  <a:pt x="6574255" y="958850"/>
                </a:lnTo>
                <a:lnTo>
                  <a:pt x="6574255" y="946150"/>
                </a:lnTo>
                <a:close/>
              </a:path>
              <a:path w="6653530" h="998220">
                <a:moveTo>
                  <a:pt x="66960" y="933450"/>
                </a:moveTo>
                <a:lnTo>
                  <a:pt x="65438" y="933450"/>
                </a:lnTo>
                <a:lnTo>
                  <a:pt x="65438" y="946150"/>
                </a:lnTo>
                <a:lnTo>
                  <a:pt x="66960" y="946150"/>
                </a:lnTo>
                <a:lnTo>
                  <a:pt x="66960" y="933450"/>
                </a:lnTo>
                <a:close/>
              </a:path>
              <a:path w="6653530" h="998220">
                <a:moveTo>
                  <a:pt x="6589472" y="933450"/>
                </a:moveTo>
                <a:lnTo>
                  <a:pt x="6587951" y="933450"/>
                </a:lnTo>
                <a:lnTo>
                  <a:pt x="6587951" y="946150"/>
                </a:lnTo>
                <a:lnTo>
                  <a:pt x="6589472" y="946150"/>
                </a:lnTo>
                <a:lnTo>
                  <a:pt x="6589472" y="933450"/>
                </a:lnTo>
                <a:close/>
              </a:path>
              <a:path w="6653530" h="998220">
                <a:moveTo>
                  <a:pt x="56307" y="920750"/>
                </a:moveTo>
                <a:lnTo>
                  <a:pt x="54786" y="920750"/>
                </a:lnTo>
                <a:lnTo>
                  <a:pt x="54786" y="933450"/>
                </a:lnTo>
                <a:lnTo>
                  <a:pt x="56307" y="933450"/>
                </a:lnTo>
                <a:lnTo>
                  <a:pt x="56307" y="920750"/>
                </a:lnTo>
                <a:close/>
              </a:path>
              <a:path w="6653530" h="998220">
                <a:moveTo>
                  <a:pt x="6573662" y="31750"/>
                </a:moveTo>
                <a:lnTo>
                  <a:pt x="6533165" y="31750"/>
                </a:lnTo>
                <a:lnTo>
                  <a:pt x="6533165" y="44450"/>
                </a:lnTo>
                <a:lnTo>
                  <a:pt x="6557514" y="44450"/>
                </a:lnTo>
                <a:lnTo>
                  <a:pt x="6557514" y="57150"/>
                </a:lnTo>
                <a:lnTo>
                  <a:pt x="6577298" y="57150"/>
                </a:lnTo>
                <a:lnTo>
                  <a:pt x="6577298" y="69850"/>
                </a:lnTo>
                <a:lnTo>
                  <a:pt x="6589472" y="69850"/>
                </a:lnTo>
                <a:lnTo>
                  <a:pt x="6589472" y="82550"/>
                </a:lnTo>
                <a:lnTo>
                  <a:pt x="6600125" y="82550"/>
                </a:lnTo>
                <a:lnTo>
                  <a:pt x="6600125" y="95250"/>
                </a:lnTo>
                <a:lnTo>
                  <a:pt x="6609256" y="95250"/>
                </a:lnTo>
                <a:lnTo>
                  <a:pt x="6609256" y="107950"/>
                </a:lnTo>
                <a:lnTo>
                  <a:pt x="6616865" y="107950"/>
                </a:lnTo>
                <a:lnTo>
                  <a:pt x="6616865" y="120650"/>
                </a:lnTo>
                <a:lnTo>
                  <a:pt x="6621430" y="120650"/>
                </a:lnTo>
                <a:lnTo>
                  <a:pt x="6621430" y="133350"/>
                </a:lnTo>
                <a:lnTo>
                  <a:pt x="6627517" y="133350"/>
                </a:lnTo>
                <a:lnTo>
                  <a:pt x="6627517" y="146050"/>
                </a:lnTo>
                <a:lnTo>
                  <a:pt x="6630562" y="146050"/>
                </a:lnTo>
                <a:lnTo>
                  <a:pt x="6630562" y="158750"/>
                </a:lnTo>
                <a:lnTo>
                  <a:pt x="6632083" y="158750"/>
                </a:lnTo>
                <a:lnTo>
                  <a:pt x="6632083" y="171450"/>
                </a:lnTo>
                <a:lnTo>
                  <a:pt x="6633606" y="171450"/>
                </a:lnTo>
                <a:lnTo>
                  <a:pt x="6633606" y="844550"/>
                </a:lnTo>
                <a:lnTo>
                  <a:pt x="6632083" y="844550"/>
                </a:lnTo>
                <a:lnTo>
                  <a:pt x="6632083" y="857250"/>
                </a:lnTo>
                <a:lnTo>
                  <a:pt x="6630562" y="857250"/>
                </a:lnTo>
                <a:lnTo>
                  <a:pt x="6630562" y="869950"/>
                </a:lnTo>
                <a:lnTo>
                  <a:pt x="6625996" y="869950"/>
                </a:lnTo>
                <a:lnTo>
                  <a:pt x="6625996" y="882650"/>
                </a:lnTo>
                <a:lnTo>
                  <a:pt x="6621430" y="882650"/>
                </a:lnTo>
                <a:lnTo>
                  <a:pt x="6621430" y="895350"/>
                </a:lnTo>
                <a:lnTo>
                  <a:pt x="6615343" y="895350"/>
                </a:lnTo>
                <a:lnTo>
                  <a:pt x="6615343" y="908050"/>
                </a:lnTo>
                <a:lnTo>
                  <a:pt x="6607735" y="908050"/>
                </a:lnTo>
                <a:lnTo>
                  <a:pt x="6607735" y="920750"/>
                </a:lnTo>
                <a:lnTo>
                  <a:pt x="6598603" y="920750"/>
                </a:lnTo>
                <a:lnTo>
                  <a:pt x="6598603" y="933450"/>
                </a:lnTo>
                <a:lnTo>
                  <a:pt x="6612456" y="933450"/>
                </a:lnTo>
                <a:lnTo>
                  <a:pt x="6622315" y="920750"/>
                </a:lnTo>
                <a:lnTo>
                  <a:pt x="6622953" y="919479"/>
                </a:lnTo>
                <a:lnTo>
                  <a:pt x="6630066" y="908050"/>
                </a:lnTo>
                <a:lnTo>
                  <a:pt x="6645780" y="872489"/>
                </a:lnTo>
                <a:lnTo>
                  <a:pt x="6648823" y="853439"/>
                </a:lnTo>
                <a:lnTo>
                  <a:pt x="6650605" y="844550"/>
                </a:lnTo>
                <a:lnTo>
                  <a:pt x="6651867" y="836929"/>
                </a:lnTo>
                <a:lnTo>
                  <a:pt x="6653389" y="819150"/>
                </a:lnTo>
                <a:lnTo>
                  <a:pt x="6653389" y="179070"/>
                </a:lnTo>
                <a:lnTo>
                  <a:pt x="6651867" y="160020"/>
                </a:lnTo>
                <a:lnTo>
                  <a:pt x="6651527" y="158750"/>
                </a:lnTo>
                <a:lnTo>
                  <a:pt x="6649222" y="146050"/>
                </a:lnTo>
                <a:lnTo>
                  <a:pt x="6637099" y="107950"/>
                </a:lnTo>
                <a:lnTo>
                  <a:pt x="6631338" y="95250"/>
                </a:lnTo>
                <a:lnTo>
                  <a:pt x="6630562" y="92710"/>
                </a:lnTo>
                <a:lnTo>
                  <a:pt x="6621430" y="80010"/>
                </a:lnTo>
                <a:lnTo>
                  <a:pt x="6600125" y="52070"/>
                </a:lnTo>
                <a:lnTo>
                  <a:pt x="6573662" y="31750"/>
                </a:lnTo>
                <a:close/>
              </a:path>
              <a:path w="6653530" h="998220">
                <a:moveTo>
                  <a:pt x="47176" y="908050"/>
                </a:moveTo>
                <a:lnTo>
                  <a:pt x="45654" y="908050"/>
                </a:lnTo>
                <a:lnTo>
                  <a:pt x="45654" y="920750"/>
                </a:lnTo>
                <a:lnTo>
                  <a:pt x="47176" y="920750"/>
                </a:lnTo>
                <a:lnTo>
                  <a:pt x="47176" y="908050"/>
                </a:lnTo>
                <a:close/>
              </a:path>
              <a:path w="6653530" h="998220">
                <a:moveTo>
                  <a:pt x="33480" y="882650"/>
                </a:moveTo>
                <a:lnTo>
                  <a:pt x="31959" y="882650"/>
                </a:lnTo>
                <a:lnTo>
                  <a:pt x="31959" y="895350"/>
                </a:lnTo>
                <a:lnTo>
                  <a:pt x="33480" y="895350"/>
                </a:lnTo>
                <a:lnTo>
                  <a:pt x="33480" y="882650"/>
                </a:lnTo>
                <a:close/>
              </a:path>
              <a:path w="6653530" h="998220">
                <a:moveTo>
                  <a:pt x="28914" y="869950"/>
                </a:moveTo>
                <a:lnTo>
                  <a:pt x="27393" y="869950"/>
                </a:lnTo>
                <a:lnTo>
                  <a:pt x="27393" y="882650"/>
                </a:lnTo>
                <a:lnTo>
                  <a:pt x="28914" y="882650"/>
                </a:lnTo>
                <a:lnTo>
                  <a:pt x="28914" y="869950"/>
                </a:lnTo>
                <a:close/>
              </a:path>
              <a:path w="6653530" h="998220">
                <a:moveTo>
                  <a:pt x="6630562" y="857250"/>
                </a:moveTo>
                <a:lnTo>
                  <a:pt x="6629040" y="857250"/>
                </a:lnTo>
                <a:lnTo>
                  <a:pt x="6629040" y="869950"/>
                </a:lnTo>
                <a:lnTo>
                  <a:pt x="6630562" y="869950"/>
                </a:lnTo>
                <a:lnTo>
                  <a:pt x="6630562" y="857250"/>
                </a:lnTo>
                <a:close/>
              </a:path>
              <a:path w="6653530" h="998220">
                <a:moveTo>
                  <a:pt x="22827" y="844550"/>
                </a:moveTo>
                <a:lnTo>
                  <a:pt x="21306" y="844550"/>
                </a:lnTo>
                <a:lnTo>
                  <a:pt x="21306" y="857250"/>
                </a:lnTo>
                <a:lnTo>
                  <a:pt x="22827" y="857250"/>
                </a:lnTo>
                <a:lnTo>
                  <a:pt x="22827" y="844550"/>
                </a:lnTo>
                <a:close/>
              </a:path>
              <a:path w="6653530" h="998220">
                <a:moveTo>
                  <a:pt x="6630562" y="146050"/>
                </a:moveTo>
                <a:lnTo>
                  <a:pt x="6629040" y="146050"/>
                </a:lnTo>
                <a:lnTo>
                  <a:pt x="6629040" y="158750"/>
                </a:lnTo>
                <a:lnTo>
                  <a:pt x="6630562" y="158750"/>
                </a:lnTo>
                <a:lnTo>
                  <a:pt x="6630562" y="146050"/>
                </a:lnTo>
                <a:close/>
              </a:path>
              <a:path w="6653530" h="998220">
                <a:moveTo>
                  <a:pt x="6627517" y="133350"/>
                </a:moveTo>
                <a:lnTo>
                  <a:pt x="6625996" y="133350"/>
                </a:lnTo>
                <a:lnTo>
                  <a:pt x="6625996" y="146050"/>
                </a:lnTo>
                <a:lnTo>
                  <a:pt x="6627517" y="146050"/>
                </a:lnTo>
                <a:lnTo>
                  <a:pt x="6627517" y="133350"/>
                </a:lnTo>
                <a:close/>
              </a:path>
              <a:path w="6653530" h="998220">
                <a:moveTo>
                  <a:pt x="6616865" y="107950"/>
                </a:moveTo>
                <a:lnTo>
                  <a:pt x="6615343" y="107950"/>
                </a:lnTo>
                <a:lnTo>
                  <a:pt x="6615343" y="120650"/>
                </a:lnTo>
                <a:lnTo>
                  <a:pt x="6616865" y="120650"/>
                </a:lnTo>
                <a:lnTo>
                  <a:pt x="6616865" y="107950"/>
                </a:lnTo>
                <a:close/>
              </a:path>
              <a:path w="6653530" h="998220">
                <a:moveTo>
                  <a:pt x="45654" y="95250"/>
                </a:moveTo>
                <a:lnTo>
                  <a:pt x="44133" y="95250"/>
                </a:lnTo>
                <a:lnTo>
                  <a:pt x="44133" y="107950"/>
                </a:lnTo>
                <a:lnTo>
                  <a:pt x="45654" y="107950"/>
                </a:lnTo>
                <a:lnTo>
                  <a:pt x="45654" y="95250"/>
                </a:lnTo>
                <a:close/>
              </a:path>
              <a:path w="6653530" h="998220">
                <a:moveTo>
                  <a:pt x="54786" y="82550"/>
                </a:moveTo>
                <a:lnTo>
                  <a:pt x="53264" y="82550"/>
                </a:lnTo>
                <a:lnTo>
                  <a:pt x="53264" y="95250"/>
                </a:lnTo>
                <a:lnTo>
                  <a:pt x="54786" y="95250"/>
                </a:lnTo>
                <a:lnTo>
                  <a:pt x="54786" y="82550"/>
                </a:lnTo>
                <a:close/>
              </a:path>
              <a:path w="6653530" h="998220">
                <a:moveTo>
                  <a:pt x="6600125" y="82550"/>
                </a:moveTo>
                <a:lnTo>
                  <a:pt x="6598603" y="82550"/>
                </a:lnTo>
                <a:lnTo>
                  <a:pt x="6598603" y="95250"/>
                </a:lnTo>
                <a:lnTo>
                  <a:pt x="6600125" y="95250"/>
                </a:lnTo>
                <a:lnTo>
                  <a:pt x="6600125" y="82550"/>
                </a:lnTo>
                <a:close/>
              </a:path>
              <a:path w="6653530" h="998220">
                <a:moveTo>
                  <a:pt x="65438" y="69850"/>
                </a:moveTo>
                <a:lnTo>
                  <a:pt x="63916" y="69850"/>
                </a:lnTo>
                <a:lnTo>
                  <a:pt x="63916" y="82550"/>
                </a:lnTo>
                <a:lnTo>
                  <a:pt x="65438" y="82550"/>
                </a:lnTo>
                <a:lnTo>
                  <a:pt x="65438" y="69850"/>
                </a:lnTo>
                <a:close/>
              </a:path>
              <a:path w="6653530" h="998220">
                <a:moveTo>
                  <a:pt x="6589472" y="69850"/>
                </a:moveTo>
                <a:lnTo>
                  <a:pt x="6587951" y="69850"/>
                </a:lnTo>
                <a:lnTo>
                  <a:pt x="6587951" y="82550"/>
                </a:lnTo>
                <a:lnTo>
                  <a:pt x="6589472" y="82550"/>
                </a:lnTo>
                <a:lnTo>
                  <a:pt x="6589472" y="69850"/>
                </a:lnTo>
                <a:close/>
              </a:path>
              <a:path w="6653530" h="998220">
                <a:moveTo>
                  <a:pt x="79134" y="57150"/>
                </a:moveTo>
                <a:lnTo>
                  <a:pt x="77613" y="57150"/>
                </a:lnTo>
                <a:lnTo>
                  <a:pt x="77613" y="69850"/>
                </a:lnTo>
                <a:lnTo>
                  <a:pt x="79134" y="69850"/>
                </a:lnTo>
                <a:lnTo>
                  <a:pt x="79134" y="57150"/>
                </a:lnTo>
                <a:close/>
              </a:path>
              <a:path w="6653530" h="998220">
                <a:moveTo>
                  <a:pt x="6577298" y="57150"/>
                </a:moveTo>
                <a:lnTo>
                  <a:pt x="6575776" y="57150"/>
                </a:lnTo>
                <a:lnTo>
                  <a:pt x="6575776" y="69850"/>
                </a:lnTo>
                <a:lnTo>
                  <a:pt x="6577298" y="69850"/>
                </a:lnTo>
                <a:lnTo>
                  <a:pt x="6577298" y="57150"/>
                </a:lnTo>
                <a:close/>
              </a:path>
              <a:path w="6653530" h="998220">
                <a:moveTo>
                  <a:pt x="98918" y="44450"/>
                </a:moveTo>
                <a:lnTo>
                  <a:pt x="95874" y="44450"/>
                </a:lnTo>
                <a:lnTo>
                  <a:pt x="95874" y="57150"/>
                </a:lnTo>
                <a:lnTo>
                  <a:pt x="98918" y="57150"/>
                </a:lnTo>
                <a:lnTo>
                  <a:pt x="98918" y="44450"/>
                </a:lnTo>
                <a:close/>
              </a:path>
              <a:path w="6653530" h="998220">
                <a:moveTo>
                  <a:pt x="6557514" y="44450"/>
                </a:moveTo>
                <a:lnTo>
                  <a:pt x="6554471" y="44450"/>
                </a:lnTo>
                <a:lnTo>
                  <a:pt x="6554471" y="57150"/>
                </a:lnTo>
                <a:lnTo>
                  <a:pt x="6557514" y="57150"/>
                </a:lnTo>
                <a:lnTo>
                  <a:pt x="6557514" y="44450"/>
                </a:lnTo>
                <a:close/>
              </a:path>
              <a:path w="6653530" h="998220">
                <a:moveTo>
                  <a:pt x="124789" y="31750"/>
                </a:moveTo>
                <a:lnTo>
                  <a:pt x="120224" y="31750"/>
                </a:lnTo>
                <a:lnTo>
                  <a:pt x="120224" y="44450"/>
                </a:lnTo>
                <a:lnTo>
                  <a:pt x="124789" y="44450"/>
                </a:lnTo>
                <a:lnTo>
                  <a:pt x="124789" y="31750"/>
                </a:lnTo>
                <a:close/>
              </a:path>
              <a:path w="6653530" h="998220">
                <a:moveTo>
                  <a:pt x="6533165" y="31750"/>
                </a:moveTo>
                <a:lnTo>
                  <a:pt x="6530121" y="31750"/>
                </a:lnTo>
                <a:lnTo>
                  <a:pt x="6530121" y="44450"/>
                </a:lnTo>
                <a:lnTo>
                  <a:pt x="6533165" y="44450"/>
                </a:lnTo>
                <a:lnTo>
                  <a:pt x="6533165" y="31750"/>
                </a:lnTo>
                <a:close/>
              </a:path>
            </a:pathLst>
          </a:custGeom>
          <a:solidFill>
            <a:srgbClr val="FFFFFF"/>
          </a:solidFill>
        </p:spPr>
        <p:txBody>
          <a:bodyPr wrap="square" lIns="0" tIns="0" rIns="0" bIns="0" rtlCol="0"/>
          <a:lstStyle/>
          <a:p>
            <a:endParaRPr/>
          </a:p>
        </p:txBody>
      </p:sp>
      <p:sp>
        <p:nvSpPr>
          <p:cNvPr id="8" name="object 8"/>
          <p:cNvSpPr/>
          <p:nvPr/>
        </p:nvSpPr>
        <p:spPr>
          <a:xfrm>
            <a:off x="1740960" y="3545914"/>
            <a:ext cx="6615430" cy="959485"/>
          </a:xfrm>
          <a:custGeom>
            <a:avLst/>
            <a:gdLst/>
            <a:ahLst/>
            <a:cxnLst/>
            <a:rect l="l" t="t" r="r" b="b"/>
            <a:pathLst>
              <a:path w="6615430" h="959485">
                <a:moveTo>
                  <a:pt x="6455552" y="0"/>
                </a:moveTo>
                <a:lnTo>
                  <a:pt x="159790" y="0"/>
                </a:lnTo>
                <a:lnTo>
                  <a:pt x="109278" y="8160"/>
                </a:lnTo>
                <a:lnTo>
                  <a:pt x="65413" y="30884"/>
                </a:lnTo>
                <a:lnTo>
                  <a:pt x="30825" y="65538"/>
                </a:lnTo>
                <a:lnTo>
                  <a:pt x="8144" y="109486"/>
                </a:lnTo>
                <a:lnTo>
                  <a:pt x="0" y="160094"/>
                </a:lnTo>
                <a:lnTo>
                  <a:pt x="0" y="798945"/>
                </a:lnTo>
                <a:lnTo>
                  <a:pt x="8144" y="849554"/>
                </a:lnTo>
                <a:lnTo>
                  <a:pt x="30825" y="893502"/>
                </a:lnTo>
                <a:lnTo>
                  <a:pt x="65413" y="928156"/>
                </a:lnTo>
                <a:lnTo>
                  <a:pt x="109278" y="950880"/>
                </a:lnTo>
                <a:lnTo>
                  <a:pt x="159790" y="959040"/>
                </a:lnTo>
                <a:lnTo>
                  <a:pt x="6455552" y="959040"/>
                </a:lnTo>
                <a:lnTo>
                  <a:pt x="6506064" y="950880"/>
                </a:lnTo>
                <a:lnTo>
                  <a:pt x="6549929" y="928156"/>
                </a:lnTo>
                <a:lnTo>
                  <a:pt x="6584517" y="893502"/>
                </a:lnTo>
                <a:lnTo>
                  <a:pt x="6607198" y="849554"/>
                </a:lnTo>
                <a:lnTo>
                  <a:pt x="6615343" y="798945"/>
                </a:lnTo>
                <a:lnTo>
                  <a:pt x="6615343" y="160094"/>
                </a:lnTo>
                <a:lnTo>
                  <a:pt x="6607198" y="109486"/>
                </a:lnTo>
                <a:lnTo>
                  <a:pt x="6584517" y="65538"/>
                </a:lnTo>
                <a:lnTo>
                  <a:pt x="6549929" y="30884"/>
                </a:lnTo>
                <a:lnTo>
                  <a:pt x="6506064" y="8160"/>
                </a:lnTo>
                <a:lnTo>
                  <a:pt x="6455552" y="0"/>
                </a:lnTo>
                <a:close/>
              </a:path>
            </a:pathLst>
          </a:custGeom>
          <a:solidFill>
            <a:srgbClr val="4F80BC"/>
          </a:solidFill>
        </p:spPr>
        <p:txBody>
          <a:bodyPr wrap="square" lIns="0" tIns="0" rIns="0" bIns="0" rtlCol="0"/>
          <a:lstStyle/>
          <a:p>
            <a:endParaRPr/>
          </a:p>
        </p:txBody>
      </p:sp>
      <p:sp>
        <p:nvSpPr>
          <p:cNvPr id="9" name="object 9"/>
          <p:cNvSpPr/>
          <p:nvPr/>
        </p:nvSpPr>
        <p:spPr>
          <a:xfrm>
            <a:off x="1722697" y="3526094"/>
            <a:ext cx="6653530" cy="998855"/>
          </a:xfrm>
          <a:custGeom>
            <a:avLst/>
            <a:gdLst/>
            <a:ahLst/>
            <a:cxnLst/>
            <a:rect l="l" t="t" r="r" b="b"/>
            <a:pathLst>
              <a:path w="6653530" h="998854">
                <a:moveTo>
                  <a:pt x="6473814" y="0"/>
                </a:moveTo>
                <a:lnTo>
                  <a:pt x="178052" y="0"/>
                </a:lnTo>
                <a:lnTo>
                  <a:pt x="159791" y="1525"/>
                </a:lnTo>
                <a:lnTo>
                  <a:pt x="108049" y="15247"/>
                </a:lnTo>
                <a:lnTo>
                  <a:pt x="63916" y="42692"/>
                </a:lnTo>
                <a:lnTo>
                  <a:pt x="28915" y="80808"/>
                </a:lnTo>
                <a:lnTo>
                  <a:pt x="7609" y="126550"/>
                </a:lnTo>
                <a:lnTo>
                  <a:pt x="0" y="161618"/>
                </a:lnTo>
                <a:lnTo>
                  <a:pt x="0" y="838588"/>
                </a:lnTo>
                <a:lnTo>
                  <a:pt x="13696" y="890428"/>
                </a:lnTo>
                <a:lnTo>
                  <a:pt x="41089" y="934645"/>
                </a:lnTo>
                <a:lnTo>
                  <a:pt x="79134" y="968188"/>
                </a:lnTo>
                <a:lnTo>
                  <a:pt x="126311" y="991058"/>
                </a:lnTo>
                <a:lnTo>
                  <a:pt x="178052" y="998682"/>
                </a:lnTo>
                <a:lnTo>
                  <a:pt x="6475336" y="998682"/>
                </a:lnTo>
                <a:lnTo>
                  <a:pt x="6528600" y="989534"/>
                </a:lnTo>
                <a:lnTo>
                  <a:pt x="6583385" y="960564"/>
                </a:lnTo>
                <a:lnTo>
                  <a:pt x="178052" y="960564"/>
                </a:lnTo>
                <a:lnTo>
                  <a:pt x="162834" y="959040"/>
                </a:lnTo>
                <a:lnTo>
                  <a:pt x="98919" y="936169"/>
                </a:lnTo>
                <a:lnTo>
                  <a:pt x="68482" y="908724"/>
                </a:lnTo>
                <a:lnTo>
                  <a:pt x="48698" y="873655"/>
                </a:lnTo>
                <a:lnTo>
                  <a:pt x="38045" y="832488"/>
                </a:lnTo>
                <a:lnTo>
                  <a:pt x="38045" y="164668"/>
                </a:lnTo>
                <a:lnTo>
                  <a:pt x="44132" y="137223"/>
                </a:lnTo>
                <a:lnTo>
                  <a:pt x="48698" y="123501"/>
                </a:lnTo>
                <a:lnTo>
                  <a:pt x="54785" y="111304"/>
                </a:lnTo>
                <a:lnTo>
                  <a:pt x="62395" y="100630"/>
                </a:lnTo>
                <a:lnTo>
                  <a:pt x="70003" y="88432"/>
                </a:lnTo>
                <a:lnTo>
                  <a:pt x="100440" y="62513"/>
                </a:lnTo>
                <a:lnTo>
                  <a:pt x="136964" y="44216"/>
                </a:lnTo>
                <a:lnTo>
                  <a:pt x="179575" y="38117"/>
                </a:lnTo>
                <a:lnTo>
                  <a:pt x="6582515" y="38117"/>
                </a:lnTo>
                <a:lnTo>
                  <a:pt x="6572732" y="30493"/>
                </a:lnTo>
                <a:lnTo>
                  <a:pt x="6559036" y="21346"/>
                </a:lnTo>
                <a:lnTo>
                  <a:pt x="6542297" y="13722"/>
                </a:lnTo>
                <a:lnTo>
                  <a:pt x="6527078" y="7623"/>
                </a:lnTo>
                <a:lnTo>
                  <a:pt x="6508816" y="4574"/>
                </a:lnTo>
                <a:lnTo>
                  <a:pt x="6492076" y="1525"/>
                </a:lnTo>
                <a:lnTo>
                  <a:pt x="6473814" y="0"/>
                </a:lnTo>
                <a:close/>
              </a:path>
              <a:path w="6653530" h="998854">
                <a:moveTo>
                  <a:pt x="6582515" y="38117"/>
                </a:moveTo>
                <a:lnTo>
                  <a:pt x="6473814" y="38117"/>
                </a:lnTo>
                <a:lnTo>
                  <a:pt x="6489033" y="39641"/>
                </a:lnTo>
                <a:lnTo>
                  <a:pt x="6502728" y="41167"/>
                </a:lnTo>
                <a:lnTo>
                  <a:pt x="6542297" y="56414"/>
                </a:lnTo>
                <a:lnTo>
                  <a:pt x="6574255" y="80808"/>
                </a:lnTo>
                <a:lnTo>
                  <a:pt x="6590995" y="102154"/>
                </a:lnTo>
                <a:lnTo>
                  <a:pt x="6598603" y="112828"/>
                </a:lnTo>
                <a:lnTo>
                  <a:pt x="6604690" y="125026"/>
                </a:lnTo>
                <a:lnTo>
                  <a:pt x="6609256" y="138748"/>
                </a:lnTo>
                <a:lnTo>
                  <a:pt x="6612300" y="152471"/>
                </a:lnTo>
                <a:lnTo>
                  <a:pt x="6615343" y="179915"/>
                </a:lnTo>
                <a:lnTo>
                  <a:pt x="6615343" y="818766"/>
                </a:lnTo>
                <a:lnTo>
                  <a:pt x="6607735" y="862984"/>
                </a:lnTo>
                <a:lnTo>
                  <a:pt x="6589472" y="899576"/>
                </a:lnTo>
                <a:lnTo>
                  <a:pt x="6562079" y="928545"/>
                </a:lnTo>
                <a:lnTo>
                  <a:pt x="6528600" y="949891"/>
                </a:lnTo>
                <a:lnTo>
                  <a:pt x="6473814" y="960564"/>
                </a:lnTo>
                <a:lnTo>
                  <a:pt x="6583385" y="960564"/>
                </a:lnTo>
                <a:lnTo>
                  <a:pt x="6612300" y="933119"/>
                </a:lnTo>
                <a:lnTo>
                  <a:pt x="6639693" y="888903"/>
                </a:lnTo>
                <a:lnTo>
                  <a:pt x="6648823" y="853834"/>
                </a:lnTo>
                <a:lnTo>
                  <a:pt x="6651867" y="837063"/>
                </a:lnTo>
                <a:lnTo>
                  <a:pt x="6653389" y="818766"/>
                </a:lnTo>
                <a:lnTo>
                  <a:pt x="6653389" y="178390"/>
                </a:lnTo>
                <a:lnTo>
                  <a:pt x="6644259" y="125026"/>
                </a:lnTo>
                <a:lnTo>
                  <a:pt x="6621430" y="79284"/>
                </a:lnTo>
                <a:lnTo>
                  <a:pt x="6600125" y="51840"/>
                </a:lnTo>
                <a:lnTo>
                  <a:pt x="6582515" y="38117"/>
                </a:lnTo>
                <a:close/>
              </a:path>
            </a:pathLst>
          </a:custGeom>
          <a:solidFill>
            <a:srgbClr val="FFFFFF"/>
          </a:solidFill>
        </p:spPr>
        <p:txBody>
          <a:bodyPr wrap="square" lIns="0" tIns="0" rIns="0" bIns="0" rtlCol="0"/>
          <a:lstStyle/>
          <a:p>
            <a:endParaRPr/>
          </a:p>
        </p:txBody>
      </p:sp>
      <p:sp>
        <p:nvSpPr>
          <p:cNvPr id="10" name="object 10"/>
          <p:cNvSpPr txBox="1"/>
          <p:nvPr/>
        </p:nvSpPr>
        <p:spPr>
          <a:xfrm>
            <a:off x="1960152" y="2572481"/>
            <a:ext cx="6170930" cy="1710055"/>
          </a:xfrm>
          <a:prstGeom prst="rect">
            <a:avLst/>
          </a:prstGeom>
        </p:spPr>
        <p:txBody>
          <a:bodyPr vert="horz" wrap="square" lIns="0" tIns="12065" rIns="0" bIns="0" rtlCol="0">
            <a:spAutoFit/>
          </a:bodyPr>
          <a:lstStyle/>
          <a:p>
            <a:pPr marL="95885">
              <a:lnSpc>
                <a:spcPct val="100000"/>
              </a:lnSpc>
              <a:spcBef>
                <a:spcPts val="95"/>
              </a:spcBef>
            </a:pPr>
            <a:r>
              <a:rPr sz="4000" spc="-15" dirty="0">
                <a:solidFill>
                  <a:srgbClr val="FFFFFF"/>
                </a:solidFill>
                <a:latin typeface="Calibri"/>
                <a:cs typeface="Calibri"/>
              </a:rPr>
              <a:t>Thiết </a:t>
            </a:r>
            <a:r>
              <a:rPr sz="4000" spc="-75" dirty="0">
                <a:solidFill>
                  <a:srgbClr val="FFFFFF"/>
                </a:solidFill>
                <a:latin typeface="Calibri"/>
                <a:cs typeface="Calibri"/>
              </a:rPr>
              <a:t>kế </a:t>
            </a:r>
            <a:r>
              <a:rPr sz="4000" spc="-10" dirty="0">
                <a:solidFill>
                  <a:srgbClr val="FFFFFF"/>
                </a:solidFill>
                <a:latin typeface="Calibri"/>
                <a:cs typeface="Calibri"/>
              </a:rPr>
              <a:t>biểu </a:t>
            </a:r>
            <a:r>
              <a:rPr sz="4000" spc="-5" dirty="0">
                <a:solidFill>
                  <a:srgbClr val="FFFFFF"/>
                </a:solidFill>
                <a:latin typeface="Calibri"/>
                <a:cs typeface="Calibri"/>
              </a:rPr>
              <a:t>mẫu </a:t>
            </a:r>
            <a:r>
              <a:rPr sz="4000" spc="-40" dirty="0">
                <a:solidFill>
                  <a:srgbClr val="FFFFFF"/>
                </a:solidFill>
                <a:latin typeface="Calibri"/>
                <a:cs typeface="Calibri"/>
              </a:rPr>
              <a:t>và </a:t>
            </a:r>
            <a:r>
              <a:rPr sz="4000" spc="-5" dirty="0">
                <a:solidFill>
                  <a:srgbClr val="FFFFFF"/>
                </a:solidFill>
                <a:latin typeface="Calibri"/>
                <a:cs typeface="Calibri"/>
              </a:rPr>
              <a:t>báo</a:t>
            </a:r>
            <a:r>
              <a:rPr sz="4000" spc="70" dirty="0">
                <a:solidFill>
                  <a:srgbClr val="FFFFFF"/>
                </a:solidFill>
                <a:latin typeface="Calibri"/>
                <a:cs typeface="Calibri"/>
              </a:rPr>
              <a:t> </a:t>
            </a:r>
            <a:r>
              <a:rPr sz="4000" spc="-15" dirty="0">
                <a:solidFill>
                  <a:srgbClr val="FFFFFF"/>
                </a:solidFill>
                <a:latin typeface="Calibri"/>
                <a:cs typeface="Calibri"/>
              </a:rPr>
              <a:t>cáo</a:t>
            </a:r>
            <a:endParaRPr sz="4000">
              <a:latin typeface="Calibri"/>
              <a:cs typeface="Calibri"/>
            </a:endParaRPr>
          </a:p>
          <a:p>
            <a:pPr>
              <a:lnSpc>
                <a:spcPct val="100000"/>
              </a:lnSpc>
              <a:spcBef>
                <a:spcPts val="45"/>
              </a:spcBef>
            </a:pPr>
            <a:endParaRPr sz="3150">
              <a:latin typeface="Times New Roman"/>
              <a:cs typeface="Times New Roman"/>
            </a:endParaRPr>
          </a:p>
          <a:p>
            <a:pPr marL="12700">
              <a:lnSpc>
                <a:spcPct val="100000"/>
              </a:lnSpc>
            </a:pPr>
            <a:r>
              <a:rPr sz="4000" spc="-15" dirty="0">
                <a:solidFill>
                  <a:srgbClr val="FFFFFF"/>
                </a:solidFill>
                <a:latin typeface="Calibri"/>
                <a:cs typeface="Calibri"/>
              </a:rPr>
              <a:t>Thiết </a:t>
            </a:r>
            <a:r>
              <a:rPr sz="4000" spc="-75" dirty="0">
                <a:solidFill>
                  <a:srgbClr val="FFFFFF"/>
                </a:solidFill>
                <a:latin typeface="Calibri"/>
                <a:cs typeface="Calibri"/>
              </a:rPr>
              <a:t>kế </a:t>
            </a:r>
            <a:r>
              <a:rPr sz="4000" spc="-5" dirty="0">
                <a:solidFill>
                  <a:srgbClr val="FFFFFF"/>
                </a:solidFill>
                <a:latin typeface="Calibri"/>
                <a:cs typeface="Calibri"/>
              </a:rPr>
              <a:t>giao </a:t>
            </a:r>
            <a:r>
              <a:rPr sz="4000" spc="-10" dirty="0">
                <a:solidFill>
                  <a:srgbClr val="FFFFFF"/>
                </a:solidFill>
                <a:latin typeface="Calibri"/>
                <a:cs typeface="Calibri"/>
              </a:rPr>
              <a:t>diện </a:t>
            </a:r>
            <a:r>
              <a:rPr sz="4000" spc="-40" dirty="0">
                <a:solidFill>
                  <a:srgbClr val="FFFFFF"/>
                </a:solidFill>
                <a:latin typeface="Calibri"/>
                <a:cs typeface="Calibri"/>
              </a:rPr>
              <a:t>và </a:t>
            </a:r>
            <a:r>
              <a:rPr sz="4000" spc="-5" dirty="0">
                <a:solidFill>
                  <a:srgbClr val="FFFFFF"/>
                </a:solidFill>
                <a:latin typeface="Calibri"/>
                <a:cs typeface="Calibri"/>
              </a:rPr>
              <a:t>hội</a:t>
            </a:r>
            <a:r>
              <a:rPr sz="4000" spc="90" dirty="0">
                <a:solidFill>
                  <a:srgbClr val="FFFFFF"/>
                </a:solidFill>
                <a:latin typeface="Calibri"/>
                <a:cs typeface="Calibri"/>
              </a:rPr>
              <a:t> </a:t>
            </a:r>
            <a:r>
              <a:rPr sz="4000" spc="-10" dirty="0">
                <a:solidFill>
                  <a:srgbClr val="FFFFFF"/>
                </a:solidFill>
                <a:latin typeface="Calibri"/>
                <a:cs typeface="Calibri"/>
              </a:rPr>
              <a:t>thoại</a:t>
            </a:r>
            <a:endParaRPr sz="4000">
              <a:latin typeface="Calibri"/>
              <a:cs typeface="Calibri"/>
            </a:endParaRPr>
          </a:p>
        </p:txBody>
      </p:sp>
      <p:sp>
        <p:nvSpPr>
          <p:cNvPr id="11" name="object 11"/>
          <p:cNvSpPr txBox="1">
            <a:spLocks noGrp="1"/>
          </p:cNvSpPr>
          <p:nvPr>
            <p:ph type="title" idx="4294967295"/>
          </p:nvPr>
        </p:nvSpPr>
        <p:spPr>
          <a:xfrm>
            <a:off x="6054646" y="835971"/>
            <a:ext cx="2997200" cy="452120"/>
          </a:xfrm>
          <a:prstGeom prst="rect">
            <a:avLst/>
          </a:prstGeom>
        </p:spPr>
        <p:txBody>
          <a:bodyPr vert="horz" wrap="square" lIns="0" tIns="12065" rIns="0" bIns="0" rtlCol="0">
            <a:spAutoFit/>
          </a:bodyPr>
          <a:lstStyle/>
          <a:p>
            <a:pPr marL="12700">
              <a:lnSpc>
                <a:spcPct val="100000"/>
              </a:lnSpc>
              <a:spcBef>
                <a:spcPts val="95"/>
              </a:spcBef>
            </a:pPr>
            <a:r>
              <a:rPr spc="-10" dirty="0"/>
              <a:t>Mục tiêu</a:t>
            </a:r>
            <a:r>
              <a:rPr spc="-40" dirty="0"/>
              <a:t> </a:t>
            </a:r>
            <a:r>
              <a:rPr spc="-10" dirty="0"/>
              <a:t>chương</a:t>
            </a:r>
          </a:p>
        </p:txBody>
      </p:sp>
      <p:sp>
        <p:nvSpPr>
          <p:cNvPr id="12" name="object 12"/>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3" name="object 13"/>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4" name="object 14"/>
          <p:cNvSpPr txBox="1">
            <a:spLocks noGrp="1"/>
          </p:cNvSpPr>
          <p:nvPr>
            <p:ph type="sldNum" sz="quarter" idx="7"/>
          </p:nvPr>
        </p:nvSpPr>
        <p:spPr>
          <a:prstGeom prst="rect">
            <a:avLst/>
          </a:prstGeom>
        </p:spPr>
        <p:txBody>
          <a:bodyPr vert="horz" wrap="square" lIns="0" tIns="12700" rIns="0" bIns="0" rtlCol="0">
            <a:spAutoFit/>
          </a:bodyPr>
          <a:lstStyle/>
          <a:p>
            <a:pPr marL="108585">
              <a:lnSpc>
                <a:spcPct val="100000"/>
              </a:lnSpc>
              <a:spcBef>
                <a:spcPts val="100"/>
              </a:spcBef>
            </a:pPr>
            <a:fld id="{81D60167-4931-47E6-BA6A-407CBD079E47}" type="slidenum">
              <a:rPr spc="-5" dirty="0"/>
              <a:t>2</a:t>
            </a:fld>
            <a:endParaRPr spc="-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543089" y="2923294"/>
            <a:ext cx="6958965" cy="1672589"/>
          </a:xfrm>
          <a:prstGeom prst="rect">
            <a:avLst/>
          </a:prstGeom>
        </p:spPr>
        <p:txBody>
          <a:bodyPr vert="horz" wrap="square" lIns="0" tIns="12700" rIns="0" bIns="0" rtlCol="0">
            <a:spAutoFit/>
          </a:bodyPr>
          <a:lstStyle/>
          <a:p>
            <a:pPr marL="1351280" marR="5080" indent="-1339215">
              <a:lnSpc>
                <a:spcPct val="100000"/>
              </a:lnSpc>
              <a:spcBef>
                <a:spcPts val="100"/>
              </a:spcBef>
            </a:pPr>
            <a:r>
              <a:rPr sz="5400" spc="-5" dirty="0"/>
              <a:t>THIẾT </a:t>
            </a:r>
            <a:r>
              <a:rPr sz="5400" spc="-10" dirty="0"/>
              <a:t>KẾ </a:t>
            </a:r>
            <a:r>
              <a:rPr sz="5400" spc="-5" dirty="0"/>
              <a:t>BIỂU</a:t>
            </a:r>
            <a:r>
              <a:rPr sz="5400" spc="-60" dirty="0"/>
              <a:t> </a:t>
            </a:r>
            <a:r>
              <a:rPr sz="5400" spc="-10" dirty="0"/>
              <a:t>MẪU  </a:t>
            </a:r>
            <a:r>
              <a:rPr sz="5400" spc="-5" dirty="0"/>
              <a:t>VÀ BÁO</a:t>
            </a:r>
            <a:r>
              <a:rPr sz="5400" spc="-20" dirty="0"/>
              <a:t> </a:t>
            </a:r>
            <a:r>
              <a:rPr sz="5400" spc="-10" dirty="0"/>
              <a:t>CÁO</a:t>
            </a:r>
            <a:endParaRPr sz="5400"/>
          </a:p>
        </p:txBody>
      </p:sp>
      <p:sp>
        <p:nvSpPr>
          <p:cNvPr id="3" name="object 3"/>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4" name="object 4"/>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5" name="object 5"/>
          <p:cNvSpPr txBox="1">
            <a:spLocks noGrp="1"/>
          </p:cNvSpPr>
          <p:nvPr>
            <p:ph type="sldNum" sz="quarter" idx="7"/>
          </p:nvPr>
        </p:nvSpPr>
        <p:spPr>
          <a:prstGeom prst="rect">
            <a:avLst/>
          </a:prstGeom>
        </p:spPr>
        <p:txBody>
          <a:bodyPr vert="horz" wrap="square" lIns="0" tIns="12700" rIns="0" bIns="0" rtlCol="0">
            <a:spAutoFit/>
          </a:bodyPr>
          <a:lstStyle/>
          <a:p>
            <a:pPr marL="108585">
              <a:lnSpc>
                <a:spcPct val="100000"/>
              </a:lnSpc>
              <a:spcBef>
                <a:spcPts val="100"/>
              </a:spcBef>
            </a:pPr>
            <a:fld id="{81D60167-4931-47E6-BA6A-407CBD079E47}" type="slidenum">
              <a:rPr spc="-5" dirty="0"/>
              <a:t>3</a:t>
            </a:fld>
            <a:endParaRPr spc="-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12877" y="2172617"/>
            <a:ext cx="144382" cy="15478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512877" y="3244716"/>
            <a:ext cx="144382" cy="155935"/>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093829" y="4016202"/>
            <a:ext cx="119059" cy="129854"/>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1512877" y="4421789"/>
            <a:ext cx="144382" cy="155935"/>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1512877" y="5162565"/>
            <a:ext cx="144382" cy="154780"/>
          </a:xfrm>
          <a:prstGeom prst="rect">
            <a:avLst/>
          </a:prstGeom>
          <a:blipFill>
            <a:blip r:embed="rId7" cstate="print"/>
            <a:stretch>
              <a:fillRect/>
            </a:stretch>
          </a:blipFill>
        </p:spPr>
        <p:txBody>
          <a:bodyPr wrap="square" lIns="0" tIns="0" rIns="0" bIns="0" rtlCol="0"/>
          <a:lstStyle/>
          <a:p>
            <a:endParaRPr/>
          </a:p>
        </p:txBody>
      </p:sp>
      <p:sp>
        <p:nvSpPr>
          <p:cNvPr id="8" name="object 8"/>
          <p:cNvSpPr/>
          <p:nvPr/>
        </p:nvSpPr>
        <p:spPr>
          <a:xfrm>
            <a:off x="1512877" y="5560744"/>
            <a:ext cx="144382" cy="155935"/>
          </a:xfrm>
          <a:prstGeom prst="rect">
            <a:avLst/>
          </a:prstGeom>
          <a:blipFill>
            <a:blip r:embed="rId8" cstate="print"/>
            <a:stretch>
              <a:fillRect/>
            </a:stretch>
          </a:blipFill>
        </p:spPr>
        <p:txBody>
          <a:bodyPr wrap="square" lIns="0" tIns="0" rIns="0" bIns="0" rtlCol="0"/>
          <a:lstStyle/>
          <a:p>
            <a:endParaRPr/>
          </a:p>
        </p:txBody>
      </p:sp>
      <p:sp>
        <p:nvSpPr>
          <p:cNvPr id="9" name="object 9"/>
          <p:cNvSpPr txBox="1"/>
          <p:nvPr/>
        </p:nvSpPr>
        <p:spPr>
          <a:xfrm>
            <a:off x="1335488" y="1555500"/>
            <a:ext cx="7553325" cy="4257675"/>
          </a:xfrm>
          <a:prstGeom prst="rect">
            <a:avLst/>
          </a:prstGeom>
        </p:spPr>
        <p:txBody>
          <a:bodyPr vert="horz" wrap="square" lIns="0" tIns="85725" rIns="0" bIns="0" rtlCol="0">
            <a:spAutoFit/>
          </a:bodyPr>
          <a:lstStyle/>
          <a:p>
            <a:pPr marL="12700">
              <a:lnSpc>
                <a:spcPct val="100000"/>
              </a:lnSpc>
              <a:spcBef>
                <a:spcPts val="675"/>
              </a:spcBef>
            </a:pPr>
            <a:r>
              <a:rPr sz="2400" spc="-5" dirty="0">
                <a:solidFill>
                  <a:srgbClr val="953634"/>
                </a:solidFill>
                <a:latin typeface="Tahoma"/>
                <a:cs typeface="Tahoma"/>
              </a:rPr>
              <a:t>Biểu</a:t>
            </a:r>
            <a:r>
              <a:rPr sz="2400" spc="-15" dirty="0">
                <a:solidFill>
                  <a:srgbClr val="953634"/>
                </a:solidFill>
                <a:latin typeface="Tahoma"/>
                <a:cs typeface="Tahoma"/>
              </a:rPr>
              <a:t> </a:t>
            </a:r>
            <a:r>
              <a:rPr sz="2400" spc="-5" dirty="0">
                <a:solidFill>
                  <a:srgbClr val="953634"/>
                </a:solidFill>
                <a:latin typeface="Tahoma"/>
                <a:cs typeface="Tahoma"/>
              </a:rPr>
              <a:t>mẫu</a:t>
            </a:r>
            <a:endParaRPr sz="2400">
              <a:latin typeface="Tahoma"/>
              <a:cs typeface="Tahoma"/>
            </a:endParaRPr>
          </a:p>
          <a:p>
            <a:pPr marL="412750" marR="5080">
              <a:lnSpc>
                <a:spcPct val="100000"/>
              </a:lnSpc>
              <a:spcBef>
                <a:spcPts val="525"/>
              </a:spcBef>
            </a:pPr>
            <a:r>
              <a:rPr sz="2200" spc="-10" dirty="0">
                <a:latin typeface="Tahoma"/>
                <a:cs typeface="Tahoma"/>
              </a:rPr>
              <a:t>Là tài </a:t>
            </a:r>
            <a:r>
              <a:rPr sz="2200" spc="-5" dirty="0">
                <a:latin typeface="Tahoma"/>
                <a:cs typeface="Tahoma"/>
              </a:rPr>
              <a:t>liệu được </a:t>
            </a:r>
            <a:r>
              <a:rPr sz="2200" spc="-10" dirty="0">
                <a:latin typeface="Tahoma"/>
                <a:cs typeface="Tahoma"/>
              </a:rPr>
              <a:t>dùng trong tổ chức </a:t>
            </a:r>
            <a:r>
              <a:rPr sz="2200" spc="-5" dirty="0">
                <a:latin typeface="Tahoma"/>
                <a:cs typeface="Tahoma"/>
              </a:rPr>
              <a:t>mà </a:t>
            </a:r>
            <a:r>
              <a:rPr sz="2200" spc="-10" dirty="0">
                <a:latin typeface="Tahoma"/>
                <a:cs typeface="Tahoma"/>
              </a:rPr>
              <a:t>một vài dữ </a:t>
            </a:r>
            <a:r>
              <a:rPr sz="2200" spc="-5" dirty="0">
                <a:latin typeface="Tahoma"/>
                <a:cs typeface="Tahoma"/>
              </a:rPr>
              <a:t>liệu đã  </a:t>
            </a:r>
            <a:r>
              <a:rPr sz="2200" spc="-10" dirty="0">
                <a:latin typeface="Tahoma"/>
                <a:cs typeface="Tahoma"/>
              </a:rPr>
              <a:t>có </a:t>
            </a:r>
            <a:r>
              <a:rPr sz="2200" spc="-5" dirty="0">
                <a:latin typeface="Tahoma"/>
                <a:cs typeface="Tahoma"/>
              </a:rPr>
              <a:t>sẵn </a:t>
            </a:r>
            <a:r>
              <a:rPr sz="2200" spc="-10" dirty="0">
                <a:latin typeface="Tahoma"/>
                <a:cs typeface="Tahoma"/>
              </a:rPr>
              <a:t>thông </a:t>
            </a:r>
            <a:r>
              <a:rPr sz="2200" spc="-5" dirty="0">
                <a:latin typeface="Tahoma"/>
                <a:cs typeface="Tahoma"/>
              </a:rPr>
              <a:t>tin </a:t>
            </a:r>
            <a:r>
              <a:rPr sz="2200" spc="-10" dirty="0">
                <a:latin typeface="Tahoma"/>
                <a:cs typeface="Tahoma"/>
              </a:rPr>
              <a:t>và có thể chứa những vùng </a:t>
            </a:r>
            <a:r>
              <a:rPr sz="2200" spc="-5" dirty="0">
                <a:latin typeface="Tahoma"/>
                <a:cs typeface="Tahoma"/>
              </a:rPr>
              <a:t>để điền </a:t>
            </a:r>
            <a:r>
              <a:rPr sz="2200" spc="-10" dirty="0">
                <a:latin typeface="Tahoma"/>
                <a:cs typeface="Tahoma"/>
              </a:rPr>
              <a:t>dữ  </a:t>
            </a:r>
            <a:r>
              <a:rPr sz="2200" spc="-5" dirty="0">
                <a:latin typeface="Tahoma"/>
                <a:cs typeface="Tahoma"/>
              </a:rPr>
              <a:t>liệu </a:t>
            </a:r>
            <a:r>
              <a:rPr sz="2200" spc="-10" dirty="0">
                <a:latin typeface="Tahoma"/>
                <a:cs typeface="Tahoma"/>
              </a:rPr>
              <a:t>cần </a:t>
            </a:r>
            <a:r>
              <a:rPr sz="2200" spc="-5" dirty="0">
                <a:latin typeface="Tahoma"/>
                <a:cs typeface="Tahoma"/>
              </a:rPr>
              <a:t>điền</a:t>
            </a:r>
            <a:r>
              <a:rPr sz="2200" dirty="0">
                <a:latin typeface="Tahoma"/>
                <a:cs typeface="Tahoma"/>
              </a:rPr>
              <a:t> </a:t>
            </a:r>
            <a:r>
              <a:rPr sz="2200" spc="-10" dirty="0">
                <a:latin typeface="Tahoma"/>
                <a:cs typeface="Tahoma"/>
              </a:rPr>
              <a:t>vào</a:t>
            </a:r>
            <a:endParaRPr sz="2200">
              <a:latin typeface="Tahoma"/>
              <a:cs typeface="Tahoma"/>
            </a:endParaRPr>
          </a:p>
          <a:p>
            <a:pPr marL="412750" marR="106680">
              <a:lnSpc>
                <a:spcPct val="100000"/>
              </a:lnSpc>
              <a:spcBef>
                <a:spcPts val="535"/>
              </a:spcBef>
            </a:pPr>
            <a:r>
              <a:rPr sz="2200" spc="-10" dirty="0">
                <a:latin typeface="Tahoma"/>
                <a:cs typeface="Tahoma"/>
              </a:rPr>
              <a:t>Thông </a:t>
            </a:r>
            <a:r>
              <a:rPr sz="2200" spc="-5" dirty="0">
                <a:latin typeface="Tahoma"/>
                <a:cs typeface="Tahoma"/>
              </a:rPr>
              <a:t>tin trên </a:t>
            </a:r>
            <a:r>
              <a:rPr sz="2200" spc="-15" dirty="0">
                <a:latin typeface="Tahoma"/>
                <a:cs typeface="Tahoma"/>
              </a:rPr>
              <a:t>form </a:t>
            </a:r>
            <a:r>
              <a:rPr sz="2200" spc="-10" dirty="0">
                <a:latin typeface="Tahoma"/>
                <a:cs typeface="Tahoma"/>
              </a:rPr>
              <a:t>dựa </a:t>
            </a:r>
            <a:r>
              <a:rPr sz="2200" spc="-5" dirty="0">
                <a:latin typeface="Tahoma"/>
                <a:cs typeface="Tahoma"/>
              </a:rPr>
              <a:t>trên </a:t>
            </a:r>
            <a:r>
              <a:rPr sz="2200" spc="-10" dirty="0">
                <a:latin typeface="Tahoma"/>
                <a:cs typeface="Tahoma"/>
              </a:rPr>
              <a:t>dữ </a:t>
            </a:r>
            <a:r>
              <a:rPr sz="2200" spc="-5" dirty="0">
                <a:latin typeface="Tahoma"/>
                <a:cs typeface="Tahoma"/>
              </a:rPr>
              <a:t>liệu </a:t>
            </a:r>
            <a:r>
              <a:rPr sz="2200" spc="-10" dirty="0">
                <a:latin typeface="Tahoma"/>
                <a:cs typeface="Tahoma"/>
              </a:rPr>
              <a:t>một hoặc nhiều bản  ghi trong</a:t>
            </a:r>
            <a:r>
              <a:rPr sz="2200" spc="15" dirty="0">
                <a:latin typeface="Tahoma"/>
                <a:cs typeface="Tahoma"/>
              </a:rPr>
              <a:t> </a:t>
            </a:r>
            <a:r>
              <a:rPr sz="2200" spc="-5" dirty="0">
                <a:latin typeface="Tahoma"/>
                <a:cs typeface="Tahoma"/>
              </a:rPr>
              <a:t>CSDL</a:t>
            </a:r>
            <a:endParaRPr sz="2200">
              <a:latin typeface="Tahoma"/>
              <a:cs typeface="Tahoma"/>
            </a:endParaRPr>
          </a:p>
          <a:p>
            <a:pPr marL="12700">
              <a:lnSpc>
                <a:spcPct val="100000"/>
              </a:lnSpc>
              <a:spcBef>
                <a:spcPts val="580"/>
              </a:spcBef>
            </a:pPr>
            <a:r>
              <a:rPr sz="2400" spc="-5" dirty="0">
                <a:solidFill>
                  <a:srgbClr val="953634"/>
                </a:solidFill>
                <a:latin typeface="Tahoma"/>
                <a:cs typeface="Tahoma"/>
              </a:rPr>
              <a:t>Báo</a:t>
            </a:r>
            <a:r>
              <a:rPr sz="2400" spc="-15" dirty="0">
                <a:solidFill>
                  <a:srgbClr val="953634"/>
                </a:solidFill>
                <a:latin typeface="Tahoma"/>
                <a:cs typeface="Tahoma"/>
              </a:rPr>
              <a:t> </a:t>
            </a:r>
            <a:r>
              <a:rPr sz="2400" spc="-5" dirty="0">
                <a:solidFill>
                  <a:srgbClr val="953634"/>
                </a:solidFill>
                <a:latin typeface="Tahoma"/>
                <a:cs typeface="Tahoma"/>
              </a:rPr>
              <a:t>cáo</a:t>
            </a:r>
            <a:endParaRPr sz="2400">
              <a:latin typeface="Tahoma"/>
              <a:cs typeface="Tahoma"/>
            </a:endParaRPr>
          </a:p>
          <a:p>
            <a:pPr marL="412750" marR="316865">
              <a:lnSpc>
                <a:spcPct val="100000"/>
              </a:lnSpc>
              <a:spcBef>
                <a:spcPts val="530"/>
              </a:spcBef>
            </a:pPr>
            <a:r>
              <a:rPr sz="2200" spc="-10" dirty="0">
                <a:latin typeface="Tahoma"/>
                <a:cs typeface="Tahoma"/>
              </a:rPr>
              <a:t>Là một tài </a:t>
            </a:r>
            <a:r>
              <a:rPr sz="2200" spc="-5" dirty="0">
                <a:latin typeface="Tahoma"/>
                <a:cs typeface="Tahoma"/>
              </a:rPr>
              <a:t>liệu được sử </a:t>
            </a:r>
            <a:r>
              <a:rPr sz="2200" spc="-10" dirty="0">
                <a:latin typeface="Tahoma"/>
                <a:cs typeface="Tahoma"/>
              </a:rPr>
              <a:t>dụng trong tổ chức chỉ chứa dữ  </a:t>
            </a:r>
            <a:r>
              <a:rPr sz="2200" spc="-5" dirty="0">
                <a:latin typeface="Tahoma"/>
                <a:cs typeface="Tahoma"/>
              </a:rPr>
              <a:t>liệu đã </a:t>
            </a:r>
            <a:r>
              <a:rPr sz="2200" spc="-10" dirty="0">
                <a:latin typeface="Tahoma"/>
                <a:cs typeface="Tahoma"/>
              </a:rPr>
              <a:t>có </a:t>
            </a:r>
            <a:r>
              <a:rPr sz="2200" spc="-5" dirty="0">
                <a:latin typeface="Tahoma"/>
                <a:cs typeface="Tahoma"/>
              </a:rPr>
              <a:t>sẵn </a:t>
            </a:r>
            <a:r>
              <a:rPr sz="2200" spc="-10" dirty="0">
                <a:latin typeface="Tahoma"/>
                <a:cs typeface="Tahoma"/>
              </a:rPr>
              <a:t>thông</a:t>
            </a:r>
            <a:r>
              <a:rPr sz="2200" spc="20" dirty="0">
                <a:latin typeface="Tahoma"/>
                <a:cs typeface="Tahoma"/>
              </a:rPr>
              <a:t> </a:t>
            </a:r>
            <a:r>
              <a:rPr sz="2200" spc="-5" dirty="0">
                <a:latin typeface="Tahoma"/>
                <a:cs typeface="Tahoma"/>
              </a:rPr>
              <a:t>tin</a:t>
            </a:r>
            <a:endParaRPr sz="2200">
              <a:latin typeface="Tahoma"/>
              <a:cs typeface="Tahoma"/>
            </a:endParaRPr>
          </a:p>
          <a:p>
            <a:pPr marL="412750" marR="1033780">
              <a:lnSpc>
                <a:spcPct val="120100"/>
              </a:lnSpc>
            </a:pPr>
            <a:r>
              <a:rPr sz="2200" spc="-10" dirty="0">
                <a:latin typeface="Tahoma"/>
                <a:cs typeface="Tahoma"/>
              </a:rPr>
              <a:t>Là tài </a:t>
            </a:r>
            <a:r>
              <a:rPr sz="2200" spc="-5" dirty="0">
                <a:latin typeface="Tahoma"/>
                <a:cs typeface="Tahoma"/>
              </a:rPr>
              <a:t>liệu được sử </a:t>
            </a:r>
            <a:r>
              <a:rPr sz="2200" spc="-10" dirty="0">
                <a:latin typeface="Tahoma"/>
                <a:cs typeface="Tahoma"/>
              </a:rPr>
              <a:t>dụng </a:t>
            </a:r>
            <a:r>
              <a:rPr sz="2200" spc="-5" dirty="0">
                <a:latin typeface="Tahoma"/>
                <a:cs typeface="Tahoma"/>
              </a:rPr>
              <a:t>để </a:t>
            </a:r>
            <a:r>
              <a:rPr sz="2200" spc="-10" dirty="0">
                <a:latin typeface="Tahoma"/>
                <a:cs typeface="Tahoma"/>
              </a:rPr>
              <a:t>đọc hoặc </a:t>
            </a:r>
            <a:r>
              <a:rPr sz="2200" spc="-15" dirty="0">
                <a:latin typeface="Tahoma"/>
                <a:cs typeface="Tahoma"/>
              </a:rPr>
              <a:t>xem </a:t>
            </a:r>
            <a:r>
              <a:rPr sz="2200" spc="-10" dirty="0">
                <a:latin typeface="Tahoma"/>
                <a:cs typeface="Tahoma"/>
              </a:rPr>
              <a:t>dữ </a:t>
            </a:r>
            <a:r>
              <a:rPr sz="2200" spc="-5" dirty="0">
                <a:latin typeface="Tahoma"/>
                <a:cs typeface="Tahoma"/>
              </a:rPr>
              <a:t>liệu  </a:t>
            </a:r>
            <a:r>
              <a:rPr sz="2200" spc="-10" dirty="0">
                <a:latin typeface="Tahoma"/>
                <a:cs typeface="Tahoma"/>
              </a:rPr>
              <a:t>Chứa dữ </a:t>
            </a:r>
            <a:r>
              <a:rPr sz="2200" spc="-5" dirty="0">
                <a:latin typeface="Tahoma"/>
                <a:cs typeface="Tahoma"/>
              </a:rPr>
              <a:t>liệu </a:t>
            </a:r>
            <a:r>
              <a:rPr sz="2200" spc="-10" dirty="0">
                <a:latin typeface="Tahoma"/>
                <a:cs typeface="Tahoma"/>
              </a:rPr>
              <a:t>của nhiều bản</a:t>
            </a:r>
            <a:r>
              <a:rPr sz="2200" spc="30" dirty="0">
                <a:latin typeface="Tahoma"/>
                <a:cs typeface="Tahoma"/>
              </a:rPr>
              <a:t> </a:t>
            </a:r>
            <a:r>
              <a:rPr sz="2200" spc="-10" dirty="0">
                <a:latin typeface="Tahoma"/>
                <a:cs typeface="Tahoma"/>
              </a:rPr>
              <a:t>ghi</a:t>
            </a:r>
            <a:endParaRPr sz="2200">
              <a:latin typeface="Tahoma"/>
              <a:cs typeface="Tahoma"/>
            </a:endParaRPr>
          </a:p>
        </p:txBody>
      </p:sp>
      <p:sp>
        <p:nvSpPr>
          <p:cNvPr id="10" name="object 10"/>
          <p:cNvSpPr txBox="1">
            <a:spLocks noGrp="1"/>
          </p:cNvSpPr>
          <p:nvPr>
            <p:ph type="title" idx="4294967295"/>
          </p:nvPr>
        </p:nvSpPr>
        <p:spPr>
          <a:xfrm>
            <a:off x="7091005" y="835971"/>
            <a:ext cx="1962785" cy="452120"/>
          </a:xfrm>
          <a:prstGeom prst="rect">
            <a:avLst/>
          </a:prstGeom>
        </p:spPr>
        <p:txBody>
          <a:bodyPr vert="horz" wrap="square" lIns="0" tIns="12065" rIns="0" bIns="0" rtlCol="0">
            <a:spAutoFit/>
          </a:bodyPr>
          <a:lstStyle/>
          <a:p>
            <a:pPr marL="12700">
              <a:lnSpc>
                <a:spcPct val="100000"/>
              </a:lnSpc>
              <a:spcBef>
                <a:spcPts val="95"/>
              </a:spcBef>
            </a:pPr>
            <a:r>
              <a:rPr spc="-10" dirty="0"/>
              <a:t>Định</a:t>
            </a:r>
            <a:r>
              <a:rPr spc="-55" dirty="0"/>
              <a:t> </a:t>
            </a:r>
            <a:r>
              <a:rPr spc="-10" dirty="0"/>
              <a:t>nghĩa</a:t>
            </a:r>
          </a:p>
        </p:txBody>
      </p:sp>
      <p:sp>
        <p:nvSpPr>
          <p:cNvPr id="11" name="object 11"/>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2" name="object 12"/>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3" name="object 13"/>
          <p:cNvSpPr txBox="1">
            <a:spLocks noGrp="1"/>
          </p:cNvSpPr>
          <p:nvPr>
            <p:ph type="sldNum" sz="quarter" idx="7"/>
          </p:nvPr>
        </p:nvSpPr>
        <p:spPr>
          <a:prstGeom prst="rect">
            <a:avLst/>
          </a:prstGeom>
        </p:spPr>
        <p:txBody>
          <a:bodyPr vert="horz" wrap="square" lIns="0" tIns="12700" rIns="0" bIns="0" rtlCol="0">
            <a:spAutoFit/>
          </a:bodyPr>
          <a:lstStyle/>
          <a:p>
            <a:pPr marL="108585">
              <a:lnSpc>
                <a:spcPct val="100000"/>
              </a:lnSpc>
              <a:spcBef>
                <a:spcPts val="100"/>
              </a:spcBef>
            </a:pPr>
            <a:fld id="{81D60167-4931-47E6-BA6A-407CBD079E47}" type="slidenum">
              <a:rPr spc="-5" dirty="0"/>
              <a:t>4</a:t>
            </a:fld>
            <a:endParaRPr spc="-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093829" y="3520672"/>
            <a:ext cx="119059" cy="136037"/>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2000278" y="3928159"/>
            <a:ext cx="99830" cy="112523"/>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2000278" y="4294088"/>
            <a:ext cx="99830" cy="112523"/>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2000278" y="4660017"/>
            <a:ext cx="99830" cy="112523"/>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2000278" y="5025947"/>
            <a:ext cx="99830" cy="112523"/>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000278" y="5695293"/>
            <a:ext cx="99830" cy="112523"/>
          </a:xfrm>
          <a:prstGeom prst="rect">
            <a:avLst/>
          </a:prstGeom>
          <a:blipFill>
            <a:blip r:embed="rId5" cstate="print"/>
            <a:stretch>
              <a:fillRect/>
            </a:stretch>
          </a:blipFill>
        </p:spPr>
        <p:txBody>
          <a:bodyPr wrap="square" lIns="0" tIns="0" rIns="0" bIns="0" rtlCol="0"/>
          <a:lstStyle/>
          <a:p>
            <a:endParaRPr/>
          </a:p>
        </p:txBody>
      </p:sp>
      <p:sp>
        <p:nvSpPr>
          <p:cNvPr id="9" name="object 9"/>
          <p:cNvSpPr txBox="1">
            <a:spLocks noGrp="1"/>
          </p:cNvSpPr>
          <p:nvPr>
            <p:ph type="title" idx="4294967295"/>
          </p:nvPr>
        </p:nvSpPr>
        <p:spPr>
          <a:xfrm>
            <a:off x="5882680" y="835971"/>
            <a:ext cx="3169285" cy="452120"/>
          </a:xfrm>
          <a:prstGeom prst="rect">
            <a:avLst/>
          </a:prstGeom>
        </p:spPr>
        <p:txBody>
          <a:bodyPr vert="horz" wrap="square" lIns="0" tIns="12065" rIns="0" bIns="0" rtlCol="0">
            <a:spAutoFit/>
          </a:bodyPr>
          <a:lstStyle/>
          <a:p>
            <a:pPr marL="12700">
              <a:lnSpc>
                <a:spcPct val="100000"/>
              </a:lnSpc>
              <a:spcBef>
                <a:spcPts val="95"/>
              </a:spcBef>
            </a:pPr>
            <a:r>
              <a:rPr spc="-10" dirty="0"/>
              <a:t>Quy </a:t>
            </a:r>
            <a:r>
              <a:rPr spc="-5" dirty="0"/>
              <a:t>trình </a:t>
            </a:r>
            <a:r>
              <a:rPr spc="-10" dirty="0"/>
              <a:t>thiết</a:t>
            </a:r>
            <a:r>
              <a:rPr spc="-40" dirty="0"/>
              <a:t> </a:t>
            </a:r>
            <a:r>
              <a:rPr spc="-10" dirty="0"/>
              <a:t>kế</a:t>
            </a:r>
          </a:p>
        </p:txBody>
      </p:sp>
      <p:sp>
        <p:nvSpPr>
          <p:cNvPr id="10" name="object 10"/>
          <p:cNvSpPr/>
          <p:nvPr/>
        </p:nvSpPr>
        <p:spPr>
          <a:xfrm>
            <a:off x="2360339" y="2283458"/>
            <a:ext cx="2282825" cy="915035"/>
          </a:xfrm>
          <a:custGeom>
            <a:avLst/>
            <a:gdLst/>
            <a:ahLst/>
            <a:cxnLst/>
            <a:rect l="l" t="t" r="r" b="b"/>
            <a:pathLst>
              <a:path w="2282825" h="915035">
                <a:moveTo>
                  <a:pt x="2191419" y="0"/>
                </a:moveTo>
                <a:lnTo>
                  <a:pt x="91309" y="0"/>
                </a:lnTo>
                <a:lnTo>
                  <a:pt x="55855" y="7218"/>
                </a:lnTo>
                <a:lnTo>
                  <a:pt x="26822" y="26872"/>
                </a:lnTo>
                <a:lnTo>
                  <a:pt x="7204" y="55961"/>
                </a:lnTo>
                <a:lnTo>
                  <a:pt x="0" y="91481"/>
                </a:lnTo>
                <a:lnTo>
                  <a:pt x="0" y="823341"/>
                </a:lnTo>
                <a:lnTo>
                  <a:pt x="7204" y="859505"/>
                </a:lnTo>
                <a:lnTo>
                  <a:pt x="26822" y="888522"/>
                </a:lnTo>
                <a:lnTo>
                  <a:pt x="55855" y="907819"/>
                </a:lnTo>
                <a:lnTo>
                  <a:pt x="91309" y="914824"/>
                </a:lnTo>
                <a:lnTo>
                  <a:pt x="2191419" y="914824"/>
                </a:lnTo>
                <a:lnTo>
                  <a:pt x="2226872" y="907819"/>
                </a:lnTo>
                <a:lnTo>
                  <a:pt x="2255905" y="888522"/>
                </a:lnTo>
                <a:lnTo>
                  <a:pt x="2275522" y="859505"/>
                </a:lnTo>
                <a:lnTo>
                  <a:pt x="2282727" y="823341"/>
                </a:lnTo>
                <a:lnTo>
                  <a:pt x="2282727" y="91481"/>
                </a:lnTo>
                <a:lnTo>
                  <a:pt x="2275522" y="55961"/>
                </a:lnTo>
                <a:lnTo>
                  <a:pt x="2255905" y="26872"/>
                </a:lnTo>
                <a:lnTo>
                  <a:pt x="2226872" y="7218"/>
                </a:lnTo>
                <a:lnTo>
                  <a:pt x="2191419" y="0"/>
                </a:lnTo>
                <a:close/>
              </a:path>
            </a:pathLst>
          </a:custGeom>
          <a:solidFill>
            <a:srgbClr val="4F80BC"/>
          </a:solidFill>
        </p:spPr>
        <p:txBody>
          <a:bodyPr wrap="square" lIns="0" tIns="0" rIns="0" bIns="0" rtlCol="0"/>
          <a:lstStyle/>
          <a:p>
            <a:endParaRPr/>
          </a:p>
        </p:txBody>
      </p:sp>
      <p:sp>
        <p:nvSpPr>
          <p:cNvPr id="11" name="object 11"/>
          <p:cNvSpPr/>
          <p:nvPr/>
        </p:nvSpPr>
        <p:spPr>
          <a:xfrm>
            <a:off x="2348165" y="2271261"/>
            <a:ext cx="2307590" cy="941069"/>
          </a:xfrm>
          <a:custGeom>
            <a:avLst/>
            <a:gdLst/>
            <a:ahLst/>
            <a:cxnLst/>
            <a:rect l="l" t="t" r="r" b="b"/>
            <a:pathLst>
              <a:path w="2307590" h="941069">
                <a:moveTo>
                  <a:pt x="2212723" y="0"/>
                </a:moveTo>
                <a:lnTo>
                  <a:pt x="103483" y="0"/>
                </a:lnTo>
                <a:lnTo>
                  <a:pt x="82177" y="3049"/>
                </a:lnTo>
                <a:lnTo>
                  <a:pt x="45655" y="18295"/>
                </a:lnTo>
                <a:lnTo>
                  <a:pt x="16739" y="47265"/>
                </a:lnTo>
                <a:lnTo>
                  <a:pt x="4565" y="74710"/>
                </a:lnTo>
                <a:lnTo>
                  <a:pt x="1521" y="83858"/>
                </a:lnTo>
                <a:lnTo>
                  <a:pt x="0" y="94531"/>
                </a:lnTo>
                <a:lnTo>
                  <a:pt x="0" y="847736"/>
                </a:lnTo>
                <a:lnTo>
                  <a:pt x="12174" y="885852"/>
                </a:lnTo>
                <a:lnTo>
                  <a:pt x="45655" y="922446"/>
                </a:lnTo>
                <a:lnTo>
                  <a:pt x="83700" y="939218"/>
                </a:lnTo>
                <a:lnTo>
                  <a:pt x="94353" y="939218"/>
                </a:lnTo>
                <a:lnTo>
                  <a:pt x="103483" y="940743"/>
                </a:lnTo>
                <a:lnTo>
                  <a:pt x="2203593" y="940743"/>
                </a:lnTo>
                <a:lnTo>
                  <a:pt x="2224897" y="937693"/>
                </a:lnTo>
                <a:lnTo>
                  <a:pt x="2261421" y="922446"/>
                </a:lnTo>
                <a:lnTo>
                  <a:pt x="2270932" y="914822"/>
                </a:lnTo>
                <a:lnTo>
                  <a:pt x="95874" y="914822"/>
                </a:lnTo>
                <a:lnTo>
                  <a:pt x="86743" y="913297"/>
                </a:lnTo>
                <a:lnTo>
                  <a:pt x="47176" y="891952"/>
                </a:lnTo>
                <a:lnTo>
                  <a:pt x="35002" y="873655"/>
                </a:lnTo>
                <a:lnTo>
                  <a:pt x="30436" y="866032"/>
                </a:lnTo>
                <a:lnTo>
                  <a:pt x="28915" y="858408"/>
                </a:lnTo>
                <a:lnTo>
                  <a:pt x="27392" y="852309"/>
                </a:lnTo>
                <a:lnTo>
                  <a:pt x="25871" y="843161"/>
                </a:lnTo>
                <a:lnTo>
                  <a:pt x="25871" y="96056"/>
                </a:lnTo>
                <a:lnTo>
                  <a:pt x="28915" y="80808"/>
                </a:lnTo>
                <a:lnTo>
                  <a:pt x="54785" y="42691"/>
                </a:lnTo>
                <a:lnTo>
                  <a:pt x="95874" y="25919"/>
                </a:lnTo>
                <a:lnTo>
                  <a:pt x="2272074" y="25919"/>
                </a:lnTo>
                <a:lnTo>
                  <a:pt x="2269031" y="22870"/>
                </a:lnTo>
                <a:lnTo>
                  <a:pt x="2259900" y="18295"/>
                </a:lnTo>
                <a:lnTo>
                  <a:pt x="2252291" y="12197"/>
                </a:lnTo>
                <a:lnTo>
                  <a:pt x="2243160" y="7622"/>
                </a:lnTo>
                <a:lnTo>
                  <a:pt x="2232507" y="4573"/>
                </a:lnTo>
                <a:lnTo>
                  <a:pt x="2223376" y="1524"/>
                </a:lnTo>
                <a:lnTo>
                  <a:pt x="2212723" y="0"/>
                </a:lnTo>
                <a:close/>
              </a:path>
              <a:path w="2307590" h="941069">
                <a:moveTo>
                  <a:pt x="2272074" y="25919"/>
                </a:moveTo>
                <a:lnTo>
                  <a:pt x="2211202" y="25919"/>
                </a:lnTo>
                <a:lnTo>
                  <a:pt x="2226420" y="28968"/>
                </a:lnTo>
                <a:lnTo>
                  <a:pt x="2241638" y="35067"/>
                </a:lnTo>
                <a:lnTo>
                  <a:pt x="2272074" y="67086"/>
                </a:lnTo>
                <a:lnTo>
                  <a:pt x="2275118" y="74710"/>
                </a:lnTo>
                <a:lnTo>
                  <a:pt x="2278161" y="80808"/>
                </a:lnTo>
                <a:lnTo>
                  <a:pt x="2279684" y="89956"/>
                </a:lnTo>
                <a:lnTo>
                  <a:pt x="2281205" y="97580"/>
                </a:lnTo>
                <a:lnTo>
                  <a:pt x="2281205" y="844685"/>
                </a:lnTo>
                <a:lnTo>
                  <a:pt x="2267508" y="881279"/>
                </a:lnTo>
                <a:lnTo>
                  <a:pt x="2232507" y="908724"/>
                </a:lnTo>
                <a:lnTo>
                  <a:pt x="2226420" y="911773"/>
                </a:lnTo>
                <a:lnTo>
                  <a:pt x="2211202" y="914822"/>
                </a:lnTo>
                <a:lnTo>
                  <a:pt x="2270932" y="914822"/>
                </a:lnTo>
                <a:lnTo>
                  <a:pt x="2276640" y="910248"/>
                </a:lnTo>
                <a:lnTo>
                  <a:pt x="2284248" y="902625"/>
                </a:lnTo>
                <a:lnTo>
                  <a:pt x="2288814" y="893476"/>
                </a:lnTo>
                <a:lnTo>
                  <a:pt x="2294901" y="885852"/>
                </a:lnTo>
                <a:lnTo>
                  <a:pt x="2299467" y="876705"/>
                </a:lnTo>
                <a:lnTo>
                  <a:pt x="2302511" y="866032"/>
                </a:lnTo>
                <a:lnTo>
                  <a:pt x="2305554" y="856884"/>
                </a:lnTo>
                <a:lnTo>
                  <a:pt x="2307076" y="846211"/>
                </a:lnTo>
                <a:lnTo>
                  <a:pt x="2307076" y="93005"/>
                </a:lnTo>
                <a:lnTo>
                  <a:pt x="2304032" y="82334"/>
                </a:lnTo>
                <a:lnTo>
                  <a:pt x="2302511" y="73185"/>
                </a:lnTo>
                <a:lnTo>
                  <a:pt x="2297945" y="62511"/>
                </a:lnTo>
                <a:lnTo>
                  <a:pt x="2293379" y="54889"/>
                </a:lnTo>
                <a:lnTo>
                  <a:pt x="2288814" y="45740"/>
                </a:lnTo>
                <a:lnTo>
                  <a:pt x="2276640" y="30493"/>
                </a:lnTo>
                <a:lnTo>
                  <a:pt x="2272074" y="25919"/>
                </a:lnTo>
                <a:close/>
              </a:path>
            </a:pathLst>
          </a:custGeom>
          <a:solidFill>
            <a:srgbClr val="FFFFFF"/>
          </a:solidFill>
        </p:spPr>
        <p:txBody>
          <a:bodyPr wrap="square" lIns="0" tIns="0" rIns="0" bIns="0" rtlCol="0"/>
          <a:lstStyle/>
          <a:p>
            <a:endParaRPr/>
          </a:p>
        </p:txBody>
      </p:sp>
      <p:sp>
        <p:nvSpPr>
          <p:cNvPr id="12" name="object 12"/>
          <p:cNvSpPr/>
          <p:nvPr/>
        </p:nvSpPr>
        <p:spPr>
          <a:xfrm>
            <a:off x="4871340" y="2458799"/>
            <a:ext cx="482600" cy="565785"/>
          </a:xfrm>
          <a:custGeom>
            <a:avLst/>
            <a:gdLst/>
            <a:ahLst/>
            <a:cxnLst/>
            <a:rect l="l" t="t" r="r" b="b"/>
            <a:pathLst>
              <a:path w="482600" h="565785">
                <a:moveTo>
                  <a:pt x="240446" y="0"/>
                </a:moveTo>
                <a:lnTo>
                  <a:pt x="240446" y="112828"/>
                </a:lnTo>
                <a:lnTo>
                  <a:pt x="0" y="112828"/>
                </a:lnTo>
                <a:lnTo>
                  <a:pt x="0" y="452837"/>
                </a:lnTo>
                <a:lnTo>
                  <a:pt x="240446" y="452837"/>
                </a:lnTo>
                <a:lnTo>
                  <a:pt x="240446" y="565665"/>
                </a:lnTo>
                <a:lnTo>
                  <a:pt x="482415" y="282070"/>
                </a:lnTo>
                <a:lnTo>
                  <a:pt x="240446" y="0"/>
                </a:lnTo>
                <a:close/>
              </a:path>
            </a:pathLst>
          </a:custGeom>
          <a:solidFill>
            <a:srgbClr val="B1C1DB"/>
          </a:solidFill>
        </p:spPr>
        <p:txBody>
          <a:bodyPr wrap="square" lIns="0" tIns="0" rIns="0" bIns="0" rtlCol="0"/>
          <a:lstStyle/>
          <a:p>
            <a:endParaRPr/>
          </a:p>
        </p:txBody>
      </p:sp>
      <p:sp>
        <p:nvSpPr>
          <p:cNvPr id="13" name="object 13"/>
          <p:cNvSpPr/>
          <p:nvPr/>
        </p:nvSpPr>
        <p:spPr>
          <a:xfrm>
            <a:off x="5554635" y="2283458"/>
            <a:ext cx="2282825" cy="915035"/>
          </a:xfrm>
          <a:custGeom>
            <a:avLst/>
            <a:gdLst/>
            <a:ahLst/>
            <a:cxnLst/>
            <a:rect l="l" t="t" r="r" b="b"/>
            <a:pathLst>
              <a:path w="2282825" h="915035">
                <a:moveTo>
                  <a:pt x="2191418" y="0"/>
                </a:moveTo>
                <a:lnTo>
                  <a:pt x="91309" y="0"/>
                </a:lnTo>
                <a:lnTo>
                  <a:pt x="55855" y="7218"/>
                </a:lnTo>
                <a:lnTo>
                  <a:pt x="26822" y="26872"/>
                </a:lnTo>
                <a:lnTo>
                  <a:pt x="7204" y="55961"/>
                </a:lnTo>
                <a:lnTo>
                  <a:pt x="0" y="91481"/>
                </a:lnTo>
                <a:lnTo>
                  <a:pt x="0" y="823341"/>
                </a:lnTo>
                <a:lnTo>
                  <a:pt x="7204" y="859505"/>
                </a:lnTo>
                <a:lnTo>
                  <a:pt x="26822" y="888522"/>
                </a:lnTo>
                <a:lnTo>
                  <a:pt x="55855" y="907819"/>
                </a:lnTo>
                <a:lnTo>
                  <a:pt x="91309" y="914824"/>
                </a:lnTo>
                <a:lnTo>
                  <a:pt x="2191418" y="914824"/>
                </a:lnTo>
                <a:lnTo>
                  <a:pt x="2226872" y="907819"/>
                </a:lnTo>
                <a:lnTo>
                  <a:pt x="2255905" y="888522"/>
                </a:lnTo>
                <a:lnTo>
                  <a:pt x="2275522" y="859505"/>
                </a:lnTo>
                <a:lnTo>
                  <a:pt x="2282727" y="823341"/>
                </a:lnTo>
                <a:lnTo>
                  <a:pt x="2282727" y="91481"/>
                </a:lnTo>
                <a:lnTo>
                  <a:pt x="2275522" y="55961"/>
                </a:lnTo>
                <a:lnTo>
                  <a:pt x="2255905" y="26872"/>
                </a:lnTo>
                <a:lnTo>
                  <a:pt x="2226872" y="7218"/>
                </a:lnTo>
                <a:lnTo>
                  <a:pt x="2191418" y="0"/>
                </a:lnTo>
                <a:close/>
              </a:path>
            </a:pathLst>
          </a:custGeom>
          <a:solidFill>
            <a:srgbClr val="4F80BC"/>
          </a:solidFill>
        </p:spPr>
        <p:txBody>
          <a:bodyPr wrap="square" lIns="0" tIns="0" rIns="0" bIns="0" rtlCol="0"/>
          <a:lstStyle/>
          <a:p>
            <a:endParaRPr/>
          </a:p>
        </p:txBody>
      </p:sp>
      <p:sp>
        <p:nvSpPr>
          <p:cNvPr id="14" name="object 14"/>
          <p:cNvSpPr/>
          <p:nvPr/>
        </p:nvSpPr>
        <p:spPr>
          <a:xfrm>
            <a:off x="5542461" y="2271261"/>
            <a:ext cx="2307590" cy="941069"/>
          </a:xfrm>
          <a:custGeom>
            <a:avLst/>
            <a:gdLst/>
            <a:ahLst/>
            <a:cxnLst/>
            <a:rect l="l" t="t" r="r" b="b"/>
            <a:pathLst>
              <a:path w="2307590" h="941069">
                <a:moveTo>
                  <a:pt x="2212723" y="0"/>
                </a:moveTo>
                <a:lnTo>
                  <a:pt x="103483" y="0"/>
                </a:lnTo>
                <a:lnTo>
                  <a:pt x="82177" y="3049"/>
                </a:lnTo>
                <a:lnTo>
                  <a:pt x="45655" y="18295"/>
                </a:lnTo>
                <a:lnTo>
                  <a:pt x="18261" y="47265"/>
                </a:lnTo>
                <a:lnTo>
                  <a:pt x="12174" y="54889"/>
                </a:lnTo>
                <a:lnTo>
                  <a:pt x="7609" y="64037"/>
                </a:lnTo>
                <a:lnTo>
                  <a:pt x="4565" y="74710"/>
                </a:lnTo>
                <a:lnTo>
                  <a:pt x="1521" y="83858"/>
                </a:lnTo>
                <a:lnTo>
                  <a:pt x="0" y="94531"/>
                </a:lnTo>
                <a:lnTo>
                  <a:pt x="0" y="847736"/>
                </a:lnTo>
                <a:lnTo>
                  <a:pt x="3044" y="858408"/>
                </a:lnTo>
                <a:lnTo>
                  <a:pt x="4565" y="867557"/>
                </a:lnTo>
                <a:lnTo>
                  <a:pt x="18261" y="895002"/>
                </a:lnTo>
                <a:lnTo>
                  <a:pt x="30436" y="910248"/>
                </a:lnTo>
                <a:lnTo>
                  <a:pt x="38045" y="916348"/>
                </a:lnTo>
                <a:lnTo>
                  <a:pt x="47176" y="922446"/>
                </a:lnTo>
                <a:lnTo>
                  <a:pt x="54785" y="928545"/>
                </a:lnTo>
                <a:lnTo>
                  <a:pt x="63916" y="933119"/>
                </a:lnTo>
                <a:lnTo>
                  <a:pt x="73047" y="936169"/>
                </a:lnTo>
                <a:lnTo>
                  <a:pt x="83700" y="939218"/>
                </a:lnTo>
                <a:lnTo>
                  <a:pt x="94353" y="939218"/>
                </a:lnTo>
                <a:lnTo>
                  <a:pt x="103483" y="940743"/>
                </a:lnTo>
                <a:lnTo>
                  <a:pt x="2203592" y="940743"/>
                </a:lnTo>
                <a:lnTo>
                  <a:pt x="2224897" y="937693"/>
                </a:lnTo>
                <a:lnTo>
                  <a:pt x="2261421" y="922446"/>
                </a:lnTo>
                <a:lnTo>
                  <a:pt x="2272075" y="914822"/>
                </a:lnTo>
                <a:lnTo>
                  <a:pt x="95874" y="914822"/>
                </a:lnTo>
                <a:lnTo>
                  <a:pt x="86743" y="913297"/>
                </a:lnTo>
                <a:lnTo>
                  <a:pt x="42611" y="885852"/>
                </a:lnTo>
                <a:lnTo>
                  <a:pt x="25871" y="843161"/>
                </a:lnTo>
                <a:lnTo>
                  <a:pt x="25871" y="96056"/>
                </a:lnTo>
                <a:lnTo>
                  <a:pt x="44132" y="53364"/>
                </a:lnTo>
                <a:lnTo>
                  <a:pt x="74569" y="32017"/>
                </a:lnTo>
                <a:lnTo>
                  <a:pt x="80656" y="28968"/>
                </a:lnTo>
                <a:lnTo>
                  <a:pt x="88264" y="27444"/>
                </a:lnTo>
                <a:lnTo>
                  <a:pt x="97396" y="25919"/>
                </a:lnTo>
                <a:lnTo>
                  <a:pt x="2272074" y="25919"/>
                </a:lnTo>
                <a:lnTo>
                  <a:pt x="2269031" y="22870"/>
                </a:lnTo>
                <a:lnTo>
                  <a:pt x="2261421" y="18295"/>
                </a:lnTo>
                <a:lnTo>
                  <a:pt x="2252290" y="12197"/>
                </a:lnTo>
                <a:lnTo>
                  <a:pt x="2243160" y="7622"/>
                </a:lnTo>
                <a:lnTo>
                  <a:pt x="2234029" y="4573"/>
                </a:lnTo>
                <a:lnTo>
                  <a:pt x="2223376" y="1524"/>
                </a:lnTo>
                <a:lnTo>
                  <a:pt x="2212723" y="0"/>
                </a:lnTo>
                <a:close/>
              </a:path>
              <a:path w="2307590" h="941069">
                <a:moveTo>
                  <a:pt x="2272074" y="25919"/>
                </a:moveTo>
                <a:lnTo>
                  <a:pt x="2211202" y="25919"/>
                </a:lnTo>
                <a:lnTo>
                  <a:pt x="2220333" y="27444"/>
                </a:lnTo>
                <a:lnTo>
                  <a:pt x="2227941" y="28968"/>
                </a:lnTo>
                <a:lnTo>
                  <a:pt x="2234029" y="32017"/>
                </a:lnTo>
                <a:lnTo>
                  <a:pt x="2241638" y="35067"/>
                </a:lnTo>
                <a:lnTo>
                  <a:pt x="2259900" y="48789"/>
                </a:lnTo>
                <a:lnTo>
                  <a:pt x="2269031" y="60987"/>
                </a:lnTo>
                <a:lnTo>
                  <a:pt x="2272074" y="67086"/>
                </a:lnTo>
                <a:lnTo>
                  <a:pt x="2276640" y="74710"/>
                </a:lnTo>
                <a:lnTo>
                  <a:pt x="2278161" y="80808"/>
                </a:lnTo>
                <a:lnTo>
                  <a:pt x="2279684" y="88432"/>
                </a:lnTo>
                <a:lnTo>
                  <a:pt x="2281205" y="97580"/>
                </a:lnTo>
                <a:lnTo>
                  <a:pt x="2281205" y="844685"/>
                </a:lnTo>
                <a:lnTo>
                  <a:pt x="2267508" y="881279"/>
                </a:lnTo>
                <a:lnTo>
                  <a:pt x="2232507" y="908724"/>
                </a:lnTo>
                <a:lnTo>
                  <a:pt x="2226420" y="911773"/>
                </a:lnTo>
                <a:lnTo>
                  <a:pt x="2211202" y="914822"/>
                </a:lnTo>
                <a:lnTo>
                  <a:pt x="2272075" y="914822"/>
                </a:lnTo>
                <a:lnTo>
                  <a:pt x="2299467" y="876705"/>
                </a:lnTo>
                <a:lnTo>
                  <a:pt x="2302511" y="866032"/>
                </a:lnTo>
                <a:lnTo>
                  <a:pt x="2305554" y="856884"/>
                </a:lnTo>
                <a:lnTo>
                  <a:pt x="2307076" y="846211"/>
                </a:lnTo>
                <a:lnTo>
                  <a:pt x="2307076" y="93005"/>
                </a:lnTo>
                <a:lnTo>
                  <a:pt x="2305554" y="82334"/>
                </a:lnTo>
                <a:lnTo>
                  <a:pt x="2302511" y="73185"/>
                </a:lnTo>
                <a:lnTo>
                  <a:pt x="2299467" y="62511"/>
                </a:lnTo>
                <a:lnTo>
                  <a:pt x="2294901" y="54889"/>
                </a:lnTo>
                <a:lnTo>
                  <a:pt x="2288814" y="45740"/>
                </a:lnTo>
                <a:lnTo>
                  <a:pt x="2276640" y="30493"/>
                </a:lnTo>
                <a:lnTo>
                  <a:pt x="2272074" y="25919"/>
                </a:lnTo>
                <a:close/>
              </a:path>
            </a:pathLst>
          </a:custGeom>
          <a:solidFill>
            <a:srgbClr val="FFFFFF"/>
          </a:solidFill>
        </p:spPr>
        <p:txBody>
          <a:bodyPr wrap="square" lIns="0" tIns="0" rIns="0" bIns="0" rtlCol="0"/>
          <a:lstStyle/>
          <a:p>
            <a:endParaRPr/>
          </a:p>
        </p:txBody>
      </p:sp>
      <p:sp>
        <p:nvSpPr>
          <p:cNvPr id="15" name="object 15"/>
          <p:cNvSpPr txBox="1"/>
          <p:nvPr/>
        </p:nvSpPr>
        <p:spPr>
          <a:xfrm>
            <a:off x="1335488" y="1628818"/>
            <a:ext cx="7698105" cy="458851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953634"/>
                </a:solidFill>
                <a:latin typeface="Tahoma"/>
                <a:cs typeface="Tahoma"/>
              </a:rPr>
              <a:t>Quy trình lấy người dùng làm trung</a:t>
            </a:r>
            <a:r>
              <a:rPr sz="2400" spc="-105" dirty="0">
                <a:solidFill>
                  <a:srgbClr val="953634"/>
                </a:solidFill>
                <a:latin typeface="Tahoma"/>
                <a:cs typeface="Tahoma"/>
              </a:rPr>
              <a:t> </a:t>
            </a:r>
            <a:r>
              <a:rPr sz="2400" spc="-5" dirty="0">
                <a:solidFill>
                  <a:srgbClr val="953634"/>
                </a:solidFill>
                <a:latin typeface="Tahoma"/>
                <a:cs typeface="Tahoma"/>
              </a:rPr>
              <a:t>tâm</a:t>
            </a:r>
            <a:endParaRPr sz="2400">
              <a:latin typeface="Tahoma"/>
              <a:cs typeface="Tahoma"/>
            </a:endParaRPr>
          </a:p>
          <a:p>
            <a:pPr>
              <a:lnSpc>
                <a:spcPct val="100000"/>
              </a:lnSpc>
            </a:pPr>
            <a:endParaRPr sz="3150">
              <a:latin typeface="Times New Roman"/>
              <a:cs typeface="Times New Roman"/>
            </a:endParaRPr>
          </a:p>
          <a:p>
            <a:pPr marR="18415" algn="ctr">
              <a:lnSpc>
                <a:spcPct val="100000"/>
              </a:lnSpc>
              <a:tabLst>
                <a:tab pos="3048000" algn="l"/>
              </a:tabLst>
            </a:pPr>
            <a:r>
              <a:rPr sz="3000" spc="-5" dirty="0">
                <a:solidFill>
                  <a:srgbClr val="FFFFFF"/>
                </a:solidFill>
                <a:latin typeface="Calibri"/>
                <a:cs typeface="Calibri"/>
              </a:rPr>
              <a:t>XĐ</a:t>
            </a:r>
            <a:r>
              <a:rPr sz="3000" spc="-10" dirty="0">
                <a:solidFill>
                  <a:srgbClr val="FFFFFF"/>
                </a:solidFill>
                <a:latin typeface="Calibri"/>
                <a:cs typeface="Calibri"/>
              </a:rPr>
              <a:t> </a:t>
            </a:r>
            <a:r>
              <a:rPr sz="3000" spc="-20" dirty="0">
                <a:solidFill>
                  <a:srgbClr val="FFFFFF"/>
                </a:solidFill>
                <a:latin typeface="Calibri"/>
                <a:cs typeface="Calibri"/>
              </a:rPr>
              <a:t>yêu</a:t>
            </a:r>
            <a:r>
              <a:rPr sz="3000" spc="10" dirty="0">
                <a:solidFill>
                  <a:srgbClr val="FFFFFF"/>
                </a:solidFill>
                <a:latin typeface="Calibri"/>
                <a:cs typeface="Calibri"/>
              </a:rPr>
              <a:t> </a:t>
            </a:r>
            <a:r>
              <a:rPr sz="3000" spc="-10" dirty="0">
                <a:solidFill>
                  <a:srgbClr val="FFFFFF"/>
                </a:solidFill>
                <a:latin typeface="Calibri"/>
                <a:cs typeface="Calibri"/>
              </a:rPr>
              <a:t>cầu	Thiết </a:t>
            </a:r>
            <a:r>
              <a:rPr sz="3000" spc="-50" dirty="0">
                <a:solidFill>
                  <a:srgbClr val="FFFFFF"/>
                </a:solidFill>
                <a:latin typeface="Calibri"/>
                <a:cs typeface="Calibri"/>
              </a:rPr>
              <a:t>kế</a:t>
            </a:r>
            <a:r>
              <a:rPr sz="3000" spc="-20" dirty="0">
                <a:solidFill>
                  <a:srgbClr val="FFFFFF"/>
                </a:solidFill>
                <a:latin typeface="Calibri"/>
                <a:cs typeface="Calibri"/>
              </a:rPr>
              <a:t> </a:t>
            </a:r>
            <a:r>
              <a:rPr sz="3000" spc="-5" dirty="0">
                <a:solidFill>
                  <a:srgbClr val="FFFFFF"/>
                </a:solidFill>
                <a:latin typeface="Calibri"/>
                <a:cs typeface="Calibri"/>
              </a:rPr>
              <a:t>mẫu</a:t>
            </a:r>
            <a:endParaRPr sz="3000">
              <a:latin typeface="Calibri"/>
              <a:cs typeface="Calibri"/>
            </a:endParaRPr>
          </a:p>
          <a:p>
            <a:pPr>
              <a:lnSpc>
                <a:spcPct val="100000"/>
              </a:lnSpc>
              <a:spcBef>
                <a:spcPts val="45"/>
              </a:spcBef>
            </a:pPr>
            <a:endParaRPr sz="3200">
              <a:latin typeface="Times New Roman"/>
              <a:cs typeface="Times New Roman"/>
            </a:endParaRPr>
          </a:p>
          <a:p>
            <a:pPr marL="12700">
              <a:lnSpc>
                <a:spcPct val="100000"/>
              </a:lnSpc>
              <a:spcBef>
                <a:spcPts val="5"/>
              </a:spcBef>
            </a:pPr>
            <a:r>
              <a:rPr sz="2400" spc="-5" dirty="0">
                <a:solidFill>
                  <a:srgbClr val="953634"/>
                </a:solidFill>
                <a:latin typeface="Tahoma"/>
                <a:cs typeface="Tahoma"/>
              </a:rPr>
              <a:t>Xác định yêu</a:t>
            </a:r>
            <a:r>
              <a:rPr sz="2400" spc="-30" dirty="0">
                <a:solidFill>
                  <a:srgbClr val="953634"/>
                </a:solidFill>
                <a:latin typeface="Tahoma"/>
                <a:cs typeface="Tahoma"/>
              </a:rPr>
              <a:t> </a:t>
            </a:r>
            <a:r>
              <a:rPr sz="2400" spc="-5" dirty="0">
                <a:solidFill>
                  <a:srgbClr val="953634"/>
                </a:solidFill>
                <a:latin typeface="Tahoma"/>
                <a:cs typeface="Tahoma"/>
              </a:rPr>
              <a:t>cầu</a:t>
            </a:r>
            <a:endParaRPr sz="2400">
              <a:latin typeface="Tahoma"/>
              <a:cs typeface="Tahoma"/>
            </a:endParaRPr>
          </a:p>
          <a:p>
            <a:pPr marL="811530" marR="1216660">
              <a:lnSpc>
                <a:spcPct val="120100"/>
              </a:lnSpc>
            </a:pPr>
            <a:r>
              <a:rPr sz="2000" spc="-5" dirty="0">
                <a:latin typeface="Tahoma"/>
                <a:cs typeface="Tahoma"/>
              </a:rPr>
              <a:t>Ai </a:t>
            </a:r>
            <a:r>
              <a:rPr sz="2000" dirty="0">
                <a:latin typeface="Tahoma"/>
                <a:cs typeface="Tahoma"/>
              </a:rPr>
              <a:t>sẽ </a:t>
            </a:r>
            <a:r>
              <a:rPr sz="2000" spc="-5" dirty="0">
                <a:latin typeface="Tahoma"/>
                <a:cs typeface="Tahoma"/>
              </a:rPr>
              <a:t>là người </a:t>
            </a:r>
            <a:r>
              <a:rPr sz="2000" dirty="0">
                <a:latin typeface="Tahoma"/>
                <a:cs typeface="Tahoma"/>
              </a:rPr>
              <a:t>sử </a:t>
            </a:r>
            <a:r>
              <a:rPr sz="2000" spc="-5" dirty="0">
                <a:latin typeface="Tahoma"/>
                <a:cs typeface="Tahoma"/>
              </a:rPr>
              <a:t>dụng biểu mẫu hay báo cáo này?  </a:t>
            </a:r>
            <a:r>
              <a:rPr sz="2000" dirty="0">
                <a:latin typeface="Tahoma"/>
                <a:cs typeface="Tahoma"/>
              </a:rPr>
              <a:t>Mục </a:t>
            </a:r>
            <a:r>
              <a:rPr sz="2000" spc="-5" dirty="0">
                <a:latin typeface="Tahoma"/>
                <a:cs typeface="Tahoma"/>
              </a:rPr>
              <a:t>đích của biểu mẫu hay báo cáo này là</a:t>
            </a:r>
            <a:r>
              <a:rPr sz="2000" spc="-85" dirty="0">
                <a:latin typeface="Tahoma"/>
                <a:cs typeface="Tahoma"/>
              </a:rPr>
              <a:t> </a:t>
            </a:r>
            <a:r>
              <a:rPr sz="2000" spc="-5" dirty="0">
                <a:latin typeface="Tahoma"/>
                <a:cs typeface="Tahoma"/>
              </a:rPr>
              <a:t>gì?</a:t>
            </a:r>
            <a:endParaRPr sz="2000">
              <a:latin typeface="Tahoma"/>
              <a:cs typeface="Tahoma"/>
            </a:endParaRPr>
          </a:p>
          <a:p>
            <a:pPr marL="811530">
              <a:lnSpc>
                <a:spcPct val="100000"/>
              </a:lnSpc>
              <a:spcBef>
                <a:spcPts val="480"/>
              </a:spcBef>
              <a:tabLst>
                <a:tab pos="2173605" algn="l"/>
              </a:tabLst>
            </a:pPr>
            <a:r>
              <a:rPr sz="2000" spc="-5" dirty="0">
                <a:latin typeface="Tahoma"/>
                <a:cs typeface="Tahoma"/>
              </a:rPr>
              <a:t>Khi</a:t>
            </a:r>
            <a:r>
              <a:rPr sz="2000" dirty="0">
                <a:latin typeface="Tahoma"/>
                <a:cs typeface="Tahoma"/>
              </a:rPr>
              <a:t> </a:t>
            </a:r>
            <a:r>
              <a:rPr sz="2000" spc="-5" dirty="0">
                <a:latin typeface="Tahoma"/>
                <a:cs typeface="Tahoma"/>
              </a:rPr>
              <a:t>nào thì	biểu mẫu hay báo cáo này cần và </a:t>
            </a:r>
            <a:r>
              <a:rPr sz="2000" dirty="0">
                <a:latin typeface="Tahoma"/>
                <a:cs typeface="Tahoma"/>
              </a:rPr>
              <a:t>được sử</a:t>
            </a:r>
            <a:r>
              <a:rPr sz="2000" spc="-75" dirty="0">
                <a:latin typeface="Tahoma"/>
                <a:cs typeface="Tahoma"/>
              </a:rPr>
              <a:t> </a:t>
            </a:r>
            <a:r>
              <a:rPr sz="2000" spc="-5" dirty="0">
                <a:latin typeface="Tahoma"/>
                <a:cs typeface="Tahoma"/>
              </a:rPr>
              <a:t>dụng?</a:t>
            </a:r>
            <a:endParaRPr sz="2000">
              <a:latin typeface="Tahoma"/>
              <a:cs typeface="Tahoma"/>
            </a:endParaRPr>
          </a:p>
          <a:p>
            <a:pPr marL="811530" marR="508000" indent="78740">
              <a:lnSpc>
                <a:spcPct val="100000"/>
              </a:lnSpc>
              <a:spcBef>
                <a:spcPts val="484"/>
              </a:spcBef>
            </a:pPr>
            <a:r>
              <a:rPr sz="2000" dirty="0">
                <a:latin typeface="Tahoma"/>
                <a:cs typeface="Tahoma"/>
              </a:rPr>
              <a:t>Biểu </a:t>
            </a:r>
            <a:r>
              <a:rPr sz="2000" spc="-5" dirty="0">
                <a:latin typeface="Tahoma"/>
                <a:cs typeface="Tahoma"/>
              </a:rPr>
              <a:t>mẫu hay báo cáo này cần </a:t>
            </a:r>
            <a:r>
              <a:rPr sz="2000" dirty="0">
                <a:latin typeface="Tahoma"/>
                <a:cs typeface="Tahoma"/>
              </a:rPr>
              <a:t>được </a:t>
            </a:r>
            <a:r>
              <a:rPr sz="2000" spc="-5" dirty="0">
                <a:latin typeface="Tahoma"/>
                <a:cs typeface="Tahoma"/>
              </a:rPr>
              <a:t>chuyển </a:t>
            </a:r>
            <a:r>
              <a:rPr sz="2000" dirty="0">
                <a:latin typeface="Tahoma"/>
                <a:cs typeface="Tahoma"/>
              </a:rPr>
              <a:t>đến đâu</a:t>
            </a:r>
            <a:r>
              <a:rPr sz="2000" spc="-120" dirty="0">
                <a:latin typeface="Tahoma"/>
                <a:cs typeface="Tahoma"/>
              </a:rPr>
              <a:t> </a:t>
            </a:r>
            <a:r>
              <a:rPr sz="2000" spc="-5" dirty="0">
                <a:latin typeface="Tahoma"/>
                <a:cs typeface="Tahoma"/>
              </a:rPr>
              <a:t>và  dùng </a:t>
            </a:r>
            <a:r>
              <a:rPr sz="2000" dirty="0">
                <a:latin typeface="Tahoma"/>
                <a:cs typeface="Tahoma"/>
              </a:rPr>
              <a:t>ở</a:t>
            </a:r>
            <a:r>
              <a:rPr sz="2000" spc="-25" dirty="0">
                <a:latin typeface="Tahoma"/>
                <a:cs typeface="Tahoma"/>
              </a:rPr>
              <a:t> </a:t>
            </a:r>
            <a:r>
              <a:rPr sz="2000" dirty="0">
                <a:latin typeface="Tahoma"/>
                <a:cs typeface="Tahoma"/>
              </a:rPr>
              <a:t>đâu?</a:t>
            </a:r>
            <a:endParaRPr sz="2000">
              <a:latin typeface="Tahoma"/>
              <a:cs typeface="Tahoma"/>
            </a:endParaRPr>
          </a:p>
          <a:p>
            <a:pPr marL="811530" marR="205104" indent="78740">
              <a:lnSpc>
                <a:spcPct val="100000"/>
              </a:lnSpc>
              <a:spcBef>
                <a:spcPts val="480"/>
              </a:spcBef>
            </a:pPr>
            <a:r>
              <a:rPr sz="2000" dirty="0">
                <a:latin typeface="Tahoma"/>
                <a:cs typeface="Tahoma"/>
              </a:rPr>
              <a:t>Bao </a:t>
            </a:r>
            <a:r>
              <a:rPr sz="2000" spc="-5" dirty="0">
                <a:latin typeface="Tahoma"/>
                <a:cs typeface="Tahoma"/>
              </a:rPr>
              <a:t>nhiêu người cần </a:t>
            </a:r>
            <a:r>
              <a:rPr sz="2000" dirty="0">
                <a:latin typeface="Tahoma"/>
                <a:cs typeface="Tahoma"/>
              </a:rPr>
              <a:t>sử </a:t>
            </a:r>
            <a:r>
              <a:rPr sz="2000" spc="-5" dirty="0">
                <a:latin typeface="Tahoma"/>
                <a:cs typeface="Tahoma"/>
              </a:rPr>
              <a:t>dụng hoặc </a:t>
            </a:r>
            <a:r>
              <a:rPr sz="2000" spc="-10" dirty="0">
                <a:latin typeface="Tahoma"/>
                <a:cs typeface="Tahoma"/>
              </a:rPr>
              <a:t>xem </a:t>
            </a:r>
            <a:r>
              <a:rPr sz="2000" spc="-5" dirty="0">
                <a:latin typeface="Tahoma"/>
                <a:cs typeface="Tahoma"/>
              </a:rPr>
              <a:t>biểu mẫu, báo cáo  này?</a:t>
            </a:r>
            <a:endParaRPr sz="2000">
              <a:latin typeface="Tahoma"/>
              <a:cs typeface="Tahoma"/>
            </a:endParaRPr>
          </a:p>
        </p:txBody>
      </p:sp>
      <p:sp>
        <p:nvSpPr>
          <p:cNvPr id="16" name="object 16"/>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7" name="object 17"/>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8" name="object 18"/>
          <p:cNvSpPr txBox="1">
            <a:spLocks noGrp="1"/>
          </p:cNvSpPr>
          <p:nvPr>
            <p:ph type="sldNum" sz="quarter" idx="7"/>
          </p:nvPr>
        </p:nvSpPr>
        <p:spPr>
          <a:prstGeom prst="rect">
            <a:avLst/>
          </a:prstGeom>
        </p:spPr>
        <p:txBody>
          <a:bodyPr vert="horz" wrap="square" lIns="0" tIns="12700" rIns="0" bIns="0" rtlCol="0">
            <a:spAutoFit/>
          </a:bodyPr>
          <a:lstStyle/>
          <a:p>
            <a:pPr marL="108585">
              <a:lnSpc>
                <a:spcPct val="100000"/>
              </a:lnSpc>
              <a:spcBef>
                <a:spcPts val="100"/>
              </a:spcBef>
            </a:pPr>
            <a:fld id="{81D60167-4931-47E6-BA6A-407CBD079E47}" type="slidenum">
              <a:rPr spc="-5" dirty="0"/>
              <a:t>5</a:t>
            </a:fld>
            <a:endParaRPr spc="-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12877" y="2538546"/>
            <a:ext cx="144382" cy="15478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512877" y="2941300"/>
            <a:ext cx="144382" cy="155935"/>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512877" y="3338925"/>
            <a:ext cx="144382" cy="160971"/>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1091143" y="3780720"/>
            <a:ext cx="121745" cy="12807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1091143" y="4587670"/>
            <a:ext cx="121745" cy="128964"/>
          </a:xfrm>
          <a:prstGeom prst="rect">
            <a:avLst/>
          </a:prstGeom>
          <a:blipFill>
            <a:blip r:embed="rId6" cstate="print"/>
            <a:stretch>
              <a:fillRect/>
            </a:stretch>
          </a:blipFill>
        </p:spPr>
        <p:txBody>
          <a:bodyPr wrap="square" lIns="0" tIns="0" rIns="0" bIns="0" rtlCol="0"/>
          <a:lstStyle/>
          <a:p>
            <a:endParaRPr/>
          </a:p>
        </p:txBody>
      </p:sp>
      <p:sp>
        <p:nvSpPr>
          <p:cNvPr id="8" name="object 8"/>
          <p:cNvSpPr txBox="1"/>
          <p:nvPr/>
        </p:nvSpPr>
        <p:spPr>
          <a:xfrm>
            <a:off x="1335488" y="1628818"/>
            <a:ext cx="7379970" cy="3209290"/>
          </a:xfrm>
          <a:prstGeom prst="rect">
            <a:avLst/>
          </a:prstGeom>
        </p:spPr>
        <p:txBody>
          <a:bodyPr vert="horz" wrap="square" lIns="0" tIns="12700" rIns="0" bIns="0" rtlCol="0">
            <a:spAutoFit/>
          </a:bodyPr>
          <a:lstStyle/>
          <a:p>
            <a:pPr marL="12700" marR="197485">
              <a:lnSpc>
                <a:spcPct val="100000"/>
              </a:lnSpc>
              <a:spcBef>
                <a:spcPts val="100"/>
              </a:spcBef>
            </a:pPr>
            <a:r>
              <a:rPr sz="2400" spc="-5" dirty="0">
                <a:solidFill>
                  <a:srgbClr val="953634"/>
                </a:solidFill>
                <a:latin typeface="Tahoma"/>
                <a:cs typeface="Tahoma"/>
              </a:rPr>
              <a:t>Sản phẩm chuyển giao là bản đặc tả thiết </a:t>
            </a:r>
            <a:r>
              <a:rPr sz="2400" dirty="0">
                <a:solidFill>
                  <a:srgbClr val="953634"/>
                </a:solidFill>
                <a:latin typeface="Tahoma"/>
                <a:cs typeface="Tahoma"/>
              </a:rPr>
              <a:t>kế </a:t>
            </a:r>
            <a:r>
              <a:rPr sz="2400" spc="-5" dirty="0">
                <a:solidFill>
                  <a:srgbClr val="953634"/>
                </a:solidFill>
                <a:latin typeface="Tahoma"/>
                <a:cs typeface="Tahoma"/>
              </a:rPr>
              <a:t>cho mỗi  biểu mẫu hoặc báo cáo gồm 3 phần</a:t>
            </a:r>
            <a:r>
              <a:rPr sz="2400" spc="-80" dirty="0">
                <a:solidFill>
                  <a:srgbClr val="953634"/>
                </a:solidFill>
                <a:latin typeface="Tahoma"/>
                <a:cs typeface="Tahoma"/>
              </a:rPr>
              <a:t> </a:t>
            </a:r>
            <a:r>
              <a:rPr sz="2400" spc="-5" dirty="0">
                <a:solidFill>
                  <a:srgbClr val="953634"/>
                </a:solidFill>
                <a:latin typeface="Tahoma"/>
                <a:cs typeface="Tahoma"/>
              </a:rPr>
              <a:t>chính</a:t>
            </a:r>
            <a:endParaRPr sz="2400">
              <a:latin typeface="Tahoma"/>
              <a:cs typeface="Tahoma"/>
            </a:endParaRPr>
          </a:p>
          <a:p>
            <a:pPr marL="412750" marR="5039360">
              <a:lnSpc>
                <a:spcPts val="3170"/>
              </a:lnSpc>
              <a:spcBef>
                <a:spcPts val="190"/>
              </a:spcBef>
            </a:pPr>
            <a:r>
              <a:rPr sz="2200" spc="-10" dirty="0">
                <a:latin typeface="Tahoma"/>
                <a:cs typeface="Tahoma"/>
              </a:rPr>
              <a:t>Mô tả khái quát  Mẫu thiết</a:t>
            </a:r>
            <a:r>
              <a:rPr sz="2200" dirty="0">
                <a:latin typeface="Tahoma"/>
                <a:cs typeface="Tahoma"/>
              </a:rPr>
              <a:t> </a:t>
            </a:r>
            <a:r>
              <a:rPr sz="2200" spc="-5" dirty="0">
                <a:latin typeface="Tahoma"/>
                <a:cs typeface="Tahoma"/>
              </a:rPr>
              <a:t>kế</a:t>
            </a:r>
            <a:endParaRPr sz="2200">
              <a:latin typeface="Tahoma"/>
              <a:cs typeface="Tahoma"/>
            </a:endParaRPr>
          </a:p>
          <a:p>
            <a:pPr marL="412750">
              <a:lnSpc>
                <a:spcPct val="100000"/>
              </a:lnSpc>
              <a:spcBef>
                <a:spcPts val="335"/>
              </a:spcBef>
            </a:pPr>
            <a:r>
              <a:rPr sz="2200" spc="-5" dirty="0">
                <a:latin typeface="Tahoma"/>
                <a:cs typeface="Tahoma"/>
              </a:rPr>
              <a:t>Kiểm </a:t>
            </a:r>
            <a:r>
              <a:rPr sz="2200" spc="-10" dirty="0">
                <a:latin typeface="Tahoma"/>
                <a:cs typeface="Tahoma"/>
              </a:rPr>
              <a:t>thử và đánh </a:t>
            </a:r>
            <a:r>
              <a:rPr sz="2200" spc="-5" dirty="0">
                <a:latin typeface="Tahoma"/>
                <a:cs typeface="Tahoma"/>
              </a:rPr>
              <a:t>giá tính tiện</a:t>
            </a:r>
            <a:r>
              <a:rPr sz="2200" spc="30" dirty="0">
                <a:latin typeface="Tahoma"/>
                <a:cs typeface="Tahoma"/>
              </a:rPr>
              <a:t> </a:t>
            </a:r>
            <a:r>
              <a:rPr sz="2200" spc="-10" dirty="0">
                <a:latin typeface="Tahoma"/>
                <a:cs typeface="Tahoma"/>
              </a:rPr>
              <a:t>dụng</a:t>
            </a:r>
            <a:endParaRPr sz="2200">
              <a:latin typeface="Tahoma"/>
              <a:cs typeface="Tahoma"/>
            </a:endParaRPr>
          </a:p>
          <a:p>
            <a:pPr marL="12700" marR="5080">
              <a:lnSpc>
                <a:spcPct val="100000"/>
              </a:lnSpc>
              <a:spcBef>
                <a:spcPts val="580"/>
              </a:spcBef>
            </a:pPr>
            <a:r>
              <a:rPr sz="2400" spc="-5" dirty="0">
                <a:solidFill>
                  <a:srgbClr val="953634"/>
                </a:solidFill>
                <a:latin typeface="Tahoma"/>
                <a:cs typeface="Tahoma"/>
              </a:rPr>
              <a:t>Đối với những biểu mẫu hoặc báo cáo đơn giản có thể  không cần đến phần kiểm thử, đánh giá tính tiện</a:t>
            </a:r>
            <a:r>
              <a:rPr sz="2400" spc="-65" dirty="0">
                <a:solidFill>
                  <a:srgbClr val="953634"/>
                </a:solidFill>
                <a:latin typeface="Tahoma"/>
                <a:cs typeface="Tahoma"/>
              </a:rPr>
              <a:t> </a:t>
            </a:r>
            <a:r>
              <a:rPr sz="2400" spc="-5" dirty="0">
                <a:solidFill>
                  <a:srgbClr val="953634"/>
                </a:solidFill>
                <a:latin typeface="Tahoma"/>
                <a:cs typeface="Tahoma"/>
              </a:rPr>
              <a:t>dụng</a:t>
            </a:r>
            <a:endParaRPr sz="2400">
              <a:latin typeface="Tahoma"/>
              <a:cs typeface="Tahoma"/>
            </a:endParaRPr>
          </a:p>
          <a:p>
            <a:pPr marL="12700">
              <a:lnSpc>
                <a:spcPct val="100000"/>
              </a:lnSpc>
              <a:spcBef>
                <a:spcPts val="580"/>
              </a:spcBef>
            </a:pPr>
            <a:r>
              <a:rPr sz="2400" spc="-20" dirty="0">
                <a:solidFill>
                  <a:srgbClr val="953634"/>
                </a:solidFill>
                <a:latin typeface="Tahoma"/>
                <a:cs typeface="Tahoma"/>
              </a:rPr>
              <a:t>(Xem </a:t>
            </a:r>
            <a:r>
              <a:rPr sz="2400" spc="-5" dirty="0">
                <a:solidFill>
                  <a:srgbClr val="953634"/>
                </a:solidFill>
                <a:latin typeface="Tahoma"/>
                <a:cs typeface="Tahoma"/>
              </a:rPr>
              <a:t>bản đặc tả thiết </a:t>
            </a:r>
            <a:r>
              <a:rPr sz="2400" dirty="0">
                <a:solidFill>
                  <a:srgbClr val="953634"/>
                </a:solidFill>
                <a:latin typeface="Tahoma"/>
                <a:cs typeface="Tahoma"/>
              </a:rPr>
              <a:t>kế </a:t>
            </a:r>
            <a:r>
              <a:rPr sz="2400" spc="-5" dirty="0">
                <a:solidFill>
                  <a:srgbClr val="953634"/>
                </a:solidFill>
                <a:latin typeface="Tahoma"/>
                <a:cs typeface="Tahoma"/>
              </a:rPr>
              <a:t>ở </a:t>
            </a:r>
            <a:r>
              <a:rPr sz="2400" spc="-10" dirty="0">
                <a:solidFill>
                  <a:srgbClr val="953634"/>
                </a:solidFill>
                <a:latin typeface="Tahoma"/>
                <a:cs typeface="Tahoma"/>
              </a:rPr>
              <a:t>trang</a:t>
            </a:r>
            <a:r>
              <a:rPr sz="2400" spc="-70" dirty="0">
                <a:solidFill>
                  <a:srgbClr val="953634"/>
                </a:solidFill>
                <a:latin typeface="Tahoma"/>
                <a:cs typeface="Tahoma"/>
              </a:rPr>
              <a:t> </a:t>
            </a:r>
            <a:r>
              <a:rPr sz="2400" spc="-5" dirty="0">
                <a:solidFill>
                  <a:srgbClr val="953634"/>
                </a:solidFill>
                <a:latin typeface="Tahoma"/>
                <a:cs typeface="Tahoma"/>
              </a:rPr>
              <a:t>bên)</a:t>
            </a:r>
            <a:endParaRPr sz="2400">
              <a:latin typeface="Tahoma"/>
              <a:cs typeface="Tahoma"/>
            </a:endParaRPr>
          </a:p>
        </p:txBody>
      </p:sp>
      <p:sp>
        <p:nvSpPr>
          <p:cNvPr id="9" name="object 9"/>
          <p:cNvSpPr txBox="1">
            <a:spLocks noGrp="1"/>
          </p:cNvSpPr>
          <p:nvPr>
            <p:ph type="title" idx="4294967295"/>
          </p:nvPr>
        </p:nvSpPr>
        <p:spPr>
          <a:xfrm>
            <a:off x="5003069" y="835971"/>
            <a:ext cx="4047490" cy="452120"/>
          </a:xfrm>
          <a:prstGeom prst="rect">
            <a:avLst/>
          </a:prstGeom>
        </p:spPr>
        <p:txBody>
          <a:bodyPr vert="horz" wrap="square" lIns="0" tIns="12065" rIns="0" bIns="0" rtlCol="0">
            <a:spAutoFit/>
          </a:bodyPr>
          <a:lstStyle/>
          <a:p>
            <a:pPr marL="12700">
              <a:lnSpc>
                <a:spcPct val="100000"/>
              </a:lnSpc>
              <a:spcBef>
                <a:spcPts val="95"/>
              </a:spcBef>
            </a:pPr>
            <a:r>
              <a:rPr spc="-10" dirty="0"/>
              <a:t>Sản phẩm chuyển</a:t>
            </a:r>
            <a:r>
              <a:rPr spc="-15" dirty="0"/>
              <a:t> </a:t>
            </a:r>
            <a:r>
              <a:rPr spc="-10" dirty="0"/>
              <a:t>giao</a:t>
            </a:r>
          </a:p>
        </p:txBody>
      </p:sp>
      <p:sp>
        <p:nvSpPr>
          <p:cNvPr id="10" name="object 10"/>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1" name="object 11"/>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2" name="object 12"/>
          <p:cNvSpPr txBox="1">
            <a:spLocks noGrp="1"/>
          </p:cNvSpPr>
          <p:nvPr>
            <p:ph type="sldNum" sz="quarter" idx="7"/>
          </p:nvPr>
        </p:nvSpPr>
        <p:spPr>
          <a:prstGeom prst="rect">
            <a:avLst/>
          </a:prstGeom>
        </p:spPr>
        <p:txBody>
          <a:bodyPr vert="horz" wrap="square" lIns="0" tIns="12700" rIns="0" bIns="0" rtlCol="0">
            <a:spAutoFit/>
          </a:bodyPr>
          <a:lstStyle/>
          <a:p>
            <a:pPr marL="108585">
              <a:lnSpc>
                <a:spcPct val="100000"/>
              </a:lnSpc>
              <a:spcBef>
                <a:spcPts val="100"/>
              </a:spcBef>
            </a:pPr>
            <a:fld id="{81D60167-4931-47E6-BA6A-407CBD079E47}" type="slidenum">
              <a:rPr spc="-5" dirty="0"/>
              <a:t>6</a:t>
            </a:fld>
            <a:endParaRPr spc="-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13090" y="6782103"/>
            <a:ext cx="8218170" cy="0"/>
          </a:xfrm>
          <a:custGeom>
            <a:avLst/>
            <a:gdLst/>
            <a:ahLst/>
            <a:cxnLst/>
            <a:rect l="l" t="t" r="r" b="b"/>
            <a:pathLst>
              <a:path w="8218170">
                <a:moveTo>
                  <a:pt x="0" y="0"/>
                </a:moveTo>
                <a:lnTo>
                  <a:pt x="8217818" y="0"/>
                </a:lnTo>
              </a:path>
            </a:pathLst>
          </a:custGeom>
          <a:ln w="10672">
            <a:solidFill>
              <a:srgbClr val="7E7E7E"/>
            </a:solidFill>
          </a:ln>
        </p:spPr>
        <p:txBody>
          <a:bodyPr wrap="square" lIns="0" tIns="0" rIns="0" bIns="0" rtlCol="0"/>
          <a:lstStyle/>
          <a:p>
            <a:endParaRPr/>
          </a:p>
        </p:txBody>
      </p:sp>
      <p:sp>
        <p:nvSpPr>
          <p:cNvPr id="5" name="object 5"/>
          <p:cNvSpPr/>
          <p:nvPr/>
        </p:nvSpPr>
        <p:spPr>
          <a:xfrm>
            <a:off x="2739273" y="453811"/>
            <a:ext cx="5155919" cy="6725478"/>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7" name="object 7"/>
          <p:cNvSpPr txBox="1">
            <a:spLocks noGrp="1"/>
          </p:cNvSpPr>
          <p:nvPr>
            <p:ph type="ftr" sz="quarter" idx="4294967295"/>
          </p:nvPr>
        </p:nvSpPr>
        <p:spPr>
          <a:xfrm>
            <a:off x="993079" y="6874050"/>
            <a:ext cx="1229360" cy="184666"/>
          </a:xfrm>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8" name="object 8"/>
          <p:cNvSpPr txBox="1">
            <a:spLocks noGrp="1"/>
          </p:cNvSpPr>
          <p:nvPr>
            <p:ph type="sldNum" sz="quarter" idx="7"/>
          </p:nvPr>
        </p:nvSpPr>
        <p:spPr>
          <a:prstGeom prst="rect">
            <a:avLst/>
          </a:prstGeom>
        </p:spPr>
        <p:txBody>
          <a:bodyPr vert="horz" wrap="square" lIns="0" tIns="12700" rIns="0" bIns="0" rtlCol="0">
            <a:spAutoFit/>
          </a:bodyPr>
          <a:lstStyle/>
          <a:p>
            <a:pPr marL="108585">
              <a:lnSpc>
                <a:spcPct val="100000"/>
              </a:lnSpc>
              <a:spcBef>
                <a:spcPts val="100"/>
              </a:spcBef>
            </a:pPr>
            <a:fld id="{81D60167-4931-47E6-BA6A-407CBD079E47}" type="slidenum">
              <a:rPr spc="-5" dirty="0"/>
              <a:t>7</a:t>
            </a:fld>
            <a:endParaRPr spc="-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027915" y="835971"/>
            <a:ext cx="7019290" cy="452120"/>
          </a:xfrm>
          <a:prstGeom prst="rect">
            <a:avLst/>
          </a:prstGeom>
        </p:spPr>
        <p:txBody>
          <a:bodyPr vert="horz" wrap="square" lIns="0" tIns="12065" rIns="0" bIns="0" rtlCol="0">
            <a:spAutoFit/>
          </a:bodyPr>
          <a:lstStyle/>
          <a:p>
            <a:pPr marL="12700">
              <a:lnSpc>
                <a:spcPct val="100000"/>
              </a:lnSpc>
              <a:spcBef>
                <a:spcPts val="95"/>
              </a:spcBef>
            </a:pPr>
            <a:r>
              <a:rPr spc="-10" dirty="0"/>
              <a:t>Quy tắc </a:t>
            </a:r>
            <a:r>
              <a:rPr spc="-5" dirty="0"/>
              <a:t>định </a:t>
            </a:r>
            <a:r>
              <a:rPr spc="-10" dirty="0"/>
              <a:t>dạng biểu mẫu </a:t>
            </a:r>
            <a:r>
              <a:rPr spc="-5" dirty="0"/>
              <a:t>và </a:t>
            </a:r>
            <a:r>
              <a:rPr spc="-10" dirty="0"/>
              <a:t>báo</a:t>
            </a:r>
            <a:r>
              <a:rPr spc="55" dirty="0"/>
              <a:t> </a:t>
            </a:r>
            <a:r>
              <a:rPr spc="-10" dirty="0"/>
              <a:t>cáo</a:t>
            </a:r>
          </a:p>
        </p:txBody>
      </p:sp>
      <p:sp>
        <p:nvSpPr>
          <p:cNvPr id="3" name="object 3"/>
          <p:cNvSpPr/>
          <p:nvPr/>
        </p:nvSpPr>
        <p:spPr>
          <a:xfrm>
            <a:off x="3147119" y="2178254"/>
            <a:ext cx="4889601" cy="751679"/>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479825" y="2410575"/>
            <a:ext cx="3278504" cy="305435"/>
          </a:xfrm>
          <a:prstGeom prst="rect">
            <a:avLst/>
          </a:prstGeom>
        </p:spPr>
        <p:txBody>
          <a:bodyPr vert="horz" wrap="square" lIns="0" tIns="0" rIns="0" bIns="0" rtlCol="0">
            <a:spAutoFit/>
          </a:bodyPr>
          <a:lstStyle/>
          <a:p>
            <a:pPr>
              <a:lnSpc>
                <a:spcPts val="2280"/>
              </a:lnSpc>
              <a:tabLst>
                <a:tab pos="1012190" algn="l"/>
                <a:tab pos="1965960" algn="l"/>
                <a:tab pos="2971800" algn="l"/>
              </a:tabLst>
            </a:pPr>
            <a:r>
              <a:rPr sz="2400" spc="-5" dirty="0">
                <a:latin typeface="Calibri"/>
                <a:cs typeface="Calibri"/>
              </a:rPr>
              <a:t>Qu</a:t>
            </a:r>
            <a:r>
              <a:rPr sz="2400" dirty="0">
                <a:latin typeface="Calibri"/>
                <a:cs typeface="Calibri"/>
              </a:rPr>
              <a:t>y</a:t>
            </a:r>
            <a:r>
              <a:rPr sz="2400" spc="-15" dirty="0">
                <a:latin typeface="Calibri"/>
                <a:cs typeface="Calibri"/>
              </a:rPr>
              <a:t> </a:t>
            </a:r>
            <a:r>
              <a:rPr sz="2400" dirty="0">
                <a:latin typeface="Calibri"/>
                <a:cs typeface="Calibri"/>
              </a:rPr>
              <a:t>t	c</a:t>
            </a:r>
            <a:r>
              <a:rPr sz="2400" spc="-5" dirty="0">
                <a:latin typeface="Calibri"/>
                <a:cs typeface="Calibri"/>
              </a:rPr>
              <a:t>h</a:t>
            </a:r>
            <a:r>
              <a:rPr sz="2400" dirty="0">
                <a:latin typeface="Calibri"/>
                <a:cs typeface="Calibri"/>
              </a:rPr>
              <a:t>u	ề</a:t>
            </a:r>
            <a:r>
              <a:rPr sz="2400" spc="-5" dirty="0">
                <a:latin typeface="Calibri"/>
                <a:cs typeface="Calibri"/>
              </a:rPr>
              <a:t> </a:t>
            </a:r>
            <a:r>
              <a:rPr sz="2400" spc="-10" dirty="0">
                <a:latin typeface="Calibri"/>
                <a:cs typeface="Calibri"/>
              </a:rPr>
              <a:t>đ</a:t>
            </a:r>
            <a:r>
              <a:rPr sz="2400" spc="-5" dirty="0">
                <a:latin typeface="Calibri"/>
                <a:cs typeface="Calibri"/>
              </a:rPr>
              <a:t>ịn</a:t>
            </a:r>
            <a:r>
              <a:rPr sz="2400" dirty="0">
                <a:latin typeface="Calibri"/>
                <a:cs typeface="Calibri"/>
              </a:rPr>
              <a:t>h	ạn</a:t>
            </a:r>
            <a:endParaRPr sz="2400">
              <a:latin typeface="Calibri"/>
              <a:cs typeface="Calibri"/>
            </a:endParaRPr>
          </a:p>
        </p:txBody>
      </p:sp>
      <p:sp>
        <p:nvSpPr>
          <p:cNvPr id="5" name="object 5"/>
          <p:cNvSpPr/>
          <p:nvPr/>
        </p:nvSpPr>
        <p:spPr>
          <a:xfrm>
            <a:off x="2060542" y="2100493"/>
            <a:ext cx="1099185" cy="909319"/>
          </a:xfrm>
          <a:custGeom>
            <a:avLst/>
            <a:gdLst/>
            <a:ahLst/>
            <a:cxnLst/>
            <a:rect l="l" t="t" r="r" b="b"/>
            <a:pathLst>
              <a:path w="1099185" h="909319">
                <a:moveTo>
                  <a:pt x="948093" y="0"/>
                </a:moveTo>
                <a:lnTo>
                  <a:pt x="150660" y="0"/>
                </a:lnTo>
                <a:lnTo>
                  <a:pt x="102850" y="7647"/>
                </a:lnTo>
                <a:lnTo>
                  <a:pt x="61469" y="28981"/>
                </a:lnTo>
                <a:lnTo>
                  <a:pt x="28926" y="61586"/>
                </a:lnTo>
                <a:lnTo>
                  <a:pt x="7633" y="103045"/>
                </a:lnTo>
                <a:lnTo>
                  <a:pt x="0" y="150945"/>
                </a:lnTo>
                <a:lnTo>
                  <a:pt x="0" y="756254"/>
                </a:lnTo>
                <a:lnTo>
                  <a:pt x="7633" y="804313"/>
                </a:lnTo>
                <a:lnTo>
                  <a:pt x="28926" y="846151"/>
                </a:lnTo>
                <a:lnTo>
                  <a:pt x="61469" y="879207"/>
                </a:lnTo>
                <a:lnTo>
                  <a:pt x="102850" y="900919"/>
                </a:lnTo>
                <a:lnTo>
                  <a:pt x="150660" y="908725"/>
                </a:lnTo>
                <a:lnTo>
                  <a:pt x="948093" y="908725"/>
                </a:lnTo>
                <a:lnTo>
                  <a:pt x="995902" y="900919"/>
                </a:lnTo>
                <a:lnTo>
                  <a:pt x="1037283" y="879207"/>
                </a:lnTo>
                <a:lnTo>
                  <a:pt x="1069825" y="846151"/>
                </a:lnTo>
                <a:lnTo>
                  <a:pt x="1091118" y="804313"/>
                </a:lnTo>
                <a:lnTo>
                  <a:pt x="1098751" y="756254"/>
                </a:lnTo>
                <a:lnTo>
                  <a:pt x="1098751" y="150945"/>
                </a:lnTo>
                <a:lnTo>
                  <a:pt x="1091118" y="103045"/>
                </a:lnTo>
                <a:lnTo>
                  <a:pt x="1069825" y="61586"/>
                </a:lnTo>
                <a:lnTo>
                  <a:pt x="1037283" y="28981"/>
                </a:lnTo>
                <a:lnTo>
                  <a:pt x="995902" y="7647"/>
                </a:lnTo>
                <a:lnTo>
                  <a:pt x="948093" y="0"/>
                </a:lnTo>
                <a:close/>
              </a:path>
            </a:pathLst>
          </a:custGeom>
          <a:solidFill>
            <a:srgbClr val="4F80BC"/>
          </a:solidFill>
        </p:spPr>
        <p:txBody>
          <a:bodyPr wrap="square" lIns="0" tIns="0" rIns="0" bIns="0" rtlCol="0"/>
          <a:lstStyle/>
          <a:p>
            <a:endParaRPr/>
          </a:p>
        </p:txBody>
      </p:sp>
      <p:sp>
        <p:nvSpPr>
          <p:cNvPr id="6" name="object 6"/>
          <p:cNvSpPr/>
          <p:nvPr/>
        </p:nvSpPr>
        <p:spPr>
          <a:xfrm>
            <a:off x="2046845" y="2088296"/>
            <a:ext cx="1126490" cy="933450"/>
          </a:xfrm>
          <a:custGeom>
            <a:avLst/>
            <a:gdLst/>
            <a:ahLst/>
            <a:cxnLst/>
            <a:rect l="l" t="t" r="r" b="b"/>
            <a:pathLst>
              <a:path w="1126489" h="933450">
                <a:moveTo>
                  <a:pt x="978529" y="0"/>
                </a:moveTo>
                <a:lnTo>
                  <a:pt x="147617" y="0"/>
                </a:lnTo>
                <a:lnTo>
                  <a:pt x="130877" y="3049"/>
                </a:lnTo>
                <a:lnTo>
                  <a:pt x="85222" y="19820"/>
                </a:lnTo>
                <a:lnTo>
                  <a:pt x="48698" y="47265"/>
                </a:lnTo>
                <a:lnTo>
                  <a:pt x="19784" y="85383"/>
                </a:lnTo>
                <a:lnTo>
                  <a:pt x="4565" y="131124"/>
                </a:lnTo>
                <a:lnTo>
                  <a:pt x="0" y="163142"/>
                </a:lnTo>
                <a:lnTo>
                  <a:pt x="0" y="769976"/>
                </a:lnTo>
                <a:lnTo>
                  <a:pt x="1522" y="786748"/>
                </a:lnTo>
                <a:lnTo>
                  <a:pt x="4565" y="801994"/>
                </a:lnTo>
                <a:lnTo>
                  <a:pt x="7609" y="818766"/>
                </a:lnTo>
                <a:lnTo>
                  <a:pt x="28915" y="861458"/>
                </a:lnTo>
                <a:lnTo>
                  <a:pt x="60873" y="896527"/>
                </a:lnTo>
                <a:lnTo>
                  <a:pt x="101961" y="920922"/>
                </a:lnTo>
                <a:lnTo>
                  <a:pt x="164357" y="933119"/>
                </a:lnTo>
                <a:lnTo>
                  <a:pt x="961790" y="933119"/>
                </a:lnTo>
                <a:lnTo>
                  <a:pt x="995269" y="930070"/>
                </a:lnTo>
                <a:lnTo>
                  <a:pt x="1010488" y="925495"/>
                </a:lnTo>
                <a:lnTo>
                  <a:pt x="1040923" y="913298"/>
                </a:lnTo>
                <a:lnTo>
                  <a:pt x="1049038" y="907200"/>
                </a:lnTo>
                <a:lnTo>
                  <a:pt x="149138" y="907200"/>
                </a:lnTo>
                <a:lnTo>
                  <a:pt x="135441" y="904149"/>
                </a:lnTo>
                <a:lnTo>
                  <a:pt x="97396" y="890427"/>
                </a:lnTo>
                <a:lnTo>
                  <a:pt x="65438" y="866033"/>
                </a:lnTo>
                <a:lnTo>
                  <a:pt x="57829" y="856884"/>
                </a:lnTo>
                <a:lnTo>
                  <a:pt x="48698" y="846211"/>
                </a:lnTo>
                <a:lnTo>
                  <a:pt x="36523" y="821815"/>
                </a:lnTo>
                <a:lnTo>
                  <a:pt x="31958" y="809618"/>
                </a:lnTo>
                <a:lnTo>
                  <a:pt x="28915" y="795896"/>
                </a:lnTo>
                <a:lnTo>
                  <a:pt x="25871" y="768451"/>
                </a:lnTo>
                <a:lnTo>
                  <a:pt x="25871" y="163142"/>
                </a:lnTo>
                <a:lnTo>
                  <a:pt x="31958" y="121975"/>
                </a:lnTo>
                <a:lnTo>
                  <a:pt x="57829" y="74710"/>
                </a:lnTo>
                <a:lnTo>
                  <a:pt x="88266" y="47265"/>
                </a:lnTo>
                <a:lnTo>
                  <a:pt x="123267" y="30493"/>
                </a:lnTo>
                <a:lnTo>
                  <a:pt x="164357" y="24395"/>
                </a:lnTo>
                <a:lnTo>
                  <a:pt x="1048532" y="24395"/>
                </a:lnTo>
                <a:lnTo>
                  <a:pt x="1039402" y="18296"/>
                </a:lnTo>
                <a:lnTo>
                  <a:pt x="1024183" y="12197"/>
                </a:lnTo>
                <a:lnTo>
                  <a:pt x="1010488" y="6098"/>
                </a:lnTo>
                <a:lnTo>
                  <a:pt x="993747" y="3049"/>
                </a:lnTo>
                <a:lnTo>
                  <a:pt x="978529" y="0"/>
                </a:lnTo>
                <a:close/>
              </a:path>
              <a:path w="1126489" h="933450">
                <a:moveTo>
                  <a:pt x="1048532" y="24395"/>
                </a:moveTo>
                <a:lnTo>
                  <a:pt x="961790" y="24395"/>
                </a:lnTo>
                <a:lnTo>
                  <a:pt x="977007" y="25919"/>
                </a:lnTo>
                <a:lnTo>
                  <a:pt x="990704" y="27444"/>
                </a:lnTo>
                <a:lnTo>
                  <a:pt x="1028749" y="41167"/>
                </a:lnTo>
                <a:lnTo>
                  <a:pt x="1060707" y="65562"/>
                </a:lnTo>
                <a:lnTo>
                  <a:pt x="1068316" y="76235"/>
                </a:lnTo>
                <a:lnTo>
                  <a:pt x="1077447" y="86908"/>
                </a:lnTo>
                <a:lnTo>
                  <a:pt x="1094187" y="121975"/>
                </a:lnTo>
                <a:lnTo>
                  <a:pt x="1100274" y="164668"/>
                </a:lnTo>
                <a:lnTo>
                  <a:pt x="1100274" y="768451"/>
                </a:lnTo>
                <a:lnTo>
                  <a:pt x="1094187" y="811143"/>
                </a:lnTo>
                <a:lnTo>
                  <a:pt x="1075926" y="847736"/>
                </a:lnTo>
                <a:lnTo>
                  <a:pt x="1048533" y="876705"/>
                </a:lnTo>
                <a:lnTo>
                  <a:pt x="1002878" y="901100"/>
                </a:lnTo>
                <a:lnTo>
                  <a:pt x="975485" y="907200"/>
                </a:lnTo>
                <a:lnTo>
                  <a:pt x="1049038" y="907200"/>
                </a:lnTo>
                <a:lnTo>
                  <a:pt x="1053097" y="904149"/>
                </a:lnTo>
                <a:lnTo>
                  <a:pt x="1066794" y="895002"/>
                </a:lnTo>
                <a:lnTo>
                  <a:pt x="1088100" y="873655"/>
                </a:lnTo>
                <a:lnTo>
                  <a:pt x="1112448" y="832488"/>
                </a:lnTo>
                <a:lnTo>
                  <a:pt x="1124624" y="785223"/>
                </a:lnTo>
                <a:lnTo>
                  <a:pt x="1126145" y="768451"/>
                </a:lnTo>
                <a:lnTo>
                  <a:pt x="1126145" y="163142"/>
                </a:lnTo>
                <a:lnTo>
                  <a:pt x="1118537" y="114353"/>
                </a:lnTo>
                <a:lnTo>
                  <a:pt x="1097231" y="71661"/>
                </a:lnTo>
                <a:lnTo>
                  <a:pt x="1065273" y="36592"/>
                </a:lnTo>
                <a:lnTo>
                  <a:pt x="1053097" y="27444"/>
                </a:lnTo>
                <a:lnTo>
                  <a:pt x="1048532" y="24395"/>
                </a:lnTo>
                <a:close/>
              </a:path>
            </a:pathLst>
          </a:custGeom>
          <a:solidFill>
            <a:srgbClr val="FFFFFF"/>
          </a:solidFill>
        </p:spPr>
        <p:txBody>
          <a:bodyPr wrap="square" lIns="0" tIns="0" rIns="0" bIns="0" rtlCol="0"/>
          <a:lstStyle/>
          <a:p>
            <a:endParaRPr/>
          </a:p>
        </p:txBody>
      </p:sp>
      <p:sp>
        <p:nvSpPr>
          <p:cNvPr id="7" name="object 7"/>
          <p:cNvSpPr/>
          <p:nvPr/>
        </p:nvSpPr>
        <p:spPr>
          <a:xfrm>
            <a:off x="3147119" y="3132720"/>
            <a:ext cx="4889601" cy="751679"/>
          </a:xfrm>
          <a:prstGeom prst="rect">
            <a:avLst/>
          </a:prstGeom>
          <a:blipFill>
            <a:blip r:embed="rId3" cstate="print"/>
            <a:stretch>
              <a:fillRect/>
            </a:stretch>
          </a:blipFill>
        </p:spPr>
        <p:txBody>
          <a:bodyPr wrap="square" lIns="0" tIns="0" rIns="0" bIns="0" rtlCol="0"/>
          <a:lstStyle/>
          <a:p>
            <a:endParaRPr/>
          </a:p>
        </p:txBody>
      </p:sp>
      <p:sp>
        <p:nvSpPr>
          <p:cNvPr id="8" name="object 8"/>
          <p:cNvSpPr txBox="1"/>
          <p:nvPr/>
        </p:nvSpPr>
        <p:spPr>
          <a:xfrm>
            <a:off x="3479825" y="3364400"/>
            <a:ext cx="3596640" cy="305435"/>
          </a:xfrm>
          <a:prstGeom prst="rect">
            <a:avLst/>
          </a:prstGeom>
        </p:spPr>
        <p:txBody>
          <a:bodyPr vert="horz" wrap="square" lIns="0" tIns="0" rIns="0" bIns="0" rtlCol="0">
            <a:spAutoFit/>
          </a:bodyPr>
          <a:lstStyle/>
          <a:p>
            <a:pPr>
              <a:lnSpc>
                <a:spcPts val="2280"/>
              </a:lnSpc>
              <a:tabLst>
                <a:tab pos="1697989" algn="l"/>
                <a:tab pos="2157095" algn="l"/>
                <a:tab pos="3051175" algn="l"/>
              </a:tabLst>
            </a:pPr>
            <a:r>
              <a:rPr sz="2400" spc="-5" dirty="0">
                <a:latin typeface="Calibri"/>
                <a:cs typeface="Calibri"/>
              </a:rPr>
              <a:t>Quy</a:t>
            </a:r>
            <a:r>
              <a:rPr sz="2400" spc="-15" dirty="0">
                <a:latin typeface="Calibri"/>
                <a:cs typeface="Calibri"/>
              </a:rPr>
              <a:t> </a:t>
            </a:r>
            <a:r>
              <a:rPr sz="2400" dirty="0">
                <a:latin typeface="Calibri"/>
                <a:cs typeface="Calibri"/>
              </a:rPr>
              <a:t>t	ổ	ậ	g</a:t>
            </a:r>
            <a:r>
              <a:rPr sz="2400" spc="-95" dirty="0">
                <a:latin typeface="Calibri"/>
                <a:cs typeface="Calibri"/>
              </a:rPr>
              <a:t> </a:t>
            </a:r>
            <a:r>
              <a:rPr sz="2400" spc="-5" dirty="0">
                <a:latin typeface="Calibri"/>
                <a:cs typeface="Calibri"/>
              </a:rPr>
              <a:t>tin</a:t>
            </a:r>
            <a:endParaRPr sz="2400">
              <a:latin typeface="Calibri"/>
              <a:cs typeface="Calibri"/>
            </a:endParaRPr>
          </a:p>
        </p:txBody>
      </p:sp>
      <p:sp>
        <p:nvSpPr>
          <p:cNvPr id="9" name="object 9"/>
          <p:cNvSpPr/>
          <p:nvPr/>
        </p:nvSpPr>
        <p:spPr>
          <a:xfrm>
            <a:off x="2060542" y="3053435"/>
            <a:ext cx="1099185" cy="909319"/>
          </a:xfrm>
          <a:custGeom>
            <a:avLst/>
            <a:gdLst/>
            <a:ahLst/>
            <a:cxnLst/>
            <a:rect l="l" t="t" r="r" b="b"/>
            <a:pathLst>
              <a:path w="1099185" h="909320">
                <a:moveTo>
                  <a:pt x="948093" y="0"/>
                </a:moveTo>
                <a:lnTo>
                  <a:pt x="150660" y="0"/>
                </a:lnTo>
                <a:lnTo>
                  <a:pt x="102850" y="7806"/>
                </a:lnTo>
                <a:lnTo>
                  <a:pt x="61469" y="29518"/>
                </a:lnTo>
                <a:lnTo>
                  <a:pt x="28926" y="62573"/>
                </a:lnTo>
                <a:lnTo>
                  <a:pt x="7633" y="104411"/>
                </a:lnTo>
                <a:lnTo>
                  <a:pt x="0" y="152469"/>
                </a:lnTo>
                <a:lnTo>
                  <a:pt x="0" y="757778"/>
                </a:lnTo>
                <a:lnTo>
                  <a:pt x="7633" y="805678"/>
                </a:lnTo>
                <a:lnTo>
                  <a:pt x="28926" y="847138"/>
                </a:lnTo>
                <a:lnTo>
                  <a:pt x="61469" y="879742"/>
                </a:lnTo>
                <a:lnTo>
                  <a:pt x="102850" y="901076"/>
                </a:lnTo>
                <a:lnTo>
                  <a:pt x="150660" y="908724"/>
                </a:lnTo>
                <a:lnTo>
                  <a:pt x="948093" y="908724"/>
                </a:lnTo>
                <a:lnTo>
                  <a:pt x="995902" y="901076"/>
                </a:lnTo>
                <a:lnTo>
                  <a:pt x="1037283" y="879742"/>
                </a:lnTo>
                <a:lnTo>
                  <a:pt x="1069825" y="847138"/>
                </a:lnTo>
                <a:lnTo>
                  <a:pt x="1091118" y="805678"/>
                </a:lnTo>
                <a:lnTo>
                  <a:pt x="1098751" y="757778"/>
                </a:lnTo>
                <a:lnTo>
                  <a:pt x="1098751" y="152469"/>
                </a:lnTo>
                <a:lnTo>
                  <a:pt x="1091118" y="104411"/>
                </a:lnTo>
                <a:lnTo>
                  <a:pt x="1069825" y="62573"/>
                </a:lnTo>
                <a:lnTo>
                  <a:pt x="1037283" y="29518"/>
                </a:lnTo>
                <a:lnTo>
                  <a:pt x="995902" y="7806"/>
                </a:lnTo>
                <a:lnTo>
                  <a:pt x="948093" y="0"/>
                </a:lnTo>
                <a:close/>
              </a:path>
            </a:pathLst>
          </a:custGeom>
          <a:solidFill>
            <a:srgbClr val="4F80BC"/>
          </a:solidFill>
        </p:spPr>
        <p:txBody>
          <a:bodyPr wrap="square" lIns="0" tIns="0" rIns="0" bIns="0" rtlCol="0"/>
          <a:lstStyle/>
          <a:p>
            <a:endParaRPr/>
          </a:p>
        </p:txBody>
      </p:sp>
      <p:sp>
        <p:nvSpPr>
          <p:cNvPr id="10" name="object 10"/>
          <p:cNvSpPr/>
          <p:nvPr/>
        </p:nvSpPr>
        <p:spPr>
          <a:xfrm>
            <a:off x="2046845" y="3041237"/>
            <a:ext cx="1126490" cy="934719"/>
          </a:xfrm>
          <a:custGeom>
            <a:avLst/>
            <a:gdLst/>
            <a:ahLst/>
            <a:cxnLst/>
            <a:rect l="l" t="t" r="r" b="b"/>
            <a:pathLst>
              <a:path w="1126489" h="934720">
                <a:moveTo>
                  <a:pt x="961790" y="0"/>
                </a:moveTo>
                <a:lnTo>
                  <a:pt x="164357" y="0"/>
                </a:lnTo>
                <a:lnTo>
                  <a:pt x="130877" y="3049"/>
                </a:lnTo>
                <a:lnTo>
                  <a:pt x="115658" y="7623"/>
                </a:lnTo>
                <a:lnTo>
                  <a:pt x="85222" y="19820"/>
                </a:lnTo>
                <a:lnTo>
                  <a:pt x="73047" y="28969"/>
                </a:lnTo>
                <a:lnTo>
                  <a:pt x="59350" y="38117"/>
                </a:lnTo>
                <a:lnTo>
                  <a:pt x="28915" y="73186"/>
                </a:lnTo>
                <a:lnTo>
                  <a:pt x="7609" y="115877"/>
                </a:lnTo>
                <a:lnTo>
                  <a:pt x="0" y="164668"/>
                </a:lnTo>
                <a:lnTo>
                  <a:pt x="0" y="769976"/>
                </a:lnTo>
                <a:lnTo>
                  <a:pt x="7609" y="818767"/>
                </a:lnTo>
                <a:lnTo>
                  <a:pt x="28915" y="861458"/>
                </a:lnTo>
                <a:lnTo>
                  <a:pt x="60873" y="896527"/>
                </a:lnTo>
                <a:lnTo>
                  <a:pt x="101961" y="920922"/>
                </a:lnTo>
                <a:lnTo>
                  <a:pt x="115658" y="927021"/>
                </a:lnTo>
                <a:lnTo>
                  <a:pt x="132398" y="930070"/>
                </a:lnTo>
                <a:lnTo>
                  <a:pt x="147617" y="933119"/>
                </a:lnTo>
                <a:lnTo>
                  <a:pt x="164357" y="934645"/>
                </a:lnTo>
                <a:lnTo>
                  <a:pt x="961790" y="934645"/>
                </a:lnTo>
                <a:lnTo>
                  <a:pt x="978529" y="933119"/>
                </a:lnTo>
                <a:lnTo>
                  <a:pt x="1025705" y="920922"/>
                </a:lnTo>
                <a:lnTo>
                  <a:pt x="1048226" y="908725"/>
                </a:lnTo>
                <a:lnTo>
                  <a:pt x="164357" y="908725"/>
                </a:lnTo>
                <a:lnTo>
                  <a:pt x="149138" y="907200"/>
                </a:lnTo>
                <a:lnTo>
                  <a:pt x="109571" y="898052"/>
                </a:lnTo>
                <a:lnTo>
                  <a:pt x="76090" y="876706"/>
                </a:lnTo>
                <a:lnTo>
                  <a:pt x="48698" y="846212"/>
                </a:lnTo>
                <a:lnTo>
                  <a:pt x="31958" y="811143"/>
                </a:lnTo>
                <a:lnTo>
                  <a:pt x="25871" y="768451"/>
                </a:lnTo>
                <a:lnTo>
                  <a:pt x="25871" y="164668"/>
                </a:lnTo>
                <a:lnTo>
                  <a:pt x="31958" y="121977"/>
                </a:lnTo>
                <a:lnTo>
                  <a:pt x="57829" y="76235"/>
                </a:lnTo>
                <a:lnTo>
                  <a:pt x="88266" y="48790"/>
                </a:lnTo>
                <a:lnTo>
                  <a:pt x="123267" y="32019"/>
                </a:lnTo>
                <a:lnTo>
                  <a:pt x="150660" y="25920"/>
                </a:lnTo>
                <a:lnTo>
                  <a:pt x="1050360" y="25920"/>
                </a:lnTo>
                <a:lnTo>
                  <a:pt x="1039402" y="19820"/>
                </a:lnTo>
                <a:lnTo>
                  <a:pt x="1024183" y="12198"/>
                </a:lnTo>
                <a:lnTo>
                  <a:pt x="1010488" y="7623"/>
                </a:lnTo>
                <a:lnTo>
                  <a:pt x="993747" y="3049"/>
                </a:lnTo>
                <a:lnTo>
                  <a:pt x="961790" y="0"/>
                </a:lnTo>
                <a:close/>
              </a:path>
              <a:path w="1126489" h="934720">
                <a:moveTo>
                  <a:pt x="1050360" y="25920"/>
                </a:moveTo>
                <a:lnTo>
                  <a:pt x="977007" y="25920"/>
                </a:lnTo>
                <a:lnTo>
                  <a:pt x="990704" y="28969"/>
                </a:lnTo>
                <a:lnTo>
                  <a:pt x="1002878" y="32019"/>
                </a:lnTo>
                <a:lnTo>
                  <a:pt x="1050055" y="57938"/>
                </a:lnTo>
                <a:lnTo>
                  <a:pt x="1068316" y="76235"/>
                </a:lnTo>
                <a:lnTo>
                  <a:pt x="1077447" y="86908"/>
                </a:lnTo>
                <a:lnTo>
                  <a:pt x="1089621" y="111304"/>
                </a:lnTo>
                <a:lnTo>
                  <a:pt x="1094187" y="123501"/>
                </a:lnTo>
                <a:lnTo>
                  <a:pt x="1097231" y="137223"/>
                </a:lnTo>
                <a:lnTo>
                  <a:pt x="1100274" y="164668"/>
                </a:lnTo>
                <a:lnTo>
                  <a:pt x="1100274" y="769976"/>
                </a:lnTo>
                <a:lnTo>
                  <a:pt x="1094187" y="811143"/>
                </a:lnTo>
                <a:lnTo>
                  <a:pt x="1068316" y="858409"/>
                </a:lnTo>
                <a:lnTo>
                  <a:pt x="1037880" y="885854"/>
                </a:lnTo>
                <a:lnTo>
                  <a:pt x="1002878" y="902625"/>
                </a:lnTo>
                <a:lnTo>
                  <a:pt x="960267" y="908725"/>
                </a:lnTo>
                <a:lnTo>
                  <a:pt x="1048226" y="908725"/>
                </a:lnTo>
                <a:lnTo>
                  <a:pt x="1088100" y="873657"/>
                </a:lnTo>
                <a:lnTo>
                  <a:pt x="1112448" y="832490"/>
                </a:lnTo>
                <a:lnTo>
                  <a:pt x="1118537" y="818767"/>
                </a:lnTo>
                <a:lnTo>
                  <a:pt x="1121580" y="801996"/>
                </a:lnTo>
                <a:lnTo>
                  <a:pt x="1124624" y="786748"/>
                </a:lnTo>
                <a:lnTo>
                  <a:pt x="1126145" y="769976"/>
                </a:lnTo>
                <a:lnTo>
                  <a:pt x="1126145" y="163144"/>
                </a:lnTo>
                <a:lnTo>
                  <a:pt x="1124624" y="146372"/>
                </a:lnTo>
                <a:lnTo>
                  <a:pt x="1121580" y="131124"/>
                </a:lnTo>
                <a:lnTo>
                  <a:pt x="1118537" y="114353"/>
                </a:lnTo>
                <a:lnTo>
                  <a:pt x="1097231" y="71661"/>
                </a:lnTo>
                <a:lnTo>
                  <a:pt x="1065273" y="36593"/>
                </a:lnTo>
                <a:lnTo>
                  <a:pt x="1053097" y="27444"/>
                </a:lnTo>
                <a:lnTo>
                  <a:pt x="1050360" y="25920"/>
                </a:lnTo>
                <a:close/>
              </a:path>
            </a:pathLst>
          </a:custGeom>
          <a:solidFill>
            <a:srgbClr val="FFFFFF"/>
          </a:solidFill>
        </p:spPr>
        <p:txBody>
          <a:bodyPr wrap="square" lIns="0" tIns="0" rIns="0" bIns="0" rtlCol="0"/>
          <a:lstStyle/>
          <a:p>
            <a:endParaRPr/>
          </a:p>
        </p:txBody>
      </p:sp>
      <p:sp>
        <p:nvSpPr>
          <p:cNvPr id="11" name="object 11"/>
          <p:cNvSpPr/>
          <p:nvPr/>
        </p:nvSpPr>
        <p:spPr>
          <a:xfrm>
            <a:off x="3147119" y="4085661"/>
            <a:ext cx="4889601" cy="753205"/>
          </a:xfrm>
          <a:prstGeom prst="rect">
            <a:avLst/>
          </a:prstGeom>
          <a:blipFill>
            <a:blip r:embed="rId4" cstate="print"/>
            <a:stretch>
              <a:fillRect/>
            </a:stretch>
          </a:blipFill>
        </p:spPr>
        <p:txBody>
          <a:bodyPr wrap="square" lIns="0" tIns="0" rIns="0" bIns="0" rtlCol="0"/>
          <a:lstStyle/>
          <a:p>
            <a:endParaRPr/>
          </a:p>
        </p:txBody>
      </p:sp>
      <p:sp>
        <p:nvSpPr>
          <p:cNvPr id="12" name="object 12"/>
          <p:cNvSpPr txBox="1"/>
          <p:nvPr/>
        </p:nvSpPr>
        <p:spPr>
          <a:xfrm>
            <a:off x="3251553" y="4318225"/>
            <a:ext cx="2388235" cy="305435"/>
          </a:xfrm>
          <a:prstGeom prst="rect">
            <a:avLst/>
          </a:prstGeom>
        </p:spPr>
        <p:txBody>
          <a:bodyPr vert="horz" wrap="square" lIns="0" tIns="0" rIns="0" bIns="0" rtlCol="0">
            <a:spAutoFit/>
          </a:bodyPr>
          <a:lstStyle/>
          <a:p>
            <a:pPr>
              <a:lnSpc>
                <a:spcPts val="2280"/>
              </a:lnSpc>
              <a:tabLst>
                <a:tab pos="896619" algn="l"/>
                <a:tab pos="1400175" algn="l"/>
                <a:tab pos="2249805" algn="l"/>
              </a:tabLst>
            </a:pPr>
            <a:r>
              <a:rPr sz="2400" dirty="0">
                <a:latin typeface="Calibri"/>
                <a:cs typeface="Calibri"/>
              </a:rPr>
              <a:t>•</a:t>
            </a:r>
            <a:r>
              <a:rPr sz="2400" spc="55" dirty="0">
                <a:latin typeface="Calibri"/>
                <a:cs typeface="Calibri"/>
              </a:rPr>
              <a:t> </a:t>
            </a:r>
            <a:r>
              <a:rPr sz="2400" spc="-5" dirty="0">
                <a:latin typeface="Calibri"/>
                <a:cs typeface="Calibri"/>
              </a:rPr>
              <a:t>Qu</a:t>
            </a:r>
            <a:r>
              <a:rPr sz="2400" dirty="0">
                <a:latin typeface="Calibri"/>
                <a:cs typeface="Calibri"/>
              </a:rPr>
              <a:t>y	ắc	</a:t>
            </a:r>
            <a:r>
              <a:rPr sz="2400" spc="-5" dirty="0">
                <a:latin typeface="Calibri"/>
                <a:cs typeface="Calibri"/>
              </a:rPr>
              <a:t>i</a:t>
            </a:r>
            <a:r>
              <a:rPr sz="2400" dirty="0">
                <a:latin typeface="Calibri"/>
                <a:cs typeface="Calibri"/>
              </a:rPr>
              <a:t>ển</a:t>
            </a:r>
            <a:r>
              <a:rPr sz="2400" spc="-20" dirty="0">
                <a:latin typeface="Calibri"/>
                <a:cs typeface="Calibri"/>
              </a:rPr>
              <a:t> </a:t>
            </a:r>
            <a:r>
              <a:rPr sz="2400" spc="-5" dirty="0">
                <a:latin typeface="Calibri"/>
                <a:cs typeface="Calibri"/>
              </a:rPr>
              <a:t>t</a:t>
            </a:r>
            <a:r>
              <a:rPr sz="2400" dirty="0">
                <a:latin typeface="Calibri"/>
                <a:cs typeface="Calibri"/>
              </a:rPr>
              <a:t>h	v</a:t>
            </a:r>
            <a:endParaRPr sz="2400">
              <a:latin typeface="Calibri"/>
              <a:cs typeface="Calibri"/>
            </a:endParaRPr>
          </a:p>
        </p:txBody>
      </p:sp>
      <p:sp>
        <p:nvSpPr>
          <p:cNvPr id="13" name="object 13"/>
          <p:cNvSpPr/>
          <p:nvPr/>
        </p:nvSpPr>
        <p:spPr>
          <a:xfrm>
            <a:off x="2060542" y="4007901"/>
            <a:ext cx="1099185" cy="909319"/>
          </a:xfrm>
          <a:custGeom>
            <a:avLst/>
            <a:gdLst/>
            <a:ahLst/>
            <a:cxnLst/>
            <a:rect l="l" t="t" r="r" b="b"/>
            <a:pathLst>
              <a:path w="1099185" h="909320">
                <a:moveTo>
                  <a:pt x="948093" y="0"/>
                </a:moveTo>
                <a:lnTo>
                  <a:pt x="150660" y="0"/>
                </a:lnTo>
                <a:lnTo>
                  <a:pt x="102850" y="7647"/>
                </a:lnTo>
                <a:lnTo>
                  <a:pt x="61469" y="28981"/>
                </a:lnTo>
                <a:lnTo>
                  <a:pt x="28926" y="61585"/>
                </a:lnTo>
                <a:lnTo>
                  <a:pt x="7633" y="103045"/>
                </a:lnTo>
                <a:lnTo>
                  <a:pt x="0" y="150945"/>
                </a:lnTo>
                <a:lnTo>
                  <a:pt x="0" y="756253"/>
                </a:lnTo>
                <a:lnTo>
                  <a:pt x="7633" y="804312"/>
                </a:lnTo>
                <a:lnTo>
                  <a:pt x="28926" y="846150"/>
                </a:lnTo>
                <a:lnTo>
                  <a:pt x="61469" y="879206"/>
                </a:lnTo>
                <a:lnTo>
                  <a:pt x="102850" y="900917"/>
                </a:lnTo>
                <a:lnTo>
                  <a:pt x="150660" y="908724"/>
                </a:lnTo>
                <a:lnTo>
                  <a:pt x="948093" y="908724"/>
                </a:lnTo>
                <a:lnTo>
                  <a:pt x="995902" y="900917"/>
                </a:lnTo>
                <a:lnTo>
                  <a:pt x="1037283" y="879206"/>
                </a:lnTo>
                <a:lnTo>
                  <a:pt x="1069825" y="846150"/>
                </a:lnTo>
                <a:lnTo>
                  <a:pt x="1091118" y="804312"/>
                </a:lnTo>
                <a:lnTo>
                  <a:pt x="1098751" y="756253"/>
                </a:lnTo>
                <a:lnTo>
                  <a:pt x="1098751" y="150945"/>
                </a:lnTo>
                <a:lnTo>
                  <a:pt x="1091118" y="103045"/>
                </a:lnTo>
                <a:lnTo>
                  <a:pt x="1069825" y="61585"/>
                </a:lnTo>
                <a:lnTo>
                  <a:pt x="1037283" y="28981"/>
                </a:lnTo>
                <a:lnTo>
                  <a:pt x="995902" y="7647"/>
                </a:lnTo>
                <a:lnTo>
                  <a:pt x="948093" y="0"/>
                </a:lnTo>
                <a:close/>
              </a:path>
            </a:pathLst>
          </a:custGeom>
          <a:solidFill>
            <a:srgbClr val="4F80BC"/>
          </a:solidFill>
        </p:spPr>
        <p:txBody>
          <a:bodyPr wrap="square" lIns="0" tIns="0" rIns="0" bIns="0" rtlCol="0"/>
          <a:lstStyle/>
          <a:p>
            <a:endParaRPr/>
          </a:p>
        </p:txBody>
      </p:sp>
      <p:sp>
        <p:nvSpPr>
          <p:cNvPr id="14" name="object 14"/>
          <p:cNvSpPr/>
          <p:nvPr/>
        </p:nvSpPr>
        <p:spPr>
          <a:xfrm>
            <a:off x="2046845" y="3995703"/>
            <a:ext cx="1126490" cy="933450"/>
          </a:xfrm>
          <a:custGeom>
            <a:avLst/>
            <a:gdLst/>
            <a:ahLst/>
            <a:cxnLst/>
            <a:rect l="l" t="t" r="r" b="b"/>
            <a:pathLst>
              <a:path w="1126489" h="933450">
                <a:moveTo>
                  <a:pt x="978529" y="0"/>
                </a:moveTo>
                <a:lnTo>
                  <a:pt x="147617" y="0"/>
                </a:lnTo>
                <a:lnTo>
                  <a:pt x="130877" y="3049"/>
                </a:lnTo>
                <a:lnTo>
                  <a:pt x="85222" y="19820"/>
                </a:lnTo>
                <a:lnTo>
                  <a:pt x="38045" y="59463"/>
                </a:lnTo>
                <a:lnTo>
                  <a:pt x="7609" y="115877"/>
                </a:lnTo>
                <a:lnTo>
                  <a:pt x="0" y="163144"/>
                </a:lnTo>
                <a:lnTo>
                  <a:pt x="0" y="769976"/>
                </a:lnTo>
                <a:lnTo>
                  <a:pt x="7609" y="818767"/>
                </a:lnTo>
                <a:lnTo>
                  <a:pt x="28915" y="861458"/>
                </a:lnTo>
                <a:lnTo>
                  <a:pt x="60873" y="896527"/>
                </a:lnTo>
                <a:lnTo>
                  <a:pt x="101961" y="920922"/>
                </a:lnTo>
                <a:lnTo>
                  <a:pt x="147617" y="933119"/>
                </a:lnTo>
                <a:lnTo>
                  <a:pt x="978529" y="933119"/>
                </a:lnTo>
                <a:lnTo>
                  <a:pt x="995269" y="930070"/>
                </a:lnTo>
                <a:lnTo>
                  <a:pt x="1010488" y="925497"/>
                </a:lnTo>
                <a:lnTo>
                  <a:pt x="1040923" y="913298"/>
                </a:lnTo>
                <a:lnTo>
                  <a:pt x="1049039" y="907200"/>
                </a:lnTo>
                <a:lnTo>
                  <a:pt x="149138" y="907200"/>
                </a:lnTo>
                <a:lnTo>
                  <a:pt x="135441" y="905675"/>
                </a:lnTo>
                <a:lnTo>
                  <a:pt x="123267" y="901101"/>
                </a:lnTo>
                <a:lnTo>
                  <a:pt x="109571" y="896527"/>
                </a:lnTo>
                <a:lnTo>
                  <a:pt x="97396" y="890428"/>
                </a:lnTo>
                <a:lnTo>
                  <a:pt x="86743" y="884330"/>
                </a:lnTo>
                <a:lnTo>
                  <a:pt x="76090" y="875181"/>
                </a:lnTo>
                <a:lnTo>
                  <a:pt x="65438" y="867557"/>
                </a:lnTo>
                <a:lnTo>
                  <a:pt x="57829" y="856885"/>
                </a:lnTo>
                <a:lnTo>
                  <a:pt x="48698" y="846212"/>
                </a:lnTo>
                <a:lnTo>
                  <a:pt x="42611" y="835539"/>
                </a:lnTo>
                <a:lnTo>
                  <a:pt x="36523" y="823341"/>
                </a:lnTo>
                <a:lnTo>
                  <a:pt x="31958" y="809618"/>
                </a:lnTo>
                <a:lnTo>
                  <a:pt x="28915" y="795896"/>
                </a:lnTo>
                <a:lnTo>
                  <a:pt x="25871" y="768451"/>
                </a:lnTo>
                <a:lnTo>
                  <a:pt x="25871" y="163144"/>
                </a:lnTo>
                <a:lnTo>
                  <a:pt x="31958" y="121977"/>
                </a:lnTo>
                <a:lnTo>
                  <a:pt x="50220" y="85383"/>
                </a:lnTo>
                <a:lnTo>
                  <a:pt x="76090" y="56414"/>
                </a:lnTo>
                <a:lnTo>
                  <a:pt x="88266" y="48790"/>
                </a:lnTo>
                <a:lnTo>
                  <a:pt x="98919" y="41167"/>
                </a:lnTo>
                <a:lnTo>
                  <a:pt x="111093" y="35068"/>
                </a:lnTo>
                <a:lnTo>
                  <a:pt x="123267" y="30493"/>
                </a:lnTo>
                <a:lnTo>
                  <a:pt x="136964" y="27444"/>
                </a:lnTo>
                <a:lnTo>
                  <a:pt x="164357" y="24395"/>
                </a:lnTo>
                <a:lnTo>
                  <a:pt x="1047620" y="24395"/>
                </a:lnTo>
                <a:lnTo>
                  <a:pt x="1039402" y="19820"/>
                </a:lnTo>
                <a:lnTo>
                  <a:pt x="1024183" y="12198"/>
                </a:lnTo>
                <a:lnTo>
                  <a:pt x="1010488" y="6098"/>
                </a:lnTo>
                <a:lnTo>
                  <a:pt x="993747" y="3049"/>
                </a:lnTo>
                <a:lnTo>
                  <a:pt x="978529" y="0"/>
                </a:lnTo>
                <a:close/>
              </a:path>
              <a:path w="1126489" h="933450">
                <a:moveTo>
                  <a:pt x="1047620" y="24395"/>
                </a:moveTo>
                <a:lnTo>
                  <a:pt x="961790" y="24395"/>
                </a:lnTo>
                <a:lnTo>
                  <a:pt x="977007" y="25920"/>
                </a:lnTo>
                <a:lnTo>
                  <a:pt x="990704" y="27444"/>
                </a:lnTo>
                <a:lnTo>
                  <a:pt x="1002878" y="32019"/>
                </a:lnTo>
                <a:lnTo>
                  <a:pt x="1016575" y="36593"/>
                </a:lnTo>
                <a:lnTo>
                  <a:pt x="1028749" y="42692"/>
                </a:lnTo>
                <a:lnTo>
                  <a:pt x="1039402" y="48790"/>
                </a:lnTo>
                <a:lnTo>
                  <a:pt x="1050055" y="56414"/>
                </a:lnTo>
                <a:lnTo>
                  <a:pt x="1060707" y="65562"/>
                </a:lnTo>
                <a:lnTo>
                  <a:pt x="1068316" y="76235"/>
                </a:lnTo>
                <a:lnTo>
                  <a:pt x="1077447" y="86908"/>
                </a:lnTo>
                <a:lnTo>
                  <a:pt x="1094187" y="123501"/>
                </a:lnTo>
                <a:lnTo>
                  <a:pt x="1100274" y="164668"/>
                </a:lnTo>
                <a:lnTo>
                  <a:pt x="1100274" y="769976"/>
                </a:lnTo>
                <a:lnTo>
                  <a:pt x="1094187" y="811143"/>
                </a:lnTo>
                <a:lnTo>
                  <a:pt x="1075926" y="847736"/>
                </a:lnTo>
                <a:lnTo>
                  <a:pt x="1050055" y="876706"/>
                </a:lnTo>
                <a:lnTo>
                  <a:pt x="1037880" y="884330"/>
                </a:lnTo>
                <a:lnTo>
                  <a:pt x="1027228" y="891952"/>
                </a:lnTo>
                <a:lnTo>
                  <a:pt x="1015052" y="896527"/>
                </a:lnTo>
                <a:lnTo>
                  <a:pt x="1002878" y="902625"/>
                </a:lnTo>
                <a:lnTo>
                  <a:pt x="989182" y="905675"/>
                </a:lnTo>
                <a:lnTo>
                  <a:pt x="975485" y="907200"/>
                </a:lnTo>
                <a:lnTo>
                  <a:pt x="1049039" y="907200"/>
                </a:lnTo>
                <a:lnTo>
                  <a:pt x="1053097" y="904151"/>
                </a:lnTo>
                <a:lnTo>
                  <a:pt x="1066794" y="895002"/>
                </a:lnTo>
                <a:lnTo>
                  <a:pt x="1106361" y="846212"/>
                </a:lnTo>
                <a:lnTo>
                  <a:pt x="1121580" y="801996"/>
                </a:lnTo>
                <a:lnTo>
                  <a:pt x="1126145" y="769976"/>
                </a:lnTo>
                <a:lnTo>
                  <a:pt x="1126145" y="163144"/>
                </a:lnTo>
                <a:lnTo>
                  <a:pt x="1118537" y="114353"/>
                </a:lnTo>
                <a:lnTo>
                  <a:pt x="1097231" y="71661"/>
                </a:lnTo>
                <a:lnTo>
                  <a:pt x="1065273" y="36593"/>
                </a:lnTo>
                <a:lnTo>
                  <a:pt x="1053097" y="27444"/>
                </a:lnTo>
                <a:lnTo>
                  <a:pt x="1047620" y="24395"/>
                </a:lnTo>
                <a:close/>
              </a:path>
            </a:pathLst>
          </a:custGeom>
          <a:solidFill>
            <a:srgbClr val="FFFFFF"/>
          </a:solidFill>
        </p:spPr>
        <p:txBody>
          <a:bodyPr wrap="square" lIns="0" tIns="0" rIns="0" bIns="0" rtlCol="0"/>
          <a:lstStyle/>
          <a:p>
            <a:endParaRPr/>
          </a:p>
        </p:txBody>
      </p:sp>
      <p:sp>
        <p:nvSpPr>
          <p:cNvPr id="15" name="object 15"/>
          <p:cNvSpPr/>
          <p:nvPr/>
        </p:nvSpPr>
        <p:spPr>
          <a:xfrm>
            <a:off x="3147119" y="5040127"/>
            <a:ext cx="4889601" cy="751679"/>
          </a:xfrm>
          <a:prstGeom prst="rect">
            <a:avLst/>
          </a:prstGeom>
          <a:blipFill>
            <a:blip r:embed="rId5" cstate="print"/>
            <a:stretch>
              <a:fillRect/>
            </a:stretch>
          </a:blipFill>
        </p:spPr>
        <p:txBody>
          <a:bodyPr wrap="square" lIns="0" tIns="0" rIns="0" bIns="0" rtlCol="0"/>
          <a:lstStyle/>
          <a:p>
            <a:endParaRPr/>
          </a:p>
        </p:txBody>
      </p:sp>
      <p:sp>
        <p:nvSpPr>
          <p:cNvPr id="16" name="object 16"/>
          <p:cNvSpPr txBox="1"/>
          <p:nvPr/>
        </p:nvSpPr>
        <p:spPr>
          <a:xfrm>
            <a:off x="3251553" y="5272051"/>
            <a:ext cx="4364355" cy="305435"/>
          </a:xfrm>
          <a:prstGeom prst="rect">
            <a:avLst/>
          </a:prstGeom>
        </p:spPr>
        <p:txBody>
          <a:bodyPr vert="horz" wrap="square" lIns="0" tIns="0" rIns="0" bIns="0" rtlCol="0">
            <a:spAutoFit/>
          </a:bodyPr>
          <a:lstStyle/>
          <a:p>
            <a:pPr>
              <a:lnSpc>
                <a:spcPts val="2280"/>
              </a:lnSpc>
              <a:tabLst>
                <a:tab pos="896619" algn="l"/>
                <a:tab pos="1400175" algn="l"/>
                <a:tab pos="2249805" algn="l"/>
                <a:tab pos="2715260" algn="l"/>
                <a:tab pos="3969385" algn="l"/>
              </a:tabLst>
            </a:pPr>
            <a:r>
              <a:rPr sz="2400" dirty="0">
                <a:latin typeface="Calibri"/>
                <a:cs typeface="Calibri"/>
              </a:rPr>
              <a:t>•</a:t>
            </a:r>
            <a:r>
              <a:rPr sz="2400" spc="55" dirty="0">
                <a:latin typeface="Calibri"/>
                <a:cs typeface="Calibri"/>
              </a:rPr>
              <a:t> </a:t>
            </a:r>
            <a:r>
              <a:rPr sz="2400" spc="-5" dirty="0">
                <a:latin typeface="Calibri"/>
                <a:cs typeface="Calibri"/>
              </a:rPr>
              <a:t>Qu</a:t>
            </a:r>
            <a:r>
              <a:rPr sz="2400" dirty="0">
                <a:latin typeface="Calibri"/>
                <a:cs typeface="Calibri"/>
              </a:rPr>
              <a:t>y	ắc	</a:t>
            </a:r>
            <a:r>
              <a:rPr sz="2400" spc="-5" dirty="0">
                <a:latin typeface="Calibri"/>
                <a:cs typeface="Calibri"/>
              </a:rPr>
              <a:t>i</a:t>
            </a:r>
            <a:r>
              <a:rPr sz="2400" dirty="0">
                <a:latin typeface="Calibri"/>
                <a:cs typeface="Calibri"/>
              </a:rPr>
              <a:t>ển</a:t>
            </a:r>
            <a:r>
              <a:rPr sz="2400" spc="-20" dirty="0">
                <a:latin typeface="Calibri"/>
                <a:cs typeface="Calibri"/>
              </a:rPr>
              <a:t> </a:t>
            </a:r>
            <a:r>
              <a:rPr sz="2400" spc="-5" dirty="0">
                <a:latin typeface="Calibri"/>
                <a:cs typeface="Calibri"/>
              </a:rPr>
              <a:t>t</a:t>
            </a:r>
            <a:r>
              <a:rPr sz="2400" dirty="0">
                <a:latin typeface="Calibri"/>
                <a:cs typeface="Calibri"/>
              </a:rPr>
              <a:t>h	b	g</a:t>
            </a:r>
            <a:r>
              <a:rPr sz="2400" spc="-10" dirty="0">
                <a:latin typeface="Calibri"/>
                <a:cs typeface="Calibri"/>
              </a:rPr>
              <a:t> </a:t>
            </a:r>
            <a:r>
              <a:rPr sz="2400" spc="-45" dirty="0">
                <a:latin typeface="Calibri"/>
                <a:cs typeface="Calibri"/>
              </a:rPr>
              <a:t>v</a:t>
            </a:r>
            <a:r>
              <a:rPr sz="2400" dirty="0">
                <a:latin typeface="Calibri"/>
                <a:cs typeface="Calibri"/>
              </a:rPr>
              <a:t>à</a:t>
            </a:r>
            <a:r>
              <a:rPr sz="2400" spc="-5" dirty="0">
                <a:latin typeface="Calibri"/>
                <a:cs typeface="Calibri"/>
              </a:rPr>
              <a:t> d</a:t>
            </a:r>
            <a:r>
              <a:rPr sz="2400" dirty="0">
                <a:latin typeface="Calibri"/>
                <a:cs typeface="Calibri"/>
              </a:rPr>
              <a:t>an	</a:t>
            </a:r>
            <a:r>
              <a:rPr sz="2400" spc="-5" dirty="0">
                <a:latin typeface="Calibri"/>
                <a:cs typeface="Calibri"/>
              </a:rPr>
              <a:t>s</a:t>
            </a:r>
            <a:r>
              <a:rPr sz="2400" dirty="0">
                <a:latin typeface="Calibri"/>
                <a:cs typeface="Calibri"/>
              </a:rPr>
              <a:t>ác</a:t>
            </a:r>
            <a:endParaRPr sz="2400">
              <a:latin typeface="Calibri"/>
              <a:cs typeface="Calibri"/>
            </a:endParaRPr>
          </a:p>
        </p:txBody>
      </p:sp>
      <p:sp>
        <p:nvSpPr>
          <p:cNvPr id="17" name="object 17"/>
          <p:cNvSpPr/>
          <p:nvPr/>
        </p:nvSpPr>
        <p:spPr>
          <a:xfrm>
            <a:off x="2060542" y="4962367"/>
            <a:ext cx="1099185" cy="907415"/>
          </a:xfrm>
          <a:custGeom>
            <a:avLst/>
            <a:gdLst/>
            <a:ahLst/>
            <a:cxnLst/>
            <a:rect l="l" t="t" r="r" b="b"/>
            <a:pathLst>
              <a:path w="1099185" h="907414">
                <a:moveTo>
                  <a:pt x="948093" y="0"/>
                </a:moveTo>
                <a:lnTo>
                  <a:pt x="150660" y="0"/>
                </a:lnTo>
                <a:lnTo>
                  <a:pt x="102850" y="7647"/>
                </a:lnTo>
                <a:lnTo>
                  <a:pt x="61469" y="28981"/>
                </a:lnTo>
                <a:lnTo>
                  <a:pt x="28926" y="61585"/>
                </a:lnTo>
                <a:lnTo>
                  <a:pt x="7633" y="103045"/>
                </a:lnTo>
                <a:lnTo>
                  <a:pt x="0" y="150945"/>
                </a:lnTo>
                <a:lnTo>
                  <a:pt x="0" y="756253"/>
                </a:lnTo>
                <a:lnTo>
                  <a:pt x="7633" y="804153"/>
                </a:lnTo>
                <a:lnTo>
                  <a:pt x="28926" y="845613"/>
                </a:lnTo>
                <a:lnTo>
                  <a:pt x="61469" y="878217"/>
                </a:lnTo>
                <a:lnTo>
                  <a:pt x="102850" y="899551"/>
                </a:lnTo>
                <a:lnTo>
                  <a:pt x="150660" y="907199"/>
                </a:lnTo>
                <a:lnTo>
                  <a:pt x="948093" y="907199"/>
                </a:lnTo>
                <a:lnTo>
                  <a:pt x="995902" y="899551"/>
                </a:lnTo>
                <a:lnTo>
                  <a:pt x="1037283" y="878217"/>
                </a:lnTo>
                <a:lnTo>
                  <a:pt x="1069825" y="845613"/>
                </a:lnTo>
                <a:lnTo>
                  <a:pt x="1091118" y="804153"/>
                </a:lnTo>
                <a:lnTo>
                  <a:pt x="1098751" y="756253"/>
                </a:lnTo>
                <a:lnTo>
                  <a:pt x="1098751" y="150945"/>
                </a:lnTo>
                <a:lnTo>
                  <a:pt x="1091118" y="103045"/>
                </a:lnTo>
                <a:lnTo>
                  <a:pt x="1069825" y="61585"/>
                </a:lnTo>
                <a:lnTo>
                  <a:pt x="1037283" y="28981"/>
                </a:lnTo>
                <a:lnTo>
                  <a:pt x="995902" y="7647"/>
                </a:lnTo>
                <a:lnTo>
                  <a:pt x="948093" y="0"/>
                </a:lnTo>
                <a:close/>
              </a:path>
            </a:pathLst>
          </a:custGeom>
          <a:solidFill>
            <a:srgbClr val="4F80BC"/>
          </a:solidFill>
        </p:spPr>
        <p:txBody>
          <a:bodyPr wrap="square" lIns="0" tIns="0" rIns="0" bIns="0" rtlCol="0"/>
          <a:lstStyle/>
          <a:p>
            <a:endParaRPr/>
          </a:p>
        </p:txBody>
      </p:sp>
      <p:sp>
        <p:nvSpPr>
          <p:cNvPr id="18" name="object 18"/>
          <p:cNvSpPr/>
          <p:nvPr/>
        </p:nvSpPr>
        <p:spPr>
          <a:xfrm>
            <a:off x="2046845" y="4948645"/>
            <a:ext cx="1126490" cy="934719"/>
          </a:xfrm>
          <a:custGeom>
            <a:avLst/>
            <a:gdLst/>
            <a:ahLst/>
            <a:cxnLst/>
            <a:rect l="l" t="t" r="r" b="b"/>
            <a:pathLst>
              <a:path w="1126489" h="934720">
                <a:moveTo>
                  <a:pt x="961790" y="0"/>
                </a:moveTo>
                <a:lnTo>
                  <a:pt x="164357" y="0"/>
                </a:lnTo>
                <a:lnTo>
                  <a:pt x="147617" y="1523"/>
                </a:lnTo>
                <a:lnTo>
                  <a:pt x="130877" y="4573"/>
                </a:lnTo>
                <a:lnTo>
                  <a:pt x="115658" y="7622"/>
                </a:lnTo>
                <a:lnTo>
                  <a:pt x="85222" y="19820"/>
                </a:lnTo>
                <a:lnTo>
                  <a:pt x="73047" y="28968"/>
                </a:lnTo>
                <a:lnTo>
                  <a:pt x="59350" y="38116"/>
                </a:lnTo>
                <a:lnTo>
                  <a:pt x="28915" y="73185"/>
                </a:lnTo>
                <a:lnTo>
                  <a:pt x="7609" y="115877"/>
                </a:lnTo>
                <a:lnTo>
                  <a:pt x="4565" y="132648"/>
                </a:lnTo>
                <a:lnTo>
                  <a:pt x="1522" y="147895"/>
                </a:lnTo>
                <a:lnTo>
                  <a:pt x="0" y="164668"/>
                </a:lnTo>
                <a:lnTo>
                  <a:pt x="0" y="771500"/>
                </a:lnTo>
                <a:lnTo>
                  <a:pt x="7609" y="818766"/>
                </a:lnTo>
                <a:lnTo>
                  <a:pt x="28915" y="862982"/>
                </a:lnTo>
                <a:lnTo>
                  <a:pt x="73047" y="907199"/>
                </a:lnTo>
                <a:lnTo>
                  <a:pt x="101961" y="920921"/>
                </a:lnTo>
                <a:lnTo>
                  <a:pt x="115658" y="927019"/>
                </a:lnTo>
                <a:lnTo>
                  <a:pt x="132398" y="931594"/>
                </a:lnTo>
                <a:lnTo>
                  <a:pt x="164357" y="934643"/>
                </a:lnTo>
                <a:lnTo>
                  <a:pt x="961790" y="934643"/>
                </a:lnTo>
                <a:lnTo>
                  <a:pt x="1010488" y="927019"/>
                </a:lnTo>
                <a:lnTo>
                  <a:pt x="1049039" y="908724"/>
                </a:lnTo>
                <a:lnTo>
                  <a:pt x="149138" y="908724"/>
                </a:lnTo>
                <a:lnTo>
                  <a:pt x="135441" y="905675"/>
                </a:lnTo>
                <a:lnTo>
                  <a:pt x="97396" y="891952"/>
                </a:lnTo>
                <a:lnTo>
                  <a:pt x="65438" y="867557"/>
                </a:lnTo>
                <a:lnTo>
                  <a:pt x="57829" y="858408"/>
                </a:lnTo>
                <a:lnTo>
                  <a:pt x="48698" y="847736"/>
                </a:lnTo>
                <a:lnTo>
                  <a:pt x="36523" y="823340"/>
                </a:lnTo>
                <a:lnTo>
                  <a:pt x="31958" y="811142"/>
                </a:lnTo>
                <a:lnTo>
                  <a:pt x="28915" y="797420"/>
                </a:lnTo>
                <a:lnTo>
                  <a:pt x="25871" y="769975"/>
                </a:lnTo>
                <a:lnTo>
                  <a:pt x="25871" y="164668"/>
                </a:lnTo>
                <a:lnTo>
                  <a:pt x="31958" y="121975"/>
                </a:lnTo>
                <a:lnTo>
                  <a:pt x="57829" y="76234"/>
                </a:lnTo>
                <a:lnTo>
                  <a:pt x="88266" y="48789"/>
                </a:lnTo>
                <a:lnTo>
                  <a:pt x="123267" y="32017"/>
                </a:lnTo>
                <a:lnTo>
                  <a:pt x="150660" y="25919"/>
                </a:lnTo>
                <a:lnTo>
                  <a:pt x="1050357" y="25919"/>
                </a:lnTo>
                <a:lnTo>
                  <a:pt x="1039402" y="19820"/>
                </a:lnTo>
                <a:lnTo>
                  <a:pt x="1024183" y="13722"/>
                </a:lnTo>
                <a:lnTo>
                  <a:pt x="1010488" y="7622"/>
                </a:lnTo>
                <a:lnTo>
                  <a:pt x="993747" y="3049"/>
                </a:lnTo>
                <a:lnTo>
                  <a:pt x="961790" y="0"/>
                </a:lnTo>
                <a:close/>
              </a:path>
              <a:path w="1126489" h="934720">
                <a:moveTo>
                  <a:pt x="1050357" y="25919"/>
                </a:moveTo>
                <a:lnTo>
                  <a:pt x="977007" y="25919"/>
                </a:lnTo>
                <a:lnTo>
                  <a:pt x="990704" y="28968"/>
                </a:lnTo>
                <a:lnTo>
                  <a:pt x="1002878" y="32017"/>
                </a:lnTo>
                <a:lnTo>
                  <a:pt x="1050055" y="57938"/>
                </a:lnTo>
                <a:lnTo>
                  <a:pt x="1068316" y="76234"/>
                </a:lnTo>
                <a:lnTo>
                  <a:pt x="1077447" y="86907"/>
                </a:lnTo>
                <a:lnTo>
                  <a:pt x="1089621" y="111302"/>
                </a:lnTo>
                <a:lnTo>
                  <a:pt x="1094187" y="123501"/>
                </a:lnTo>
                <a:lnTo>
                  <a:pt x="1097231" y="137223"/>
                </a:lnTo>
                <a:lnTo>
                  <a:pt x="1100274" y="164668"/>
                </a:lnTo>
                <a:lnTo>
                  <a:pt x="1100274" y="769975"/>
                </a:lnTo>
                <a:lnTo>
                  <a:pt x="1094187" y="812667"/>
                </a:lnTo>
                <a:lnTo>
                  <a:pt x="1068316" y="858408"/>
                </a:lnTo>
                <a:lnTo>
                  <a:pt x="1037880" y="885852"/>
                </a:lnTo>
                <a:lnTo>
                  <a:pt x="1002878" y="902625"/>
                </a:lnTo>
                <a:lnTo>
                  <a:pt x="975485" y="908724"/>
                </a:lnTo>
                <a:lnTo>
                  <a:pt x="1049039" y="908724"/>
                </a:lnTo>
                <a:lnTo>
                  <a:pt x="1053097" y="905675"/>
                </a:lnTo>
                <a:lnTo>
                  <a:pt x="1066794" y="896526"/>
                </a:lnTo>
                <a:lnTo>
                  <a:pt x="1077447" y="885852"/>
                </a:lnTo>
                <a:lnTo>
                  <a:pt x="1106361" y="847736"/>
                </a:lnTo>
                <a:lnTo>
                  <a:pt x="1121580" y="801994"/>
                </a:lnTo>
                <a:lnTo>
                  <a:pt x="1124624" y="786747"/>
                </a:lnTo>
                <a:lnTo>
                  <a:pt x="1126145" y="769975"/>
                </a:lnTo>
                <a:lnTo>
                  <a:pt x="1126145" y="163142"/>
                </a:lnTo>
                <a:lnTo>
                  <a:pt x="1124624" y="146371"/>
                </a:lnTo>
                <a:lnTo>
                  <a:pt x="1121580" y="131123"/>
                </a:lnTo>
                <a:lnTo>
                  <a:pt x="1118537" y="114352"/>
                </a:lnTo>
                <a:lnTo>
                  <a:pt x="1097231" y="71661"/>
                </a:lnTo>
                <a:lnTo>
                  <a:pt x="1065273" y="38116"/>
                </a:lnTo>
                <a:lnTo>
                  <a:pt x="1053097" y="27444"/>
                </a:lnTo>
                <a:lnTo>
                  <a:pt x="1050357" y="25919"/>
                </a:lnTo>
                <a:close/>
              </a:path>
            </a:pathLst>
          </a:custGeom>
          <a:solidFill>
            <a:srgbClr val="FFFFFF"/>
          </a:solidFill>
        </p:spPr>
        <p:txBody>
          <a:bodyPr wrap="square" lIns="0" tIns="0" rIns="0" bIns="0" rtlCol="0"/>
          <a:lstStyle/>
          <a:p>
            <a:endParaRPr/>
          </a:p>
        </p:txBody>
      </p:sp>
      <p:sp>
        <p:nvSpPr>
          <p:cNvPr id="19" name="object 19"/>
          <p:cNvSpPr txBox="1"/>
          <p:nvPr/>
        </p:nvSpPr>
        <p:spPr>
          <a:xfrm>
            <a:off x="2450102" y="1867719"/>
            <a:ext cx="321945" cy="3841115"/>
          </a:xfrm>
          <a:prstGeom prst="rect">
            <a:avLst/>
          </a:prstGeom>
        </p:spPr>
        <p:txBody>
          <a:bodyPr vert="horz" wrap="square" lIns="0" tIns="265430" rIns="0" bIns="0" rtlCol="0">
            <a:spAutoFit/>
          </a:bodyPr>
          <a:lstStyle/>
          <a:p>
            <a:pPr marL="12700">
              <a:lnSpc>
                <a:spcPct val="100000"/>
              </a:lnSpc>
              <a:spcBef>
                <a:spcPts val="2090"/>
              </a:spcBef>
            </a:pPr>
            <a:r>
              <a:rPr sz="4600" spc="-5" dirty="0">
                <a:solidFill>
                  <a:srgbClr val="FFFFFF"/>
                </a:solidFill>
                <a:latin typeface="Calibri"/>
                <a:cs typeface="Calibri"/>
              </a:rPr>
              <a:t>1</a:t>
            </a:r>
            <a:endParaRPr sz="4600">
              <a:latin typeface="Calibri"/>
              <a:cs typeface="Calibri"/>
            </a:endParaRPr>
          </a:p>
          <a:p>
            <a:pPr marL="12700">
              <a:lnSpc>
                <a:spcPct val="100000"/>
              </a:lnSpc>
              <a:spcBef>
                <a:spcPts val="1989"/>
              </a:spcBef>
            </a:pPr>
            <a:r>
              <a:rPr sz="4600" spc="-5" dirty="0">
                <a:solidFill>
                  <a:srgbClr val="FFFFFF"/>
                </a:solidFill>
                <a:latin typeface="Calibri"/>
                <a:cs typeface="Calibri"/>
              </a:rPr>
              <a:t>2</a:t>
            </a:r>
            <a:endParaRPr sz="4600">
              <a:latin typeface="Calibri"/>
              <a:cs typeface="Calibri"/>
            </a:endParaRPr>
          </a:p>
          <a:p>
            <a:pPr marL="12700">
              <a:lnSpc>
                <a:spcPct val="100000"/>
              </a:lnSpc>
              <a:spcBef>
                <a:spcPts val="1989"/>
              </a:spcBef>
            </a:pPr>
            <a:r>
              <a:rPr sz="4600" spc="-5" dirty="0">
                <a:solidFill>
                  <a:srgbClr val="FFFFFF"/>
                </a:solidFill>
                <a:latin typeface="Calibri"/>
                <a:cs typeface="Calibri"/>
              </a:rPr>
              <a:t>3</a:t>
            </a:r>
            <a:endParaRPr sz="4600">
              <a:latin typeface="Calibri"/>
              <a:cs typeface="Calibri"/>
            </a:endParaRPr>
          </a:p>
          <a:p>
            <a:pPr marL="12700">
              <a:lnSpc>
                <a:spcPct val="100000"/>
              </a:lnSpc>
              <a:spcBef>
                <a:spcPts val="1989"/>
              </a:spcBef>
            </a:pPr>
            <a:r>
              <a:rPr sz="4600" spc="-5" dirty="0">
                <a:solidFill>
                  <a:srgbClr val="FFFFFF"/>
                </a:solidFill>
                <a:latin typeface="Calibri"/>
                <a:cs typeface="Calibri"/>
              </a:rPr>
              <a:t>4</a:t>
            </a:r>
            <a:endParaRPr sz="4600">
              <a:latin typeface="Calibri"/>
              <a:cs typeface="Calibri"/>
            </a:endParaRPr>
          </a:p>
        </p:txBody>
      </p:sp>
      <p:sp>
        <p:nvSpPr>
          <p:cNvPr id="20" name="object 20"/>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21" name="object 21"/>
          <p:cNvSpPr/>
          <p:nvPr/>
        </p:nvSpPr>
        <p:spPr>
          <a:xfrm>
            <a:off x="3133424" y="2164532"/>
            <a:ext cx="4916994" cy="779124"/>
          </a:xfrm>
          <a:prstGeom prst="rect">
            <a:avLst/>
          </a:prstGeom>
          <a:blipFill>
            <a:blip r:embed="rId6" cstate="print"/>
            <a:stretch>
              <a:fillRect/>
            </a:stretch>
          </a:blipFill>
        </p:spPr>
        <p:txBody>
          <a:bodyPr wrap="square" lIns="0" tIns="0" rIns="0" bIns="0" rtlCol="0"/>
          <a:lstStyle/>
          <a:p>
            <a:endParaRPr/>
          </a:p>
        </p:txBody>
      </p:sp>
      <p:sp>
        <p:nvSpPr>
          <p:cNvPr id="22" name="object 22"/>
          <p:cNvSpPr/>
          <p:nvPr/>
        </p:nvSpPr>
        <p:spPr>
          <a:xfrm>
            <a:off x="3133424" y="3118997"/>
            <a:ext cx="4916994" cy="779124"/>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3133424" y="4071939"/>
            <a:ext cx="4916994" cy="780649"/>
          </a:xfrm>
          <a:prstGeom prst="rect">
            <a:avLst/>
          </a:prstGeom>
          <a:blipFill>
            <a:blip r:embed="rId8" cstate="print"/>
            <a:stretch>
              <a:fillRect/>
            </a:stretch>
          </a:blipFill>
        </p:spPr>
        <p:txBody>
          <a:bodyPr wrap="square" lIns="0" tIns="0" rIns="0" bIns="0" rtlCol="0"/>
          <a:lstStyle/>
          <a:p>
            <a:endParaRPr/>
          </a:p>
        </p:txBody>
      </p:sp>
      <p:sp>
        <p:nvSpPr>
          <p:cNvPr id="24" name="object 24"/>
          <p:cNvSpPr/>
          <p:nvPr/>
        </p:nvSpPr>
        <p:spPr>
          <a:xfrm>
            <a:off x="3133424" y="5026404"/>
            <a:ext cx="4916994" cy="779124"/>
          </a:xfrm>
          <a:prstGeom prst="rect">
            <a:avLst/>
          </a:prstGeom>
          <a:blipFill>
            <a:blip r:embed="rId9" cstate="print"/>
            <a:stretch>
              <a:fillRect/>
            </a:stretch>
          </a:blipFill>
        </p:spPr>
        <p:txBody>
          <a:bodyPr wrap="square" lIns="0" tIns="0" rIns="0" bIns="0" rtlCol="0"/>
          <a:lstStyle/>
          <a:p>
            <a:endParaRPr/>
          </a:p>
        </p:txBody>
      </p:sp>
      <p:sp>
        <p:nvSpPr>
          <p:cNvPr id="25" name="object 2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26" name="object 26"/>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8</a:t>
            </a:fld>
            <a:endParaRPr spc="-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158627" y="835971"/>
            <a:ext cx="5890895" cy="452120"/>
          </a:xfrm>
          <a:prstGeom prst="rect">
            <a:avLst/>
          </a:prstGeom>
        </p:spPr>
        <p:txBody>
          <a:bodyPr vert="horz" wrap="square" lIns="0" tIns="12065" rIns="0" bIns="0" rtlCol="0">
            <a:spAutoFit/>
          </a:bodyPr>
          <a:lstStyle/>
          <a:p>
            <a:pPr marL="12700">
              <a:lnSpc>
                <a:spcPct val="100000"/>
              </a:lnSpc>
              <a:spcBef>
                <a:spcPts val="95"/>
              </a:spcBef>
            </a:pPr>
            <a:r>
              <a:rPr spc="-10" dirty="0"/>
              <a:t>Quy tắc chung </a:t>
            </a:r>
            <a:r>
              <a:rPr spc="-5" dirty="0"/>
              <a:t>về </a:t>
            </a:r>
            <a:r>
              <a:rPr spc="-10" dirty="0"/>
              <a:t>cách </a:t>
            </a:r>
            <a:r>
              <a:rPr spc="-5" dirty="0"/>
              <a:t>định</a:t>
            </a:r>
            <a:r>
              <a:rPr spc="15" dirty="0"/>
              <a:t> </a:t>
            </a:r>
            <a:r>
              <a:rPr spc="-10" dirty="0"/>
              <a:t>dạng</a:t>
            </a:r>
          </a:p>
        </p:txBody>
      </p:sp>
      <p:sp>
        <p:nvSpPr>
          <p:cNvPr id="3" name="object 3"/>
          <p:cNvSpPr/>
          <p:nvPr/>
        </p:nvSpPr>
        <p:spPr>
          <a:xfrm>
            <a:off x="1597908" y="2068475"/>
            <a:ext cx="7152640" cy="840740"/>
          </a:xfrm>
          <a:custGeom>
            <a:avLst/>
            <a:gdLst/>
            <a:ahLst/>
            <a:cxnLst/>
            <a:rect l="l" t="t" r="r" b="b"/>
            <a:pathLst>
              <a:path w="7152640" h="840739">
                <a:moveTo>
                  <a:pt x="7014060" y="0"/>
                </a:moveTo>
                <a:lnTo>
                  <a:pt x="140007" y="0"/>
                </a:lnTo>
                <a:lnTo>
                  <a:pt x="96227" y="7269"/>
                </a:lnTo>
                <a:lnTo>
                  <a:pt x="57853" y="27420"/>
                </a:lnTo>
                <a:lnTo>
                  <a:pt x="27368" y="57962"/>
                </a:lnTo>
                <a:lnTo>
                  <a:pt x="7256" y="96409"/>
                </a:lnTo>
                <a:lnTo>
                  <a:pt x="0" y="140272"/>
                </a:lnTo>
                <a:lnTo>
                  <a:pt x="0" y="701363"/>
                </a:lnTo>
                <a:lnTo>
                  <a:pt x="7256" y="745068"/>
                </a:lnTo>
                <a:lnTo>
                  <a:pt x="27368" y="783137"/>
                </a:lnTo>
                <a:lnTo>
                  <a:pt x="57853" y="813228"/>
                </a:lnTo>
                <a:lnTo>
                  <a:pt x="96227" y="833001"/>
                </a:lnTo>
                <a:lnTo>
                  <a:pt x="140007" y="840112"/>
                </a:lnTo>
                <a:lnTo>
                  <a:pt x="7014060" y="840112"/>
                </a:lnTo>
                <a:lnTo>
                  <a:pt x="7057681" y="833001"/>
                </a:lnTo>
                <a:lnTo>
                  <a:pt x="7095678" y="813228"/>
                </a:lnTo>
                <a:lnTo>
                  <a:pt x="7125713" y="783137"/>
                </a:lnTo>
                <a:lnTo>
                  <a:pt x="7145448" y="745068"/>
                </a:lnTo>
                <a:lnTo>
                  <a:pt x="7152546" y="701363"/>
                </a:lnTo>
                <a:lnTo>
                  <a:pt x="7152546" y="140272"/>
                </a:lnTo>
                <a:lnTo>
                  <a:pt x="7145448" y="96409"/>
                </a:lnTo>
                <a:lnTo>
                  <a:pt x="7125713" y="57962"/>
                </a:lnTo>
                <a:lnTo>
                  <a:pt x="7095678" y="27420"/>
                </a:lnTo>
                <a:lnTo>
                  <a:pt x="7057681" y="7269"/>
                </a:lnTo>
                <a:lnTo>
                  <a:pt x="7014060" y="0"/>
                </a:lnTo>
                <a:close/>
              </a:path>
            </a:pathLst>
          </a:custGeom>
          <a:solidFill>
            <a:srgbClr val="4F80BC"/>
          </a:solidFill>
        </p:spPr>
        <p:txBody>
          <a:bodyPr wrap="square" lIns="0" tIns="0" rIns="0" bIns="0" rtlCol="0"/>
          <a:lstStyle/>
          <a:p>
            <a:endParaRPr/>
          </a:p>
        </p:txBody>
      </p:sp>
      <p:sp>
        <p:nvSpPr>
          <p:cNvPr id="4" name="object 4"/>
          <p:cNvSpPr/>
          <p:nvPr/>
        </p:nvSpPr>
        <p:spPr>
          <a:xfrm>
            <a:off x="1585734" y="2056277"/>
            <a:ext cx="7178675" cy="866140"/>
          </a:xfrm>
          <a:custGeom>
            <a:avLst/>
            <a:gdLst/>
            <a:ahLst/>
            <a:cxnLst/>
            <a:rect l="l" t="t" r="r" b="b"/>
            <a:pathLst>
              <a:path w="7178675" h="866139">
                <a:moveTo>
                  <a:pt x="7026234" y="0"/>
                </a:moveTo>
                <a:lnTo>
                  <a:pt x="152181" y="0"/>
                </a:lnTo>
                <a:lnTo>
                  <a:pt x="121744" y="3049"/>
                </a:lnTo>
                <a:lnTo>
                  <a:pt x="106527" y="7623"/>
                </a:lnTo>
                <a:lnTo>
                  <a:pt x="92830" y="12198"/>
                </a:lnTo>
                <a:lnTo>
                  <a:pt x="79134" y="18296"/>
                </a:lnTo>
                <a:lnTo>
                  <a:pt x="66959" y="27444"/>
                </a:lnTo>
                <a:lnTo>
                  <a:pt x="54785" y="35068"/>
                </a:lnTo>
                <a:lnTo>
                  <a:pt x="25871" y="68611"/>
                </a:lnTo>
                <a:lnTo>
                  <a:pt x="7608" y="108254"/>
                </a:lnTo>
                <a:lnTo>
                  <a:pt x="1521" y="138748"/>
                </a:lnTo>
                <a:lnTo>
                  <a:pt x="0" y="152471"/>
                </a:lnTo>
                <a:lnTo>
                  <a:pt x="0" y="713562"/>
                </a:lnTo>
                <a:lnTo>
                  <a:pt x="3042" y="744056"/>
                </a:lnTo>
                <a:lnTo>
                  <a:pt x="18261" y="786748"/>
                </a:lnTo>
                <a:lnTo>
                  <a:pt x="45653" y="821816"/>
                </a:lnTo>
                <a:lnTo>
                  <a:pt x="80656" y="847736"/>
                </a:lnTo>
                <a:lnTo>
                  <a:pt x="123267" y="862984"/>
                </a:lnTo>
                <a:lnTo>
                  <a:pt x="152181" y="866033"/>
                </a:lnTo>
                <a:lnTo>
                  <a:pt x="7026234" y="866033"/>
                </a:lnTo>
                <a:lnTo>
                  <a:pt x="7071888" y="858409"/>
                </a:lnTo>
                <a:lnTo>
                  <a:pt x="7109022" y="840112"/>
                </a:lnTo>
                <a:lnTo>
                  <a:pt x="138485" y="840112"/>
                </a:lnTo>
                <a:lnTo>
                  <a:pt x="114136" y="834014"/>
                </a:lnTo>
                <a:lnTo>
                  <a:pt x="71525" y="811143"/>
                </a:lnTo>
                <a:lnTo>
                  <a:pt x="35001" y="762353"/>
                </a:lnTo>
                <a:lnTo>
                  <a:pt x="25871" y="725760"/>
                </a:lnTo>
                <a:lnTo>
                  <a:pt x="25871" y="138748"/>
                </a:lnTo>
                <a:lnTo>
                  <a:pt x="47176" y="80810"/>
                </a:lnTo>
                <a:lnTo>
                  <a:pt x="82177" y="47265"/>
                </a:lnTo>
                <a:lnTo>
                  <a:pt x="127833" y="27444"/>
                </a:lnTo>
                <a:lnTo>
                  <a:pt x="140007" y="25920"/>
                </a:lnTo>
                <a:lnTo>
                  <a:pt x="7109933" y="25920"/>
                </a:lnTo>
                <a:lnTo>
                  <a:pt x="7097759" y="18296"/>
                </a:lnTo>
                <a:lnTo>
                  <a:pt x="7084063" y="12198"/>
                </a:lnTo>
                <a:lnTo>
                  <a:pt x="7070366" y="7623"/>
                </a:lnTo>
                <a:lnTo>
                  <a:pt x="7055148" y="3049"/>
                </a:lnTo>
                <a:lnTo>
                  <a:pt x="7041452" y="1525"/>
                </a:lnTo>
                <a:lnTo>
                  <a:pt x="7026234" y="0"/>
                </a:lnTo>
                <a:close/>
              </a:path>
              <a:path w="7178675" h="866139">
                <a:moveTo>
                  <a:pt x="7109933" y="25920"/>
                </a:moveTo>
                <a:lnTo>
                  <a:pt x="7039930" y="25920"/>
                </a:lnTo>
                <a:lnTo>
                  <a:pt x="7064279" y="32019"/>
                </a:lnTo>
                <a:lnTo>
                  <a:pt x="7076453" y="36593"/>
                </a:lnTo>
                <a:lnTo>
                  <a:pt x="7116022" y="64038"/>
                </a:lnTo>
                <a:lnTo>
                  <a:pt x="7143414" y="103680"/>
                </a:lnTo>
                <a:lnTo>
                  <a:pt x="7152544" y="140272"/>
                </a:lnTo>
                <a:lnTo>
                  <a:pt x="7152544" y="725760"/>
                </a:lnTo>
                <a:lnTo>
                  <a:pt x="7149501" y="739482"/>
                </a:lnTo>
                <a:lnTo>
                  <a:pt x="7146457" y="751679"/>
                </a:lnTo>
                <a:lnTo>
                  <a:pt x="7141891" y="762353"/>
                </a:lnTo>
                <a:lnTo>
                  <a:pt x="7137327" y="774551"/>
                </a:lnTo>
                <a:lnTo>
                  <a:pt x="7106890" y="811143"/>
                </a:lnTo>
                <a:lnTo>
                  <a:pt x="7038408" y="840112"/>
                </a:lnTo>
                <a:lnTo>
                  <a:pt x="7109022" y="840112"/>
                </a:lnTo>
                <a:lnTo>
                  <a:pt x="7143414" y="809618"/>
                </a:lnTo>
                <a:lnTo>
                  <a:pt x="7166241" y="771500"/>
                </a:lnTo>
                <a:lnTo>
                  <a:pt x="7176894" y="727284"/>
                </a:lnTo>
                <a:lnTo>
                  <a:pt x="7178415" y="713562"/>
                </a:lnTo>
                <a:lnTo>
                  <a:pt x="7178415" y="152471"/>
                </a:lnTo>
                <a:lnTo>
                  <a:pt x="7175373" y="121977"/>
                </a:lnTo>
                <a:lnTo>
                  <a:pt x="7170807" y="106729"/>
                </a:lnTo>
                <a:lnTo>
                  <a:pt x="7166241" y="93007"/>
                </a:lnTo>
                <a:lnTo>
                  <a:pt x="7160154" y="79284"/>
                </a:lnTo>
                <a:lnTo>
                  <a:pt x="7151023" y="67087"/>
                </a:lnTo>
                <a:lnTo>
                  <a:pt x="7143414" y="54889"/>
                </a:lnTo>
                <a:lnTo>
                  <a:pt x="7132761" y="44216"/>
                </a:lnTo>
                <a:lnTo>
                  <a:pt x="7122109" y="35068"/>
                </a:lnTo>
                <a:lnTo>
                  <a:pt x="7109933" y="25920"/>
                </a:lnTo>
                <a:close/>
              </a:path>
            </a:pathLst>
          </a:custGeom>
          <a:solidFill>
            <a:srgbClr val="FFFFFF"/>
          </a:solidFill>
        </p:spPr>
        <p:txBody>
          <a:bodyPr wrap="square" lIns="0" tIns="0" rIns="0" bIns="0" rtlCol="0"/>
          <a:lstStyle/>
          <a:p>
            <a:endParaRPr/>
          </a:p>
        </p:txBody>
      </p:sp>
      <p:sp>
        <p:nvSpPr>
          <p:cNvPr id="5" name="object 5"/>
          <p:cNvSpPr/>
          <p:nvPr/>
        </p:nvSpPr>
        <p:spPr>
          <a:xfrm>
            <a:off x="1597908" y="3009219"/>
            <a:ext cx="7152640" cy="840740"/>
          </a:xfrm>
          <a:custGeom>
            <a:avLst/>
            <a:gdLst/>
            <a:ahLst/>
            <a:cxnLst/>
            <a:rect l="l" t="t" r="r" b="b"/>
            <a:pathLst>
              <a:path w="7152640" h="840739">
                <a:moveTo>
                  <a:pt x="7014060" y="0"/>
                </a:moveTo>
                <a:lnTo>
                  <a:pt x="140007" y="0"/>
                </a:lnTo>
                <a:lnTo>
                  <a:pt x="96227" y="7269"/>
                </a:lnTo>
                <a:lnTo>
                  <a:pt x="57853" y="27420"/>
                </a:lnTo>
                <a:lnTo>
                  <a:pt x="27368" y="57962"/>
                </a:lnTo>
                <a:lnTo>
                  <a:pt x="7256" y="96409"/>
                </a:lnTo>
                <a:lnTo>
                  <a:pt x="0" y="140272"/>
                </a:lnTo>
                <a:lnTo>
                  <a:pt x="0" y="699839"/>
                </a:lnTo>
                <a:lnTo>
                  <a:pt x="7256" y="744287"/>
                </a:lnTo>
                <a:lnTo>
                  <a:pt x="27368" y="782807"/>
                </a:lnTo>
                <a:lnTo>
                  <a:pt x="57853" y="813131"/>
                </a:lnTo>
                <a:lnTo>
                  <a:pt x="96227" y="832989"/>
                </a:lnTo>
                <a:lnTo>
                  <a:pt x="140007" y="840112"/>
                </a:lnTo>
                <a:lnTo>
                  <a:pt x="7014060" y="840112"/>
                </a:lnTo>
                <a:lnTo>
                  <a:pt x="7057681" y="832989"/>
                </a:lnTo>
                <a:lnTo>
                  <a:pt x="7095678" y="813131"/>
                </a:lnTo>
                <a:lnTo>
                  <a:pt x="7125713" y="782807"/>
                </a:lnTo>
                <a:lnTo>
                  <a:pt x="7145448" y="744287"/>
                </a:lnTo>
                <a:lnTo>
                  <a:pt x="7152546" y="699839"/>
                </a:lnTo>
                <a:lnTo>
                  <a:pt x="7152546" y="140272"/>
                </a:lnTo>
                <a:lnTo>
                  <a:pt x="7145448" y="96409"/>
                </a:lnTo>
                <a:lnTo>
                  <a:pt x="7125713" y="57962"/>
                </a:lnTo>
                <a:lnTo>
                  <a:pt x="7095678" y="27420"/>
                </a:lnTo>
                <a:lnTo>
                  <a:pt x="7057681" y="7269"/>
                </a:lnTo>
                <a:lnTo>
                  <a:pt x="7014060" y="0"/>
                </a:lnTo>
                <a:close/>
              </a:path>
            </a:pathLst>
          </a:custGeom>
          <a:solidFill>
            <a:srgbClr val="4F80BC"/>
          </a:solidFill>
        </p:spPr>
        <p:txBody>
          <a:bodyPr wrap="square" lIns="0" tIns="0" rIns="0" bIns="0" rtlCol="0"/>
          <a:lstStyle/>
          <a:p>
            <a:endParaRPr/>
          </a:p>
        </p:txBody>
      </p:sp>
      <p:sp>
        <p:nvSpPr>
          <p:cNvPr id="6" name="object 6"/>
          <p:cNvSpPr/>
          <p:nvPr/>
        </p:nvSpPr>
        <p:spPr>
          <a:xfrm>
            <a:off x="1585734" y="2997020"/>
            <a:ext cx="7178675" cy="866140"/>
          </a:xfrm>
          <a:custGeom>
            <a:avLst/>
            <a:gdLst/>
            <a:ahLst/>
            <a:cxnLst/>
            <a:rect l="l" t="t" r="r" b="b"/>
            <a:pathLst>
              <a:path w="7178675" h="866139">
                <a:moveTo>
                  <a:pt x="7026234" y="0"/>
                </a:moveTo>
                <a:lnTo>
                  <a:pt x="152181" y="0"/>
                </a:lnTo>
                <a:lnTo>
                  <a:pt x="121744" y="3049"/>
                </a:lnTo>
                <a:lnTo>
                  <a:pt x="79134" y="18296"/>
                </a:lnTo>
                <a:lnTo>
                  <a:pt x="44132" y="45741"/>
                </a:lnTo>
                <a:lnTo>
                  <a:pt x="18261" y="80810"/>
                </a:lnTo>
                <a:lnTo>
                  <a:pt x="3042" y="123501"/>
                </a:lnTo>
                <a:lnTo>
                  <a:pt x="0" y="152471"/>
                </a:lnTo>
                <a:lnTo>
                  <a:pt x="0" y="713562"/>
                </a:lnTo>
                <a:lnTo>
                  <a:pt x="7608" y="759303"/>
                </a:lnTo>
                <a:lnTo>
                  <a:pt x="25871" y="798945"/>
                </a:lnTo>
                <a:lnTo>
                  <a:pt x="56306" y="830964"/>
                </a:lnTo>
                <a:lnTo>
                  <a:pt x="94352" y="853834"/>
                </a:lnTo>
                <a:lnTo>
                  <a:pt x="136963" y="864508"/>
                </a:lnTo>
                <a:lnTo>
                  <a:pt x="152181" y="866033"/>
                </a:lnTo>
                <a:lnTo>
                  <a:pt x="7026234" y="866033"/>
                </a:lnTo>
                <a:lnTo>
                  <a:pt x="7071888" y="858409"/>
                </a:lnTo>
                <a:lnTo>
                  <a:pt x="7109022" y="840112"/>
                </a:lnTo>
                <a:lnTo>
                  <a:pt x="138485" y="840112"/>
                </a:lnTo>
                <a:lnTo>
                  <a:pt x="114136" y="834014"/>
                </a:lnTo>
                <a:lnTo>
                  <a:pt x="71525" y="811143"/>
                </a:lnTo>
                <a:lnTo>
                  <a:pt x="35001" y="762353"/>
                </a:lnTo>
                <a:lnTo>
                  <a:pt x="25871" y="725760"/>
                </a:lnTo>
                <a:lnTo>
                  <a:pt x="25871" y="138748"/>
                </a:lnTo>
                <a:lnTo>
                  <a:pt x="47176" y="80810"/>
                </a:lnTo>
                <a:lnTo>
                  <a:pt x="82177" y="47265"/>
                </a:lnTo>
                <a:lnTo>
                  <a:pt x="127833" y="27444"/>
                </a:lnTo>
                <a:lnTo>
                  <a:pt x="140007" y="25920"/>
                </a:lnTo>
                <a:lnTo>
                  <a:pt x="7109933" y="25920"/>
                </a:lnTo>
                <a:lnTo>
                  <a:pt x="7097759" y="18296"/>
                </a:lnTo>
                <a:lnTo>
                  <a:pt x="7084063" y="12198"/>
                </a:lnTo>
                <a:lnTo>
                  <a:pt x="7070366" y="7623"/>
                </a:lnTo>
                <a:lnTo>
                  <a:pt x="7055148" y="3049"/>
                </a:lnTo>
                <a:lnTo>
                  <a:pt x="7041452" y="1525"/>
                </a:lnTo>
                <a:lnTo>
                  <a:pt x="7026234" y="0"/>
                </a:lnTo>
                <a:close/>
              </a:path>
              <a:path w="7178675" h="866139">
                <a:moveTo>
                  <a:pt x="7109933" y="25920"/>
                </a:moveTo>
                <a:lnTo>
                  <a:pt x="7039930" y="25920"/>
                </a:lnTo>
                <a:lnTo>
                  <a:pt x="7076453" y="35068"/>
                </a:lnTo>
                <a:lnTo>
                  <a:pt x="7097759" y="47265"/>
                </a:lnTo>
                <a:lnTo>
                  <a:pt x="7131239" y="82334"/>
                </a:lnTo>
                <a:lnTo>
                  <a:pt x="7151023" y="128075"/>
                </a:lnTo>
                <a:lnTo>
                  <a:pt x="7152544" y="140272"/>
                </a:lnTo>
                <a:lnTo>
                  <a:pt x="7152544" y="725760"/>
                </a:lnTo>
                <a:lnTo>
                  <a:pt x="7149501" y="739482"/>
                </a:lnTo>
                <a:lnTo>
                  <a:pt x="7146457" y="751679"/>
                </a:lnTo>
                <a:lnTo>
                  <a:pt x="7141891" y="762353"/>
                </a:lnTo>
                <a:lnTo>
                  <a:pt x="7137327" y="774550"/>
                </a:lnTo>
                <a:lnTo>
                  <a:pt x="7106890" y="811143"/>
                </a:lnTo>
                <a:lnTo>
                  <a:pt x="7038408" y="840112"/>
                </a:lnTo>
                <a:lnTo>
                  <a:pt x="7109022" y="840112"/>
                </a:lnTo>
                <a:lnTo>
                  <a:pt x="7143414" y="809618"/>
                </a:lnTo>
                <a:lnTo>
                  <a:pt x="7166241" y="771500"/>
                </a:lnTo>
                <a:lnTo>
                  <a:pt x="7176894" y="727284"/>
                </a:lnTo>
                <a:lnTo>
                  <a:pt x="7178415" y="713562"/>
                </a:lnTo>
                <a:lnTo>
                  <a:pt x="7178415" y="152471"/>
                </a:lnTo>
                <a:lnTo>
                  <a:pt x="7175373" y="121977"/>
                </a:lnTo>
                <a:lnTo>
                  <a:pt x="7170807" y="106729"/>
                </a:lnTo>
                <a:lnTo>
                  <a:pt x="7166241" y="93007"/>
                </a:lnTo>
                <a:lnTo>
                  <a:pt x="7160154" y="79284"/>
                </a:lnTo>
                <a:lnTo>
                  <a:pt x="7151023" y="67087"/>
                </a:lnTo>
                <a:lnTo>
                  <a:pt x="7143414" y="54889"/>
                </a:lnTo>
                <a:lnTo>
                  <a:pt x="7132761" y="44216"/>
                </a:lnTo>
                <a:lnTo>
                  <a:pt x="7122109" y="35068"/>
                </a:lnTo>
                <a:lnTo>
                  <a:pt x="7109933" y="25920"/>
                </a:lnTo>
                <a:close/>
              </a:path>
            </a:pathLst>
          </a:custGeom>
          <a:solidFill>
            <a:srgbClr val="FFFFFF"/>
          </a:solidFill>
        </p:spPr>
        <p:txBody>
          <a:bodyPr wrap="square" lIns="0" tIns="0" rIns="0" bIns="0" rtlCol="0"/>
          <a:lstStyle/>
          <a:p>
            <a:endParaRPr/>
          </a:p>
        </p:txBody>
      </p:sp>
      <p:sp>
        <p:nvSpPr>
          <p:cNvPr id="7" name="object 7"/>
          <p:cNvSpPr/>
          <p:nvPr/>
        </p:nvSpPr>
        <p:spPr>
          <a:xfrm>
            <a:off x="1597908" y="3949962"/>
            <a:ext cx="7152640" cy="840740"/>
          </a:xfrm>
          <a:custGeom>
            <a:avLst/>
            <a:gdLst/>
            <a:ahLst/>
            <a:cxnLst/>
            <a:rect l="l" t="t" r="r" b="b"/>
            <a:pathLst>
              <a:path w="7152640" h="840739">
                <a:moveTo>
                  <a:pt x="7014060" y="0"/>
                </a:moveTo>
                <a:lnTo>
                  <a:pt x="140007" y="0"/>
                </a:lnTo>
                <a:lnTo>
                  <a:pt x="96227" y="7269"/>
                </a:lnTo>
                <a:lnTo>
                  <a:pt x="57853" y="27420"/>
                </a:lnTo>
                <a:lnTo>
                  <a:pt x="27368" y="57962"/>
                </a:lnTo>
                <a:lnTo>
                  <a:pt x="7256" y="96409"/>
                </a:lnTo>
                <a:lnTo>
                  <a:pt x="0" y="140272"/>
                </a:lnTo>
                <a:lnTo>
                  <a:pt x="0" y="699839"/>
                </a:lnTo>
                <a:lnTo>
                  <a:pt x="7256" y="744287"/>
                </a:lnTo>
                <a:lnTo>
                  <a:pt x="27368" y="782807"/>
                </a:lnTo>
                <a:lnTo>
                  <a:pt x="57853" y="813131"/>
                </a:lnTo>
                <a:lnTo>
                  <a:pt x="96227" y="832989"/>
                </a:lnTo>
                <a:lnTo>
                  <a:pt x="140007" y="840112"/>
                </a:lnTo>
                <a:lnTo>
                  <a:pt x="7014060" y="840112"/>
                </a:lnTo>
                <a:lnTo>
                  <a:pt x="7057681" y="832989"/>
                </a:lnTo>
                <a:lnTo>
                  <a:pt x="7095678" y="813131"/>
                </a:lnTo>
                <a:lnTo>
                  <a:pt x="7125713" y="782807"/>
                </a:lnTo>
                <a:lnTo>
                  <a:pt x="7145448" y="744287"/>
                </a:lnTo>
                <a:lnTo>
                  <a:pt x="7152546" y="699839"/>
                </a:lnTo>
                <a:lnTo>
                  <a:pt x="7152546" y="140272"/>
                </a:lnTo>
                <a:lnTo>
                  <a:pt x="7145448" y="96409"/>
                </a:lnTo>
                <a:lnTo>
                  <a:pt x="7125713" y="57962"/>
                </a:lnTo>
                <a:lnTo>
                  <a:pt x="7095678" y="27420"/>
                </a:lnTo>
                <a:lnTo>
                  <a:pt x="7057681" y="7269"/>
                </a:lnTo>
                <a:lnTo>
                  <a:pt x="7014060" y="0"/>
                </a:lnTo>
                <a:close/>
              </a:path>
            </a:pathLst>
          </a:custGeom>
          <a:solidFill>
            <a:srgbClr val="4F80BC"/>
          </a:solidFill>
        </p:spPr>
        <p:txBody>
          <a:bodyPr wrap="square" lIns="0" tIns="0" rIns="0" bIns="0" rtlCol="0"/>
          <a:lstStyle/>
          <a:p>
            <a:endParaRPr/>
          </a:p>
        </p:txBody>
      </p:sp>
      <p:sp>
        <p:nvSpPr>
          <p:cNvPr id="8" name="object 8"/>
          <p:cNvSpPr/>
          <p:nvPr/>
        </p:nvSpPr>
        <p:spPr>
          <a:xfrm>
            <a:off x="1585734" y="3937764"/>
            <a:ext cx="7178675" cy="866140"/>
          </a:xfrm>
          <a:custGeom>
            <a:avLst/>
            <a:gdLst/>
            <a:ahLst/>
            <a:cxnLst/>
            <a:rect l="l" t="t" r="r" b="b"/>
            <a:pathLst>
              <a:path w="7178675" h="866139">
                <a:moveTo>
                  <a:pt x="7026234" y="0"/>
                </a:moveTo>
                <a:lnTo>
                  <a:pt x="152181" y="0"/>
                </a:lnTo>
                <a:lnTo>
                  <a:pt x="121744" y="3049"/>
                </a:lnTo>
                <a:lnTo>
                  <a:pt x="79134" y="18296"/>
                </a:lnTo>
                <a:lnTo>
                  <a:pt x="44132" y="45741"/>
                </a:lnTo>
                <a:lnTo>
                  <a:pt x="18261" y="80810"/>
                </a:lnTo>
                <a:lnTo>
                  <a:pt x="3042" y="123501"/>
                </a:lnTo>
                <a:lnTo>
                  <a:pt x="0" y="152471"/>
                </a:lnTo>
                <a:lnTo>
                  <a:pt x="0" y="713562"/>
                </a:lnTo>
                <a:lnTo>
                  <a:pt x="7608" y="759303"/>
                </a:lnTo>
                <a:lnTo>
                  <a:pt x="25871" y="798945"/>
                </a:lnTo>
                <a:lnTo>
                  <a:pt x="56306" y="830964"/>
                </a:lnTo>
                <a:lnTo>
                  <a:pt x="94352" y="853834"/>
                </a:lnTo>
                <a:lnTo>
                  <a:pt x="136963" y="864508"/>
                </a:lnTo>
                <a:lnTo>
                  <a:pt x="152181" y="866033"/>
                </a:lnTo>
                <a:lnTo>
                  <a:pt x="7026234" y="866033"/>
                </a:lnTo>
                <a:lnTo>
                  <a:pt x="7071888" y="858409"/>
                </a:lnTo>
                <a:lnTo>
                  <a:pt x="7109022" y="840112"/>
                </a:lnTo>
                <a:lnTo>
                  <a:pt x="152181" y="840112"/>
                </a:lnTo>
                <a:lnTo>
                  <a:pt x="138485" y="838588"/>
                </a:lnTo>
                <a:lnTo>
                  <a:pt x="91309" y="824866"/>
                </a:lnTo>
                <a:lnTo>
                  <a:pt x="80656" y="817242"/>
                </a:lnTo>
                <a:lnTo>
                  <a:pt x="71525" y="811143"/>
                </a:lnTo>
                <a:lnTo>
                  <a:pt x="35001" y="762353"/>
                </a:lnTo>
                <a:lnTo>
                  <a:pt x="25871" y="725760"/>
                </a:lnTo>
                <a:lnTo>
                  <a:pt x="25871" y="138748"/>
                </a:lnTo>
                <a:lnTo>
                  <a:pt x="47176" y="80810"/>
                </a:lnTo>
                <a:lnTo>
                  <a:pt x="82177" y="47265"/>
                </a:lnTo>
                <a:lnTo>
                  <a:pt x="127833" y="27444"/>
                </a:lnTo>
                <a:lnTo>
                  <a:pt x="140007" y="25920"/>
                </a:lnTo>
                <a:lnTo>
                  <a:pt x="7109933" y="25920"/>
                </a:lnTo>
                <a:lnTo>
                  <a:pt x="7097759" y="18296"/>
                </a:lnTo>
                <a:lnTo>
                  <a:pt x="7084063" y="12198"/>
                </a:lnTo>
                <a:lnTo>
                  <a:pt x="7070366" y="7623"/>
                </a:lnTo>
                <a:lnTo>
                  <a:pt x="7055148" y="3049"/>
                </a:lnTo>
                <a:lnTo>
                  <a:pt x="7041452" y="1525"/>
                </a:lnTo>
                <a:lnTo>
                  <a:pt x="7026234" y="0"/>
                </a:lnTo>
                <a:close/>
              </a:path>
              <a:path w="7178675" h="866139">
                <a:moveTo>
                  <a:pt x="7109933" y="25920"/>
                </a:moveTo>
                <a:lnTo>
                  <a:pt x="7039930" y="25920"/>
                </a:lnTo>
                <a:lnTo>
                  <a:pt x="7076453" y="35068"/>
                </a:lnTo>
                <a:lnTo>
                  <a:pt x="7097759" y="47265"/>
                </a:lnTo>
                <a:lnTo>
                  <a:pt x="7131239" y="82334"/>
                </a:lnTo>
                <a:lnTo>
                  <a:pt x="7151023" y="128075"/>
                </a:lnTo>
                <a:lnTo>
                  <a:pt x="7152544" y="140272"/>
                </a:lnTo>
                <a:lnTo>
                  <a:pt x="7152544" y="725760"/>
                </a:lnTo>
                <a:lnTo>
                  <a:pt x="7149501" y="739482"/>
                </a:lnTo>
                <a:lnTo>
                  <a:pt x="7146457" y="751679"/>
                </a:lnTo>
                <a:lnTo>
                  <a:pt x="7141891" y="762353"/>
                </a:lnTo>
                <a:lnTo>
                  <a:pt x="7137327" y="774550"/>
                </a:lnTo>
                <a:lnTo>
                  <a:pt x="7096238" y="818767"/>
                </a:lnTo>
                <a:lnTo>
                  <a:pt x="7038408" y="840112"/>
                </a:lnTo>
                <a:lnTo>
                  <a:pt x="7109022" y="840112"/>
                </a:lnTo>
                <a:lnTo>
                  <a:pt x="7143414" y="809618"/>
                </a:lnTo>
                <a:lnTo>
                  <a:pt x="7166241" y="771500"/>
                </a:lnTo>
                <a:lnTo>
                  <a:pt x="7178415" y="712038"/>
                </a:lnTo>
                <a:lnTo>
                  <a:pt x="7178415" y="152471"/>
                </a:lnTo>
                <a:lnTo>
                  <a:pt x="7170807" y="106729"/>
                </a:lnTo>
                <a:lnTo>
                  <a:pt x="7151023" y="67087"/>
                </a:lnTo>
                <a:lnTo>
                  <a:pt x="7143414" y="54889"/>
                </a:lnTo>
                <a:lnTo>
                  <a:pt x="7132761" y="44216"/>
                </a:lnTo>
                <a:lnTo>
                  <a:pt x="7122109" y="35068"/>
                </a:lnTo>
                <a:lnTo>
                  <a:pt x="7109933" y="25920"/>
                </a:lnTo>
                <a:close/>
              </a:path>
            </a:pathLst>
          </a:custGeom>
          <a:solidFill>
            <a:srgbClr val="FFFFFF"/>
          </a:solidFill>
        </p:spPr>
        <p:txBody>
          <a:bodyPr wrap="square" lIns="0" tIns="0" rIns="0" bIns="0" rtlCol="0"/>
          <a:lstStyle/>
          <a:p>
            <a:endParaRPr/>
          </a:p>
        </p:txBody>
      </p:sp>
      <p:sp>
        <p:nvSpPr>
          <p:cNvPr id="9" name="object 9"/>
          <p:cNvSpPr/>
          <p:nvPr/>
        </p:nvSpPr>
        <p:spPr>
          <a:xfrm>
            <a:off x="1597908" y="4890705"/>
            <a:ext cx="7152640" cy="840740"/>
          </a:xfrm>
          <a:custGeom>
            <a:avLst/>
            <a:gdLst/>
            <a:ahLst/>
            <a:cxnLst/>
            <a:rect l="l" t="t" r="r" b="b"/>
            <a:pathLst>
              <a:path w="7152640" h="840739">
                <a:moveTo>
                  <a:pt x="7014060" y="0"/>
                </a:moveTo>
                <a:lnTo>
                  <a:pt x="140007" y="0"/>
                </a:lnTo>
                <a:lnTo>
                  <a:pt x="96227" y="7269"/>
                </a:lnTo>
                <a:lnTo>
                  <a:pt x="57853" y="27420"/>
                </a:lnTo>
                <a:lnTo>
                  <a:pt x="27368" y="57963"/>
                </a:lnTo>
                <a:lnTo>
                  <a:pt x="7256" y="96411"/>
                </a:lnTo>
                <a:lnTo>
                  <a:pt x="0" y="140274"/>
                </a:lnTo>
                <a:lnTo>
                  <a:pt x="0" y="699841"/>
                </a:lnTo>
                <a:lnTo>
                  <a:pt x="7256" y="744289"/>
                </a:lnTo>
                <a:lnTo>
                  <a:pt x="27368" y="782809"/>
                </a:lnTo>
                <a:lnTo>
                  <a:pt x="57853" y="813132"/>
                </a:lnTo>
                <a:lnTo>
                  <a:pt x="96227" y="832990"/>
                </a:lnTo>
                <a:lnTo>
                  <a:pt x="140007" y="840113"/>
                </a:lnTo>
                <a:lnTo>
                  <a:pt x="7014060" y="840113"/>
                </a:lnTo>
                <a:lnTo>
                  <a:pt x="7057681" y="832990"/>
                </a:lnTo>
                <a:lnTo>
                  <a:pt x="7095678" y="813132"/>
                </a:lnTo>
                <a:lnTo>
                  <a:pt x="7125713" y="782809"/>
                </a:lnTo>
                <a:lnTo>
                  <a:pt x="7145448" y="744289"/>
                </a:lnTo>
                <a:lnTo>
                  <a:pt x="7152546" y="699841"/>
                </a:lnTo>
                <a:lnTo>
                  <a:pt x="7152546" y="140274"/>
                </a:lnTo>
                <a:lnTo>
                  <a:pt x="7145448" y="96411"/>
                </a:lnTo>
                <a:lnTo>
                  <a:pt x="7125713" y="57963"/>
                </a:lnTo>
                <a:lnTo>
                  <a:pt x="7095678" y="27420"/>
                </a:lnTo>
                <a:lnTo>
                  <a:pt x="7057681" y="7269"/>
                </a:lnTo>
                <a:lnTo>
                  <a:pt x="7014060" y="0"/>
                </a:lnTo>
                <a:close/>
              </a:path>
            </a:pathLst>
          </a:custGeom>
          <a:solidFill>
            <a:srgbClr val="4F80BC"/>
          </a:solidFill>
        </p:spPr>
        <p:txBody>
          <a:bodyPr wrap="square" lIns="0" tIns="0" rIns="0" bIns="0" rtlCol="0"/>
          <a:lstStyle/>
          <a:p>
            <a:endParaRPr/>
          </a:p>
        </p:txBody>
      </p:sp>
      <p:sp>
        <p:nvSpPr>
          <p:cNvPr id="10" name="object 10"/>
          <p:cNvSpPr/>
          <p:nvPr/>
        </p:nvSpPr>
        <p:spPr>
          <a:xfrm>
            <a:off x="1585734" y="4878508"/>
            <a:ext cx="7178675" cy="866140"/>
          </a:xfrm>
          <a:custGeom>
            <a:avLst/>
            <a:gdLst/>
            <a:ahLst/>
            <a:cxnLst/>
            <a:rect l="l" t="t" r="r" b="b"/>
            <a:pathLst>
              <a:path w="7178675" h="866139">
                <a:moveTo>
                  <a:pt x="7026234" y="0"/>
                </a:moveTo>
                <a:lnTo>
                  <a:pt x="152181" y="0"/>
                </a:lnTo>
                <a:lnTo>
                  <a:pt x="121744" y="3049"/>
                </a:lnTo>
                <a:lnTo>
                  <a:pt x="79134" y="18296"/>
                </a:lnTo>
                <a:lnTo>
                  <a:pt x="44132" y="45741"/>
                </a:lnTo>
                <a:lnTo>
                  <a:pt x="18261" y="80808"/>
                </a:lnTo>
                <a:lnTo>
                  <a:pt x="3042" y="123501"/>
                </a:lnTo>
                <a:lnTo>
                  <a:pt x="0" y="152471"/>
                </a:lnTo>
                <a:lnTo>
                  <a:pt x="0" y="713562"/>
                </a:lnTo>
                <a:lnTo>
                  <a:pt x="7608" y="759303"/>
                </a:lnTo>
                <a:lnTo>
                  <a:pt x="25871" y="798945"/>
                </a:lnTo>
                <a:lnTo>
                  <a:pt x="56306" y="830964"/>
                </a:lnTo>
                <a:lnTo>
                  <a:pt x="94352" y="853834"/>
                </a:lnTo>
                <a:lnTo>
                  <a:pt x="136963" y="864508"/>
                </a:lnTo>
                <a:lnTo>
                  <a:pt x="152181" y="866033"/>
                </a:lnTo>
                <a:lnTo>
                  <a:pt x="7026234" y="866033"/>
                </a:lnTo>
                <a:lnTo>
                  <a:pt x="7071888" y="858409"/>
                </a:lnTo>
                <a:lnTo>
                  <a:pt x="7109022" y="840112"/>
                </a:lnTo>
                <a:lnTo>
                  <a:pt x="152181" y="840112"/>
                </a:lnTo>
                <a:lnTo>
                  <a:pt x="138485" y="838588"/>
                </a:lnTo>
                <a:lnTo>
                  <a:pt x="91309" y="824866"/>
                </a:lnTo>
                <a:lnTo>
                  <a:pt x="80656" y="817242"/>
                </a:lnTo>
                <a:lnTo>
                  <a:pt x="71525" y="811143"/>
                </a:lnTo>
                <a:lnTo>
                  <a:pt x="35001" y="762353"/>
                </a:lnTo>
                <a:lnTo>
                  <a:pt x="25871" y="725760"/>
                </a:lnTo>
                <a:lnTo>
                  <a:pt x="25871" y="138748"/>
                </a:lnTo>
                <a:lnTo>
                  <a:pt x="47176" y="80808"/>
                </a:lnTo>
                <a:lnTo>
                  <a:pt x="82177" y="47265"/>
                </a:lnTo>
                <a:lnTo>
                  <a:pt x="127833" y="27444"/>
                </a:lnTo>
                <a:lnTo>
                  <a:pt x="140007" y="25919"/>
                </a:lnTo>
                <a:lnTo>
                  <a:pt x="7109933" y="25919"/>
                </a:lnTo>
                <a:lnTo>
                  <a:pt x="7097759" y="18296"/>
                </a:lnTo>
                <a:lnTo>
                  <a:pt x="7084063" y="12197"/>
                </a:lnTo>
                <a:lnTo>
                  <a:pt x="7070366" y="7623"/>
                </a:lnTo>
                <a:lnTo>
                  <a:pt x="7055148" y="3049"/>
                </a:lnTo>
                <a:lnTo>
                  <a:pt x="7041452" y="1525"/>
                </a:lnTo>
                <a:lnTo>
                  <a:pt x="7026234" y="0"/>
                </a:lnTo>
                <a:close/>
              </a:path>
              <a:path w="7178675" h="866139">
                <a:moveTo>
                  <a:pt x="7109933" y="25919"/>
                </a:moveTo>
                <a:lnTo>
                  <a:pt x="7039930" y="25919"/>
                </a:lnTo>
                <a:lnTo>
                  <a:pt x="7076453" y="35068"/>
                </a:lnTo>
                <a:lnTo>
                  <a:pt x="7097759" y="47265"/>
                </a:lnTo>
                <a:lnTo>
                  <a:pt x="7131239" y="82334"/>
                </a:lnTo>
                <a:lnTo>
                  <a:pt x="7151023" y="128075"/>
                </a:lnTo>
                <a:lnTo>
                  <a:pt x="7152544" y="140272"/>
                </a:lnTo>
                <a:lnTo>
                  <a:pt x="7152544" y="725760"/>
                </a:lnTo>
                <a:lnTo>
                  <a:pt x="7149501" y="739482"/>
                </a:lnTo>
                <a:lnTo>
                  <a:pt x="7146457" y="751679"/>
                </a:lnTo>
                <a:lnTo>
                  <a:pt x="7141891" y="762353"/>
                </a:lnTo>
                <a:lnTo>
                  <a:pt x="7137327" y="774550"/>
                </a:lnTo>
                <a:lnTo>
                  <a:pt x="7106890" y="811143"/>
                </a:lnTo>
                <a:lnTo>
                  <a:pt x="7038408" y="840112"/>
                </a:lnTo>
                <a:lnTo>
                  <a:pt x="7109022" y="840112"/>
                </a:lnTo>
                <a:lnTo>
                  <a:pt x="7143414" y="809618"/>
                </a:lnTo>
                <a:lnTo>
                  <a:pt x="7166241" y="771500"/>
                </a:lnTo>
                <a:lnTo>
                  <a:pt x="7178415" y="712038"/>
                </a:lnTo>
                <a:lnTo>
                  <a:pt x="7178415" y="152471"/>
                </a:lnTo>
                <a:lnTo>
                  <a:pt x="7170807" y="106729"/>
                </a:lnTo>
                <a:lnTo>
                  <a:pt x="7151023" y="67086"/>
                </a:lnTo>
                <a:lnTo>
                  <a:pt x="7143414" y="54889"/>
                </a:lnTo>
                <a:lnTo>
                  <a:pt x="7132761" y="44216"/>
                </a:lnTo>
                <a:lnTo>
                  <a:pt x="7122109" y="35068"/>
                </a:lnTo>
                <a:lnTo>
                  <a:pt x="7109933" y="25919"/>
                </a:lnTo>
                <a:close/>
              </a:path>
            </a:pathLst>
          </a:custGeom>
          <a:solidFill>
            <a:srgbClr val="FFFFFF"/>
          </a:solidFill>
        </p:spPr>
        <p:txBody>
          <a:bodyPr wrap="square" lIns="0" tIns="0" rIns="0" bIns="0" rtlCol="0"/>
          <a:lstStyle/>
          <a:p>
            <a:endParaRPr/>
          </a:p>
        </p:txBody>
      </p:sp>
      <p:sp>
        <p:nvSpPr>
          <p:cNvPr id="11" name="object 11"/>
          <p:cNvSpPr txBox="1"/>
          <p:nvPr/>
        </p:nvSpPr>
        <p:spPr>
          <a:xfrm>
            <a:off x="1949383" y="2155145"/>
            <a:ext cx="6451600" cy="3382010"/>
          </a:xfrm>
          <a:prstGeom prst="rect">
            <a:avLst/>
          </a:prstGeom>
        </p:spPr>
        <p:txBody>
          <a:bodyPr vert="horz" wrap="square" lIns="0" tIns="13335" rIns="0" bIns="0" rtlCol="0">
            <a:spAutoFit/>
          </a:bodyPr>
          <a:lstStyle/>
          <a:p>
            <a:pPr algn="ctr">
              <a:lnSpc>
                <a:spcPct val="100000"/>
              </a:lnSpc>
              <a:spcBef>
                <a:spcPts val="105"/>
              </a:spcBef>
            </a:pPr>
            <a:r>
              <a:rPr sz="3500" spc="-5" dirty="0">
                <a:solidFill>
                  <a:srgbClr val="FFFFFF"/>
                </a:solidFill>
                <a:latin typeface="Calibri"/>
                <a:cs typeface="Calibri"/>
              </a:rPr>
              <a:t>Sử dụng tiêu đề </a:t>
            </a:r>
            <a:r>
              <a:rPr sz="3500" spc="-15" dirty="0">
                <a:solidFill>
                  <a:srgbClr val="FFFFFF"/>
                </a:solidFill>
                <a:latin typeface="Calibri"/>
                <a:cs typeface="Calibri"/>
              </a:rPr>
              <a:t>có </a:t>
            </a:r>
            <a:r>
              <a:rPr sz="3500" dirty="0">
                <a:solidFill>
                  <a:srgbClr val="FFFFFF"/>
                </a:solidFill>
                <a:latin typeface="Calibri"/>
                <a:cs typeface="Calibri"/>
              </a:rPr>
              <a:t>ý</a:t>
            </a:r>
            <a:r>
              <a:rPr sz="3500" spc="-40" dirty="0">
                <a:solidFill>
                  <a:srgbClr val="FFFFFF"/>
                </a:solidFill>
                <a:latin typeface="Calibri"/>
                <a:cs typeface="Calibri"/>
              </a:rPr>
              <a:t> </a:t>
            </a:r>
            <a:r>
              <a:rPr sz="3500" spc="-5" dirty="0">
                <a:solidFill>
                  <a:srgbClr val="FFFFFF"/>
                </a:solidFill>
                <a:latin typeface="Calibri"/>
                <a:cs typeface="Calibri"/>
              </a:rPr>
              <a:t>nghĩa</a:t>
            </a:r>
            <a:endParaRPr sz="3500">
              <a:latin typeface="Calibri"/>
              <a:cs typeface="Calibri"/>
            </a:endParaRPr>
          </a:p>
          <a:p>
            <a:pPr marL="12700" marR="5080" algn="ctr">
              <a:lnSpc>
                <a:spcPts val="7409"/>
              </a:lnSpc>
              <a:spcBef>
                <a:spcPts val="780"/>
              </a:spcBef>
            </a:pPr>
            <a:r>
              <a:rPr sz="3500" spc="-5" dirty="0">
                <a:solidFill>
                  <a:srgbClr val="FFFFFF"/>
                </a:solidFill>
                <a:latin typeface="Calibri"/>
                <a:cs typeface="Calibri"/>
              </a:rPr>
              <a:t>Đưa </a:t>
            </a:r>
            <a:r>
              <a:rPr sz="3500" spc="-20" dirty="0">
                <a:solidFill>
                  <a:srgbClr val="FFFFFF"/>
                </a:solidFill>
                <a:latin typeface="Calibri"/>
                <a:cs typeface="Calibri"/>
              </a:rPr>
              <a:t>vào </a:t>
            </a:r>
            <a:r>
              <a:rPr sz="3500" spc="-5" dirty="0">
                <a:solidFill>
                  <a:srgbClr val="FFFFFF"/>
                </a:solidFill>
                <a:latin typeface="Calibri"/>
                <a:cs typeface="Calibri"/>
              </a:rPr>
              <a:t>những thông tin </a:t>
            </a:r>
            <a:r>
              <a:rPr sz="3500" spc="-15" dirty="0">
                <a:solidFill>
                  <a:srgbClr val="FFFFFF"/>
                </a:solidFill>
                <a:latin typeface="Calibri"/>
                <a:cs typeface="Calibri"/>
              </a:rPr>
              <a:t>có </a:t>
            </a:r>
            <a:r>
              <a:rPr sz="3500" dirty="0">
                <a:solidFill>
                  <a:srgbClr val="FFFFFF"/>
                </a:solidFill>
                <a:latin typeface="Calibri"/>
                <a:cs typeface="Calibri"/>
              </a:rPr>
              <a:t>ý</a:t>
            </a:r>
            <a:r>
              <a:rPr sz="3500" spc="-60" dirty="0">
                <a:solidFill>
                  <a:srgbClr val="FFFFFF"/>
                </a:solidFill>
                <a:latin typeface="Calibri"/>
                <a:cs typeface="Calibri"/>
              </a:rPr>
              <a:t> </a:t>
            </a:r>
            <a:r>
              <a:rPr sz="3500" spc="-5" dirty="0">
                <a:solidFill>
                  <a:srgbClr val="FFFFFF"/>
                </a:solidFill>
                <a:latin typeface="Calibri"/>
                <a:cs typeface="Calibri"/>
              </a:rPr>
              <a:t>nghĩa  Bố cục </a:t>
            </a:r>
            <a:r>
              <a:rPr sz="3500" spc="-10" dirty="0">
                <a:solidFill>
                  <a:srgbClr val="FFFFFF"/>
                </a:solidFill>
                <a:latin typeface="Calibri"/>
                <a:cs typeface="Calibri"/>
              </a:rPr>
              <a:t>cân</a:t>
            </a:r>
            <a:r>
              <a:rPr sz="3500" spc="-40" dirty="0">
                <a:solidFill>
                  <a:srgbClr val="FFFFFF"/>
                </a:solidFill>
                <a:latin typeface="Calibri"/>
                <a:cs typeface="Calibri"/>
              </a:rPr>
              <a:t> </a:t>
            </a:r>
            <a:r>
              <a:rPr sz="3500" spc="-5" dirty="0">
                <a:solidFill>
                  <a:srgbClr val="FFFFFF"/>
                </a:solidFill>
                <a:latin typeface="Calibri"/>
                <a:cs typeface="Calibri"/>
              </a:rPr>
              <a:t>đối</a:t>
            </a:r>
            <a:endParaRPr sz="3500">
              <a:latin typeface="Calibri"/>
              <a:cs typeface="Calibri"/>
            </a:endParaRPr>
          </a:p>
          <a:p>
            <a:pPr marL="1905" algn="ctr">
              <a:lnSpc>
                <a:spcPct val="100000"/>
              </a:lnSpc>
              <a:spcBef>
                <a:spcPts val="2420"/>
              </a:spcBef>
            </a:pPr>
            <a:r>
              <a:rPr sz="3500" dirty="0">
                <a:solidFill>
                  <a:srgbClr val="FFFFFF"/>
                </a:solidFill>
                <a:latin typeface="Calibri"/>
                <a:cs typeface="Calibri"/>
              </a:rPr>
              <a:t>Hệ </a:t>
            </a:r>
            <a:r>
              <a:rPr sz="3500" spc="-5" dirty="0">
                <a:solidFill>
                  <a:srgbClr val="FFFFFF"/>
                </a:solidFill>
                <a:latin typeface="Calibri"/>
                <a:cs typeface="Calibri"/>
              </a:rPr>
              <a:t>thống điều hướng tiện</a:t>
            </a:r>
            <a:r>
              <a:rPr sz="3500" spc="-70" dirty="0">
                <a:solidFill>
                  <a:srgbClr val="FFFFFF"/>
                </a:solidFill>
                <a:latin typeface="Calibri"/>
                <a:cs typeface="Calibri"/>
              </a:rPr>
              <a:t> </a:t>
            </a:r>
            <a:r>
              <a:rPr sz="3500" spc="-5" dirty="0">
                <a:solidFill>
                  <a:srgbClr val="FFFFFF"/>
                </a:solidFill>
                <a:latin typeface="Calibri"/>
                <a:cs typeface="Calibri"/>
              </a:rPr>
              <a:t>dụng</a:t>
            </a:r>
            <a:endParaRPr sz="3500">
              <a:latin typeface="Calibri"/>
              <a:cs typeface="Calibri"/>
            </a:endParaRPr>
          </a:p>
        </p:txBody>
      </p:sp>
      <p:sp>
        <p:nvSpPr>
          <p:cNvPr id="12" name="object 12"/>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3" name="object 13"/>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4" name="object 14"/>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9</a:t>
            </a:fld>
            <a:endParaRPr spc="-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182809" y="835971"/>
            <a:ext cx="4867910" cy="452120"/>
          </a:xfrm>
          <a:prstGeom prst="rect">
            <a:avLst/>
          </a:prstGeom>
        </p:spPr>
        <p:txBody>
          <a:bodyPr vert="horz" wrap="square" lIns="0" tIns="12065" rIns="0" bIns="0" rtlCol="0">
            <a:spAutoFit/>
          </a:bodyPr>
          <a:lstStyle/>
          <a:p>
            <a:pPr marL="12700">
              <a:lnSpc>
                <a:spcPct val="100000"/>
              </a:lnSpc>
              <a:spcBef>
                <a:spcPts val="95"/>
              </a:spcBef>
            </a:pPr>
            <a:r>
              <a:rPr spc="-5" dirty="0"/>
              <a:t>So </a:t>
            </a:r>
            <a:r>
              <a:rPr spc="-10" dirty="0"/>
              <a:t>sánh hai cách </a:t>
            </a:r>
            <a:r>
              <a:rPr spc="-5" dirty="0"/>
              <a:t>định</a:t>
            </a:r>
            <a:r>
              <a:rPr spc="-10" dirty="0"/>
              <a:t> dạng</a:t>
            </a:r>
          </a:p>
        </p:txBody>
      </p:sp>
      <p:sp>
        <p:nvSpPr>
          <p:cNvPr id="3" name="object 3"/>
          <p:cNvSpPr/>
          <p:nvPr/>
        </p:nvSpPr>
        <p:spPr>
          <a:xfrm>
            <a:off x="1075925" y="1726109"/>
            <a:ext cx="7773436" cy="502259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10</a:t>
            </a:fld>
            <a:endParaRPr spc="-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597341"/>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12877" y="2002081"/>
            <a:ext cx="144382" cy="155935"/>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091143" y="2436268"/>
            <a:ext cx="121745" cy="128964"/>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512877" y="2841963"/>
            <a:ext cx="144382" cy="154780"/>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1512877" y="3244716"/>
            <a:ext cx="144382" cy="155935"/>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1512877" y="3648762"/>
            <a:ext cx="144382" cy="15593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091143" y="4082950"/>
            <a:ext cx="121745" cy="12896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1512877" y="4488645"/>
            <a:ext cx="144382" cy="154780"/>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1512877" y="4891398"/>
            <a:ext cx="144382" cy="155935"/>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1512877" y="5295446"/>
            <a:ext cx="144382" cy="155935"/>
          </a:xfrm>
          <a:prstGeom prst="rect">
            <a:avLst/>
          </a:prstGeom>
          <a:blipFill>
            <a:blip r:embed="rId3" cstate="print"/>
            <a:stretch>
              <a:fillRect/>
            </a:stretch>
          </a:blipFill>
        </p:spPr>
        <p:txBody>
          <a:bodyPr wrap="square" lIns="0" tIns="0" rIns="0" bIns="0" rtlCol="0"/>
          <a:lstStyle/>
          <a:p>
            <a:endParaRPr/>
          </a:p>
        </p:txBody>
      </p:sp>
      <p:sp>
        <p:nvSpPr>
          <p:cNvPr id="12" name="object 12"/>
          <p:cNvSpPr txBox="1"/>
          <p:nvPr/>
        </p:nvSpPr>
        <p:spPr>
          <a:xfrm>
            <a:off x="1335488" y="1384623"/>
            <a:ext cx="7341870" cy="4160520"/>
          </a:xfrm>
          <a:prstGeom prst="rect">
            <a:avLst/>
          </a:prstGeom>
        </p:spPr>
        <p:txBody>
          <a:bodyPr vert="horz" wrap="square" lIns="0" tIns="85725" rIns="0" bIns="0" rtlCol="0">
            <a:spAutoFit/>
          </a:bodyPr>
          <a:lstStyle/>
          <a:p>
            <a:pPr marL="12700">
              <a:lnSpc>
                <a:spcPct val="100000"/>
              </a:lnSpc>
              <a:spcBef>
                <a:spcPts val="675"/>
              </a:spcBef>
            </a:pPr>
            <a:r>
              <a:rPr sz="2400" spc="-5" dirty="0">
                <a:solidFill>
                  <a:srgbClr val="953634"/>
                </a:solidFill>
                <a:latin typeface="Tahoma"/>
                <a:cs typeface="Tahoma"/>
              </a:rPr>
              <a:t>Mục</a:t>
            </a:r>
            <a:r>
              <a:rPr sz="2400" spc="-10" dirty="0">
                <a:solidFill>
                  <a:srgbClr val="953634"/>
                </a:solidFill>
                <a:latin typeface="Tahoma"/>
                <a:cs typeface="Tahoma"/>
              </a:rPr>
              <a:t> </a:t>
            </a:r>
            <a:r>
              <a:rPr sz="2400" spc="-5" dirty="0">
                <a:solidFill>
                  <a:srgbClr val="953634"/>
                </a:solidFill>
                <a:latin typeface="Tahoma"/>
                <a:cs typeface="Tahoma"/>
              </a:rPr>
              <a:t>đích</a:t>
            </a:r>
            <a:endParaRPr sz="2400">
              <a:latin typeface="Tahoma"/>
              <a:cs typeface="Tahoma"/>
            </a:endParaRPr>
          </a:p>
          <a:p>
            <a:pPr marL="412750">
              <a:lnSpc>
                <a:spcPct val="100000"/>
              </a:lnSpc>
              <a:spcBef>
                <a:spcPts val="525"/>
              </a:spcBef>
            </a:pPr>
            <a:r>
              <a:rPr sz="2200" spc="-5" dirty="0">
                <a:latin typeface="Tahoma"/>
                <a:cs typeface="Tahoma"/>
              </a:rPr>
              <a:t>Hướng </a:t>
            </a:r>
            <a:r>
              <a:rPr sz="2200" spc="-10" dirty="0">
                <a:latin typeface="Tahoma"/>
                <a:cs typeface="Tahoma"/>
              </a:rPr>
              <a:t>người </a:t>
            </a:r>
            <a:r>
              <a:rPr sz="2200" spc="-5" dirty="0">
                <a:latin typeface="Tahoma"/>
                <a:cs typeface="Tahoma"/>
              </a:rPr>
              <a:t>sử </a:t>
            </a:r>
            <a:r>
              <a:rPr sz="2200" spc="-10" dirty="0">
                <a:latin typeface="Tahoma"/>
                <a:cs typeface="Tahoma"/>
              </a:rPr>
              <a:t>dụng </a:t>
            </a:r>
            <a:r>
              <a:rPr sz="2200" spc="-5" dirty="0">
                <a:latin typeface="Tahoma"/>
                <a:cs typeface="Tahoma"/>
              </a:rPr>
              <a:t>đến </a:t>
            </a:r>
            <a:r>
              <a:rPr sz="2200" spc="-10" dirty="0">
                <a:latin typeface="Tahoma"/>
                <a:cs typeface="Tahoma"/>
              </a:rPr>
              <a:t>thông </a:t>
            </a:r>
            <a:r>
              <a:rPr sz="2200" spc="-5" dirty="0">
                <a:latin typeface="Tahoma"/>
                <a:cs typeface="Tahoma"/>
              </a:rPr>
              <a:t>tin </a:t>
            </a:r>
            <a:r>
              <a:rPr sz="2200" spc="-10" dirty="0">
                <a:latin typeface="Tahoma"/>
                <a:cs typeface="Tahoma"/>
              </a:rPr>
              <a:t>mong</a:t>
            </a:r>
            <a:r>
              <a:rPr sz="2200" spc="60" dirty="0">
                <a:latin typeface="Tahoma"/>
                <a:cs typeface="Tahoma"/>
              </a:rPr>
              <a:t> </a:t>
            </a:r>
            <a:r>
              <a:rPr sz="2200" spc="-10" dirty="0">
                <a:latin typeface="Tahoma"/>
                <a:cs typeface="Tahoma"/>
              </a:rPr>
              <a:t>muốn</a:t>
            </a:r>
            <a:endParaRPr sz="2200">
              <a:latin typeface="Tahoma"/>
              <a:cs typeface="Tahoma"/>
            </a:endParaRPr>
          </a:p>
          <a:p>
            <a:pPr marL="412750" marR="1566545" indent="-400685">
              <a:lnSpc>
                <a:spcPct val="119200"/>
              </a:lnSpc>
              <a:spcBef>
                <a:spcPts val="30"/>
              </a:spcBef>
            </a:pPr>
            <a:r>
              <a:rPr sz="2400" spc="-5" dirty="0">
                <a:solidFill>
                  <a:srgbClr val="953634"/>
                </a:solidFill>
                <a:latin typeface="Tahoma"/>
                <a:cs typeface="Tahoma"/>
              </a:rPr>
              <a:t>Thông tin thường được làm nổi bật khi  </a:t>
            </a:r>
            <a:r>
              <a:rPr sz="2200" spc="-10" dirty="0">
                <a:latin typeface="Tahoma"/>
                <a:cs typeface="Tahoma"/>
              </a:rPr>
              <a:t>Thông báo lỗi cho người dùng khi nhập </a:t>
            </a:r>
            <a:r>
              <a:rPr sz="2200" spc="-5" dirty="0">
                <a:latin typeface="Tahoma"/>
                <a:cs typeface="Tahoma"/>
              </a:rPr>
              <a:t>liệu  </a:t>
            </a:r>
            <a:r>
              <a:rPr sz="2200" spc="-10" dirty="0">
                <a:latin typeface="Tahoma"/>
                <a:cs typeface="Tahoma"/>
              </a:rPr>
              <a:t>Cảnh báo người</a:t>
            </a:r>
            <a:r>
              <a:rPr sz="2200" spc="10" dirty="0">
                <a:latin typeface="Tahoma"/>
                <a:cs typeface="Tahoma"/>
              </a:rPr>
              <a:t> </a:t>
            </a:r>
            <a:r>
              <a:rPr sz="2200" spc="-10" dirty="0">
                <a:latin typeface="Tahoma"/>
                <a:cs typeface="Tahoma"/>
              </a:rPr>
              <a:t>dùng</a:t>
            </a:r>
            <a:endParaRPr sz="2200">
              <a:latin typeface="Tahoma"/>
              <a:cs typeface="Tahoma"/>
            </a:endParaRPr>
          </a:p>
          <a:p>
            <a:pPr marL="412750">
              <a:lnSpc>
                <a:spcPct val="100000"/>
              </a:lnSpc>
              <a:spcBef>
                <a:spcPts val="530"/>
              </a:spcBef>
            </a:pPr>
            <a:r>
              <a:rPr sz="2200" spc="-5" dirty="0">
                <a:latin typeface="Tahoma"/>
                <a:cs typeface="Tahoma"/>
              </a:rPr>
              <a:t>Hướng sự </a:t>
            </a:r>
            <a:r>
              <a:rPr sz="2200" spc="-10" dirty="0">
                <a:latin typeface="Tahoma"/>
                <a:cs typeface="Tahoma"/>
              </a:rPr>
              <a:t>chú </a:t>
            </a:r>
            <a:r>
              <a:rPr sz="2200" spc="-5" dirty="0">
                <a:latin typeface="Tahoma"/>
                <a:cs typeface="Tahoma"/>
              </a:rPr>
              <a:t>ý đến </a:t>
            </a:r>
            <a:r>
              <a:rPr sz="2200" spc="-10" dirty="0">
                <a:latin typeface="Tahoma"/>
                <a:cs typeface="Tahoma"/>
              </a:rPr>
              <a:t>các </a:t>
            </a:r>
            <a:r>
              <a:rPr sz="2200" spc="-5" dirty="0">
                <a:latin typeface="Tahoma"/>
                <a:cs typeface="Tahoma"/>
              </a:rPr>
              <a:t>từ </a:t>
            </a:r>
            <a:r>
              <a:rPr sz="2200" spc="-10" dirty="0">
                <a:latin typeface="Tahoma"/>
                <a:cs typeface="Tahoma"/>
              </a:rPr>
              <a:t>khóa, mệnh lệnh, thông</a:t>
            </a:r>
            <a:r>
              <a:rPr sz="2200" spc="100" dirty="0">
                <a:latin typeface="Tahoma"/>
                <a:cs typeface="Tahoma"/>
              </a:rPr>
              <a:t> </a:t>
            </a:r>
            <a:r>
              <a:rPr sz="2200" spc="-10" dirty="0">
                <a:latin typeface="Tahoma"/>
                <a:cs typeface="Tahoma"/>
              </a:rPr>
              <a:t>báo</a:t>
            </a:r>
            <a:endParaRPr sz="2200">
              <a:latin typeface="Tahoma"/>
              <a:cs typeface="Tahoma"/>
            </a:endParaRPr>
          </a:p>
          <a:p>
            <a:pPr marL="12700">
              <a:lnSpc>
                <a:spcPct val="100000"/>
              </a:lnSpc>
              <a:spcBef>
                <a:spcPts val="580"/>
              </a:spcBef>
            </a:pPr>
            <a:r>
              <a:rPr sz="2400" spc="-5" dirty="0">
                <a:solidFill>
                  <a:srgbClr val="953634"/>
                </a:solidFill>
                <a:latin typeface="Tahoma"/>
                <a:cs typeface="Tahoma"/>
              </a:rPr>
              <a:t>Phương pháp làm nổi</a:t>
            </a:r>
            <a:r>
              <a:rPr sz="2400" spc="-65" dirty="0">
                <a:solidFill>
                  <a:srgbClr val="953634"/>
                </a:solidFill>
                <a:latin typeface="Tahoma"/>
                <a:cs typeface="Tahoma"/>
              </a:rPr>
              <a:t> </a:t>
            </a:r>
            <a:r>
              <a:rPr sz="2400" spc="-5" dirty="0">
                <a:solidFill>
                  <a:srgbClr val="953634"/>
                </a:solidFill>
                <a:latin typeface="Tahoma"/>
                <a:cs typeface="Tahoma"/>
              </a:rPr>
              <a:t>bật</a:t>
            </a:r>
            <a:endParaRPr sz="2400">
              <a:latin typeface="Tahoma"/>
              <a:cs typeface="Tahoma"/>
            </a:endParaRPr>
          </a:p>
          <a:p>
            <a:pPr marL="412750" marR="1002030">
              <a:lnSpc>
                <a:spcPts val="3170"/>
              </a:lnSpc>
              <a:spcBef>
                <a:spcPts val="190"/>
              </a:spcBef>
            </a:pPr>
            <a:r>
              <a:rPr sz="2200" spc="-10" dirty="0">
                <a:latin typeface="Tahoma"/>
                <a:cs typeface="Tahoma"/>
              </a:rPr>
              <a:t>Làm nhấp </a:t>
            </a:r>
            <a:r>
              <a:rPr sz="2200" spc="-45" dirty="0">
                <a:latin typeface="Tahoma"/>
                <a:cs typeface="Tahoma"/>
              </a:rPr>
              <a:t>nháy, </a:t>
            </a:r>
            <a:r>
              <a:rPr sz="2200" spc="-5" dirty="0">
                <a:latin typeface="Tahoma"/>
                <a:cs typeface="Tahoma"/>
              </a:rPr>
              <a:t>sử </a:t>
            </a:r>
            <a:r>
              <a:rPr sz="2200" spc="-10" dirty="0">
                <a:latin typeface="Tahoma"/>
                <a:cs typeface="Tahoma"/>
              </a:rPr>
              <a:t>dụng các giai </a:t>
            </a:r>
            <a:r>
              <a:rPr sz="2200" spc="-5" dirty="0">
                <a:latin typeface="Tahoma"/>
                <a:cs typeface="Tahoma"/>
              </a:rPr>
              <a:t>điệu </a:t>
            </a:r>
            <a:r>
              <a:rPr sz="2200" spc="-10" dirty="0">
                <a:latin typeface="Tahoma"/>
                <a:cs typeface="Tahoma"/>
              </a:rPr>
              <a:t>âm thanh  Dùng màu sắc, </a:t>
            </a:r>
            <a:r>
              <a:rPr sz="2200" spc="-5" dirty="0">
                <a:latin typeface="Tahoma"/>
                <a:cs typeface="Tahoma"/>
              </a:rPr>
              <a:t>độ </a:t>
            </a:r>
            <a:r>
              <a:rPr sz="2200" spc="-10" dirty="0">
                <a:latin typeface="Tahoma"/>
                <a:cs typeface="Tahoma"/>
              </a:rPr>
              <a:t>co dãn, kích thước, </a:t>
            </a:r>
            <a:r>
              <a:rPr sz="2200" spc="-15" dirty="0">
                <a:latin typeface="Tahoma"/>
                <a:cs typeface="Tahoma"/>
              </a:rPr>
              <a:t>font</a:t>
            </a:r>
            <a:r>
              <a:rPr sz="2200" spc="105" dirty="0">
                <a:latin typeface="Tahoma"/>
                <a:cs typeface="Tahoma"/>
              </a:rPr>
              <a:t> </a:t>
            </a:r>
            <a:r>
              <a:rPr sz="2200" spc="-10" dirty="0">
                <a:latin typeface="Tahoma"/>
                <a:cs typeface="Tahoma"/>
              </a:rPr>
              <a:t>chữ</a:t>
            </a:r>
            <a:endParaRPr sz="2200">
              <a:latin typeface="Tahoma"/>
              <a:cs typeface="Tahoma"/>
            </a:endParaRPr>
          </a:p>
          <a:p>
            <a:pPr marL="412750">
              <a:lnSpc>
                <a:spcPct val="100000"/>
              </a:lnSpc>
              <a:spcBef>
                <a:spcPts val="335"/>
              </a:spcBef>
            </a:pPr>
            <a:r>
              <a:rPr sz="2200" spc="-5" dirty="0">
                <a:latin typeface="Tahoma"/>
                <a:cs typeface="Tahoma"/>
              </a:rPr>
              <a:t>Đảo </a:t>
            </a:r>
            <a:r>
              <a:rPr sz="2200" spc="-10" dirty="0">
                <a:latin typeface="Tahoma"/>
                <a:cs typeface="Tahoma"/>
              </a:rPr>
              <a:t>ngược hình ảnh, đóng khung, gạch chân, </a:t>
            </a:r>
            <a:r>
              <a:rPr sz="2200" spc="-5" dirty="0">
                <a:latin typeface="Tahoma"/>
                <a:cs typeface="Tahoma"/>
              </a:rPr>
              <a:t>viết</a:t>
            </a:r>
            <a:r>
              <a:rPr sz="2200" spc="95" dirty="0">
                <a:latin typeface="Tahoma"/>
                <a:cs typeface="Tahoma"/>
              </a:rPr>
              <a:t> </a:t>
            </a:r>
            <a:r>
              <a:rPr sz="2200" spc="-10" dirty="0">
                <a:latin typeface="Tahoma"/>
                <a:cs typeface="Tahoma"/>
              </a:rPr>
              <a:t>hoa</a:t>
            </a:r>
            <a:endParaRPr sz="2200">
              <a:latin typeface="Tahoma"/>
              <a:cs typeface="Tahoma"/>
            </a:endParaRPr>
          </a:p>
        </p:txBody>
      </p:sp>
      <p:sp>
        <p:nvSpPr>
          <p:cNvPr id="13" name="object 13"/>
          <p:cNvSpPr txBox="1">
            <a:spLocks noGrp="1"/>
          </p:cNvSpPr>
          <p:nvPr>
            <p:ph type="title" idx="4294967295"/>
          </p:nvPr>
        </p:nvSpPr>
        <p:spPr>
          <a:xfrm>
            <a:off x="5191775" y="835971"/>
            <a:ext cx="3859529" cy="452120"/>
          </a:xfrm>
          <a:prstGeom prst="rect">
            <a:avLst/>
          </a:prstGeom>
        </p:spPr>
        <p:txBody>
          <a:bodyPr vert="horz" wrap="square" lIns="0" tIns="12065" rIns="0" bIns="0" rtlCol="0">
            <a:spAutoFit/>
          </a:bodyPr>
          <a:lstStyle/>
          <a:p>
            <a:pPr marL="12700">
              <a:lnSpc>
                <a:spcPct val="100000"/>
              </a:lnSpc>
              <a:spcBef>
                <a:spcPts val="95"/>
              </a:spcBef>
            </a:pPr>
            <a:r>
              <a:rPr spc="-10" dirty="0"/>
              <a:t>Làm </a:t>
            </a:r>
            <a:r>
              <a:rPr spc="-5" dirty="0"/>
              <a:t>nổi </a:t>
            </a:r>
            <a:r>
              <a:rPr spc="-10" dirty="0"/>
              <a:t>bật </a:t>
            </a:r>
            <a:r>
              <a:rPr spc="-5" dirty="0"/>
              <a:t>thông</a:t>
            </a:r>
            <a:r>
              <a:rPr spc="-50" dirty="0"/>
              <a:t> </a:t>
            </a:r>
            <a:r>
              <a:rPr spc="-5" dirty="0"/>
              <a:t>tin</a:t>
            </a:r>
          </a:p>
        </p:txBody>
      </p:sp>
      <p:sp>
        <p:nvSpPr>
          <p:cNvPr id="14" name="object 14"/>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5" name="object 1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6" name="object 16"/>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11</a:t>
            </a:fld>
            <a:endParaRPr spc="-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758223" y="622512"/>
            <a:ext cx="5293360" cy="878840"/>
          </a:xfrm>
          <a:prstGeom prst="rect">
            <a:avLst/>
          </a:prstGeom>
        </p:spPr>
        <p:txBody>
          <a:bodyPr vert="horz" wrap="square" lIns="0" tIns="12065" rIns="0" bIns="0" rtlCol="0">
            <a:spAutoFit/>
          </a:bodyPr>
          <a:lstStyle/>
          <a:p>
            <a:pPr marL="12700" marR="5080" indent="2611120">
              <a:lnSpc>
                <a:spcPct val="100000"/>
              </a:lnSpc>
              <a:spcBef>
                <a:spcPts val="95"/>
              </a:spcBef>
            </a:pPr>
            <a:r>
              <a:rPr spc="-10" dirty="0"/>
              <a:t>Ví </a:t>
            </a:r>
            <a:r>
              <a:rPr spc="-5" dirty="0"/>
              <a:t>dụ </a:t>
            </a:r>
            <a:r>
              <a:rPr spc="-10" dirty="0"/>
              <a:t>biểu</a:t>
            </a:r>
            <a:r>
              <a:rPr spc="-55" dirty="0"/>
              <a:t> </a:t>
            </a:r>
            <a:r>
              <a:rPr spc="-10" dirty="0"/>
              <a:t>mẫu  </a:t>
            </a:r>
            <a:r>
              <a:rPr spc="-5" dirty="0"/>
              <a:t>đã </a:t>
            </a:r>
            <a:r>
              <a:rPr spc="-10" dirty="0"/>
              <a:t>được làm </a:t>
            </a:r>
            <a:r>
              <a:rPr spc="-5" dirty="0"/>
              <a:t>nổi </a:t>
            </a:r>
            <a:r>
              <a:rPr spc="-10" dirty="0"/>
              <a:t>bật </a:t>
            </a:r>
            <a:r>
              <a:rPr spc="-5" dirty="0"/>
              <a:t>thông</a:t>
            </a:r>
            <a:r>
              <a:rPr spc="-15" dirty="0"/>
              <a:t> </a:t>
            </a:r>
            <a:r>
              <a:rPr spc="-5" dirty="0"/>
              <a:t>tin</a:t>
            </a:r>
          </a:p>
        </p:txBody>
      </p:sp>
      <p:sp>
        <p:nvSpPr>
          <p:cNvPr id="3" name="object 3"/>
          <p:cNvSpPr/>
          <p:nvPr/>
        </p:nvSpPr>
        <p:spPr>
          <a:xfrm>
            <a:off x="1902272" y="1597341"/>
            <a:ext cx="6913619" cy="543252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5" name="object 5"/>
          <p:cNvSpPr txBox="1"/>
          <p:nvPr/>
        </p:nvSpPr>
        <p:spPr>
          <a:xfrm>
            <a:off x="1925177" y="6886750"/>
            <a:ext cx="284480" cy="184150"/>
          </a:xfrm>
          <a:prstGeom prst="rect">
            <a:avLst/>
          </a:prstGeom>
        </p:spPr>
        <p:txBody>
          <a:bodyPr vert="horz" wrap="square" lIns="0" tIns="0" rIns="0" bIns="0" rtlCol="0">
            <a:spAutoFit/>
          </a:bodyPr>
          <a:lstStyle/>
          <a:p>
            <a:pPr>
              <a:lnSpc>
                <a:spcPct val="100000"/>
              </a:lnSpc>
            </a:pPr>
            <a:r>
              <a:rPr sz="1200" spc="-10" dirty="0">
                <a:solidFill>
                  <a:srgbClr val="001F60"/>
                </a:solidFill>
                <a:latin typeface="Tahoma"/>
                <a:cs typeface="Tahoma"/>
              </a:rPr>
              <a:t>d</a:t>
            </a:r>
            <a:r>
              <a:rPr sz="1200" spc="-5" dirty="0">
                <a:solidFill>
                  <a:srgbClr val="001F60"/>
                </a:solidFill>
                <a:latin typeface="Tahoma"/>
                <a:cs typeface="Tahoma"/>
              </a:rPr>
              <a:t>iện</a:t>
            </a:r>
            <a:endParaRPr sz="1200">
              <a:latin typeface="Tahoma"/>
              <a:cs typeface="Tahoma"/>
            </a:endParaRPr>
          </a:p>
        </p:txBody>
      </p:sp>
      <p:sp>
        <p:nvSpPr>
          <p:cNvPr id="6" name="object 6"/>
          <p:cNvSpPr txBox="1"/>
          <p:nvPr/>
        </p:nvSpPr>
        <p:spPr>
          <a:xfrm>
            <a:off x="993079" y="6874050"/>
            <a:ext cx="898525" cy="209550"/>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001F60"/>
                </a:solidFill>
                <a:latin typeface="Tahoma"/>
                <a:cs typeface="Tahoma"/>
              </a:rPr>
              <a:t>Thiết kế</a:t>
            </a:r>
            <a:r>
              <a:rPr sz="1200" spc="-60" dirty="0">
                <a:solidFill>
                  <a:srgbClr val="001F60"/>
                </a:solidFill>
                <a:latin typeface="Tahoma"/>
                <a:cs typeface="Tahoma"/>
              </a:rPr>
              <a:t> </a:t>
            </a:r>
            <a:r>
              <a:rPr sz="1200" spc="-5" dirty="0">
                <a:solidFill>
                  <a:srgbClr val="001F60"/>
                </a:solidFill>
                <a:latin typeface="Tahoma"/>
                <a:cs typeface="Tahoma"/>
              </a:rPr>
              <a:t>giao</a:t>
            </a:r>
            <a:endParaRPr sz="1200">
              <a:latin typeface="Tahoma"/>
              <a:cs typeface="Tahoma"/>
            </a:endParaRPr>
          </a:p>
        </p:txBody>
      </p:sp>
      <p:sp>
        <p:nvSpPr>
          <p:cNvPr id="7" name="object 7"/>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12</a:t>
            </a:fld>
            <a:endParaRPr spc="-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12877" y="2172617"/>
            <a:ext cx="144382" cy="15478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512877" y="2575370"/>
            <a:ext cx="144382" cy="155935"/>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512877" y="2972995"/>
            <a:ext cx="144382" cy="160971"/>
          </a:xfrm>
          <a:prstGeom prst="rect">
            <a:avLst/>
          </a:prstGeom>
          <a:blipFill>
            <a:blip r:embed="rId5" cstate="print"/>
            <a:stretch>
              <a:fillRect/>
            </a:stretch>
          </a:blipFill>
        </p:spPr>
        <p:txBody>
          <a:bodyPr wrap="square" lIns="0" tIns="0" rIns="0" bIns="0" rtlCol="0"/>
          <a:lstStyle/>
          <a:p>
            <a:endParaRPr/>
          </a:p>
        </p:txBody>
      </p:sp>
      <p:sp>
        <p:nvSpPr>
          <p:cNvPr id="6" name="object 6"/>
          <p:cNvSpPr txBox="1"/>
          <p:nvPr/>
        </p:nvSpPr>
        <p:spPr>
          <a:xfrm>
            <a:off x="1335488" y="1555500"/>
            <a:ext cx="7257415" cy="1671955"/>
          </a:xfrm>
          <a:prstGeom prst="rect">
            <a:avLst/>
          </a:prstGeom>
        </p:spPr>
        <p:txBody>
          <a:bodyPr vert="horz" wrap="square" lIns="0" tIns="85725" rIns="0" bIns="0" rtlCol="0">
            <a:spAutoFit/>
          </a:bodyPr>
          <a:lstStyle/>
          <a:p>
            <a:pPr marL="12700">
              <a:lnSpc>
                <a:spcPct val="100000"/>
              </a:lnSpc>
              <a:spcBef>
                <a:spcPts val="675"/>
              </a:spcBef>
            </a:pPr>
            <a:r>
              <a:rPr sz="2400" spc="-5" dirty="0">
                <a:solidFill>
                  <a:srgbClr val="953634"/>
                </a:solidFill>
                <a:latin typeface="Tahoma"/>
                <a:cs typeface="Tahoma"/>
              </a:rPr>
              <a:t>Lưu</a:t>
            </a:r>
            <a:r>
              <a:rPr sz="2400" spc="-15" dirty="0">
                <a:solidFill>
                  <a:srgbClr val="953634"/>
                </a:solidFill>
                <a:latin typeface="Tahoma"/>
                <a:cs typeface="Tahoma"/>
              </a:rPr>
              <a:t> </a:t>
            </a:r>
            <a:r>
              <a:rPr sz="2400" dirty="0">
                <a:solidFill>
                  <a:srgbClr val="953634"/>
                </a:solidFill>
                <a:latin typeface="Tahoma"/>
                <a:cs typeface="Tahoma"/>
              </a:rPr>
              <a:t>ý</a:t>
            </a:r>
            <a:endParaRPr sz="2400">
              <a:latin typeface="Tahoma"/>
              <a:cs typeface="Tahoma"/>
            </a:endParaRPr>
          </a:p>
          <a:p>
            <a:pPr marL="412750" marR="5080">
              <a:lnSpc>
                <a:spcPts val="3170"/>
              </a:lnSpc>
              <a:spcBef>
                <a:spcPts val="190"/>
              </a:spcBef>
            </a:pPr>
            <a:r>
              <a:rPr sz="2200" spc="-5" dirty="0">
                <a:latin typeface="Tahoma"/>
                <a:cs typeface="Tahoma"/>
              </a:rPr>
              <a:t>Chỉ sử </a:t>
            </a:r>
            <a:r>
              <a:rPr sz="2200" spc="-10" dirty="0">
                <a:latin typeface="Tahoma"/>
                <a:cs typeface="Tahoma"/>
              </a:rPr>
              <a:t>dụng </a:t>
            </a:r>
            <a:r>
              <a:rPr sz="2200" spc="-5" dirty="0">
                <a:latin typeface="Tahoma"/>
                <a:cs typeface="Tahoma"/>
              </a:rPr>
              <a:t>kỹ </a:t>
            </a:r>
            <a:r>
              <a:rPr sz="2200" spc="-10" dirty="0">
                <a:latin typeface="Tahoma"/>
                <a:cs typeface="Tahoma"/>
              </a:rPr>
              <a:t>thuật </a:t>
            </a:r>
            <a:r>
              <a:rPr sz="2200" spc="-5" dirty="0">
                <a:latin typeface="Tahoma"/>
                <a:cs typeface="Tahoma"/>
              </a:rPr>
              <a:t>làm </a:t>
            </a:r>
            <a:r>
              <a:rPr sz="2200" spc="-10" dirty="0">
                <a:latin typeface="Tahoma"/>
                <a:cs typeface="Tahoma"/>
              </a:rPr>
              <a:t>nổi bật thông </a:t>
            </a:r>
            <a:r>
              <a:rPr sz="2200" spc="-5" dirty="0">
                <a:latin typeface="Tahoma"/>
                <a:cs typeface="Tahoma"/>
              </a:rPr>
              <a:t>tin </a:t>
            </a:r>
            <a:r>
              <a:rPr sz="2200" spc="-10" dirty="0">
                <a:latin typeface="Tahoma"/>
                <a:cs typeface="Tahoma"/>
              </a:rPr>
              <a:t>khi cần thiết  </a:t>
            </a:r>
            <a:r>
              <a:rPr sz="2200" spc="-5" dirty="0">
                <a:latin typeface="Tahoma"/>
                <a:cs typeface="Tahoma"/>
              </a:rPr>
              <a:t>Sử </a:t>
            </a:r>
            <a:r>
              <a:rPr sz="2200" spc="-10" dirty="0">
                <a:latin typeface="Tahoma"/>
                <a:cs typeface="Tahoma"/>
              </a:rPr>
              <a:t>dụng thống</a:t>
            </a:r>
            <a:r>
              <a:rPr sz="2200" spc="15" dirty="0">
                <a:latin typeface="Tahoma"/>
                <a:cs typeface="Tahoma"/>
              </a:rPr>
              <a:t> </a:t>
            </a:r>
            <a:r>
              <a:rPr sz="2200" spc="-10" dirty="0">
                <a:latin typeface="Tahoma"/>
                <a:cs typeface="Tahoma"/>
              </a:rPr>
              <a:t>nhất</a:t>
            </a:r>
            <a:endParaRPr sz="2200">
              <a:latin typeface="Tahoma"/>
              <a:cs typeface="Tahoma"/>
            </a:endParaRPr>
          </a:p>
          <a:p>
            <a:pPr marL="412750">
              <a:lnSpc>
                <a:spcPct val="100000"/>
              </a:lnSpc>
              <a:spcBef>
                <a:spcPts val="335"/>
              </a:spcBef>
            </a:pPr>
            <a:r>
              <a:rPr sz="2200" spc="-5" dirty="0">
                <a:latin typeface="Tahoma"/>
                <a:cs typeface="Tahoma"/>
              </a:rPr>
              <a:t>Sự </a:t>
            </a:r>
            <a:r>
              <a:rPr sz="2200" spc="-10" dirty="0">
                <a:latin typeface="Tahoma"/>
                <a:cs typeface="Tahoma"/>
              </a:rPr>
              <a:t>hỗ </a:t>
            </a:r>
            <a:r>
              <a:rPr sz="2200" spc="-5" dirty="0">
                <a:latin typeface="Tahoma"/>
                <a:cs typeface="Tahoma"/>
              </a:rPr>
              <a:t>trợ </a:t>
            </a:r>
            <a:r>
              <a:rPr sz="2200" spc="-10" dirty="0">
                <a:latin typeface="Tahoma"/>
                <a:cs typeface="Tahoma"/>
              </a:rPr>
              <a:t>khác nhau giữa các nền tảng, hệ </a:t>
            </a:r>
            <a:r>
              <a:rPr sz="2200" spc="-5" dirty="0">
                <a:latin typeface="Tahoma"/>
                <a:cs typeface="Tahoma"/>
              </a:rPr>
              <a:t>điều</a:t>
            </a:r>
            <a:r>
              <a:rPr sz="2200" spc="85" dirty="0">
                <a:latin typeface="Tahoma"/>
                <a:cs typeface="Tahoma"/>
              </a:rPr>
              <a:t> </a:t>
            </a:r>
            <a:r>
              <a:rPr sz="2200" spc="-10" dirty="0">
                <a:latin typeface="Tahoma"/>
                <a:cs typeface="Tahoma"/>
              </a:rPr>
              <a:t>hành…</a:t>
            </a:r>
            <a:endParaRPr sz="2200">
              <a:latin typeface="Tahoma"/>
              <a:cs typeface="Tahoma"/>
            </a:endParaRPr>
          </a:p>
        </p:txBody>
      </p:sp>
      <p:sp>
        <p:nvSpPr>
          <p:cNvPr id="7" name="object 7"/>
          <p:cNvSpPr txBox="1">
            <a:spLocks noGrp="1"/>
          </p:cNvSpPr>
          <p:nvPr>
            <p:ph type="title" idx="4294967295"/>
          </p:nvPr>
        </p:nvSpPr>
        <p:spPr>
          <a:xfrm>
            <a:off x="5191775" y="835971"/>
            <a:ext cx="3859529" cy="452120"/>
          </a:xfrm>
          <a:prstGeom prst="rect">
            <a:avLst/>
          </a:prstGeom>
        </p:spPr>
        <p:txBody>
          <a:bodyPr vert="horz" wrap="square" lIns="0" tIns="12065" rIns="0" bIns="0" rtlCol="0">
            <a:spAutoFit/>
          </a:bodyPr>
          <a:lstStyle/>
          <a:p>
            <a:pPr marL="12700">
              <a:lnSpc>
                <a:spcPct val="100000"/>
              </a:lnSpc>
              <a:spcBef>
                <a:spcPts val="95"/>
              </a:spcBef>
            </a:pPr>
            <a:r>
              <a:rPr spc="-10" dirty="0"/>
              <a:t>Làm </a:t>
            </a:r>
            <a:r>
              <a:rPr spc="-5" dirty="0"/>
              <a:t>nổi </a:t>
            </a:r>
            <a:r>
              <a:rPr spc="-10" dirty="0"/>
              <a:t>bật </a:t>
            </a:r>
            <a:r>
              <a:rPr spc="-5" dirty="0"/>
              <a:t>thông</a:t>
            </a:r>
            <a:r>
              <a:rPr spc="-50" dirty="0"/>
              <a:t> </a:t>
            </a:r>
            <a:r>
              <a:rPr spc="-5" dirty="0"/>
              <a:t>tin</a:t>
            </a:r>
          </a:p>
        </p:txBody>
      </p:sp>
      <p:sp>
        <p:nvSpPr>
          <p:cNvPr id="8" name="object 8"/>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9" name="object 9"/>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0" name="object 10"/>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13</a:t>
            </a:fld>
            <a:endParaRPr spc="-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008114" y="835971"/>
            <a:ext cx="8042170" cy="452119"/>
          </a:xfrm>
          <a:prstGeom prst="rect">
            <a:avLst/>
          </a:prstGeom>
        </p:spPr>
        <p:txBody>
          <a:bodyPr vert="horz" wrap="square" lIns="0" tIns="12065" rIns="0" bIns="0" rtlCol="0">
            <a:spAutoFit/>
          </a:bodyPr>
          <a:lstStyle/>
          <a:p>
            <a:pPr marL="3695065">
              <a:lnSpc>
                <a:spcPct val="100000"/>
              </a:lnSpc>
              <a:spcBef>
                <a:spcPts val="95"/>
              </a:spcBef>
            </a:pPr>
            <a:r>
              <a:rPr spc="-10" dirty="0"/>
              <a:t>Quy tắc hiển </a:t>
            </a:r>
            <a:r>
              <a:rPr spc="-5" dirty="0"/>
              <a:t>thị </a:t>
            </a:r>
            <a:r>
              <a:rPr spc="-10" dirty="0"/>
              <a:t>văn</a:t>
            </a:r>
            <a:r>
              <a:rPr dirty="0"/>
              <a:t> </a:t>
            </a:r>
            <a:r>
              <a:rPr spc="-10" dirty="0"/>
              <a:t>bản</a:t>
            </a:r>
          </a:p>
        </p:txBody>
      </p:sp>
      <p:sp>
        <p:nvSpPr>
          <p:cNvPr id="3" name="object 3"/>
          <p:cNvSpPr/>
          <p:nvPr/>
        </p:nvSpPr>
        <p:spPr>
          <a:xfrm>
            <a:off x="1826181" y="2173679"/>
            <a:ext cx="6772275" cy="791845"/>
          </a:xfrm>
          <a:custGeom>
            <a:avLst/>
            <a:gdLst/>
            <a:ahLst/>
            <a:cxnLst/>
            <a:rect l="l" t="t" r="r" b="b"/>
            <a:pathLst>
              <a:path w="6772275" h="791844">
                <a:moveTo>
                  <a:pt x="6641214" y="0"/>
                </a:moveTo>
                <a:lnTo>
                  <a:pt x="132398" y="0"/>
                </a:lnTo>
                <a:lnTo>
                  <a:pt x="90578" y="6769"/>
                </a:lnTo>
                <a:lnTo>
                  <a:pt x="54237" y="25615"/>
                </a:lnTo>
                <a:lnTo>
                  <a:pt x="25566" y="54340"/>
                </a:lnTo>
                <a:lnTo>
                  <a:pt x="6756" y="90750"/>
                </a:lnTo>
                <a:lnTo>
                  <a:pt x="0" y="132648"/>
                </a:lnTo>
                <a:lnTo>
                  <a:pt x="0" y="660198"/>
                </a:lnTo>
                <a:lnTo>
                  <a:pt x="6756" y="701937"/>
                </a:lnTo>
                <a:lnTo>
                  <a:pt x="25566" y="737969"/>
                </a:lnTo>
                <a:lnTo>
                  <a:pt x="54237" y="766243"/>
                </a:lnTo>
                <a:lnTo>
                  <a:pt x="90578" y="784710"/>
                </a:lnTo>
                <a:lnTo>
                  <a:pt x="132398" y="791321"/>
                </a:lnTo>
                <a:lnTo>
                  <a:pt x="6641214" y="791321"/>
                </a:lnTo>
                <a:lnTo>
                  <a:pt x="6692481" y="781125"/>
                </a:lnTo>
                <a:lnTo>
                  <a:pt x="6734045" y="753204"/>
                </a:lnTo>
                <a:lnTo>
                  <a:pt x="6761913" y="711561"/>
                </a:lnTo>
                <a:lnTo>
                  <a:pt x="6772090" y="660198"/>
                </a:lnTo>
                <a:lnTo>
                  <a:pt x="6772090" y="132648"/>
                </a:lnTo>
                <a:lnTo>
                  <a:pt x="6765492" y="90750"/>
                </a:lnTo>
                <a:lnTo>
                  <a:pt x="6747060" y="54340"/>
                </a:lnTo>
                <a:lnTo>
                  <a:pt x="6718839" y="25615"/>
                </a:lnTo>
                <a:lnTo>
                  <a:pt x="6682876" y="6769"/>
                </a:lnTo>
                <a:lnTo>
                  <a:pt x="6641214" y="0"/>
                </a:lnTo>
                <a:close/>
              </a:path>
            </a:pathLst>
          </a:custGeom>
          <a:solidFill>
            <a:srgbClr val="4F80BC"/>
          </a:solidFill>
        </p:spPr>
        <p:txBody>
          <a:bodyPr wrap="square" lIns="0" tIns="0" rIns="0" bIns="0" rtlCol="0"/>
          <a:lstStyle/>
          <a:p>
            <a:endParaRPr/>
          </a:p>
        </p:txBody>
      </p:sp>
      <p:sp>
        <p:nvSpPr>
          <p:cNvPr id="4" name="object 4"/>
          <p:cNvSpPr/>
          <p:nvPr/>
        </p:nvSpPr>
        <p:spPr>
          <a:xfrm>
            <a:off x="1814007" y="2161482"/>
            <a:ext cx="6798309" cy="817244"/>
          </a:xfrm>
          <a:custGeom>
            <a:avLst/>
            <a:gdLst/>
            <a:ahLst/>
            <a:cxnLst/>
            <a:rect l="l" t="t" r="r" b="b"/>
            <a:pathLst>
              <a:path w="6798309" h="817244">
                <a:moveTo>
                  <a:pt x="6667085" y="0"/>
                </a:moveTo>
                <a:lnTo>
                  <a:pt x="129354" y="0"/>
                </a:lnTo>
                <a:lnTo>
                  <a:pt x="115658" y="3049"/>
                </a:lnTo>
                <a:lnTo>
                  <a:pt x="100440" y="6098"/>
                </a:lnTo>
                <a:lnTo>
                  <a:pt x="63916" y="24394"/>
                </a:lnTo>
                <a:lnTo>
                  <a:pt x="24349" y="64037"/>
                </a:lnTo>
                <a:lnTo>
                  <a:pt x="6087" y="102154"/>
                </a:lnTo>
                <a:lnTo>
                  <a:pt x="0" y="144846"/>
                </a:lnTo>
                <a:lnTo>
                  <a:pt x="0" y="672395"/>
                </a:lnTo>
                <a:lnTo>
                  <a:pt x="7609" y="716611"/>
                </a:lnTo>
                <a:lnTo>
                  <a:pt x="25871" y="753203"/>
                </a:lnTo>
                <a:lnTo>
                  <a:pt x="33479" y="765402"/>
                </a:lnTo>
                <a:lnTo>
                  <a:pt x="42611" y="774550"/>
                </a:lnTo>
                <a:lnTo>
                  <a:pt x="63916" y="792847"/>
                </a:lnTo>
                <a:lnTo>
                  <a:pt x="76090" y="800469"/>
                </a:lnTo>
                <a:lnTo>
                  <a:pt x="88266" y="805044"/>
                </a:lnTo>
                <a:lnTo>
                  <a:pt x="101961" y="811142"/>
                </a:lnTo>
                <a:lnTo>
                  <a:pt x="115658" y="814191"/>
                </a:lnTo>
                <a:lnTo>
                  <a:pt x="130876" y="815717"/>
                </a:lnTo>
                <a:lnTo>
                  <a:pt x="144572" y="817241"/>
                </a:lnTo>
                <a:lnTo>
                  <a:pt x="6653389" y="817241"/>
                </a:lnTo>
                <a:lnTo>
                  <a:pt x="6668607" y="815717"/>
                </a:lnTo>
                <a:lnTo>
                  <a:pt x="6709697" y="805044"/>
                </a:lnTo>
                <a:lnTo>
                  <a:pt x="6734045" y="791321"/>
                </a:lnTo>
                <a:lnTo>
                  <a:pt x="132398" y="791321"/>
                </a:lnTo>
                <a:lnTo>
                  <a:pt x="120223" y="788272"/>
                </a:lnTo>
                <a:lnTo>
                  <a:pt x="77613" y="771500"/>
                </a:lnTo>
                <a:lnTo>
                  <a:pt x="39568" y="728808"/>
                </a:lnTo>
                <a:lnTo>
                  <a:pt x="25871" y="684592"/>
                </a:lnTo>
                <a:lnTo>
                  <a:pt x="25871" y="131123"/>
                </a:lnTo>
                <a:lnTo>
                  <a:pt x="39568" y="86907"/>
                </a:lnTo>
                <a:lnTo>
                  <a:pt x="70003" y="51838"/>
                </a:lnTo>
                <a:lnTo>
                  <a:pt x="109570" y="30493"/>
                </a:lnTo>
                <a:lnTo>
                  <a:pt x="144572" y="24394"/>
                </a:lnTo>
                <a:lnTo>
                  <a:pt x="6734045" y="24394"/>
                </a:lnTo>
                <a:lnTo>
                  <a:pt x="6721871" y="16771"/>
                </a:lnTo>
                <a:lnTo>
                  <a:pt x="6708174" y="10671"/>
                </a:lnTo>
                <a:lnTo>
                  <a:pt x="6696000" y="6098"/>
                </a:lnTo>
                <a:lnTo>
                  <a:pt x="6682304" y="3049"/>
                </a:lnTo>
                <a:lnTo>
                  <a:pt x="6667085" y="0"/>
                </a:lnTo>
                <a:close/>
              </a:path>
              <a:path w="6798309" h="817244">
                <a:moveTo>
                  <a:pt x="6734045" y="24394"/>
                </a:moveTo>
                <a:lnTo>
                  <a:pt x="6653389" y="24394"/>
                </a:lnTo>
                <a:lnTo>
                  <a:pt x="6677738" y="27444"/>
                </a:lnTo>
                <a:lnTo>
                  <a:pt x="6689912" y="30493"/>
                </a:lnTo>
                <a:lnTo>
                  <a:pt x="6711218" y="39641"/>
                </a:lnTo>
                <a:lnTo>
                  <a:pt x="6720349" y="45740"/>
                </a:lnTo>
                <a:lnTo>
                  <a:pt x="6729479" y="53364"/>
                </a:lnTo>
                <a:lnTo>
                  <a:pt x="6737089" y="60987"/>
                </a:lnTo>
                <a:lnTo>
                  <a:pt x="6746219" y="68611"/>
                </a:lnTo>
                <a:lnTo>
                  <a:pt x="6767525" y="109778"/>
                </a:lnTo>
                <a:lnTo>
                  <a:pt x="6772090" y="132648"/>
                </a:lnTo>
                <a:lnTo>
                  <a:pt x="6772090" y="684592"/>
                </a:lnTo>
                <a:lnTo>
                  <a:pt x="6769047" y="696790"/>
                </a:lnTo>
                <a:lnTo>
                  <a:pt x="6767525" y="708987"/>
                </a:lnTo>
                <a:lnTo>
                  <a:pt x="6744698" y="748629"/>
                </a:lnTo>
                <a:lnTo>
                  <a:pt x="6709697" y="777599"/>
                </a:lnTo>
                <a:lnTo>
                  <a:pt x="6665563" y="791321"/>
                </a:lnTo>
                <a:lnTo>
                  <a:pt x="6734045" y="791321"/>
                </a:lnTo>
                <a:lnTo>
                  <a:pt x="6773612" y="753203"/>
                </a:lnTo>
                <a:lnTo>
                  <a:pt x="6785787" y="727284"/>
                </a:lnTo>
                <a:lnTo>
                  <a:pt x="6791874" y="715086"/>
                </a:lnTo>
                <a:lnTo>
                  <a:pt x="6794917" y="701363"/>
                </a:lnTo>
                <a:lnTo>
                  <a:pt x="6796440" y="686117"/>
                </a:lnTo>
                <a:lnTo>
                  <a:pt x="6797962" y="672395"/>
                </a:lnTo>
                <a:lnTo>
                  <a:pt x="6797962" y="143322"/>
                </a:lnTo>
                <a:lnTo>
                  <a:pt x="6796440" y="129599"/>
                </a:lnTo>
                <a:lnTo>
                  <a:pt x="6794917" y="114352"/>
                </a:lnTo>
                <a:lnTo>
                  <a:pt x="6779700" y="74710"/>
                </a:lnTo>
                <a:lnTo>
                  <a:pt x="6755350" y="41167"/>
                </a:lnTo>
                <a:lnTo>
                  <a:pt x="6744698" y="32017"/>
                </a:lnTo>
                <a:lnTo>
                  <a:pt x="6734045" y="24394"/>
                </a:lnTo>
                <a:close/>
              </a:path>
            </a:pathLst>
          </a:custGeom>
          <a:solidFill>
            <a:srgbClr val="FFFFFF"/>
          </a:solidFill>
        </p:spPr>
        <p:txBody>
          <a:bodyPr wrap="square" lIns="0" tIns="0" rIns="0" bIns="0" rtlCol="0"/>
          <a:lstStyle/>
          <a:p>
            <a:endParaRPr/>
          </a:p>
        </p:txBody>
      </p:sp>
      <p:sp>
        <p:nvSpPr>
          <p:cNvPr id="5" name="object 5"/>
          <p:cNvSpPr/>
          <p:nvPr/>
        </p:nvSpPr>
        <p:spPr>
          <a:xfrm>
            <a:off x="1826181" y="3061058"/>
            <a:ext cx="6772275" cy="791845"/>
          </a:xfrm>
          <a:custGeom>
            <a:avLst/>
            <a:gdLst/>
            <a:ahLst/>
            <a:cxnLst/>
            <a:rect l="l" t="t" r="r" b="b"/>
            <a:pathLst>
              <a:path w="6772275" h="791845">
                <a:moveTo>
                  <a:pt x="6641214" y="0"/>
                </a:moveTo>
                <a:lnTo>
                  <a:pt x="132398" y="0"/>
                </a:lnTo>
                <a:lnTo>
                  <a:pt x="90578" y="6757"/>
                </a:lnTo>
                <a:lnTo>
                  <a:pt x="54237" y="25517"/>
                </a:lnTo>
                <a:lnTo>
                  <a:pt x="25566" y="54011"/>
                </a:lnTo>
                <a:lnTo>
                  <a:pt x="6756" y="89970"/>
                </a:lnTo>
                <a:lnTo>
                  <a:pt x="0" y="131124"/>
                </a:lnTo>
                <a:lnTo>
                  <a:pt x="0" y="660198"/>
                </a:lnTo>
                <a:lnTo>
                  <a:pt x="6756" y="701352"/>
                </a:lnTo>
                <a:lnTo>
                  <a:pt x="25566" y="737311"/>
                </a:lnTo>
                <a:lnTo>
                  <a:pt x="54237" y="765805"/>
                </a:lnTo>
                <a:lnTo>
                  <a:pt x="90578" y="784565"/>
                </a:lnTo>
                <a:lnTo>
                  <a:pt x="132398" y="791323"/>
                </a:lnTo>
                <a:lnTo>
                  <a:pt x="6641214" y="791323"/>
                </a:lnTo>
                <a:lnTo>
                  <a:pt x="6692481" y="780912"/>
                </a:lnTo>
                <a:lnTo>
                  <a:pt x="6734045" y="752633"/>
                </a:lnTo>
                <a:lnTo>
                  <a:pt x="6761913" y="710918"/>
                </a:lnTo>
                <a:lnTo>
                  <a:pt x="6772090" y="660198"/>
                </a:lnTo>
                <a:lnTo>
                  <a:pt x="6772090" y="131124"/>
                </a:lnTo>
                <a:lnTo>
                  <a:pt x="6761913" y="80404"/>
                </a:lnTo>
                <a:lnTo>
                  <a:pt x="6734045" y="38689"/>
                </a:lnTo>
                <a:lnTo>
                  <a:pt x="6692481" y="10410"/>
                </a:lnTo>
                <a:lnTo>
                  <a:pt x="6641214" y="0"/>
                </a:lnTo>
                <a:close/>
              </a:path>
            </a:pathLst>
          </a:custGeom>
          <a:solidFill>
            <a:srgbClr val="4F80BC"/>
          </a:solidFill>
        </p:spPr>
        <p:txBody>
          <a:bodyPr wrap="square" lIns="0" tIns="0" rIns="0" bIns="0" rtlCol="0"/>
          <a:lstStyle/>
          <a:p>
            <a:endParaRPr/>
          </a:p>
        </p:txBody>
      </p:sp>
      <p:sp>
        <p:nvSpPr>
          <p:cNvPr id="6" name="object 6"/>
          <p:cNvSpPr/>
          <p:nvPr/>
        </p:nvSpPr>
        <p:spPr>
          <a:xfrm>
            <a:off x="1814007" y="3048860"/>
            <a:ext cx="6798309" cy="817244"/>
          </a:xfrm>
          <a:custGeom>
            <a:avLst/>
            <a:gdLst/>
            <a:ahLst/>
            <a:cxnLst/>
            <a:rect l="l" t="t" r="r" b="b"/>
            <a:pathLst>
              <a:path w="6798309" h="817245">
                <a:moveTo>
                  <a:pt x="6667085" y="0"/>
                </a:moveTo>
                <a:lnTo>
                  <a:pt x="129354" y="0"/>
                </a:lnTo>
                <a:lnTo>
                  <a:pt x="115658" y="3049"/>
                </a:lnTo>
                <a:lnTo>
                  <a:pt x="100440" y="6098"/>
                </a:lnTo>
                <a:lnTo>
                  <a:pt x="88266" y="10673"/>
                </a:lnTo>
                <a:lnTo>
                  <a:pt x="74569" y="16771"/>
                </a:lnTo>
                <a:lnTo>
                  <a:pt x="63916" y="24395"/>
                </a:lnTo>
                <a:lnTo>
                  <a:pt x="51742" y="32019"/>
                </a:lnTo>
                <a:lnTo>
                  <a:pt x="42611" y="42692"/>
                </a:lnTo>
                <a:lnTo>
                  <a:pt x="33479" y="51840"/>
                </a:lnTo>
                <a:lnTo>
                  <a:pt x="24349" y="64037"/>
                </a:lnTo>
                <a:lnTo>
                  <a:pt x="6087" y="102154"/>
                </a:lnTo>
                <a:lnTo>
                  <a:pt x="0" y="143322"/>
                </a:lnTo>
                <a:lnTo>
                  <a:pt x="0" y="672395"/>
                </a:lnTo>
                <a:lnTo>
                  <a:pt x="12174" y="728809"/>
                </a:lnTo>
                <a:lnTo>
                  <a:pt x="33479" y="763877"/>
                </a:lnTo>
                <a:lnTo>
                  <a:pt x="63916" y="792847"/>
                </a:lnTo>
                <a:lnTo>
                  <a:pt x="115658" y="814193"/>
                </a:lnTo>
                <a:lnTo>
                  <a:pt x="130876" y="815717"/>
                </a:lnTo>
                <a:lnTo>
                  <a:pt x="144572" y="817242"/>
                </a:lnTo>
                <a:lnTo>
                  <a:pt x="6653389" y="817242"/>
                </a:lnTo>
                <a:lnTo>
                  <a:pt x="6668607" y="815717"/>
                </a:lnTo>
                <a:lnTo>
                  <a:pt x="6709697" y="805044"/>
                </a:lnTo>
                <a:lnTo>
                  <a:pt x="6734045" y="791321"/>
                </a:lnTo>
                <a:lnTo>
                  <a:pt x="144572" y="791321"/>
                </a:lnTo>
                <a:lnTo>
                  <a:pt x="120223" y="788272"/>
                </a:lnTo>
                <a:lnTo>
                  <a:pt x="68482" y="763877"/>
                </a:lnTo>
                <a:lnTo>
                  <a:pt x="39568" y="728809"/>
                </a:lnTo>
                <a:lnTo>
                  <a:pt x="25871" y="683068"/>
                </a:lnTo>
                <a:lnTo>
                  <a:pt x="25871" y="131124"/>
                </a:lnTo>
                <a:lnTo>
                  <a:pt x="39568" y="86908"/>
                </a:lnTo>
                <a:lnTo>
                  <a:pt x="79134" y="44216"/>
                </a:lnTo>
                <a:lnTo>
                  <a:pt x="121746" y="27444"/>
                </a:lnTo>
                <a:lnTo>
                  <a:pt x="144572" y="24395"/>
                </a:lnTo>
                <a:lnTo>
                  <a:pt x="6734045" y="24395"/>
                </a:lnTo>
                <a:lnTo>
                  <a:pt x="6721871" y="16771"/>
                </a:lnTo>
                <a:lnTo>
                  <a:pt x="6708174" y="10673"/>
                </a:lnTo>
                <a:lnTo>
                  <a:pt x="6696000" y="6098"/>
                </a:lnTo>
                <a:lnTo>
                  <a:pt x="6682304" y="1525"/>
                </a:lnTo>
                <a:lnTo>
                  <a:pt x="6667085" y="0"/>
                </a:lnTo>
                <a:close/>
              </a:path>
              <a:path w="6798309" h="817245">
                <a:moveTo>
                  <a:pt x="6734045" y="24395"/>
                </a:moveTo>
                <a:lnTo>
                  <a:pt x="6653389" y="24395"/>
                </a:lnTo>
                <a:lnTo>
                  <a:pt x="6677738" y="27444"/>
                </a:lnTo>
                <a:lnTo>
                  <a:pt x="6689912" y="30493"/>
                </a:lnTo>
                <a:lnTo>
                  <a:pt x="6729479" y="51840"/>
                </a:lnTo>
                <a:lnTo>
                  <a:pt x="6758395" y="88432"/>
                </a:lnTo>
                <a:lnTo>
                  <a:pt x="6772090" y="132648"/>
                </a:lnTo>
                <a:lnTo>
                  <a:pt x="6772090" y="684593"/>
                </a:lnTo>
                <a:lnTo>
                  <a:pt x="6769047" y="696790"/>
                </a:lnTo>
                <a:lnTo>
                  <a:pt x="6767525" y="707463"/>
                </a:lnTo>
                <a:lnTo>
                  <a:pt x="6744698" y="748630"/>
                </a:lnTo>
                <a:lnTo>
                  <a:pt x="6709697" y="777599"/>
                </a:lnTo>
                <a:lnTo>
                  <a:pt x="6676216" y="788272"/>
                </a:lnTo>
                <a:lnTo>
                  <a:pt x="6665563" y="791321"/>
                </a:lnTo>
                <a:lnTo>
                  <a:pt x="6734045" y="791321"/>
                </a:lnTo>
                <a:lnTo>
                  <a:pt x="6746219" y="783699"/>
                </a:lnTo>
                <a:lnTo>
                  <a:pt x="6755350" y="773026"/>
                </a:lnTo>
                <a:lnTo>
                  <a:pt x="6764482" y="763877"/>
                </a:lnTo>
                <a:lnTo>
                  <a:pt x="6773612" y="751679"/>
                </a:lnTo>
                <a:lnTo>
                  <a:pt x="6781222" y="741006"/>
                </a:lnTo>
                <a:lnTo>
                  <a:pt x="6785787" y="727284"/>
                </a:lnTo>
                <a:lnTo>
                  <a:pt x="6791874" y="713562"/>
                </a:lnTo>
                <a:lnTo>
                  <a:pt x="6794917" y="699839"/>
                </a:lnTo>
                <a:lnTo>
                  <a:pt x="6797962" y="672395"/>
                </a:lnTo>
                <a:lnTo>
                  <a:pt x="6797962" y="143322"/>
                </a:lnTo>
                <a:lnTo>
                  <a:pt x="6785787" y="86908"/>
                </a:lnTo>
                <a:lnTo>
                  <a:pt x="6764482" y="51840"/>
                </a:lnTo>
                <a:lnTo>
                  <a:pt x="6744698" y="32019"/>
                </a:lnTo>
                <a:lnTo>
                  <a:pt x="6734045" y="24395"/>
                </a:lnTo>
                <a:close/>
              </a:path>
            </a:pathLst>
          </a:custGeom>
          <a:solidFill>
            <a:srgbClr val="FFFFFF"/>
          </a:solidFill>
        </p:spPr>
        <p:txBody>
          <a:bodyPr wrap="square" lIns="0" tIns="0" rIns="0" bIns="0" rtlCol="0"/>
          <a:lstStyle/>
          <a:p>
            <a:endParaRPr/>
          </a:p>
        </p:txBody>
      </p:sp>
      <p:sp>
        <p:nvSpPr>
          <p:cNvPr id="7" name="object 7"/>
          <p:cNvSpPr/>
          <p:nvPr/>
        </p:nvSpPr>
        <p:spPr>
          <a:xfrm>
            <a:off x="1826181" y="3948437"/>
            <a:ext cx="6772275" cy="791845"/>
          </a:xfrm>
          <a:custGeom>
            <a:avLst/>
            <a:gdLst/>
            <a:ahLst/>
            <a:cxnLst/>
            <a:rect l="l" t="t" r="r" b="b"/>
            <a:pathLst>
              <a:path w="6772275" h="791845">
                <a:moveTo>
                  <a:pt x="6641214" y="0"/>
                </a:moveTo>
                <a:lnTo>
                  <a:pt x="132398" y="0"/>
                </a:lnTo>
                <a:lnTo>
                  <a:pt x="90578" y="6611"/>
                </a:lnTo>
                <a:lnTo>
                  <a:pt x="54237" y="25078"/>
                </a:lnTo>
                <a:lnTo>
                  <a:pt x="25566" y="53352"/>
                </a:lnTo>
                <a:lnTo>
                  <a:pt x="6756" y="89384"/>
                </a:lnTo>
                <a:lnTo>
                  <a:pt x="0" y="131124"/>
                </a:lnTo>
                <a:lnTo>
                  <a:pt x="0" y="658672"/>
                </a:lnTo>
                <a:lnTo>
                  <a:pt x="6756" y="700571"/>
                </a:lnTo>
                <a:lnTo>
                  <a:pt x="25566" y="736981"/>
                </a:lnTo>
                <a:lnTo>
                  <a:pt x="54237" y="765706"/>
                </a:lnTo>
                <a:lnTo>
                  <a:pt x="90578" y="784552"/>
                </a:lnTo>
                <a:lnTo>
                  <a:pt x="132398" y="791321"/>
                </a:lnTo>
                <a:lnTo>
                  <a:pt x="6641214" y="791321"/>
                </a:lnTo>
                <a:lnTo>
                  <a:pt x="6682876" y="784552"/>
                </a:lnTo>
                <a:lnTo>
                  <a:pt x="6718839" y="765706"/>
                </a:lnTo>
                <a:lnTo>
                  <a:pt x="6747060" y="736981"/>
                </a:lnTo>
                <a:lnTo>
                  <a:pt x="6765492" y="700571"/>
                </a:lnTo>
                <a:lnTo>
                  <a:pt x="6772090" y="658672"/>
                </a:lnTo>
                <a:lnTo>
                  <a:pt x="6772090" y="131124"/>
                </a:lnTo>
                <a:lnTo>
                  <a:pt x="6761913" y="79761"/>
                </a:lnTo>
                <a:lnTo>
                  <a:pt x="6734045" y="38117"/>
                </a:lnTo>
                <a:lnTo>
                  <a:pt x="6692481" y="10196"/>
                </a:lnTo>
                <a:lnTo>
                  <a:pt x="6641214" y="0"/>
                </a:lnTo>
                <a:close/>
              </a:path>
            </a:pathLst>
          </a:custGeom>
          <a:solidFill>
            <a:srgbClr val="4F80BC"/>
          </a:solidFill>
        </p:spPr>
        <p:txBody>
          <a:bodyPr wrap="square" lIns="0" tIns="0" rIns="0" bIns="0" rtlCol="0"/>
          <a:lstStyle/>
          <a:p>
            <a:endParaRPr/>
          </a:p>
        </p:txBody>
      </p:sp>
      <p:sp>
        <p:nvSpPr>
          <p:cNvPr id="8" name="object 8"/>
          <p:cNvSpPr/>
          <p:nvPr/>
        </p:nvSpPr>
        <p:spPr>
          <a:xfrm>
            <a:off x="1814007" y="3934715"/>
            <a:ext cx="6798309" cy="817244"/>
          </a:xfrm>
          <a:custGeom>
            <a:avLst/>
            <a:gdLst/>
            <a:ahLst/>
            <a:cxnLst/>
            <a:rect l="l" t="t" r="r" b="b"/>
            <a:pathLst>
              <a:path w="6798309" h="817245">
                <a:moveTo>
                  <a:pt x="6653389" y="0"/>
                </a:moveTo>
                <a:lnTo>
                  <a:pt x="144572" y="0"/>
                </a:lnTo>
                <a:lnTo>
                  <a:pt x="129354" y="1525"/>
                </a:lnTo>
                <a:lnTo>
                  <a:pt x="88266" y="12197"/>
                </a:lnTo>
                <a:lnTo>
                  <a:pt x="63916" y="25919"/>
                </a:lnTo>
                <a:lnTo>
                  <a:pt x="51742" y="33543"/>
                </a:lnTo>
                <a:lnTo>
                  <a:pt x="24349" y="64037"/>
                </a:lnTo>
                <a:lnTo>
                  <a:pt x="6087" y="102154"/>
                </a:lnTo>
                <a:lnTo>
                  <a:pt x="1521" y="131124"/>
                </a:lnTo>
                <a:lnTo>
                  <a:pt x="0" y="144847"/>
                </a:lnTo>
                <a:lnTo>
                  <a:pt x="0" y="673920"/>
                </a:lnTo>
                <a:lnTo>
                  <a:pt x="1521" y="687642"/>
                </a:lnTo>
                <a:lnTo>
                  <a:pt x="3044" y="702889"/>
                </a:lnTo>
                <a:lnTo>
                  <a:pt x="18262" y="742532"/>
                </a:lnTo>
                <a:lnTo>
                  <a:pt x="42611" y="776075"/>
                </a:lnTo>
                <a:lnTo>
                  <a:pt x="76090" y="800470"/>
                </a:lnTo>
                <a:lnTo>
                  <a:pt x="115658" y="814193"/>
                </a:lnTo>
                <a:lnTo>
                  <a:pt x="130876" y="817242"/>
                </a:lnTo>
                <a:lnTo>
                  <a:pt x="6668607" y="817242"/>
                </a:lnTo>
                <a:lnTo>
                  <a:pt x="6682304" y="814193"/>
                </a:lnTo>
                <a:lnTo>
                  <a:pt x="6697521" y="811143"/>
                </a:lnTo>
                <a:lnTo>
                  <a:pt x="6709697" y="806569"/>
                </a:lnTo>
                <a:lnTo>
                  <a:pt x="6723392" y="800470"/>
                </a:lnTo>
                <a:lnTo>
                  <a:pt x="6734045" y="792847"/>
                </a:lnTo>
                <a:lnTo>
                  <a:pt x="144572" y="792847"/>
                </a:lnTo>
                <a:lnTo>
                  <a:pt x="120223" y="789797"/>
                </a:lnTo>
                <a:lnTo>
                  <a:pt x="77613" y="771500"/>
                </a:lnTo>
                <a:lnTo>
                  <a:pt x="45655" y="739482"/>
                </a:lnTo>
                <a:lnTo>
                  <a:pt x="27392" y="696790"/>
                </a:lnTo>
                <a:lnTo>
                  <a:pt x="25871" y="684593"/>
                </a:lnTo>
                <a:lnTo>
                  <a:pt x="25871" y="132648"/>
                </a:lnTo>
                <a:lnTo>
                  <a:pt x="39568" y="88432"/>
                </a:lnTo>
                <a:lnTo>
                  <a:pt x="70003" y="51840"/>
                </a:lnTo>
                <a:lnTo>
                  <a:pt x="109570" y="30493"/>
                </a:lnTo>
                <a:lnTo>
                  <a:pt x="132398" y="25919"/>
                </a:lnTo>
                <a:lnTo>
                  <a:pt x="6735820" y="25919"/>
                </a:lnTo>
                <a:lnTo>
                  <a:pt x="6734045" y="24395"/>
                </a:lnTo>
                <a:lnTo>
                  <a:pt x="6721871" y="18296"/>
                </a:lnTo>
                <a:lnTo>
                  <a:pt x="6708174" y="12197"/>
                </a:lnTo>
                <a:lnTo>
                  <a:pt x="6696000" y="6098"/>
                </a:lnTo>
                <a:lnTo>
                  <a:pt x="6682304" y="3049"/>
                </a:lnTo>
                <a:lnTo>
                  <a:pt x="6667085" y="1525"/>
                </a:lnTo>
                <a:lnTo>
                  <a:pt x="6653389" y="0"/>
                </a:lnTo>
                <a:close/>
              </a:path>
              <a:path w="6798309" h="817245">
                <a:moveTo>
                  <a:pt x="6735820" y="25919"/>
                </a:moveTo>
                <a:lnTo>
                  <a:pt x="6665563" y="25919"/>
                </a:lnTo>
                <a:lnTo>
                  <a:pt x="6689912" y="32019"/>
                </a:lnTo>
                <a:lnTo>
                  <a:pt x="6700565" y="35068"/>
                </a:lnTo>
                <a:lnTo>
                  <a:pt x="6746219" y="70137"/>
                </a:lnTo>
                <a:lnTo>
                  <a:pt x="6767525" y="109778"/>
                </a:lnTo>
                <a:lnTo>
                  <a:pt x="6772090" y="134174"/>
                </a:lnTo>
                <a:lnTo>
                  <a:pt x="6772090" y="686117"/>
                </a:lnTo>
                <a:lnTo>
                  <a:pt x="6769047" y="698315"/>
                </a:lnTo>
                <a:lnTo>
                  <a:pt x="6767525" y="708987"/>
                </a:lnTo>
                <a:lnTo>
                  <a:pt x="6737089" y="757778"/>
                </a:lnTo>
                <a:lnTo>
                  <a:pt x="6699044" y="783699"/>
                </a:lnTo>
                <a:lnTo>
                  <a:pt x="6651867" y="792847"/>
                </a:lnTo>
                <a:lnTo>
                  <a:pt x="6734045" y="792847"/>
                </a:lnTo>
                <a:lnTo>
                  <a:pt x="6773612" y="753205"/>
                </a:lnTo>
                <a:lnTo>
                  <a:pt x="6785787" y="728809"/>
                </a:lnTo>
                <a:lnTo>
                  <a:pt x="6791874" y="715087"/>
                </a:lnTo>
                <a:lnTo>
                  <a:pt x="6794917" y="701365"/>
                </a:lnTo>
                <a:lnTo>
                  <a:pt x="6796440" y="687642"/>
                </a:lnTo>
                <a:lnTo>
                  <a:pt x="6797962" y="672395"/>
                </a:lnTo>
                <a:lnTo>
                  <a:pt x="6797962" y="144847"/>
                </a:lnTo>
                <a:lnTo>
                  <a:pt x="6785787" y="88432"/>
                </a:lnTo>
                <a:lnTo>
                  <a:pt x="6764482" y="51840"/>
                </a:lnTo>
                <a:lnTo>
                  <a:pt x="6755350" y="42692"/>
                </a:lnTo>
                <a:lnTo>
                  <a:pt x="6735820" y="25919"/>
                </a:lnTo>
                <a:close/>
              </a:path>
            </a:pathLst>
          </a:custGeom>
          <a:solidFill>
            <a:srgbClr val="FFFFFF"/>
          </a:solidFill>
        </p:spPr>
        <p:txBody>
          <a:bodyPr wrap="square" lIns="0" tIns="0" rIns="0" bIns="0" rtlCol="0"/>
          <a:lstStyle/>
          <a:p>
            <a:endParaRPr/>
          </a:p>
        </p:txBody>
      </p:sp>
      <p:sp>
        <p:nvSpPr>
          <p:cNvPr id="9" name="object 9"/>
          <p:cNvSpPr/>
          <p:nvPr/>
        </p:nvSpPr>
        <p:spPr>
          <a:xfrm>
            <a:off x="1826181" y="4834291"/>
            <a:ext cx="6772275" cy="793115"/>
          </a:xfrm>
          <a:custGeom>
            <a:avLst/>
            <a:gdLst/>
            <a:ahLst/>
            <a:cxnLst/>
            <a:rect l="l" t="t" r="r" b="b"/>
            <a:pathLst>
              <a:path w="6772275" h="793114">
                <a:moveTo>
                  <a:pt x="6641214" y="0"/>
                </a:moveTo>
                <a:lnTo>
                  <a:pt x="132398" y="0"/>
                </a:lnTo>
                <a:lnTo>
                  <a:pt x="90578" y="6769"/>
                </a:lnTo>
                <a:lnTo>
                  <a:pt x="54237" y="25615"/>
                </a:lnTo>
                <a:lnTo>
                  <a:pt x="25566" y="54340"/>
                </a:lnTo>
                <a:lnTo>
                  <a:pt x="6756" y="90750"/>
                </a:lnTo>
                <a:lnTo>
                  <a:pt x="0" y="132648"/>
                </a:lnTo>
                <a:lnTo>
                  <a:pt x="0" y="660198"/>
                </a:lnTo>
                <a:lnTo>
                  <a:pt x="6756" y="702096"/>
                </a:lnTo>
                <a:lnTo>
                  <a:pt x="25566" y="738506"/>
                </a:lnTo>
                <a:lnTo>
                  <a:pt x="54237" y="767231"/>
                </a:lnTo>
                <a:lnTo>
                  <a:pt x="90578" y="786077"/>
                </a:lnTo>
                <a:lnTo>
                  <a:pt x="132398" y="792847"/>
                </a:lnTo>
                <a:lnTo>
                  <a:pt x="6641214" y="792847"/>
                </a:lnTo>
                <a:lnTo>
                  <a:pt x="6682876" y="786077"/>
                </a:lnTo>
                <a:lnTo>
                  <a:pt x="6718839" y="767231"/>
                </a:lnTo>
                <a:lnTo>
                  <a:pt x="6747060" y="738506"/>
                </a:lnTo>
                <a:lnTo>
                  <a:pt x="6765492" y="702096"/>
                </a:lnTo>
                <a:lnTo>
                  <a:pt x="6772090" y="660198"/>
                </a:lnTo>
                <a:lnTo>
                  <a:pt x="6772090" y="132648"/>
                </a:lnTo>
                <a:lnTo>
                  <a:pt x="6765492" y="90750"/>
                </a:lnTo>
                <a:lnTo>
                  <a:pt x="6747060" y="54340"/>
                </a:lnTo>
                <a:lnTo>
                  <a:pt x="6718839" y="25615"/>
                </a:lnTo>
                <a:lnTo>
                  <a:pt x="6682876" y="6769"/>
                </a:lnTo>
                <a:lnTo>
                  <a:pt x="6641214" y="0"/>
                </a:lnTo>
                <a:close/>
              </a:path>
            </a:pathLst>
          </a:custGeom>
          <a:solidFill>
            <a:srgbClr val="4F80BC"/>
          </a:solidFill>
        </p:spPr>
        <p:txBody>
          <a:bodyPr wrap="square" lIns="0" tIns="0" rIns="0" bIns="0" rtlCol="0"/>
          <a:lstStyle/>
          <a:p>
            <a:endParaRPr/>
          </a:p>
        </p:txBody>
      </p:sp>
      <p:sp>
        <p:nvSpPr>
          <p:cNvPr id="10" name="object 10"/>
          <p:cNvSpPr/>
          <p:nvPr/>
        </p:nvSpPr>
        <p:spPr>
          <a:xfrm>
            <a:off x="1814007" y="4822093"/>
            <a:ext cx="6798309" cy="817244"/>
          </a:xfrm>
          <a:custGeom>
            <a:avLst/>
            <a:gdLst/>
            <a:ahLst/>
            <a:cxnLst/>
            <a:rect l="l" t="t" r="r" b="b"/>
            <a:pathLst>
              <a:path w="6798309" h="817245">
                <a:moveTo>
                  <a:pt x="6667085" y="0"/>
                </a:moveTo>
                <a:lnTo>
                  <a:pt x="129354" y="0"/>
                </a:lnTo>
                <a:lnTo>
                  <a:pt x="115658" y="3050"/>
                </a:lnTo>
                <a:lnTo>
                  <a:pt x="100440" y="6099"/>
                </a:lnTo>
                <a:lnTo>
                  <a:pt x="88266" y="12198"/>
                </a:lnTo>
                <a:lnTo>
                  <a:pt x="74569" y="18296"/>
                </a:lnTo>
                <a:lnTo>
                  <a:pt x="63916" y="24395"/>
                </a:lnTo>
                <a:lnTo>
                  <a:pt x="24349" y="64038"/>
                </a:lnTo>
                <a:lnTo>
                  <a:pt x="6087" y="102156"/>
                </a:lnTo>
                <a:lnTo>
                  <a:pt x="1521" y="131124"/>
                </a:lnTo>
                <a:lnTo>
                  <a:pt x="0" y="144847"/>
                </a:lnTo>
                <a:lnTo>
                  <a:pt x="0" y="673920"/>
                </a:lnTo>
                <a:lnTo>
                  <a:pt x="1521" y="687642"/>
                </a:lnTo>
                <a:lnTo>
                  <a:pt x="3044" y="702890"/>
                </a:lnTo>
                <a:lnTo>
                  <a:pt x="7609" y="716612"/>
                </a:lnTo>
                <a:lnTo>
                  <a:pt x="12174" y="728809"/>
                </a:lnTo>
                <a:lnTo>
                  <a:pt x="18262" y="742532"/>
                </a:lnTo>
                <a:lnTo>
                  <a:pt x="25871" y="753205"/>
                </a:lnTo>
                <a:lnTo>
                  <a:pt x="33479" y="765402"/>
                </a:lnTo>
                <a:lnTo>
                  <a:pt x="63916" y="792847"/>
                </a:lnTo>
                <a:lnTo>
                  <a:pt x="101961" y="811143"/>
                </a:lnTo>
                <a:lnTo>
                  <a:pt x="130876" y="817242"/>
                </a:lnTo>
                <a:lnTo>
                  <a:pt x="6653389" y="817242"/>
                </a:lnTo>
                <a:lnTo>
                  <a:pt x="6668607" y="815718"/>
                </a:lnTo>
                <a:lnTo>
                  <a:pt x="6682304" y="814193"/>
                </a:lnTo>
                <a:lnTo>
                  <a:pt x="6697521" y="811143"/>
                </a:lnTo>
                <a:lnTo>
                  <a:pt x="6709697" y="805045"/>
                </a:lnTo>
                <a:lnTo>
                  <a:pt x="6723392" y="798946"/>
                </a:lnTo>
                <a:lnTo>
                  <a:pt x="6734045" y="792847"/>
                </a:lnTo>
                <a:lnTo>
                  <a:pt x="6736073" y="791323"/>
                </a:lnTo>
                <a:lnTo>
                  <a:pt x="132398" y="791323"/>
                </a:lnTo>
                <a:lnTo>
                  <a:pt x="120223" y="789797"/>
                </a:lnTo>
                <a:lnTo>
                  <a:pt x="77613" y="771502"/>
                </a:lnTo>
                <a:lnTo>
                  <a:pt x="45655" y="737957"/>
                </a:lnTo>
                <a:lnTo>
                  <a:pt x="39568" y="728809"/>
                </a:lnTo>
                <a:lnTo>
                  <a:pt x="30436" y="707463"/>
                </a:lnTo>
                <a:lnTo>
                  <a:pt x="27392" y="695266"/>
                </a:lnTo>
                <a:lnTo>
                  <a:pt x="25871" y="684593"/>
                </a:lnTo>
                <a:lnTo>
                  <a:pt x="25871" y="131124"/>
                </a:lnTo>
                <a:lnTo>
                  <a:pt x="39568" y="86908"/>
                </a:lnTo>
                <a:lnTo>
                  <a:pt x="70003" y="51840"/>
                </a:lnTo>
                <a:lnTo>
                  <a:pt x="109570" y="30495"/>
                </a:lnTo>
                <a:lnTo>
                  <a:pt x="132398" y="25920"/>
                </a:lnTo>
                <a:lnTo>
                  <a:pt x="6736176" y="25920"/>
                </a:lnTo>
                <a:lnTo>
                  <a:pt x="6734045" y="24395"/>
                </a:lnTo>
                <a:lnTo>
                  <a:pt x="6721871" y="16772"/>
                </a:lnTo>
                <a:lnTo>
                  <a:pt x="6708174" y="10673"/>
                </a:lnTo>
                <a:lnTo>
                  <a:pt x="6696000" y="6099"/>
                </a:lnTo>
                <a:lnTo>
                  <a:pt x="6682304" y="3050"/>
                </a:lnTo>
                <a:lnTo>
                  <a:pt x="6667085" y="0"/>
                </a:lnTo>
                <a:close/>
              </a:path>
              <a:path w="6798309" h="817245">
                <a:moveTo>
                  <a:pt x="6736176" y="25920"/>
                </a:moveTo>
                <a:lnTo>
                  <a:pt x="6665563" y="25920"/>
                </a:lnTo>
                <a:lnTo>
                  <a:pt x="6677738" y="27444"/>
                </a:lnTo>
                <a:lnTo>
                  <a:pt x="6689912" y="30495"/>
                </a:lnTo>
                <a:lnTo>
                  <a:pt x="6711218" y="39643"/>
                </a:lnTo>
                <a:lnTo>
                  <a:pt x="6720349" y="45741"/>
                </a:lnTo>
                <a:lnTo>
                  <a:pt x="6729479" y="53365"/>
                </a:lnTo>
                <a:lnTo>
                  <a:pt x="6737089" y="60989"/>
                </a:lnTo>
                <a:lnTo>
                  <a:pt x="6746219" y="68611"/>
                </a:lnTo>
                <a:lnTo>
                  <a:pt x="6767525" y="109778"/>
                </a:lnTo>
                <a:lnTo>
                  <a:pt x="6772090" y="132650"/>
                </a:lnTo>
                <a:lnTo>
                  <a:pt x="6772090" y="686118"/>
                </a:lnTo>
                <a:lnTo>
                  <a:pt x="6769047" y="696790"/>
                </a:lnTo>
                <a:lnTo>
                  <a:pt x="6767525" y="708988"/>
                </a:lnTo>
                <a:lnTo>
                  <a:pt x="6737089" y="757779"/>
                </a:lnTo>
                <a:lnTo>
                  <a:pt x="6688391" y="786748"/>
                </a:lnTo>
                <a:lnTo>
                  <a:pt x="6665563" y="791323"/>
                </a:lnTo>
                <a:lnTo>
                  <a:pt x="6736073" y="791323"/>
                </a:lnTo>
                <a:lnTo>
                  <a:pt x="6773612" y="753205"/>
                </a:lnTo>
                <a:lnTo>
                  <a:pt x="6785787" y="728809"/>
                </a:lnTo>
                <a:lnTo>
                  <a:pt x="6791874" y="715087"/>
                </a:lnTo>
                <a:lnTo>
                  <a:pt x="6794917" y="701365"/>
                </a:lnTo>
                <a:lnTo>
                  <a:pt x="6796440" y="686118"/>
                </a:lnTo>
                <a:lnTo>
                  <a:pt x="6797962" y="672396"/>
                </a:lnTo>
                <a:lnTo>
                  <a:pt x="6797962" y="143323"/>
                </a:lnTo>
                <a:lnTo>
                  <a:pt x="6796440" y="129600"/>
                </a:lnTo>
                <a:lnTo>
                  <a:pt x="6794917" y="114353"/>
                </a:lnTo>
                <a:lnTo>
                  <a:pt x="6790353" y="100630"/>
                </a:lnTo>
                <a:lnTo>
                  <a:pt x="6785787" y="88433"/>
                </a:lnTo>
                <a:lnTo>
                  <a:pt x="6779700" y="74711"/>
                </a:lnTo>
                <a:lnTo>
                  <a:pt x="6772090" y="64038"/>
                </a:lnTo>
                <a:lnTo>
                  <a:pt x="6764482" y="51840"/>
                </a:lnTo>
                <a:lnTo>
                  <a:pt x="6744698" y="32019"/>
                </a:lnTo>
                <a:lnTo>
                  <a:pt x="6736176" y="25920"/>
                </a:lnTo>
                <a:close/>
              </a:path>
            </a:pathLst>
          </a:custGeom>
          <a:solidFill>
            <a:srgbClr val="FFFFFF"/>
          </a:solidFill>
        </p:spPr>
        <p:txBody>
          <a:bodyPr wrap="square" lIns="0" tIns="0" rIns="0" bIns="0" rtlCol="0"/>
          <a:lstStyle/>
          <a:p>
            <a:endParaRPr/>
          </a:p>
        </p:txBody>
      </p:sp>
      <p:sp>
        <p:nvSpPr>
          <p:cNvPr id="11" name="object 11"/>
          <p:cNvSpPr txBox="1"/>
          <p:nvPr/>
        </p:nvSpPr>
        <p:spPr>
          <a:xfrm>
            <a:off x="2501106" y="2254360"/>
            <a:ext cx="5422265" cy="3189605"/>
          </a:xfrm>
          <a:prstGeom prst="rect">
            <a:avLst/>
          </a:prstGeom>
        </p:spPr>
        <p:txBody>
          <a:bodyPr vert="horz" wrap="square" lIns="0" tIns="12700" rIns="0" bIns="0" rtlCol="0">
            <a:spAutoFit/>
          </a:bodyPr>
          <a:lstStyle/>
          <a:p>
            <a:pPr algn="ctr">
              <a:lnSpc>
                <a:spcPct val="100000"/>
              </a:lnSpc>
              <a:spcBef>
                <a:spcPts val="100"/>
              </a:spcBef>
            </a:pPr>
            <a:r>
              <a:rPr sz="3300" spc="-30" dirty="0">
                <a:solidFill>
                  <a:srgbClr val="FFFFFF"/>
                </a:solidFill>
                <a:latin typeface="Calibri"/>
                <a:cs typeface="Calibri"/>
              </a:rPr>
              <a:t>Kết </a:t>
            </a:r>
            <a:r>
              <a:rPr sz="3300" spc="-5" dirty="0">
                <a:solidFill>
                  <a:srgbClr val="FFFFFF"/>
                </a:solidFill>
                <a:latin typeface="Calibri"/>
                <a:cs typeface="Calibri"/>
              </a:rPr>
              <a:t>hợp </a:t>
            </a:r>
            <a:r>
              <a:rPr sz="3300" spc="-10" dirty="0">
                <a:solidFill>
                  <a:srgbClr val="FFFFFF"/>
                </a:solidFill>
                <a:latin typeface="Calibri"/>
                <a:cs typeface="Calibri"/>
              </a:rPr>
              <a:t>chữ </a:t>
            </a:r>
            <a:r>
              <a:rPr sz="3300" spc="-5" dirty="0">
                <a:solidFill>
                  <a:srgbClr val="FFFFFF"/>
                </a:solidFill>
                <a:latin typeface="Calibri"/>
                <a:cs typeface="Calibri"/>
              </a:rPr>
              <a:t>hoa </a:t>
            </a:r>
            <a:r>
              <a:rPr sz="3300" spc="-30" dirty="0">
                <a:solidFill>
                  <a:srgbClr val="FFFFFF"/>
                </a:solidFill>
                <a:latin typeface="Calibri"/>
                <a:cs typeface="Calibri"/>
              </a:rPr>
              <a:t>và </a:t>
            </a:r>
            <a:r>
              <a:rPr sz="3300" spc="-10" dirty="0">
                <a:solidFill>
                  <a:srgbClr val="FFFFFF"/>
                </a:solidFill>
                <a:latin typeface="Calibri"/>
                <a:cs typeface="Calibri"/>
              </a:rPr>
              <a:t>chữ</a:t>
            </a:r>
            <a:r>
              <a:rPr sz="3300" spc="20" dirty="0">
                <a:solidFill>
                  <a:srgbClr val="FFFFFF"/>
                </a:solidFill>
                <a:latin typeface="Calibri"/>
                <a:cs typeface="Calibri"/>
              </a:rPr>
              <a:t> </a:t>
            </a:r>
            <a:r>
              <a:rPr sz="3300" spc="-10" dirty="0">
                <a:solidFill>
                  <a:srgbClr val="FFFFFF"/>
                </a:solidFill>
                <a:latin typeface="Calibri"/>
                <a:cs typeface="Calibri"/>
              </a:rPr>
              <a:t>thường</a:t>
            </a:r>
            <a:endParaRPr sz="3300">
              <a:latin typeface="Calibri"/>
              <a:cs typeface="Calibri"/>
            </a:endParaRPr>
          </a:p>
          <a:p>
            <a:pPr marL="1856739" marR="1847214" indent="1905" algn="ctr">
              <a:lnSpc>
                <a:spcPts val="6980"/>
              </a:lnSpc>
              <a:spcBef>
                <a:spcPts val="740"/>
              </a:spcBef>
            </a:pPr>
            <a:r>
              <a:rPr sz="3300" spc="-5" dirty="0">
                <a:solidFill>
                  <a:srgbClr val="FFFFFF"/>
                </a:solidFill>
                <a:latin typeface="Calibri"/>
                <a:cs typeface="Calibri"/>
              </a:rPr>
              <a:t>Dãn </a:t>
            </a:r>
            <a:r>
              <a:rPr sz="3300" spc="-10" dirty="0">
                <a:solidFill>
                  <a:srgbClr val="FFFFFF"/>
                </a:solidFill>
                <a:latin typeface="Calibri"/>
                <a:cs typeface="Calibri"/>
              </a:rPr>
              <a:t>dòng  </a:t>
            </a:r>
            <a:r>
              <a:rPr sz="3300" spc="-5" dirty="0">
                <a:solidFill>
                  <a:srgbClr val="FFFFFF"/>
                </a:solidFill>
                <a:latin typeface="Calibri"/>
                <a:cs typeface="Calibri"/>
              </a:rPr>
              <a:t>Căn lề</a:t>
            </a:r>
            <a:r>
              <a:rPr sz="3300" spc="-90" dirty="0">
                <a:solidFill>
                  <a:srgbClr val="FFFFFF"/>
                </a:solidFill>
                <a:latin typeface="Calibri"/>
                <a:cs typeface="Calibri"/>
              </a:rPr>
              <a:t> </a:t>
            </a:r>
            <a:r>
              <a:rPr sz="3300" spc="-25" dirty="0">
                <a:solidFill>
                  <a:srgbClr val="FFFFFF"/>
                </a:solidFill>
                <a:latin typeface="Calibri"/>
                <a:cs typeface="Calibri"/>
              </a:rPr>
              <a:t>trái</a:t>
            </a:r>
            <a:endParaRPr sz="3300">
              <a:latin typeface="Calibri"/>
              <a:cs typeface="Calibri"/>
            </a:endParaRPr>
          </a:p>
          <a:p>
            <a:pPr marL="635" algn="ctr">
              <a:lnSpc>
                <a:spcPct val="100000"/>
              </a:lnSpc>
              <a:spcBef>
                <a:spcPts val="2290"/>
              </a:spcBef>
            </a:pPr>
            <a:r>
              <a:rPr sz="3300" spc="-5" dirty="0">
                <a:solidFill>
                  <a:srgbClr val="FFFFFF"/>
                </a:solidFill>
                <a:latin typeface="Calibri"/>
                <a:cs typeface="Calibri"/>
              </a:rPr>
              <a:t>Chỉ </a:t>
            </a:r>
            <a:r>
              <a:rPr sz="3300" spc="-10" dirty="0">
                <a:solidFill>
                  <a:srgbClr val="FFFFFF"/>
                </a:solidFill>
                <a:latin typeface="Calibri"/>
                <a:cs typeface="Calibri"/>
              </a:rPr>
              <a:t>viết </a:t>
            </a:r>
            <a:r>
              <a:rPr sz="3300" spc="-25" dirty="0">
                <a:solidFill>
                  <a:srgbClr val="FFFFFF"/>
                </a:solidFill>
                <a:latin typeface="Calibri"/>
                <a:cs typeface="Calibri"/>
              </a:rPr>
              <a:t>tắt </a:t>
            </a:r>
            <a:r>
              <a:rPr sz="3300" spc="-15" dirty="0">
                <a:solidFill>
                  <a:srgbClr val="FFFFFF"/>
                </a:solidFill>
                <a:latin typeface="Calibri"/>
                <a:cs typeface="Calibri"/>
              </a:rPr>
              <a:t>các </a:t>
            </a:r>
            <a:r>
              <a:rPr sz="3300" spc="-5" dirty="0">
                <a:solidFill>
                  <a:srgbClr val="FFFFFF"/>
                </a:solidFill>
                <a:latin typeface="Calibri"/>
                <a:cs typeface="Calibri"/>
              </a:rPr>
              <a:t>từ </a:t>
            </a:r>
            <a:r>
              <a:rPr sz="3300" spc="-10" dirty="0">
                <a:solidFill>
                  <a:srgbClr val="FFFFFF"/>
                </a:solidFill>
                <a:latin typeface="Calibri"/>
                <a:cs typeface="Calibri"/>
              </a:rPr>
              <a:t>thông</a:t>
            </a:r>
            <a:r>
              <a:rPr sz="3300" dirty="0">
                <a:solidFill>
                  <a:srgbClr val="FFFFFF"/>
                </a:solidFill>
                <a:latin typeface="Calibri"/>
                <a:cs typeface="Calibri"/>
              </a:rPr>
              <a:t> </a:t>
            </a:r>
            <a:r>
              <a:rPr sz="3300" spc="-10" dirty="0">
                <a:solidFill>
                  <a:srgbClr val="FFFFFF"/>
                </a:solidFill>
                <a:latin typeface="Calibri"/>
                <a:cs typeface="Calibri"/>
              </a:rPr>
              <a:t>dụng</a:t>
            </a:r>
            <a:endParaRPr sz="3300">
              <a:latin typeface="Calibri"/>
              <a:cs typeface="Calibri"/>
            </a:endParaRPr>
          </a:p>
        </p:txBody>
      </p:sp>
      <p:sp>
        <p:nvSpPr>
          <p:cNvPr id="12" name="object 12"/>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3" name="object 13"/>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4" name="object 14"/>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14</a:t>
            </a:fld>
            <a:endParaRPr spc="-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785781" y="835971"/>
            <a:ext cx="6263005" cy="452120"/>
          </a:xfrm>
          <a:prstGeom prst="rect">
            <a:avLst/>
          </a:prstGeom>
        </p:spPr>
        <p:txBody>
          <a:bodyPr vert="horz" wrap="square" lIns="0" tIns="12065" rIns="0" bIns="0" rtlCol="0">
            <a:spAutoFit/>
          </a:bodyPr>
          <a:lstStyle/>
          <a:p>
            <a:pPr marL="12700">
              <a:lnSpc>
                <a:spcPct val="100000"/>
              </a:lnSpc>
              <a:spcBef>
                <a:spcPts val="95"/>
              </a:spcBef>
            </a:pPr>
            <a:r>
              <a:rPr spc="-10" dirty="0"/>
              <a:t>Quy tắc hiển </a:t>
            </a:r>
            <a:r>
              <a:rPr spc="-5" dirty="0"/>
              <a:t>thị </a:t>
            </a:r>
            <a:r>
              <a:rPr spc="-10" dirty="0"/>
              <a:t>bảng </a:t>
            </a:r>
            <a:r>
              <a:rPr spc="-5" dirty="0"/>
              <a:t>và </a:t>
            </a:r>
            <a:r>
              <a:rPr spc="-10" dirty="0"/>
              <a:t>danh</a:t>
            </a:r>
            <a:r>
              <a:rPr spc="40" dirty="0"/>
              <a:t> </a:t>
            </a:r>
            <a:r>
              <a:rPr spc="-10" dirty="0"/>
              <a:t>sách</a:t>
            </a:r>
          </a:p>
        </p:txBody>
      </p:sp>
      <p:sp>
        <p:nvSpPr>
          <p:cNvPr id="3" name="object 3"/>
          <p:cNvSpPr/>
          <p:nvPr/>
        </p:nvSpPr>
        <p:spPr>
          <a:xfrm>
            <a:off x="2098587" y="2359694"/>
            <a:ext cx="6058535" cy="863600"/>
          </a:xfrm>
          <a:custGeom>
            <a:avLst/>
            <a:gdLst/>
            <a:ahLst/>
            <a:cxnLst/>
            <a:rect l="l" t="t" r="r" b="b"/>
            <a:pathLst>
              <a:path w="6058534" h="863600">
                <a:moveTo>
                  <a:pt x="5913785" y="0"/>
                </a:moveTo>
                <a:lnTo>
                  <a:pt x="143050" y="0"/>
                </a:lnTo>
                <a:lnTo>
                  <a:pt x="97785" y="7294"/>
                </a:lnTo>
                <a:lnTo>
                  <a:pt x="58510" y="27615"/>
                </a:lnTo>
                <a:lnTo>
                  <a:pt x="27563" y="58621"/>
                </a:lnTo>
                <a:lnTo>
                  <a:pt x="7280" y="97971"/>
                </a:lnTo>
                <a:lnTo>
                  <a:pt x="0" y="143322"/>
                </a:lnTo>
                <a:lnTo>
                  <a:pt x="0" y="719660"/>
                </a:lnTo>
                <a:lnTo>
                  <a:pt x="7280" y="765011"/>
                </a:lnTo>
                <a:lnTo>
                  <a:pt x="27563" y="804361"/>
                </a:lnTo>
                <a:lnTo>
                  <a:pt x="58510" y="835367"/>
                </a:lnTo>
                <a:lnTo>
                  <a:pt x="97785" y="855688"/>
                </a:lnTo>
                <a:lnTo>
                  <a:pt x="143050" y="862982"/>
                </a:lnTo>
                <a:lnTo>
                  <a:pt x="5913785" y="862982"/>
                </a:lnTo>
                <a:lnTo>
                  <a:pt x="5959793" y="855688"/>
                </a:lnTo>
                <a:lnTo>
                  <a:pt x="5999518" y="835367"/>
                </a:lnTo>
                <a:lnTo>
                  <a:pt x="6030697" y="804361"/>
                </a:lnTo>
                <a:lnTo>
                  <a:pt x="6051065" y="765011"/>
                </a:lnTo>
                <a:lnTo>
                  <a:pt x="6058358" y="719660"/>
                </a:lnTo>
                <a:lnTo>
                  <a:pt x="6058358" y="143322"/>
                </a:lnTo>
                <a:lnTo>
                  <a:pt x="6051065" y="97971"/>
                </a:lnTo>
                <a:lnTo>
                  <a:pt x="6030697" y="58621"/>
                </a:lnTo>
                <a:lnTo>
                  <a:pt x="5999518" y="27615"/>
                </a:lnTo>
                <a:lnTo>
                  <a:pt x="5959793" y="7294"/>
                </a:lnTo>
                <a:lnTo>
                  <a:pt x="5913785" y="0"/>
                </a:lnTo>
                <a:close/>
              </a:path>
            </a:pathLst>
          </a:custGeom>
          <a:solidFill>
            <a:srgbClr val="4F80BC"/>
          </a:solidFill>
        </p:spPr>
        <p:txBody>
          <a:bodyPr wrap="square" lIns="0" tIns="0" rIns="0" bIns="0" rtlCol="0"/>
          <a:lstStyle/>
          <a:p>
            <a:endParaRPr/>
          </a:p>
        </p:txBody>
      </p:sp>
      <p:sp>
        <p:nvSpPr>
          <p:cNvPr id="4" name="object 4"/>
          <p:cNvSpPr/>
          <p:nvPr/>
        </p:nvSpPr>
        <p:spPr>
          <a:xfrm>
            <a:off x="2084890" y="2345971"/>
            <a:ext cx="6084570" cy="890905"/>
          </a:xfrm>
          <a:custGeom>
            <a:avLst/>
            <a:gdLst/>
            <a:ahLst/>
            <a:cxnLst/>
            <a:rect l="l" t="t" r="r" b="b"/>
            <a:pathLst>
              <a:path w="6084570" h="890905">
                <a:moveTo>
                  <a:pt x="5927482" y="0"/>
                </a:moveTo>
                <a:lnTo>
                  <a:pt x="156747" y="0"/>
                </a:lnTo>
                <a:lnTo>
                  <a:pt x="140007" y="1524"/>
                </a:lnTo>
                <a:lnTo>
                  <a:pt x="82179" y="19820"/>
                </a:lnTo>
                <a:lnTo>
                  <a:pt x="35002" y="57938"/>
                </a:lnTo>
                <a:lnTo>
                  <a:pt x="27392" y="70135"/>
                </a:lnTo>
                <a:lnTo>
                  <a:pt x="18262" y="83858"/>
                </a:lnTo>
                <a:lnTo>
                  <a:pt x="12175" y="97580"/>
                </a:lnTo>
                <a:lnTo>
                  <a:pt x="7609" y="111302"/>
                </a:lnTo>
                <a:lnTo>
                  <a:pt x="3044" y="126550"/>
                </a:lnTo>
                <a:lnTo>
                  <a:pt x="0" y="157044"/>
                </a:lnTo>
                <a:lnTo>
                  <a:pt x="0" y="733383"/>
                </a:lnTo>
                <a:lnTo>
                  <a:pt x="7609" y="780648"/>
                </a:lnTo>
                <a:lnTo>
                  <a:pt x="27392" y="821815"/>
                </a:lnTo>
                <a:lnTo>
                  <a:pt x="57829" y="853834"/>
                </a:lnTo>
                <a:lnTo>
                  <a:pt x="95874" y="878230"/>
                </a:lnTo>
                <a:lnTo>
                  <a:pt x="156747" y="890427"/>
                </a:lnTo>
                <a:lnTo>
                  <a:pt x="5929003" y="890427"/>
                </a:lnTo>
                <a:lnTo>
                  <a:pt x="5974659" y="882804"/>
                </a:lnTo>
                <a:lnTo>
                  <a:pt x="6013311" y="864508"/>
                </a:lnTo>
                <a:lnTo>
                  <a:pt x="143051" y="864508"/>
                </a:lnTo>
                <a:lnTo>
                  <a:pt x="129354" y="861458"/>
                </a:lnTo>
                <a:lnTo>
                  <a:pt x="83700" y="841637"/>
                </a:lnTo>
                <a:lnTo>
                  <a:pt x="54786" y="815717"/>
                </a:lnTo>
                <a:lnTo>
                  <a:pt x="31958" y="771500"/>
                </a:lnTo>
                <a:lnTo>
                  <a:pt x="25871" y="745581"/>
                </a:lnTo>
                <a:lnTo>
                  <a:pt x="25871" y="143322"/>
                </a:lnTo>
                <a:lnTo>
                  <a:pt x="36523" y="105204"/>
                </a:lnTo>
                <a:lnTo>
                  <a:pt x="63916" y="64037"/>
                </a:lnTo>
                <a:lnTo>
                  <a:pt x="83700" y="48790"/>
                </a:lnTo>
                <a:lnTo>
                  <a:pt x="94353" y="41167"/>
                </a:lnTo>
                <a:lnTo>
                  <a:pt x="118701" y="32017"/>
                </a:lnTo>
                <a:lnTo>
                  <a:pt x="130877" y="28968"/>
                </a:lnTo>
                <a:lnTo>
                  <a:pt x="144572" y="27444"/>
                </a:lnTo>
                <a:lnTo>
                  <a:pt x="156747" y="25919"/>
                </a:lnTo>
                <a:lnTo>
                  <a:pt x="6013007" y="25919"/>
                </a:lnTo>
                <a:lnTo>
                  <a:pt x="5988354" y="12197"/>
                </a:lnTo>
                <a:lnTo>
                  <a:pt x="5974659" y="7623"/>
                </a:lnTo>
                <a:lnTo>
                  <a:pt x="5959440" y="3049"/>
                </a:lnTo>
                <a:lnTo>
                  <a:pt x="5927482" y="0"/>
                </a:lnTo>
                <a:close/>
              </a:path>
              <a:path w="6084570" h="890905">
                <a:moveTo>
                  <a:pt x="6013007" y="25919"/>
                </a:moveTo>
                <a:lnTo>
                  <a:pt x="5927482" y="25919"/>
                </a:lnTo>
                <a:lnTo>
                  <a:pt x="5942700" y="27444"/>
                </a:lnTo>
                <a:lnTo>
                  <a:pt x="5954875" y="28968"/>
                </a:lnTo>
                <a:lnTo>
                  <a:pt x="5991398" y="42691"/>
                </a:lnTo>
                <a:lnTo>
                  <a:pt x="6037052" y="83858"/>
                </a:lnTo>
                <a:lnTo>
                  <a:pt x="6043140" y="96056"/>
                </a:lnTo>
                <a:lnTo>
                  <a:pt x="6049227" y="106729"/>
                </a:lnTo>
                <a:lnTo>
                  <a:pt x="6053792" y="118926"/>
                </a:lnTo>
                <a:lnTo>
                  <a:pt x="6056837" y="131124"/>
                </a:lnTo>
                <a:lnTo>
                  <a:pt x="6059879" y="158569"/>
                </a:lnTo>
                <a:lnTo>
                  <a:pt x="6059879" y="733383"/>
                </a:lnTo>
                <a:lnTo>
                  <a:pt x="6053792" y="773026"/>
                </a:lnTo>
                <a:lnTo>
                  <a:pt x="6029444" y="817242"/>
                </a:lnTo>
                <a:lnTo>
                  <a:pt x="6000529" y="843161"/>
                </a:lnTo>
                <a:lnTo>
                  <a:pt x="5953353" y="861458"/>
                </a:lnTo>
                <a:lnTo>
                  <a:pt x="5941178" y="864508"/>
                </a:lnTo>
                <a:lnTo>
                  <a:pt x="6013311" y="864508"/>
                </a:lnTo>
                <a:lnTo>
                  <a:pt x="6015747" y="862982"/>
                </a:lnTo>
                <a:lnTo>
                  <a:pt x="6049227" y="832488"/>
                </a:lnTo>
                <a:lnTo>
                  <a:pt x="6072055" y="794371"/>
                </a:lnTo>
                <a:lnTo>
                  <a:pt x="6084229" y="748630"/>
                </a:lnTo>
                <a:lnTo>
                  <a:pt x="6084229" y="140272"/>
                </a:lnTo>
                <a:lnTo>
                  <a:pt x="6072055" y="96056"/>
                </a:lnTo>
                <a:lnTo>
                  <a:pt x="6047705" y="57938"/>
                </a:lnTo>
                <a:lnTo>
                  <a:pt x="6038574" y="45740"/>
                </a:lnTo>
                <a:lnTo>
                  <a:pt x="6027921" y="36592"/>
                </a:lnTo>
                <a:lnTo>
                  <a:pt x="6015747" y="27444"/>
                </a:lnTo>
                <a:lnTo>
                  <a:pt x="6013007" y="25919"/>
                </a:lnTo>
                <a:close/>
              </a:path>
            </a:pathLst>
          </a:custGeom>
          <a:solidFill>
            <a:srgbClr val="FFFFFF"/>
          </a:solidFill>
        </p:spPr>
        <p:txBody>
          <a:bodyPr wrap="square" lIns="0" tIns="0" rIns="0" bIns="0" rtlCol="0"/>
          <a:lstStyle/>
          <a:p>
            <a:endParaRPr/>
          </a:p>
        </p:txBody>
      </p:sp>
      <p:sp>
        <p:nvSpPr>
          <p:cNvPr id="5" name="object 5"/>
          <p:cNvSpPr/>
          <p:nvPr/>
        </p:nvSpPr>
        <p:spPr>
          <a:xfrm>
            <a:off x="2098587" y="3326357"/>
            <a:ext cx="6058535" cy="864869"/>
          </a:xfrm>
          <a:custGeom>
            <a:avLst/>
            <a:gdLst/>
            <a:ahLst/>
            <a:cxnLst/>
            <a:rect l="l" t="t" r="r" b="b"/>
            <a:pathLst>
              <a:path w="6058534" h="864870">
                <a:moveTo>
                  <a:pt x="5913785" y="0"/>
                </a:moveTo>
                <a:lnTo>
                  <a:pt x="143050" y="0"/>
                </a:lnTo>
                <a:lnTo>
                  <a:pt x="97785" y="7452"/>
                </a:lnTo>
                <a:lnTo>
                  <a:pt x="58510" y="28152"/>
                </a:lnTo>
                <a:lnTo>
                  <a:pt x="27563" y="59610"/>
                </a:lnTo>
                <a:lnTo>
                  <a:pt x="7280" y="99337"/>
                </a:lnTo>
                <a:lnTo>
                  <a:pt x="0" y="144847"/>
                </a:lnTo>
                <a:lnTo>
                  <a:pt x="0" y="721186"/>
                </a:lnTo>
                <a:lnTo>
                  <a:pt x="7280" y="766536"/>
                </a:lnTo>
                <a:lnTo>
                  <a:pt x="27563" y="805886"/>
                </a:lnTo>
                <a:lnTo>
                  <a:pt x="58510" y="836892"/>
                </a:lnTo>
                <a:lnTo>
                  <a:pt x="97785" y="857213"/>
                </a:lnTo>
                <a:lnTo>
                  <a:pt x="143050" y="864508"/>
                </a:lnTo>
                <a:lnTo>
                  <a:pt x="5913785" y="864508"/>
                </a:lnTo>
                <a:lnTo>
                  <a:pt x="5959793" y="857213"/>
                </a:lnTo>
                <a:lnTo>
                  <a:pt x="5999518" y="836892"/>
                </a:lnTo>
                <a:lnTo>
                  <a:pt x="6030697" y="805886"/>
                </a:lnTo>
                <a:lnTo>
                  <a:pt x="6051065" y="766536"/>
                </a:lnTo>
                <a:lnTo>
                  <a:pt x="6058358" y="721186"/>
                </a:lnTo>
                <a:lnTo>
                  <a:pt x="6058358" y="144847"/>
                </a:lnTo>
                <a:lnTo>
                  <a:pt x="6051065" y="99337"/>
                </a:lnTo>
                <a:lnTo>
                  <a:pt x="6030697" y="59610"/>
                </a:lnTo>
                <a:lnTo>
                  <a:pt x="5999518" y="28152"/>
                </a:lnTo>
                <a:lnTo>
                  <a:pt x="5959793" y="7452"/>
                </a:lnTo>
                <a:lnTo>
                  <a:pt x="5913785" y="0"/>
                </a:lnTo>
                <a:close/>
              </a:path>
            </a:pathLst>
          </a:custGeom>
          <a:solidFill>
            <a:srgbClr val="4F80BC"/>
          </a:solidFill>
        </p:spPr>
        <p:txBody>
          <a:bodyPr wrap="square" lIns="0" tIns="0" rIns="0" bIns="0" rtlCol="0"/>
          <a:lstStyle/>
          <a:p>
            <a:endParaRPr/>
          </a:p>
        </p:txBody>
      </p:sp>
      <p:sp>
        <p:nvSpPr>
          <p:cNvPr id="6" name="object 6"/>
          <p:cNvSpPr/>
          <p:nvPr/>
        </p:nvSpPr>
        <p:spPr>
          <a:xfrm>
            <a:off x="2084890" y="3314160"/>
            <a:ext cx="6084570" cy="889000"/>
          </a:xfrm>
          <a:custGeom>
            <a:avLst/>
            <a:gdLst/>
            <a:ahLst/>
            <a:cxnLst/>
            <a:rect l="l" t="t" r="r" b="b"/>
            <a:pathLst>
              <a:path w="6084570" h="889000">
                <a:moveTo>
                  <a:pt x="5927482" y="0"/>
                </a:moveTo>
                <a:lnTo>
                  <a:pt x="156747" y="0"/>
                </a:lnTo>
                <a:lnTo>
                  <a:pt x="124788" y="3049"/>
                </a:lnTo>
                <a:lnTo>
                  <a:pt x="68482" y="27444"/>
                </a:lnTo>
                <a:lnTo>
                  <a:pt x="35002" y="57938"/>
                </a:lnTo>
                <a:lnTo>
                  <a:pt x="27392" y="70135"/>
                </a:lnTo>
                <a:lnTo>
                  <a:pt x="18262" y="82334"/>
                </a:lnTo>
                <a:lnTo>
                  <a:pt x="12175" y="96056"/>
                </a:lnTo>
                <a:lnTo>
                  <a:pt x="3044" y="126550"/>
                </a:lnTo>
                <a:lnTo>
                  <a:pt x="0" y="157044"/>
                </a:lnTo>
                <a:lnTo>
                  <a:pt x="0" y="733383"/>
                </a:lnTo>
                <a:lnTo>
                  <a:pt x="1522" y="748630"/>
                </a:lnTo>
                <a:lnTo>
                  <a:pt x="3044" y="765402"/>
                </a:lnTo>
                <a:lnTo>
                  <a:pt x="19784" y="808093"/>
                </a:lnTo>
                <a:lnTo>
                  <a:pt x="47176" y="844687"/>
                </a:lnTo>
                <a:lnTo>
                  <a:pt x="82179" y="870606"/>
                </a:lnTo>
                <a:lnTo>
                  <a:pt x="141530" y="888903"/>
                </a:lnTo>
                <a:lnTo>
                  <a:pt x="5944222" y="888903"/>
                </a:lnTo>
                <a:lnTo>
                  <a:pt x="5989876" y="876705"/>
                </a:lnTo>
                <a:lnTo>
                  <a:pt x="6013311" y="864508"/>
                </a:lnTo>
                <a:lnTo>
                  <a:pt x="156747" y="864508"/>
                </a:lnTo>
                <a:lnTo>
                  <a:pt x="129354" y="861458"/>
                </a:lnTo>
                <a:lnTo>
                  <a:pt x="83700" y="841637"/>
                </a:lnTo>
                <a:lnTo>
                  <a:pt x="54786" y="815717"/>
                </a:lnTo>
                <a:lnTo>
                  <a:pt x="31958" y="771500"/>
                </a:lnTo>
                <a:lnTo>
                  <a:pt x="25871" y="745581"/>
                </a:lnTo>
                <a:lnTo>
                  <a:pt x="25871" y="143322"/>
                </a:lnTo>
                <a:lnTo>
                  <a:pt x="41089" y="93007"/>
                </a:lnTo>
                <a:lnTo>
                  <a:pt x="74569" y="54889"/>
                </a:lnTo>
                <a:lnTo>
                  <a:pt x="118701" y="30493"/>
                </a:lnTo>
                <a:lnTo>
                  <a:pt x="144572" y="25919"/>
                </a:lnTo>
                <a:lnTo>
                  <a:pt x="6015747" y="25919"/>
                </a:lnTo>
                <a:lnTo>
                  <a:pt x="6002051" y="18295"/>
                </a:lnTo>
                <a:lnTo>
                  <a:pt x="5988354" y="12197"/>
                </a:lnTo>
                <a:lnTo>
                  <a:pt x="5974659" y="7623"/>
                </a:lnTo>
                <a:lnTo>
                  <a:pt x="5959440" y="3049"/>
                </a:lnTo>
                <a:lnTo>
                  <a:pt x="5927482" y="0"/>
                </a:lnTo>
                <a:close/>
              </a:path>
              <a:path w="6084570" h="889000">
                <a:moveTo>
                  <a:pt x="6015747" y="25919"/>
                </a:moveTo>
                <a:lnTo>
                  <a:pt x="5942700" y="25919"/>
                </a:lnTo>
                <a:lnTo>
                  <a:pt x="5967049" y="32017"/>
                </a:lnTo>
                <a:lnTo>
                  <a:pt x="5991398" y="41167"/>
                </a:lnTo>
                <a:lnTo>
                  <a:pt x="6029444" y="73185"/>
                </a:lnTo>
                <a:lnTo>
                  <a:pt x="6049227" y="106729"/>
                </a:lnTo>
                <a:lnTo>
                  <a:pt x="6059879" y="157044"/>
                </a:lnTo>
                <a:lnTo>
                  <a:pt x="6059879" y="733383"/>
                </a:lnTo>
                <a:lnTo>
                  <a:pt x="6053792" y="773026"/>
                </a:lnTo>
                <a:lnTo>
                  <a:pt x="6029444" y="817242"/>
                </a:lnTo>
                <a:lnTo>
                  <a:pt x="5979223" y="853834"/>
                </a:lnTo>
                <a:lnTo>
                  <a:pt x="5941178" y="862982"/>
                </a:lnTo>
                <a:lnTo>
                  <a:pt x="5927482" y="864508"/>
                </a:lnTo>
                <a:lnTo>
                  <a:pt x="6013311" y="864508"/>
                </a:lnTo>
                <a:lnTo>
                  <a:pt x="6049227" y="832488"/>
                </a:lnTo>
                <a:lnTo>
                  <a:pt x="6078142" y="779124"/>
                </a:lnTo>
                <a:lnTo>
                  <a:pt x="6084229" y="748630"/>
                </a:lnTo>
                <a:lnTo>
                  <a:pt x="6084229" y="140272"/>
                </a:lnTo>
                <a:lnTo>
                  <a:pt x="6072055" y="96056"/>
                </a:lnTo>
                <a:lnTo>
                  <a:pt x="6047705" y="56413"/>
                </a:lnTo>
                <a:lnTo>
                  <a:pt x="6027921" y="35068"/>
                </a:lnTo>
                <a:lnTo>
                  <a:pt x="6015747" y="25919"/>
                </a:lnTo>
                <a:close/>
              </a:path>
            </a:pathLst>
          </a:custGeom>
          <a:solidFill>
            <a:srgbClr val="FFFFFF"/>
          </a:solidFill>
        </p:spPr>
        <p:txBody>
          <a:bodyPr wrap="square" lIns="0" tIns="0" rIns="0" bIns="0" rtlCol="0"/>
          <a:lstStyle/>
          <a:p>
            <a:endParaRPr/>
          </a:p>
        </p:txBody>
      </p:sp>
      <p:sp>
        <p:nvSpPr>
          <p:cNvPr id="7" name="object 7"/>
          <p:cNvSpPr/>
          <p:nvPr/>
        </p:nvSpPr>
        <p:spPr>
          <a:xfrm>
            <a:off x="2098587" y="4294545"/>
            <a:ext cx="6058535" cy="864869"/>
          </a:xfrm>
          <a:custGeom>
            <a:avLst/>
            <a:gdLst/>
            <a:ahLst/>
            <a:cxnLst/>
            <a:rect l="l" t="t" r="r" b="b"/>
            <a:pathLst>
              <a:path w="6058534" h="864870">
                <a:moveTo>
                  <a:pt x="5913785" y="0"/>
                </a:moveTo>
                <a:lnTo>
                  <a:pt x="143050" y="0"/>
                </a:lnTo>
                <a:lnTo>
                  <a:pt x="97785" y="7294"/>
                </a:lnTo>
                <a:lnTo>
                  <a:pt x="58510" y="27615"/>
                </a:lnTo>
                <a:lnTo>
                  <a:pt x="27563" y="58621"/>
                </a:lnTo>
                <a:lnTo>
                  <a:pt x="7280" y="97971"/>
                </a:lnTo>
                <a:lnTo>
                  <a:pt x="0" y="143322"/>
                </a:lnTo>
                <a:lnTo>
                  <a:pt x="0" y="719660"/>
                </a:lnTo>
                <a:lnTo>
                  <a:pt x="7280" y="765170"/>
                </a:lnTo>
                <a:lnTo>
                  <a:pt x="27563" y="804898"/>
                </a:lnTo>
                <a:lnTo>
                  <a:pt x="58510" y="836355"/>
                </a:lnTo>
                <a:lnTo>
                  <a:pt x="97785" y="857055"/>
                </a:lnTo>
                <a:lnTo>
                  <a:pt x="143050" y="864508"/>
                </a:lnTo>
                <a:lnTo>
                  <a:pt x="5913785" y="864508"/>
                </a:lnTo>
                <a:lnTo>
                  <a:pt x="5959793" y="857055"/>
                </a:lnTo>
                <a:lnTo>
                  <a:pt x="5999518" y="836355"/>
                </a:lnTo>
                <a:lnTo>
                  <a:pt x="6030697" y="804898"/>
                </a:lnTo>
                <a:lnTo>
                  <a:pt x="6051065" y="765170"/>
                </a:lnTo>
                <a:lnTo>
                  <a:pt x="6058358" y="719660"/>
                </a:lnTo>
                <a:lnTo>
                  <a:pt x="6058358" y="143322"/>
                </a:lnTo>
                <a:lnTo>
                  <a:pt x="6051065" y="97971"/>
                </a:lnTo>
                <a:lnTo>
                  <a:pt x="6030697" y="58621"/>
                </a:lnTo>
                <a:lnTo>
                  <a:pt x="5999518" y="27615"/>
                </a:lnTo>
                <a:lnTo>
                  <a:pt x="5959793" y="7294"/>
                </a:lnTo>
                <a:lnTo>
                  <a:pt x="5913785" y="0"/>
                </a:lnTo>
                <a:close/>
              </a:path>
            </a:pathLst>
          </a:custGeom>
          <a:solidFill>
            <a:srgbClr val="4F80BC"/>
          </a:solidFill>
        </p:spPr>
        <p:txBody>
          <a:bodyPr wrap="square" lIns="0" tIns="0" rIns="0" bIns="0" rtlCol="0"/>
          <a:lstStyle/>
          <a:p>
            <a:endParaRPr/>
          </a:p>
        </p:txBody>
      </p:sp>
      <p:sp>
        <p:nvSpPr>
          <p:cNvPr id="8" name="object 8"/>
          <p:cNvSpPr/>
          <p:nvPr/>
        </p:nvSpPr>
        <p:spPr>
          <a:xfrm>
            <a:off x="2084890" y="4282348"/>
            <a:ext cx="6084570" cy="889000"/>
          </a:xfrm>
          <a:custGeom>
            <a:avLst/>
            <a:gdLst/>
            <a:ahLst/>
            <a:cxnLst/>
            <a:rect l="l" t="t" r="r" b="b"/>
            <a:pathLst>
              <a:path w="6084570" h="889000">
                <a:moveTo>
                  <a:pt x="5944222" y="0"/>
                </a:moveTo>
                <a:lnTo>
                  <a:pt x="140007" y="0"/>
                </a:lnTo>
                <a:lnTo>
                  <a:pt x="109571" y="6098"/>
                </a:lnTo>
                <a:lnTo>
                  <a:pt x="68482" y="25919"/>
                </a:lnTo>
                <a:lnTo>
                  <a:pt x="35002" y="56413"/>
                </a:lnTo>
                <a:lnTo>
                  <a:pt x="27392" y="68611"/>
                </a:lnTo>
                <a:lnTo>
                  <a:pt x="18262" y="82334"/>
                </a:lnTo>
                <a:lnTo>
                  <a:pt x="12175" y="96056"/>
                </a:lnTo>
                <a:lnTo>
                  <a:pt x="7609" y="109778"/>
                </a:lnTo>
                <a:lnTo>
                  <a:pt x="3044" y="125025"/>
                </a:lnTo>
                <a:lnTo>
                  <a:pt x="0" y="155519"/>
                </a:lnTo>
                <a:lnTo>
                  <a:pt x="0" y="733383"/>
                </a:lnTo>
                <a:lnTo>
                  <a:pt x="7609" y="779124"/>
                </a:lnTo>
                <a:lnTo>
                  <a:pt x="27392" y="820291"/>
                </a:lnTo>
                <a:lnTo>
                  <a:pt x="57829" y="853834"/>
                </a:lnTo>
                <a:lnTo>
                  <a:pt x="95874" y="876705"/>
                </a:lnTo>
                <a:lnTo>
                  <a:pt x="156747" y="888903"/>
                </a:lnTo>
                <a:lnTo>
                  <a:pt x="5929003" y="888903"/>
                </a:lnTo>
                <a:lnTo>
                  <a:pt x="5960962" y="885854"/>
                </a:lnTo>
                <a:lnTo>
                  <a:pt x="5974659" y="881279"/>
                </a:lnTo>
                <a:lnTo>
                  <a:pt x="5989876" y="876705"/>
                </a:lnTo>
                <a:lnTo>
                  <a:pt x="6003573" y="869081"/>
                </a:lnTo>
                <a:lnTo>
                  <a:pt x="6013313" y="862982"/>
                </a:lnTo>
                <a:lnTo>
                  <a:pt x="143051" y="862982"/>
                </a:lnTo>
                <a:lnTo>
                  <a:pt x="129354" y="859933"/>
                </a:lnTo>
                <a:lnTo>
                  <a:pt x="73047" y="832488"/>
                </a:lnTo>
                <a:lnTo>
                  <a:pt x="41089" y="794371"/>
                </a:lnTo>
                <a:lnTo>
                  <a:pt x="25871" y="745580"/>
                </a:lnTo>
                <a:lnTo>
                  <a:pt x="25871" y="141796"/>
                </a:lnTo>
                <a:lnTo>
                  <a:pt x="28915" y="129599"/>
                </a:lnTo>
                <a:lnTo>
                  <a:pt x="31958" y="115877"/>
                </a:lnTo>
                <a:lnTo>
                  <a:pt x="36523" y="105204"/>
                </a:lnTo>
                <a:lnTo>
                  <a:pt x="41089" y="93007"/>
                </a:lnTo>
                <a:lnTo>
                  <a:pt x="56307" y="71661"/>
                </a:lnTo>
                <a:lnTo>
                  <a:pt x="63916" y="62511"/>
                </a:lnTo>
                <a:lnTo>
                  <a:pt x="74569" y="54889"/>
                </a:lnTo>
                <a:lnTo>
                  <a:pt x="83700" y="47265"/>
                </a:lnTo>
                <a:lnTo>
                  <a:pt x="118701" y="30493"/>
                </a:lnTo>
                <a:lnTo>
                  <a:pt x="144572" y="25919"/>
                </a:lnTo>
                <a:lnTo>
                  <a:pt x="156747" y="24395"/>
                </a:lnTo>
                <a:lnTo>
                  <a:pt x="6013009" y="24395"/>
                </a:lnTo>
                <a:lnTo>
                  <a:pt x="6002051" y="18295"/>
                </a:lnTo>
                <a:lnTo>
                  <a:pt x="5974659" y="6098"/>
                </a:lnTo>
                <a:lnTo>
                  <a:pt x="5944222" y="0"/>
                </a:lnTo>
                <a:close/>
              </a:path>
              <a:path w="6084570" h="889000">
                <a:moveTo>
                  <a:pt x="6013009" y="24395"/>
                </a:moveTo>
                <a:lnTo>
                  <a:pt x="5927482" y="24395"/>
                </a:lnTo>
                <a:lnTo>
                  <a:pt x="5942700" y="25919"/>
                </a:lnTo>
                <a:lnTo>
                  <a:pt x="5954875" y="27444"/>
                </a:lnTo>
                <a:lnTo>
                  <a:pt x="5991398" y="41167"/>
                </a:lnTo>
                <a:lnTo>
                  <a:pt x="6029444" y="73185"/>
                </a:lnTo>
                <a:lnTo>
                  <a:pt x="6053792" y="117401"/>
                </a:lnTo>
                <a:lnTo>
                  <a:pt x="6059879" y="157044"/>
                </a:lnTo>
                <a:lnTo>
                  <a:pt x="6059879" y="731857"/>
                </a:lnTo>
                <a:lnTo>
                  <a:pt x="6053792" y="771500"/>
                </a:lnTo>
                <a:lnTo>
                  <a:pt x="6037052" y="806569"/>
                </a:lnTo>
                <a:lnTo>
                  <a:pt x="6000529" y="841636"/>
                </a:lnTo>
                <a:lnTo>
                  <a:pt x="5953353" y="861458"/>
                </a:lnTo>
                <a:lnTo>
                  <a:pt x="5941178" y="862982"/>
                </a:lnTo>
                <a:lnTo>
                  <a:pt x="6013313" y="862982"/>
                </a:lnTo>
                <a:lnTo>
                  <a:pt x="6049227" y="830964"/>
                </a:lnTo>
                <a:lnTo>
                  <a:pt x="6072055" y="792847"/>
                </a:lnTo>
                <a:lnTo>
                  <a:pt x="6084229" y="747105"/>
                </a:lnTo>
                <a:lnTo>
                  <a:pt x="6084229" y="140272"/>
                </a:lnTo>
                <a:lnTo>
                  <a:pt x="6072055" y="94531"/>
                </a:lnTo>
                <a:lnTo>
                  <a:pt x="6038574" y="44216"/>
                </a:lnTo>
                <a:lnTo>
                  <a:pt x="6015747" y="25919"/>
                </a:lnTo>
                <a:lnTo>
                  <a:pt x="6013009" y="24395"/>
                </a:lnTo>
                <a:close/>
              </a:path>
            </a:pathLst>
          </a:custGeom>
          <a:solidFill>
            <a:srgbClr val="FFFFFF"/>
          </a:solidFill>
        </p:spPr>
        <p:txBody>
          <a:bodyPr wrap="square" lIns="0" tIns="0" rIns="0" bIns="0" rtlCol="0"/>
          <a:lstStyle/>
          <a:p>
            <a:endParaRPr/>
          </a:p>
        </p:txBody>
      </p:sp>
      <p:sp>
        <p:nvSpPr>
          <p:cNvPr id="9" name="object 9"/>
          <p:cNvSpPr txBox="1"/>
          <p:nvPr/>
        </p:nvSpPr>
        <p:spPr>
          <a:xfrm>
            <a:off x="2307697" y="2448782"/>
            <a:ext cx="5633085" cy="2509520"/>
          </a:xfrm>
          <a:prstGeom prst="rect">
            <a:avLst/>
          </a:prstGeom>
        </p:spPr>
        <p:txBody>
          <a:bodyPr vert="horz" wrap="square" lIns="0" tIns="12700" rIns="0" bIns="0" rtlCol="0">
            <a:spAutoFit/>
          </a:bodyPr>
          <a:lstStyle/>
          <a:p>
            <a:pPr marL="5715" algn="ctr">
              <a:lnSpc>
                <a:spcPct val="100000"/>
              </a:lnSpc>
              <a:spcBef>
                <a:spcPts val="100"/>
              </a:spcBef>
            </a:pPr>
            <a:r>
              <a:rPr sz="3600" spc="-5" dirty="0">
                <a:solidFill>
                  <a:srgbClr val="FFFFFF"/>
                </a:solidFill>
                <a:latin typeface="Calibri"/>
                <a:cs typeface="Calibri"/>
              </a:rPr>
              <a:t>Tiêu đề </a:t>
            </a:r>
            <a:r>
              <a:rPr sz="3600" spc="-15" dirty="0">
                <a:solidFill>
                  <a:srgbClr val="FFFFFF"/>
                </a:solidFill>
                <a:latin typeface="Calibri"/>
                <a:cs typeface="Calibri"/>
              </a:rPr>
              <a:t>có </a:t>
            </a:r>
            <a:r>
              <a:rPr sz="3600" dirty="0">
                <a:solidFill>
                  <a:srgbClr val="FFFFFF"/>
                </a:solidFill>
                <a:latin typeface="Calibri"/>
                <a:cs typeface="Calibri"/>
              </a:rPr>
              <a:t>ý</a:t>
            </a:r>
            <a:r>
              <a:rPr sz="3600" spc="-45" dirty="0">
                <a:solidFill>
                  <a:srgbClr val="FFFFFF"/>
                </a:solidFill>
                <a:latin typeface="Calibri"/>
                <a:cs typeface="Calibri"/>
              </a:rPr>
              <a:t> </a:t>
            </a:r>
            <a:r>
              <a:rPr sz="3600" spc="-5" dirty="0">
                <a:solidFill>
                  <a:srgbClr val="FFFFFF"/>
                </a:solidFill>
                <a:latin typeface="Calibri"/>
                <a:cs typeface="Calibri"/>
              </a:rPr>
              <a:t>nghĩa</a:t>
            </a:r>
            <a:endParaRPr sz="3600">
              <a:latin typeface="Calibri"/>
              <a:cs typeface="Calibri"/>
            </a:endParaRPr>
          </a:p>
          <a:p>
            <a:pPr marL="12065" marR="5080" indent="1905" algn="ctr">
              <a:lnSpc>
                <a:spcPts val="7620"/>
              </a:lnSpc>
              <a:spcBef>
                <a:spcPts val="805"/>
              </a:spcBef>
            </a:pPr>
            <a:r>
              <a:rPr sz="3600" spc="-5" dirty="0">
                <a:solidFill>
                  <a:srgbClr val="FFFFFF"/>
                </a:solidFill>
                <a:latin typeface="Calibri"/>
                <a:cs typeface="Calibri"/>
              </a:rPr>
              <a:t>Định dạng </a:t>
            </a:r>
            <a:r>
              <a:rPr sz="3600" spc="-15" dirty="0">
                <a:solidFill>
                  <a:srgbClr val="FFFFFF"/>
                </a:solidFill>
                <a:latin typeface="Calibri"/>
                <a:cs typeface="Calibri"/>
              </a:rPr>
              <a:t>cột, </a:t>
            </a:r>
            <a:r>
              <a:rPr sz="3600" dirty="0">
                <a:solidFill>
                  <a:srgbClr val="FFFFFF"/>
                </a:solidFill>
                <a:latin typeface="Calibri"/>
                <a:cs typeface="Calibri"/>
              </a:rPr>
              <a:t>hàng, </a:t>
            </a:r>
            <a:r>
              <a:rPr sz="3600" spc="-20" dirty="0">
                <a:solidFill>
                  <a:srgbClr val="FFFFFF"/>
                </a:solidFill>
                <a:latin typeface="Calibri"/>
                <a:cs typeface="Calibri"/>
              </a:rPr>
              <a:t>văn </a:t>
            </a:r>
            <a:r>
              <a:rPr sz="3600" spc="-5" dirty="0">
                <a:solidFill>
                  <a:srgbClr val="FFFFFF"/>
                </a:solidFill>
                <a:latin typeface="Calibri"/>
                <a:cs typeface="Calibri"/>
              </a:rPr>
              <a:t>bản  Định dạng dữ liệu </a:t>
            </a:r>
            <a:r>
              <a:rPr sz="3600" spc="-10" dirty="0">
                <a:solidFill>
                  <a:srgbClr val="FFFFFF"/>
                </a:solidFill>
                <a:latin typeface="Calibri"/>
                <a:cs typeface="Calibri"/>
              </a:rPr>
              <a:t>kiểu chữ,</a:t>
            </a:r>
            <a:r>
              <a:rPr sz="3600" spc="-95" dirty="0">
                <a:solidFill>
                  <a:srgbClr val="FFFFFF"/>
                </a:solidFill>
                <a:latin typeface="Calibri"/>
                <a:cs typeface="Calibri"/>
              </a:rPr>
              <a:t> </a:t>
            </a:r>
            <a:r>
              <a:rPr sz="3600" spc="-5" dirty="0">
                <a:solidFill>
                  <a:srgbClr val="FFFFFF"/>
                </a:solidFill>
                <a:latin typeface="Calibri"/>
                <a:cs typeface="Calibri"/>
              </a:rPr>
              <a:t>số</a:t>
            </a:r>
            <a:endParaRPr sz="3600">
              <a:latin typeface="Calibri"/>
              <a:cs typeface="Calibri"/>
            </a:endParaRPr>
          </a:p>
        </p:txBody>
      </p:sp>
      <p:sp>
        <p:nvSpPr>
          <p:cNvPr id="10" name="object 10"/>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1" name="object 11"/>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2" name="object 12"/>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15</a:t>
            </a:fld>
            <a:endParaRPr spc="-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18142" y="835971"/>
            <a:ext cx="6829425" cy="452120"/>
          </a:xfrm>
          <a:prstGeom prst="rect">
            <a:avLst/>
          </a:prstGeom>
        </p:spPr>
        <p:txBody>
          <a:bodyPr vert="horz" wrap="square" lIns="0" tIns="12065" rIns="0" bIns="0" rtlCol="0">
            <a:spAutoFit/>
          </a:bodyPr>
          <a:lstStyle/>
          <a:p>
            <a:pPr marL="12700">
              <a:lnSpc>
                <a:spcPct val="100000"/>
              </a:lnSpc>
              <a:spcBef>
                <a:spcPts val="95"/>
              </a:spcBef>
            </a:pPr>
            <a:r>
              <a:rPr spc="-10" dirty="0"/>
              <a:t>Ví </a:t>
            </a:r>
            <a:r>
              <a:rPr spc="-5" dirty="0"/>
              <a:t>dụ về </a:t>
            </a:r>
            <a:r>
              <a:rPr spc="-10" dirty="0"/>
              <a:t>báo cáo tuân theo nguyên</a:t>
            </a:r>
            <a:r>
              <a:rPr spc="60" dirty="0"/>
              <a:t> </a:t>
            </a:r>
            <a:r>
              <a:rPr spc="-10" dirty="0"/>
              <a:t>tắc</a:t>
            </a:r>
          </a:p>
        </p:txBody>
      </p:sp>
      <p:sp>
        <p:nvSpPr>
          <p:cNvPr id="3" name="object 3"/>
          <p:cNvSpPr/>
          <p:nvPr/>
        </p:nvSpPr>
        <p:spPr>
          <a:xfrm>
            <a:off x="1902272" y="1455544"/>
            <a:ext cx="6479901" cy="565818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5" name="object 5"/>
          <p:cNvSpPr txBox="1"/>
          <p:nvPr/>
        </p:nvSpPr>
        <p:spPr>
          <a:xfrm>
            <a:off x="1925177" y="6886750"/>
            <a:ext cx="284480" cy="184150"/>
          </a:xfrm>
          <a:prstGeom prst="rect">
            <a:avLst/>
          </a:prstGeom>
        </p:spPr>
        <p:txBody>
          <a:bodyPr vert="horz" wrap="square" lIns="0" tIns="0" rIns="0" bIns="0" rtlCol="0">
            <a:spAutoFit/>
          </a:bodyPr>
          <a:lstStyle/>
          <a:p>
            <a:pPr>
              <a:lnSpc>
                <a:spcPct val="100000"/>
              </a:lnSpc>
            </a:pPr>
            <a:r>
              <a:rPr sz="1200" spc="-10" dirty="0">
                <a:solidFill>
                  <a:srgbClr val="001F60"/>
                </a:solidFill>
                <a:latin typeface="Tahoma"/>
                <a:cs typeface="Tahoma"/>
              </a:rPr>
              <a:t>d</a:t>
            </a:r>
            <a:r>
              <a:rPr sz="1200" spc="-5" dirty="0">
                <a:solidFill>
                  <a:srgbClr val="001F60"/>
                </a:solidFill>
                <a:latin typeface="Tahoma"/>
                <a:cs typeface="Tahoma"/>
              </a:rPr>
              <a:t>iện</a:t>
            </a:r>
            <a:endParaRPr sz="1200">
              <a:latin typeface="Tahoma"/>
              <a:cs typeface="Tahoma"/>
            </a:endParaRPr>
          </a:p>
        </p:txBody>
      </p:sp>
      <p:sp>
        <p:nvSpPr>
          <p:cNvPr id="6" name="object 6"/>
          <p:cNvSpPr txBox="1"/>
          <p:nvPr/>
        </p:nvSpPr>
        <p:spPr>
          <a:xfrm>
            <a:off x="993079" y="6874050"/>
            <a:ext cx="898525" cy="209550"/>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001F60"/>
                </a:solidFill>
                <a:latin typeface="Tahoma"/>
                <a:cs typeface="Tahoma"/>
              </a:rPr>
              <a:t>Thiết kế</a:t>
            </a:r>
            <a:r>
              <a:rPr sz="1200" spc="-60" dirty="0">
                <a:solidFill>
                  <a:srgbClr val="001F60"/>
                </a:solidFill>
                <a:latin typeface="Tahoma"/>
                <a:cs typeface="Tahoma"/>
              </a:rPr>
              <a:t> </a:t>
            </a:r>
            <a:r>
              <a:rPr sz="1200" spc="-5" dirty="0">
                <a:solidFill>
                  <a:srgbClr val="001F60"/>
                </a:solidFill>
                <a:latin typeface="Tahoma"/>
                <a:cs typeface="Tahoma"/>
              </a:rPr>
              <a:t>giao</a:t>
            </a:r>
            <a:endParaRPr sz="1200">
              <a:latin typeface="Tahoma"/>
              <a:cs typeface="Tahoma"/>
            </a:endParaRPr>
          </a:p>
        </p:txBody>
      </p:sp>
      <p:sp>
        <p:nvSpPr>
          <p:cNvPr id="7" name="object 7"/>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16</a:t>
            </a:fld>
            <a:endParaRPr spc="-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381776" y="2797107"/>
            <a:ext cx="7282180" cy="1672589"/>
          </a:xfrm>
          <a:prstGeom prst="rect">
            <a:avLst/>
          </a:prstGeom>
        </p:spPr>
        <p:txBody>
          <a:bodyPr vert="horz" wrap="square" lIns="0" tIns="12700" rIns="0" bIns="0" rtlCol="0">
            <a:spAutoFit/>
          </a:bodyPr>
          <a:lstStyle/>
          <a:p>
            <a:pPr marL="1146175" marR="5080" indent="-1134110">
              <a:lnSpc>
                <a:spcPct val="100000"/>
              </a:lnSpc>
              <a:spcBef>
                <a:spcPts val="100"/>
              </a:spcBef>
            </a:pPr>
            <a:r>
              <a:rPr sz="5400" spc="-5" dirty="0"/>
              <a:t>THIẾT </a:t>
            </a:r>
            <a:r>
              <a:rPr sz="5400" spc="-10" dirty="0"/>
              <a:t>KẾ GIAO</a:t>
            </a:r>
            <a:r>
              <a:rPr sz="5400" spc="-55" dirty="0"/>
              <a:t> </a:t>
            </a:r>
            <a:r>
              <a:rPr sz="5400" dirty="0"/>
              <a:t>DIỆN  </a:t>
            </a:r>
            <a:r>
              <a:rPr sz="5400" spc="-5" dirty="0"/>
              <a:t>VÀ HỘI</a:t>
            </a:r>
            <a:r>
              <a:rPr sz="5400" spc="-40" dirty="0"/>
              <a:t> </a:t>
            </a:r>
            <a:r>
              <a:rPr sz="5400" spc="-5" dirty="0"/>
              <a:t>THOẠI</a:t>
            </a:r>
            <a:endParaRPr sz="5400"/>
          </a:p>
        </p:txBody>
      </p:sp>
      <p:sp>
        <p:nvSpPr>
          <p:cNvPr id="3" name="object 3"/>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4" name="object 4"/>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5" name="object 5"/>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17</a:t>
            </a:fld>
            <a:endParaRPr spc="-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091143" y="2575059"/>
            <a:ext cx="121745" cy="128964"/>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093829" y="3375825"/>
            <a:ext cx="119059" cy="129854"/>
          </a:xfrm>
          <a:prstGeom prst="rect">
            <a:avLst/>
          </a:prstGeom>
          <a:blipFill>
            <a:blip r:embed="rId4" cstate="print"/>
            <a:stretch>
              <a:fillRect/>
            </a:stretch>
          </a:blipFill>
        </p:spPr>
        <p:txBody>
          <a:bodyPr wrap="square" lIns="0" tIns="0" rIns="0" bIns="0" rtlCol="0"/>
          <a:lstStyle/>
          <a:p>
            <a:endParaRPr/>
          </a:p>
        </p:txBody>
      </p:sp>
      <p:sp>
        <p:nvSpPr>
          <p:cNvPr id="5" name="object 5"/>
          <p:cNvSpPr txBox="1">
            <a:spLocks noGrp="1"/>
          </p:cNvSpPr>
          <p:nvPr>
            <p:ph type="body" idx="1"/>
          </p:nvPr>
        </p:nvSpPr>
        <p:spPr>
          <a:prstGeom prst="rect">
            <a:avLst/>
          </a:prstGeom>
        </p:spPr>
        <p:txBody>
          <a:bodyPr vert="horz" wrap="square" lIns="0" tIns="12700" rIns="0" bIns="0" rtlCol="0">
            <a:spAutoFit/>
          </a:bodyPr>
          <a:lstStyle/>
          <a:p>
            <a:pPr marL="298450" marR="238760">
              <a:lnSpc>
                <a:spcPct val="100000"/>
              </a:lnSpc>
              <a:spcBef>
                <a:spcPts val="100"/>
              </a:spcBef>
            </a:pPr>
            <a:r>
              <a:rPr spc="-5" dirty="0"/>
              <a:t>Tập trung vào việc cung cấp thông tin cho người dùng  và thu nhận thông tin từ phía người</a:t>
            </a:r>
            <a:r>
              <a:rPr spc="-65" dirty="0"/>
              <a:t> </a:t>
            </a:r>
            <a:r>
              <a:rPr spc="-5" dirty="0"/>
              <a:t>dùng</a:t>
            </a:r>
          </a:p>
          <a:p>
            <a:pPr marL="298450" marR="5080">
              <a:lnSpc>
                <a:spcPct val="100000"/>
              </a:lnSpc>
              <a:spcBef>
                <a:spcPts val="580"/>
              </a:spcBef>
            </a:pPr>
            <a:r>
              <a:rPr spc="-5" dirty="0"/>
              <a:t>Thiết giao diện và hội thoại liên quan đến cách thức con  người và máy tính </a:t>
            </a:r>
            <a:r>
              <a:rPr spc="-15" dirty="0"/>
              <a:t>trao </a:t>
            </a:r>
            <a:r>
              <a:rPr spc="-5" dirty="0"/>
              <a:t>đổi thông</a:t>
            </a:r>
            <a:r>
              <a:rPr spc="-85" dirty="0"/>
              <a:t> </a:t>
            </a:r>
            <a:r>
              <a:rPr spc="-5" dirty="0"/>
              <a:t>tin</a:t>
            </a:r>
          </a:p>
          <a:p>
            <a:pPr marL="298450" marR="198755">
              <a:lnSpc>
                <a:spcPct val="100000"/>
              </a:lnSpc>
              <a:spcBef>
                <a:spcPts val="575"/>
              </a:spcBef>
            </a:pPr>
            <a:r>
              <a:rPr spc="-5" dirty="0"/>
              <a:t>Một giao diện người – máy tốt cung cấp một cấu trúc  thống nhất cho việc tìm kiếm, hiển thị và kích hoạt các  thành phần khác nhau của hệ</a:t>
            </a:r>
            <a:r>
              <a:rPr spc="-55" dirty="0"/>
              <a:t> </a:t>
            </a:r>
            <a:r>
              <a:rPr spc="-5" dirty="0"/>
              <a:t>thống</a:t>
            </a:r>
          </a:p>
        </p:txBody>
      </p:sp>
      <p:sp>
        <p:nvSpPr>
          <p:cNvPr id="6" name="object 6"/>
          <p:cNvSpPr txBox="1">
            <a:spLocks noGrp="1"/>
          </p:cNvSpPr>
          <p:nvPr>
            <p:ph type="title" idx="4294967295"/>
          </p:nvPr>
        </p:nvSpPr>
        <p:spPr>
          <a:xfrm>
            <a:off x="3650174" y="835971"/>
            <a:ext cx="5398770" cy="452120"/>
          </a:xfrm>
          <a:prstGeom prst="rect">
            <a:avLst/>
          </a:prstGeom>
        </p:spPr>
        <p:txBody>
          <a:bodyPr vert="horz" wrap="square" lIns="0" tIns="12065" rIns="0" bIns="0" rtlCol="0">
            <a:spAutoFit/>
          </a:bodyPr>
          <a:lstStyle/>
          <a:p>
            <a:pPr marL="12700">
              <a:lnSpc>
                <a:spcPct val="100000"/>
              </a:lnSpc>
              <a:spcBef>
                <a:spcPts val="95"/>
              </a:spcBef>
            </a:pPr>
            <a:r>
              <a:rPr spc="-10" dirty="0"/>
              <a:t>Thiết kế giao diện </a:t>
            </a:r>
            <a:r>
              <a:rPr spc="-5" dirty="0"/>
              <a:t>và hội</a:t>
            </a:r>
            <a:r>
              <a:rPr spc="40" dirty="0"/>
              <a:t> </a:t>
            </a:r>
            <a:r>
              <a:rPr spc="-10" dirty="0"/>
              <a:t>thoại</a:t>
            </a:r>
          </a:p>
        </p:txBody>
      </p:sp>
      <p:sp>
        <p:nvSpPr>
          <p:cNvPr id="7" name="object 7"/>
          <p:cNvSpPr/>
          <p:nvPr/>
        </p:nvSpPr>
        <p:spPr>
          <a:xfrm>
            <a:off x="3119727" y="4418046"/>
            <a:ext cx="3500182" cy="2405985"/>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9" name="object 9"/>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0" name="object 10"/>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18</a:t>
            </a:fld>
            <a:endParaRPr spc="-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091143" y="2209129"/>
            <a:ext cx="121745" cy="128964"/>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093829" y="2643966"/>
            <a:ext cx="119059" cy="129854"/>
          </a:xfrm>
          <a:prstGeom prst="rect">
            <a:avLst/>
          </a:prstGeom>
          <a:blipFill>
            <a:blip r:embed="rId4" cstate="print"/>
            <a:stretch>
              <a:fillRect/>
            </a:stretch>
          </a:blipFill>
        </p:spPr>
        <p:txBody>
          <a:bodyPr wrap="square" lIns="0" tIns="0" rIns="0" bIns="0" rtlCol="0"/>
          <a:lstStyle/>
          <a:p>
            <a:endParaRPr/>
          </a:p>
        </p:txBody>
      </p:sp>
      <p:sp>
        <p:nvSpPr>
          <p:cNvPr id="5" name="object 5"/>
          <p:cNvSpPr txBox="1"/>
          <p:nvPr/>
        </p:nvSpPr>
        <p:spPr>
          <a:xfrm>
            <a:off x="1335488" y="1555633"/>
            <a:ext cx="7313295" cy="1343025"/>
          </a:xfrm>
          <a:prstGeom prst="rect">
            <a:avLst/>
          </a:prstGeom>
        </p:spPr>
        <p:txBody>
          <a:bodyPr vert="horz" wrap="square" lIns="0" tIns="85725" rIns="0" bIns="0" rtlCol="0">
            <a:spAutoFit/>
          </a:bodyPr>
          <a:lstStyle/>
          <a:p>
            <a:pPr marL="12700">
              <a:lnSpc>
                <a:spcPct val="100000"/>
              </a:lnSpc>
              <a:spcBef>
                <a:spcPts val="675"/>
              </a:spcBef>
            </a:pPr>
            <a:r>
              <a:rPr sz="2400" spc="-5" dirty="0">
                <a:solidFill>
                  <a:srgbClr val="953634"/>
                </a:solidFill>
                <a:latin typeface="Tahoma"/>
                <a:cs typeface="Tahoma"/>
              </a:rPr>
              <a:t>Lấy người dùng làm trọng</a:t>
            </a:r>
            <a:r>
              <a:rPr sz="2400" spc="-80" dirty="0">
                <a:solidFill>
                  <a:srgbClr val="953634"/>
                </a:solidFill>
                <a:latin typeface="Tahoma"/>
                <a:cs typeface="Tahoma"/>
              </a:rPr>
              <a:t> </a:t>
            </a:r>
            <a:r>
              <a:rPr sz="2400" spc="-5" dirty="0">
                <a:solidFill>
                  <a:srgbClr val="953634"/>
                </a:solidFill>
                <a:latin typeface="Tahoma"/>
                <a:cs typeface="Tahoma"/>
              </a:rPr>
              <a:t>tâm</a:t>
            </a:r>
            <a:endParaRPr sz="2400">
              <a:latin typeface="Tahoma"/>
              <a:cs typeface="Tahoma"/>
            </a:endParaRPr>
          </a:p>
          <a:p>
            <a:pPr marL="12700" marR="5080">
              <a:lnSpc>
                <a:spcPts val="3460"/>
              </a:lnSpc>
              <a:spcBef>
                <a:spcPts val="210"/>
              </a:spcBef>
            </a:pPr>
            <a:r>
              <a:rPr sz="2400" spc="-5" dirty="0">
                <a:solidFill>
                  <a:srgbClr val="953634"/>
                </a:solidFill>
                <a:latin typeface="Tahoma"/>
                <a:cs typeface="Tahoma"/>
              </a:rPr>
              <a:t>Quy trình tương tự như thiết </a:t>
            </a:r>
            <a:r>
              <a:rPr sz="2400" dirty="0">
                <a:solidFill>
                  <a:srgbClr val="953634"/>
                </a:solidFill>
                <a:latin typeface="Tahoma"/>
                <a:cs typeface="Tahoma"/>
              </a:rPr>
              <a:t>kế </a:t>
            </a:r>
            <a:r>
              <a:rPr sz="2400" spc="-5" dirty="0">
                <a:solidFill>
                  <a:srgbClr val="953634"/>
                </a:solidFill>
                <a:latin typeface="Tahoma"/>
                <a:cs typeface="Tahoma"/>
              </a:rPr>
              <a:t>biểu mẫu và báo cáo  Thực hiện song song với thiết </a:t>
            </a:r>
            <a:r>
              <a:rPr sz="2400" dirty="0">
                <a:solidFill>
                  <a:srgbClr val="953634"/>
                </a:solidFill>
                <a:latin typeface="Tahoma"/>
                <a:cs typeface="Tahoma"/>
              </a:rPr>
              <a:t>kế </a:t>
            </a:r>
            <a:r>
              <a:rPr sz="2400" spc="-5" dirty="0">
                <a:solidFill>
                  <a:srgbClr val="953634"/>
                </a:solidFill>
                <a:latin typeface="Tahoma"/>
                <a:cs typeface="Tahoma"/>
              </a:rPr>
              <a:t>biểu mẫu và báo</a:t>
            </a:r>
            <a:r>
              <a:rPr sz="2400" spc="-85" dirty="0">
                <a:solidFill>
                  <a:srgbClr val="953634"/>
                </a:solidFill>
                <a:latin typeface="Tahoma"/>
                <a:cs typeface="Tahoma"/>
              </a:rPr>
              <a:t> </a:t>
            </a:r>
            <a:r>
              <a:rPr sz="2400" spc="-5" dirty="0">
                <a:solidFill>
                  <a:srgbClr val="953634"/>
                </a:solidFill>
                <a:latin typeface="Tahoma"/>
                <a:cs typeface="Tahoma"/>
              </a:rPr>
              <a:t>cáo</a:t>
            </a:r>
            <a:endParaRPr sz="2400">
              <a:latin typeface="Tahoma"/>
              <a:cs typeface="Tahoma"/>
            </a:endParaRPr>
          </a:p>
        </p:txBody>
      </p:sp>
      <p:sp>
        <p:nvSpPr>
          <p:cNvPr id="6" name="object 6"/>
          <p:cNvSpPr txBox="1">
            <a:spLocks noGrp="1"/>
          </p:cNvSpPr>
          <p:nvPr>
            <p:ph type="title" idx="4294967295"/>
          </p:nvPr>
        </p:nvSpPr>
        <p:spPr>
          <a:xfrm>
            <a:off x="5882680" y="835971"/>
            <a:ext cx="3169285" cy="452120"/>
          </a:xfrm>
          <a:prstGeom prst="rect">
            <a:avLst/>
          </a:prstGeom>
        </p:spPr>
        <p:txBody>
          <a:bodyPr vert="horz" wrap="square" lIns="0" tIns="12065" rIns="0" bIns="0" rtlCol="0">
            <a:spAutoFit/>
          </a:bodyPr>
          <a:lstStyle/>
          <a:p>
            <a:pPr marL="12700">
              <a:lnSpc>
                <a:spcPct val="100000"/>
              </a:lnSpc>
              <a:spcBef>
                <a:spcPts val="95"/>
              </a:spcBef>
            </a:pPr>
            <a:r>
              <a:rPr spc="-10" dirty="0"/>
              <a:t>Quy </a:t>
            </a:r>
            <a:r>
              <a:rPr spc="-5" dirty="0"/>
              <a:t>trình </a:t>
            </a:r>
            <a:r>
              <a:rPr spc="-10" dirty="0"/>
              <a:t>thiết</a:t>
            </a:r>
            <a:r>
              <a:rPr spc="-40" dirty="0"/>
              <a:t> </a:t>
            </a:r>
            <a:r>
              <a:rPr spc="-10" dirty="0"/>
              <a:t>kế</a:t>
            </a:r>
          </a:p>
        </p:txBody>
      </p:sp>
      <p:sp>
        <p:nvSpPr>
          <p:cNvPr id="7" name="object 7"/>
          <p:cNvSpPr/>
          <p:nvPr/>
        </p:nvSpPr>
        <p:spPr>
          <a:xfrm>
            <a:off x="3024676" y="3350752"/>
            <a:ext cx="4356833" cy="3230470"/>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9" name="object 9"/>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0" name="object 10"/>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19</a:t>
            </a:fld>
            <a:endParaRPr spc="-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003069" y="835971"/>
            <a:ext cx="4047490" cy="452120"/>
          </a:xfrm>
          <a:prstGeom prst="rect">
            <a:avLst/>
          </a:prstGeom>
        </p:spPr>
        <p:txBody>
          <a:bodyPr vert="horz" wrap="square" lIns="0" tIns="12065" rIns="0" bIns="0" rtlCol="0">
            <a:spAutoFit/>
          </a:bodyPr>
          <a:lstStyle/>
          <a:p>
            <a:pPr marL="12700">
              <a:lnSpc>
                <a:spcPct val="100000"/>
              </a:lnSpc>
              <a:spcBef>
                <a:spcPts val="95"/>
              </a:spcBef>
            </a:pPr>
            <a:r>
              <a:rPr spc="-10" dirty="0"/>
              <a:t>Sản phẩm chuyển</a:t>
            </a:r>
            <a:r>
              <a:rPr spc="-15" dirty="0"/>
              <a:t> </a:t>
            </a:r>
            <a:r>
              <a:rPr spc="-10" dirty="0"/>
              <a:t>giao</a:t>
            </a:r>
          </a:p>
        </p:txBody>
      </p:sp>
      <p:sp>
        <p:nvSpPr>
          <p:cNvPr id="3" name="object 3"/>
          <p:cNvSpPr/>
          <p:nvPr/>
        </p:nvSpPr>
        <p:spPr>
          <a:xfrm>
            <a:off x="1217454" y="1502808"/>
            <a:ext cx="7596915" cy="556517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762265" y="4210687"/>
            <a:ext cx="3144520" cy="309880"/>
          </a:xfrm>
          <a:custGeom>
            <a:avLst/>
            <a:gdLst/>
            <a:ahLst/>
            <a:cxnLst/>
            <a:rect l="l" t="t" r="r" b="b"/>
            <a:pathLst>
              <a:path w="3144520" h="309879">
                <a:moveTo>
                  <a:pt x="3139509" y="0"/>
                </a:moveTo>
                <a:lnTo>
                  <a:pt x="4564" y="0"/>
                </a:lnTo>
                <a:lnTo>
                  <a:pt x="0" y="4573"/>
                </a:lnTo>
                <a:lnTo>
                  <a:pt x="0" y="304940"/>
                </a:lnTo>
                <a:lnTo>
                  <a:pt x="4564" y="309514"/>
                </a:lnTo>
                <a:lnTo>
                  <a:pt x="3139509" y="309514"/>
                </a:lnTo>
                <a:lnTo>
                  <a:pt x="3144075" y="304940"/>
                </a:lnTo>
                <a:lnTo>
                  <a:pt x="3144075" y="297317"/>
                </a:lnTo>
                <a:lnTo>
                  <a:pt x="24348" y="297317"/>
                </a:lnTo>
                <a:lnTo>
                  <a:pt x="12174" y="285118"/>
                </a:lnTo>
                <a:lnTo>
                  <a:pt x="24348" y="285118"/>
                </a:lnTo>
                <a:lnTo>
                  <a:pt x="24348" y="24394"/>
                </a:lnTo>
                <a:lnTo>
                  <a:pt x="12174" y="24394"/>
                </a:lnTo>
                <a:lnTo>
                  <a:pt x="24348" y="12197"/>
                </a:lnTo>
                <a:lnTo>
                  <a:pt x="3144075" y="12197"/>
                </a:lnTo>
                <a:lnTo>
                  <a:pt x="3144075" y="4573"/>
                </a:lnTo>
                <a:lnTo>
                  <a:pt x="3139509" y="0"/>
                </a:lnTo>
                <a:close/>
              </a:path>
              <a:path w="3144520" h="309879">
                <a:moveTo>
                  <a:pt x="24348" y="285118"/>
                </a:moveTo>
                <a:lnTo>
                  <a:pt x="12174" y="285118"/>
                </a:lnTo>
                <a:lnTo>
                  <a:pt x="24348" y="297317"/>
                </a:lnTo>
                <a:lnTo>
                  <a:pt x="24348" y="285118"/>
                </a:lnTo>
                <a:close/>
              </a:path>
              <a:path w="3144520" h="309879">
                <a:moveTo>
                  <a:pt x="3119727" y="285118"/>
                </a:moveTo>
                <a:lnTo>
                  <a:pt x="24348" y="285118"/>
                </a:lnTo>
                <a:lnTo>
                  <a:pt x="24348" y="297317"/>
                </a:lnTo>
                <a:lnTo>
                  <a:pt x="3119727" y="297317"/>
                </a:lnTo>
                <a:lnTo>
                  <a:pt x="3119727" y="285118"/>
                </a:lnTo>
                <a:close/>
              </a:path>
              <a:path w="3144520" h="309879">
                <a:moveTo>
                  <a:pt x="3119727" y="12197"/>
                </a:moveTo>
                <a:lnTo>
                  <a:pt x="3119727" y="297317"/>
                </a:lnTo>
                <a:lnTo>
                  <a:pt x="3131901" y="285118"/>
                </a:lnTo>
                <a:lnTo>
                  <a:pt x="3144075" y="285118"/>
                </a:lnTo>
                <a:lnTo>
                  <a:pt x="3144075" y="24394"/>
                </a:lnTo>
                <a:lnTo>
                  <a:pt x="3131901" y="24394"/>
                </a:lnTo>
                <a:lnTo>
                  <a:pt x="3119727" y="12197"/>
                </a:lnTo>
                <a:close/>
              </a:path>
              <a:path w="3144520" h="309879">
                <a:moveTo>
                  <a:pt x="3144075" y="285118"/>
                </a:moveTo>
                <a:lnTo>
                  <a:pt x="3131901" y="285118"/>
                </a:lnTo>
                <a:lnTo>
                  <a:pt x="3119727" y="297317"/>
                </a:lnTo>
                <a:lnTo>
                  <a:pt x="3144075" y="297317"/>
                </a:lnTo>
                <a:lnTo>
                  <a:pt x="3144075" y="285118"/>
                </a:lnTo>
                <a:close/>
              </a:path>
              <a:path w="3144520" h="309879">
                <a:moveTo>
                  <a:pt x="24348" y="12197"/>
                </a:moveTo>
                <a:lnTo>
                  <a:pt x="12174" y="24394"/>
                </a:lnTo>
                <a:lnTo>
                  <a:pt x="24348" y="24394"/>
                </a:lnTo>
                <a:lnTo>
                  <a:pt x="24348" y="12197"/>
                </a:lnTo>
                <a:close/>
              </a:path>
              <a:path w="3144520" h="309879">
                <a:moveTo>
                  <a:pt x="3119727" y="12197"/>
                </a:moveTo>
                <a:lnTo>
                  <a:pt x="24348" y="12197"/>
                </a:lnTo>
                <a:lnTo>
                  <a:pt x="24348" y="24394"/>
                </a:lnTo>
                <a:lnTo>
                  <a:pt x="3119727" y="24394"/>
                </a:lnTo>
                <a:lnTo>
                  <a:pt x="3119727" y="12197"/>
                </a:lnTo>
                <a:close/>
              </a:path>
              <a:path w="3144520" h="309879">
                <a:moveTo>
                  <a:pt x="3144075" y="12197"/>
                </a:moveTo>
                <a:lnTo>
                  <a:pt x="3119727" y="12197"/>
                </a:lnTo>
                <a:lnTo>
                  <a:pt x="3131901" y="24394"/>
                </a:lnTo>
                <a:lnTo>
                  <a:pt x="3144075" y="24394"/>
                </a:lnTo>
                <a:lnTo>
                  <a:pt x="3144075" y="12197"/>
                </a:lnTo>
                <a:close/>
              </a:path>
            </a:pathLst>
          </a:custGeom>
          <a:solidFill>
            <a:srgbClr val="3333CC"/>
          </a:solidFill>
        </p:spPr>
        <p:txBody>
          <a:bodyPr wrap="square" lIns="0" tIns="0" rIns="0" bIns="0" rtlCol="0"/>
          <a:lstStyle/>
          <a:p>
            <a:endParaRPr/>
          </a:p>
        </p:txBody>
      </p:sp>
      <p:sp>
        <p:nvSpPr>
          <p:cNvPr id="5" name="object 5"/>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6" name="object 6"/>
          <p:cNvSpPr txBox="1"/>
          <p:nvPr/>
        </p:nvSpPr>
        <p:spPr>
          <a:xfrm>
            <a:off x="1213901" y="6886750"/>
            <a:ext cx="995680" cy="184150"/>
          </a:xfrm>
          <a:prstGeom prst="rect">
            <a:avLst/>
          </a:prstGeom>
        </p:spPr>
        <p:txBody>
          <a:bodyPr vert="horz" wrap="square" lIns="0" tIns="0" rIns="0" bIns="0" rtlCol="0">
            <a:spAutoFit/>
          </a:bodyPr>
          <a:lstStyle/>
          <a:p>
            <a:pPr>
              <a:lnSpc>
                <a:spcPct val="100000"/>
              </a:lnSpc>
            </a:pPr>
            <a:r>
              <a:rPr sz="1200" spc="-5" dirty="0">
                <a:solidFill>
                  <a:srgbClr val="001F60"/>
                </a:solidFill>
                <a:latin typeface="Tahoma"/>
                <a:cs typeface="Tahoma"/>
              </a:rPr>
              <a:t>ết kế giao</a:t>
            </a:r>
            <a:r>
              <a:rPr sz="1200" spc="-65" dirty="0">
                <a:solidFill>
                  <a:srgbClr val="001F60"/>
                </a:solidFill>
                <a:latin typeface="Tahoma"/>
                <a:cs typeface="Tahoma"/>
              </a:rPr>
              <a:t> </a:t>
            </a:r>
            <a:r>
              <a:rPr sz="1200" spc="-5" dirty="0">
                <a:solidFill>
                  <a:srgbClr val="001F60"/>
                </a:solidFill>
                <a:latin typeface="Tahoma"/>
                <a:cs typeface="Tahoma"/>
              </a:rPr>
              <a:t>diện</a:t>
            </a:r>
            <a:endParaRPr sz="1200">
              <a:latin typeface="Tahoma"/>
              <a:cs typeface="Tahoma"/>
            </a:endParaRPr>
          </a:p>
        </p:txBody>
      </p:sp>
      <p:sp>
        <p:nvSpPr>
          <p:cNvPr id="7" name="object 7"/>
          <p:cNvSpPr txBox="1"/>
          <p:nvPr/>
        </p:nvSpPr>
        <p:spPr>
          <a:xfrm>
            <a:off x="993079" y="6874050"/>
            <a:ext cx="233679" cy="209550"/>
          </a:xfrm>
          <a:prstGeom prst="rect">
            <a:avLst/>
          </a:prstGeom>
        </p:spPr>
        <p:txBody>
          <a:bodyPr vert="horz" wrap="square" lIns="0" tIns="12700" rIns="0" bIns="0" rtlCol="0">
            <a:spAutoFit/>
          </a:bodyPr>
          <a:lstStyle/>
          <a:p>
            <a:pPr marL="12700">
              <a:lnSpc>
                <a:spcPct val="100000"/>
              </a:lnSpc>
              <a:spcBef>
                <a:spcPts val="100"/>
              </a:spcBef>
            </a:pPr>
            <a:r>
              <a:rPr sz="1200" spc="-15" dirty="0">
                <a:solidFill>
                  <a:srgbClr val="001F60"/>
                </a:solidFill>
                <a:latin typeface="Tahoma"/>
                <a:cs typeface="Tahoma"/>
              </a:rPr>
              <a:t>T</a:t>
            </a:r>
            <a:r>
              <a:rPr sz="1200" spc="-5" dirty="0">
                <a:solidFill>
                  <a:srgbClr val="001F60"/>
                </a:solidFill>
                <a:latin typeface="Tahoma"/>
                <a:cs typeface="Tahoma"/>
              </a:rPr>
              <a:t>hi</a:t>
            </a:r>
            <a:endParaRPr sz="1200">
              <a:latin typeface="Tahoma"/>
              <a:cs typeface="Tahoma"/>
            </a:endParaRPr>
          </a:p>
        </p:txBody>
      </p:sp>
      <p:sp>
        <p:nvSpPr>
          <p:cNvPr id="8" name="object 8"/>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20</a:t>
            </a:fld>
            <a:endParaRPr spc="-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864225" y="3075764"/>
            <a:ext cx="6471920" cy="757555"/>
          </a:xfrm>
          <a:prstGeom prst="rect">
            <a:avLst/>
          </a:prstGeom>
        </p:spPr>
        <p:txBody>
          <a:bodyPr vert="horz" wrap="square" lIns="0" tIns="12700" rIns="0" bIns="0" rtlCol="0">
            <a:spAutoFit/>
          </a:bodyPr>
          <a:lstStyle/>
          <a:p>
            <a:pPr marL="12700">
              <a:lnSpc>
                <a:spcPct val="100000"/>
              </a:lnSpc>
              <a:spcBef>
                <a:spcPts val="100"/>
              </a:spcBef>
            </a:pPr>
            <a:r>
              <a:rPr sz="4800" spc="-5" dirty="0">
                <a:solidFill>
                  <a:srgbClr val="702FA0"/>
                </a:solidFill>
              </a:rPr>
              <a:t>THIẾT </a:t>
            </a:r>
            <a:r>
              <a:rPr sz="4800" dirty="0">
                <a:solidFill>
                  <a:srgbClr val="702FA0"/>
                </a:solidFill>
              </a:rPr>
              <a:t>KẾ </a:t>
            </a:r>
            <a:r>
              <a:rPr sz="4800" spc="-5" dirty="0">
                <a:solidFill>
                  <a:srgbClr val="702FA0"/>
                </a:solidFill>
              </a:rPr>
              <a:t>GIAO</a:t>
            </a:r>
            <a:r>
              <a:rPr sz="4800" spc="-95" dirty="0">
                <a:solidFill>
                  <a:srgbClr val="702FA0"/>
                </a:solidFill>
              </a:rPr>
              <a:t> </a:t>
            </a:r>
            <a:r>
              <a:rPr sz="4800" spc="-5" dirty="0">
                <a:solidFill>
                  <a:srgbClr val="702FA0"/>
                </a:solidFill>
              </a:rPr>
              <a:t>DIỆN</a:t>
            </a:r>
            <a:endParaRPr sz="4800"/>
          </a:p>
        </p:txBody>
      </p:sp>
      <p:sp>
        <p:nvSpPr>
          <p:cNvPr id="3" name="object 3"/>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4" name="object 4"/>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5" name="object 5"/>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21</a:t>
            </a:fld>
            <a:endParaRPr spc="-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008114" y="835971"/>
            <a:ext cx="8042170" cy="452119"/>
          </a:xfrm>
          <a:prstGeom prst="rect">
            <a:avLst/>
          </a:prstGeom>
        </p:spPr>
        <p:txBody>
          <a:bodyPr vert="horz" wrap="square" lIns="0" tIns="12065" rIns="0" bIns="0" rtlCol="0">
            <a:spAutoFit/>
          </a:bodyPr>
          <a:lstStyle/>
          <a:p>
            <a:pPr marL="4853305">
              <a:lnSpc>
                <a:spcPct val="100000"/>
              </a:lnSpc>
              <a:spcBef>
                <a:spcPts val="95"/>
              </a:spcBef>
            </a:pPr>
            <a:r>
              <a:rPr spc="-10" dirty="0"/>
              <a:t>Thiết kế giao</a:t>
            </a:r>
            <a:r>
              <a:rPr spc="-20" dirty="0"/>
              <a:t> </a:t>
            </a:r>
            <a:r>
              <a:rPr spc="-10" dirty="0"/>
              <a:t>diện</a:t>
            </a:r>
          </a:p>
        </p:txBody>
      </p:sp>
      <p:sp>
        <p:nvSpPr>
          <p:cNvPr id="3" name="object 3"/>
          <p:cNvSpPr/>
          <p:nvPr/>
        </p:nvSpPr>
        <p:spPr>
          <a:xfrm>
            <a:off x="3220167" y="2243816"/>
            <a:ext cx="4595889" cy="698314"/>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625501" y="2426038"/>
            <a:ext cx="173355" cy="355600"/>
          </a:xfrm>
          <a:prstGeom prst="rect">
            <a:avLst/>
          </a:prstGeom>
        </p:spPr>
        <p:txBody>
          <a:bodyPr vert="horz" wrap="square" lIns="0" tIns="0" rIns="0" bIns="0" rtlCol="0">
            <a:spAutoFit/>
          </a:bodyPr>
          <a:lstStyle/>
          <a:p>
            <a:pPr>
              <a:lnSpc>
                <a:spcPts val="2660"/>
              </a:lnSpc>
            </a:pPr>
            <a:r>
              <a:rPr sz="2800" spc="-5" dirty="0">
                <a:latin typeface="Calibri"/>
                <a:cs typeface="Calibri"/>
              </a:rPr>
              <a:t>T</a:t>
            </a:r>
            <a:endParaRPr sz="2800">
              <a:latin typeface="Calibri"/>
              <a:cs typeface="Calibri"/>
            </a:endParaRPr>
          </a:p>
        </p:txBody>
      </p:sp>
      <p:sp>
        <p:nvSpPr>
          <p:cNvPr id="5" name="object 5"/>
          <p:cNvSpPr/>
          <p:nvPr/>
        </p:nvSpPr>
        <p:spPr>
          <a:xfrm>
            <a:off x="2232507" y="2172154"/>
            <a:ext cx="1000125" cy="842010"/>
          </a:xfrm>
          <a:custGeom>
            <a:avLst/>
            <a:gdLst/>
            <a:ahLst/>
            <a:cxnLst/>
            <a:rect l="l" t="t" r="r" b="b"/>
            <a:pathLst>
              <a:path w="1000125" h="842010">
                <a:moveTo>
                  <a:pt x="859826" y="0"/>
                </a:moveTo>
                <a:lnTo>
                  <a:pt x="140007" y="0"/>
                </a:lnTo>
                <a:lnTo>
                  <a:pt x="95642" y="7123"/>
                </a:lnTo>
                <a:lnTo>
                  <a:pt x="57195" y="26981"/>
                </a:lnTo>
                <a:lnTo>
                  <a:pt x="26929" y="57304"/>
                </a:lnTo>
                <a:lnTo>
                  <a:pt x="7109" y="95825"/>
                </a:lnTo>
                <a:lnTo>
                  <a:pt x="0" y="140274"/>
                </a:lnTo>
                <a:lnTo>
                  <a:pt x="0" y="701365"/>
                </a:lnTo>
                <a:lnTo>
                  <a:pt x="7109" y="745813"/>
                </a:lnTo>
                <a:lnTo>
                  <a:pt x="26929" y="784333"/>
                </a:lnTo>
                <a:lnTo>
                  <a:pt x="57195" y="814656"/>
                </a:lnTo>
                <a:lnTo>
                  <a:pt x="95642" y="834514"/>
                </a:lnTo>
                <a:lnTo>
                  <a:pt x="140007" y="841637"/>
                </a:lnTo>
                <a:lnTo>
                  <a:pt x="859826" y="841637"/>
                </a:lnTo>
                <a:lnTo>
                  <a:pt x="904190" y="834514"/>
                </a:lnTo>
                <a:lnTo>
                  <a:pt x="942637" y="814656"/>
                </a:lnTo>
                <a:lnTo>
                  <a:pt x="972903" y="784333"/>
                </a:lnTo>
                <a:lnTo>
                  <a:pt x="992724" y="745813"/>
                </a:lnTo>
                <a:lnTo>
                  <a:pt x="999834" y="701365"/>
                </a:lnTo>
                <a:lnTo>
                  <a:pt x="999834" y="140274"/>
                </a:lnTo>
                <a:lnTo>
                  <a:pt x="992724" y="95825"/>
                </a:lnTo>
                <a:lnTo>
                  <a:pt x="972903" y="57304"/>
                </a:lnTo>
                <a:lnTo>
                  <a:pt x="942637" y="26981"/>
                </a:lnTo>
                <a:lnTo>
                  <a:pt x="904190" y="7123"/>
                </a:lnTo>
                <a:lnTo>
                  <a:pt x="859826" y="0"/>
                </a:lnTo>
                <a:close/>
              </a:path>
            </a:pathLst>
          </a:custGeom>
          <a:solidFill>
            <a:srgbClr val="4F80BC"/>
          </a:solidFill>
        </p:spPr>
        <p:txBody>
          <a:bodyPr wrap="square" lIns="0" tIns="0" rIns="0" bIns="0" rtlCol="0"/>
          <a:lstStyle/>
          <a:p>
            <a:endParaRPr/>
          </a:p>
        </p:txBody>
      </p:sp>
      <p:sp>
        <p:nvSpPr>
          <p:cNvPr id="6" name="object 6"/>
          <p:cNvSpPr/>
          <p:nvPr/>
        </p:nvSpPr>
        <p:spPr>
          <a:xfrm>
            <a:off x="2218810" y="2158432"/>
            <a:ext cx="1026160" cy="868044"/>
          </a:xfrm>
          <a:custGeom>
            <a:avLst/>
            <a:gdLst/>
            <a:ahLst/>
            <a:cxnLst/>
            <a:rect l="l" t="t" r="r" b="b"/>
            <a:pathLst>
              <a:path w="1026160" h="868044">
                <a:moveTo>
                  <a:pt x="873523" y="0"/>
                </a:moveTo>
                <a:lnTo>
                  <a:pt x="152181" y="0"/>
                </a:lnTo>
                <a:lnTo>
                  <a:pt x="136964" y="1525"/>
                </a:lnTo>
                <a:lnTo>
                  <a:pt x="92830" y="13722"/>
                </a:lnTo>
                <a:lnTo>
                  <a:pt x="45655" y="45741"/>
                </a:lnTo>
                <a:lnTo>
                  <a:pt x="18262" y="80810"/>
                </a:lnTo>
                <a:lnTo>
                  <a:pt x="3044" y="123501"/>
                </a:lnTo>
                <a:lnTo>
                  <a:pt x="0" y="153996"/>
                </a:lnTo>
                <a:lnTo>
                  <a:pt x="0" y="716612"/>
                </a:lnTo>
                <a:lnTo>
                  <a:pt x="7609" y="760829"/>
                </a:lnTo>
                <a:lnTo>
                  <a:pt x="27392" y="801996"/>
                </a:lnTo>
                <a:lnTo>
                  <a:pt x="56307" y="834014"/>
                </a:lnTo>
                <a:lnTo>
                  <a:pt x="94353" y="856885"/>
                </a:lnTo>
                <a:lnTo>
                  <a:pt x="138485" y="867558"/>
                </a:lnTo>
                <a:lnTo>
                  <a:pt x="890263" y="867558"/>
                </a:lnTo>
                <a:lnTo>
                  <a:pt x="903960" y="864509"/>
                </a:lnTo>
                <a:lnTo>
                  <a:pt x="919179" y="861458"/>
                </a:lnTo>
                <a:lnTo>
                  <a:pt x="946571" y="849261"/>
                </a:lnTo>
                <a:lnTo>
                  <a:pt x="956310" y="843163"/>
                </a:lnTo>
                <a:lnTo>
                  <a:pt x="153704" y="843163"/>
                </a:lnTo>
                <a:lnTo>
                  <a:pt x="140007" y="841637"/>
                </a:lnTo>
                <a:lnTo>
                  <a:pt x="92830" y="827915"/>
                </a:lnTo>
                <a:lnTo>
                  <a:pt x="47176" y="786748"/>
                </a:lnTo>
                <a:lnTo>
                  <a:pt x="36523" y="763878"/>
                </a:lnTo>
                <a:lnTo>
                  <a:pt x="31958" y="753205"/>
                </a:lnTo>
                <a:lnTo>
                  <a:pt x="28915" y="741008"/>
                </a:lnTo>
                <a:lnTo>
                  <a:pt x="27392" y="727285"/>
                </a:lnTo>
                <a:lnTo>
                  <a:pt x="25871" y="715087"/>
                </a:lnTo>
                <a:lnTo>
                  <a:pt x="25871" y="153996"/>
                </a:lnTo>
                <a:lnTo>
                  <a:pt x="27392" y="140274"/>
                </a:lnTo>
                <a:lnTo>
                  <a:pt x="41089" y="93007"/>
                </a:lnTo>
                <a:lnTo>
                  <a:pt x="82177" y="47266"/>
                </a:lnTo>
                <a:lnTo>
                  <a:pt x="105006" y="36593"/>
                </a:lnTo>
                <a:lnTo>
                  <a:pt x="115658" y="32019"/>
                </a:lnTo>
                <a:lnTo>
                  <a:pt x="127833" y="28969"/>
                </a:lnTo>
                <a:lnTo>
                  <a:pt x="141528" y="27444"/>
                </a:lnTo>
                <a:lnTo>
                  <a:pt x="153704" y="25920"/>
                </a:lnTo>
                <a:lnTo>
                  <a:pt x="958745" y="25920"/>
                </a:lnTo>
                <a:lnTo>
                  <a:pt x="945048" y="18296"/>
                </a:lnTo>
                <a:lnTo>
                  <a:pt x="932874" y="12198"/>
                </a:lnTo>
                <a:lnTo>
                  <a:pt x="917656" y="7623"/>
                </a:lnTo>
                <a:lnTo>
                  <a:pt x="903960" y="3050"/>
                </a:lnTo>
                <a:lnTo>
                  <a:pt x="873523" y="0"/>
                </a:lnTo>
                <a:close/>
              </a:path>
              <a:path w="1026160" h="868044">
                <a:moveTo>
                  <a:pt x="958745" y="25920"/>
                </a:moveTo>
                <a:lnTo>
                  <a:pt x="873523" y="25920"/>
                </a:lnTo>
                <a:lnTo>
                  <a:pt x="887220" y="27444"/>
                </a:lnTo>
                <a:lnTo>
                  <a:pt x="899394" y="28969"/>
                </a:lnTo>
                <a:lnTo>
                  <a:pt x="911569" y="32019"/>
                </a:lnTo>
                <a:lnTo>
                  <a:pt x="923743" y="36593"/>
                </a:lnTo>
                <a:lnTo>
                  <a:pt x="934396" y="41167"/>
                </a:lnTo>
                <a:lnTo>
                  <a:pt x="945048" y="48790"/>
                </a:lnTo>
                <a:lnTo>
                  <a:pt x="954180" y="54889"/>
                </a:lnTo>
                <a:lnTo>
                  <a:pt x="972441" y="73186"/>
                </a:lnTo>
                <a:lnTo>
                  <a:pt x="980051" y="82334"/>
                </a:lnTo>
                <a:lnTo>
                  <a:pt x="986138" y="93007"/>
                </a:lnTo>
                <a:lnTo>
                  <a:pt x="990704" y="105205"/>
                </a:lnTo>
                <a:lnTo>
                  <a:pt x="995269" y="115878"/>
                </a:lnTo>
                <a:lnTo>
                  <a:pt x="998312" y="128075"/>
                </a:lnTo>
                <a:lnTo>
                  <a:pt x="999834" y="141798"/>
                </a:lnTo>
                <a:lnTo>
                  <a:pt x="1001356" y="153996"/>
                </a:lnTo>
                <a:lnTo>
                  <a:pt x="1001356" y="715087"/>
                </a:lnTo>
                <a:lnTo>
                  <a:pt x="999834" y="728809"/>
                </a:lnTo>
                <a:lnTo>
                  <a:pt x="978529" y="786748"/>
                </a:lnTo>
                <a:lnTo>
                  <a:pt x="943527" y="821816"/>
                </a:lnTo>
                <a:lnTo>
                  <a:pt x="897873" y="840113"/>
                </a:lnTo>
                <a:lnTo>
                  <a:pt x="872002" y="843163"/>
                </a:lnTo>
                <a:lnTo>
                  <a:pt x="956310" y="843163"/>
                </a:lnTo>
                <a:lnTo>
                  <a:pt x="992225" y="812669"/>
                </a:lnTo>
                <a:lnTo>
                  <a:pt x="1015052" y="774551"/>
                </a:lnTo>
                <a:lnTo>
                  <a:pt x="1025705" y="730335"/>
                </a:lnTo>
                <a:lnTo>
                  <a:pt x="1025705" y="137223"/>
                </a:lnTo>
                <a:lnTo>
                  <a:pt x="1013531" y="93007"/>
                </a:lnTo>
                <a:lnTo>
                  <a:pt x="981572" y="45741"/>
                </a:lnTo>
                <a:lnTo>
                  <a:pt x="969398" y="35068"/>
                </a:lnTo>
                <a:lnTo>
                  <a:pt x="958745" y="25920"/>
                </a:lnTo>
                <a:close/>
              </a:path>
            </a:pathLst>
          </a:custGeom>
          <a:solidFill>
            <a:srgbClr val="FFFFFF"/>
          </a:solidFill>
        </p:spPr>
        <p:txBody>
          <a:bodyPr wrap="square" lIns="0" tIns="0" rIns="0" bIns="0" rtlCol="0"/>
          <a:lstStyle/>
          <a:p>
            <a:endParaRPr/>
          </a:p>
        </p:txBody>
      </p:sp>
      <p:sp>
        <p:nvSpPr>
          <p:cNvPr id="7" name="object 7"/>
          <p:cNvSpPr/>
          <p:nvPr/>
        </p:nvSpPr>
        <p:spPr>
          <a:xfrm>
            <a:off x="3220167" y="3128145"/>
            <a:ext cx="4595889" cy="698314"/>
          </a:xfrm>
          <a:prstGeom prst="rect">
            <a:avLst/>
          </a:prstGeom>
          <a:blipFill>
            <a:blip r:embed="rId3" cstate="print"/>
            <a:stretch>
              <a:fillRect/>
            </a:stretch>
          </a:blipFill>
        </p:spPr>
        <p:txBody>
          <a:bodyPr wrap="square" lIns="0" tIns="0" rIns="0" bIns="0" rtlCol="0"/>
          <a:lstStyle/>
          <a:p>
            <a:endParaRPr/>
          </a:p>
        </p:txBody>
      </p:sp>
      <p:sp>
        <p:nvSpPr>
          <p:cNvPr id="8" name="object 8"/>
          <p:cNvSpPr txBox="1"/>
          <p:nvPr/>
        </p:nvSpPr>
        <p:spPr>
          <a:xfrm>
            <a:off x="3339400" y="3310399"/>
            <a:ext cx="3575050" cy="355600"/>
          </a:xfrm>
          <a:prstGeom prst="rect">
            <a:avLst/>
          </a:prstGeom>
        </p:spPr>
        <p:txBody>
          <a:bodyPr vert="horz" wrap="square" lIns="0" tIns="0" rIns="0" bIns="0" rtlCol="0">
            <a:spAutoFit/>
          </a:bodyPr>
          <a:lstStyle/>
          <a:p>
            <a:pPr>
              <a:lnSpc>
                <a:spcPts val="2660"/>
              </a:lnSpc>
              <a:tabLst>
                <a:tab pos="1101090" algn="l"/>
                <a:tab pos="2602230" algn="l"/>
                <a:tab pos="3492500" algn="l"/>
              </a:tabLst>
            </a:pPr>
            <a:r>
              <a:rPr sz="2800" spc="-5" dirty="0">
                <a:latin typeface="Calibri"/>
                <a:cs typeface="Calibri"/>
              </a:rPr>
              <a:t>•</a:t>
            </a:r>
            <a:r>
              <a:rPr sz="2800" spc="225" dirty="0">
                <a:latin typeface="Calibri"/>
                <a:cs typeface="Calibri"/>
              </a:rPr>
              <a:t> </a:t>
            </a:r>
            <a:r>
              <a:rPr sz="2800" spc="-5" dirty="0">
                <a:latin typeface="Calibri"/>
                <a:cs typeface="Calibri"/>
              </a:rPr>
              <a:t>T</a:t>
            </a:r>
            <a:r>
              <a:rPr sz="2800" dirty="0">
                <a:latin typeface="Calibri"/>
                <a:cs typeface="Calibri"/>
              </a:rPr>
              <a:t>	</a:t>
            </a:r>
            <a:r>
              <a:rPr sz="2800" spc="-95" dirty="0">
                <a:latin typeface="Calibri"/>
                <a:cs typeface="Calibri"/>
              </a:rPr>
              <a:t>k</a:t>
            </a:r>
            <a:r>
              <a:rPr sz="2800" spc="-5" dirty="0">
                <a:latin typeface="Calibri"/>
                <a:cs typeface="Calibri"/>
              </a:rPr>
              <a:t>ế</a:t>
            </a:r>
            <a:r>
              <a:rPr sz="2800" spc="-15" dirty="0">
                <a:latin typeface="Calibri"/>
                <a:cs typeface="Calibri"/>
              </a:rPr>
              <a:t> </a:t>
            </a:r>
            <a:r>
              <a:rPr sz="2800" spc="-10" dirty="0">
                <a:latin typeface="Calibri"/>
                <a:cs typeface="Calibri"/>
              </a:rPr>
              <a:t>t</a:t>
            </a:r>
            <a:r>
              <a:rPr sz="2800" spc="-15" dirty="0">
                <a:latin typeface="Calibri"/>
                <a:cs typeface="Calibri"/>
              </a:rPr>
              <a:t>r</a:t>
            </a:r>
            <a:r>
              <a:rPr sz="2800" spc="-5" dirty="0">
                <a:latin typeface="Calibri"/>
                <a:cs typeface="Calibri"/>
              </a:rPr>
              <a:t>ư</a:t>
            </a:r>
            <a:r>
              <a:rPr sz="2800" dirty="0">
                <a:latin typeface="Calibri"/>
                <a:cs typeface="Calibri"/>
              </a:rPr>
              <a:t>	</a:t>
            </a:r>
            <a:r>
              <a:rPr sz="2800" spc="-5" dirty="0">
                <a:latin typeface="Calibri"/>
                <a:cs typeface="Calibri"/>
              </a:rPr>
              <a:t>n</a:t>
            </a:r>
            <a:r>
              <a:rPr sz="2800" dirty="0">
                <a:latin typeface="Calibri"/>
                <a:cs typeface="Calibri"/>
              </a:rPr>
              <a:t>	</a:t>
            </a:r>
            <a:r>
              <a:rPr sz="2800" spc="-5" dirty="0">
                <a:latin typeface="Calibri"/>
                <a:cs typeface="Calibri"/>
              </a:rPr>
              <a:t>i</a:t>
            </a:r>
            <a:endParaRPr sz="2800">
              <a:latin typeface="Calibri"/>
              <a:cs typeface="Calibri"/>
            </a:endParaRPr>
          </a:p>
        </p:txBody>
      </p:sp>
      <p:sp>
        <p:nvSpPr>
          <p:cNvPr id="9" name="object 9"/>
          <p:cNvSpPr/>
          <p:nvPr/>
        </p:nvSpPr>
        <p:spPr>
          <a:xfrm>
            <a:off x="2232507" y="3056484"/>
            <a:ext cx="1000125" cy="842010"/>
          </a:xfrm>
          <a:custGeom>
            <a:avLst/>
            <a:gdLst/>
            <a:ahLst/>
            <a:cxnLst/>
            <a:rect l="l" t="t" r="r" b="b"/>
            <a:pathLst>
              <a:path w="1000125" h="842010">
                <a:moveTo>
                  <a:pt x="859826" y="0"/>
                </a:moveTo>
                <a:lnTo>
                  <a:pt x="140007" y="0"/>
                </a:lnTo>
                <a:lnTo>
                  <a:pt x="95642" y="7123"/>
                </a:lnTo>
                <a:lnTo>
                  <a:pt x="57195" y="26981"/>
                </a:lnTo>
                <a:lnTo>
                  <a:pt x="26929" y="57304"/>
                </a:lnTo>
                <a:lnTo>
                  <a:pt x="7109" y="95824"/>
                </a:lnTo>
                <a:lnTo>
                  <a:pt x="0" y="140272"/>
                </a:lnTo>
                <a:lnTo>
                  <a:pt x="0" y="701363"/>
                </a:lnTo>
                <a:lnTo>
                  <a:pt x="7109" y="745812"/>
                </a:lnTo>
                <a:lnTo>
                  <a:pt x="26929" y="784332"/>
                </a:lnTo>
                <a:lnTo>
                  <a:pt x="57195" y="814656"/>
                </a:lnTo>
                <a:lnTo>
                  <a:pt x="95642" y="834514"/>
                </a:lnTo>
                <a:lnTo>
                  <a:pt x="140007" y="841637"/>
                </a:lnTo>
                <a:lnTo>
                  <a:pt x="859826" y="841637"/>
                </a:lnTo>
                <a:lnTo>
                  <a:pt x="904190" y="834514"/>
                </a:lnTo>
                <a:lnTo>
                  <a:pt x="942637" y="814656"/>
                </a:lnTo>
                <a:lnTo>
                  <a:pt x="972903" y="784332"/>
                </a:lnTo>
                <a:lnTo>
                  <a:pt x="992724" y="745812"/>
                </a:lnTo>
                <a:lnTo>
                  <a:pt x="999834" y="701363"/>
                </a:lnTo>
                <a:lnTo>
                  <a:pt x="999834" y="140272"/>
                </a:lnTo>
                <a:lnTo>
                  <a:pt x="992724" y="95824"/>
                </a:lnTo>
                <a:lnTo>
                  <a:pt x="972903" y="57304"/>
                </a:lnTo>
                <a:lnTo>
                  <a:pt x="942637" y="26981"/>
                </a:lnTo>
                <a:lnTo>
                  <a:pt x="904190" y="7123"/>
                </a:lnTo>
                <a:lnTo>
                  <a:pt x="859826" y="0"/>
                </a:lnTo>
                <a:close/>
              </a:path>
            </a:pathLst>
          </a:custGeom>
          <a:solidFill>
            <a:srgbClr val="4F80BC"/>
          </a:solidFill>
        </p:spPr>
        <p:txBody>
          <a:bodyPr wrap="square" lIns="0" tIns="0" rIns="0" bIns="0" rtlCol="0"/>
          <a:lstStyle/>
          <a:p>
            <a:endParaRPr/>
          </a:p>
        </p:txBody>
      </p:sp>
      <p:sp>
        <p:nvSpPr>
          <p:cNvPr id="10" name="object 10"/>
          <p:cNvSpPr/>
          <p:nvPr/>
        </p:nvSpPr>
        <p:spPr>
          <a:xfrm>
            <a:off x="2218810" y="3042762"/>
            <a:ext cx="1026160" cy="868044"/>
          </a:xfrm>
          <a:custGeom>
            <a:avLst/>
            <a:gdLst/>
            <a:ahLst/>
            <a:cxnLst/>
            <a:rect l="l" t="t" r="r" b="b"/>
            <a:pathLst>
              <a:path w="1026160" h="868045">
                <a:moveTo>
                  <a:pt x="873523" y="0"/>
                </a:moveTo>
                <a:lnTo>
                  <a:pt x="152181" y="0"/>
                </a:lnTo>
                <a:lnTo>
                  <a:pt x="136964" y="1524"/>
                </a:lnTo>
                <a:lnTo>
                  <a:pt x="92830" y="13722"/>
                </a:lnTo>
                <a:lnTo>
                  <a:pt x="45655" y="45740"/>
                </a:lnTo>
                <a:lnTo>
                  <a:pt x="18262" y="80808"/>
                </a:lnTo>
                <a:lnTo>
                  <a:pt x="3044" y="123501"/>
                </a:lnTo>
                <a:lnTo>
                  <a:pt x="0" y="153995"/>
                </a:lnTo>
                <a:lnTo>
                  <a:pt x="0" y="716611"/>
                </a:lnTo>
                <a:lnTo>
                  <a:pt x="7609" y="760827"/>
                </a:lnTo>
                <a:lnTo>
                  <a:pt x="27392" y="801994"/>
                </a:lnTo>
                <a:lnTo>
                  <a:pt x="56307" y="834014"/>
                </a:lnTo>
                <a:lnTo>
                  <a:pt x="94353" y="856884"/>
                </a:lnTo>
                <a:lnTo>
                  <a:pt x="138485" y="867557"/>
                </a:lnTo>
                <a:lnTo>
                  <a:pt x="890263" y="867557"/>
                </a:lnTo>
                <a:lnTo>
                  <a:pt x="903960" y="864508"/>
                </a:lnTo>
                <a:lnTo>
                  <a:pt x="919179" y="861458"/>
                </a:lnTo>
                <a:lnTo>
                  <a:pt x="946571" y="849260"/>
                </a:lnTo>
                <a:lnTo>
                  <a:pt x="956311" y="843161"/>
                </a:lnTo>
                <a:lnTo>
                  <a:pt x="153704" y="843161"/>
                </a:lnTo>
                <a:lnTo>
                  <a:pt x="140007" y="841637"/>
                </a:lnTo>
                <a:lnTo>
                  <a:pt x="92830" y="827915"/>
                </a:lnTo>
                <a:lnTo>
                  <a:pt x="47176" y="786748"/>
                </a:lnTo>
                <a:lnTo>
                  <a:pt x="36523" y="763877"/>
                </a:lnTo>
                <a:lnTo>
                  <a:pt x="31958" y="753203"/>
                </a:lnTo>
                <a:lnTo>
                  <a:pt x="28915" y="741006"/>
                </a:lnTo>
                <a:lnTo>
                  <a:pt x="27392" y="727284"/>
                </a:lnTo>
                <a:lnTo>
                  <a:pt x="25871" y="715086"/>
                </a:lnTo>
                <a:lnTo>
                  <a:pt x="25871" y="153995"/>
                </a:lnTo>
                <a:lnTo>
                  <a:pt x="27392" y="140272"/>
                </a:lnTo>
                <a:lnTo>
                  <a:pt x="41089" y="93007"/>
                </a:lnTo>
                <a:lnTo>
                  <a:pt x="82177" y="47265"/>
                </a:lnTo>
                <a:lnTo>
                  <a:pt x="105006" y="36592"/>
                </a:lnTo>
                <a:lnTo>
                  <a:pt x="115658" y="32017"/>
                </a:lnTo>
                <a:lnTo>
                  <a:pt x="127833" y="28968"/>
                </a:lnTo>
                <a:lnTo>
                  <a:pt x="141528" y="27444"/>
                </a:lnTo>
                <a:lnTo>
                  <a:pt x="153704" y="25919"/>
                </a:lnTo>
                <a:lnTo>
                  <a:pt x="958745" y="25919"/>
                </a:lnTo>
                <a:lnTo>
                  <a:pt x="945048" y="18295"/>
                </a:lnTo>
                <a:lnTo>
                  <a:pt x="932874" y="12197"/>
                </a:lnTo>
                <a:lnTo>
                  <a:pt x="917656" y="7623"/>
                </a:lnTo>
                <a:lnTo>
                  <a:pt x="903960" y="3049"/>
                </a:lnTo>
                <a:lnTo>
                  <a:pt x="873523" y="0"/>
                </a:lnTo>
                <a:close/>
              </a:path>
              <a:path w="1026160" h="868045">
                <a:moveTo>
                  <a:pt x="958745" y="25919"/>
                </a:moveTo>
                <a:lnTo>
                  <a:pt x="873523" y="25919"/>
                </a:lnTo>
                <a:lnTo>
                  <a:pt x="887220" y="27444"/>
                </a:lnTo>
                <a:lnTo>
                  <a:pt x="899394" y="28968"/>
                </a:lnTo>
                <a:lnTo>
                  <a:pt x="911569" y="32017"/>
                </a:lnTo>
                <a:lnTo>
                  <a:pt x="923743" y="36592"/>
                </a:lnTo>
                <a:lnTo>
                  <a:pt x="934396" y="41167"/>
                </a:lnTo>
                <a:lnTo>
                  <a:pt x="945048" y="48790"/>
                </a:lnTo>
                <a:lnTo>
                  <a:pt x="954180" y="54889"/>
                </a:lnTo>
                <a:lnTo>
                  <a:pt x="972441" y="73185"/>
                </a:lnTo>
                <a:lnTo>
                  <a:pt x="980051" y="82334"/>
                </a:lnTo>
                <a:lnTo>
                  <a:pt x="986138" y="93007"/>
                </a:lnTo>
                <a:lnTo>
                  <a:pt x="990704" y="105204"/>
                </a:lnTo>
                <a:lnTo>
                  <a:pt x="995269" y="115877"/>
                </a:lnTo>
                <a:lnTo>
                  <a:pt x="998312" y="128075"/>
                </a:lnTo>
                <a:lnTo>
                  <a:pt x="999834" y="141796"/>
                </a:lnTo>
                <a:lnTo>
                  <a:pt x="1001356" y="153995"/>
                </a:lnTo>
                <a:lnTo>
                  <a:pt x="1001356" y="715086"/>
                </a:lnTo>
                <a:lnTo>
                  <a:pt x="999834" y="728808"/>
                </a:lnTo>
                <a:lnTo>
                  <a:pt x="978529" y="786748"/>
                </a:lnTo>
                <a:lnTo>
                  <a:pt x="943527" y="821815"/>
                </a:lnTo>
                <a:lnTo>
                  <a:pt x="897873" y="840112"/>
                </a:lnTo>
                <a:lnTo>
                  <a:pt x="872002" y="843161"/>
                </a:lnTo>
                <a:lnTo>
                  <a:pt x="956311" y="843161"/>
                </a:lnTo>
                <a:lnTo>
                  <a:pt x="992225" y="812667"/>
                </a:lnTo>
                <a:lnTo>
                  <a:pt x="1015052" y="774550"/>
                </a:lnTo>
                <a:lnTo>
                  <a:pt x="1025705" y="730333"/>
                </a:lnTo>
                <a:lnTo>
                  <a:pt x="1025705" y="137223"/>
                </a:lnTo>
                <a:lnTo>
                  <a:pt x="1013531" y="93007"/>
                </a:lnTo>
                <a:lnTo>
                  <a:pt x="981572" y="45740"/>
                </a:lnTo>
                <a:lnTo>
                  <a:pt x="969398" y="35068"/>
                </a:lnTo>
                <a:lnTo>
                  <a:pt x="958745" y="25919"/>
                </a:lnTo>
                <a:close/>
              </a:path>
            </a:pathLst>
          </a:custGeom>
          <a:solidFill>
            <a:srgbClr val="FFFFFF"/>
          </a:solidFill>
        </p:spPr>
        <p:txBody>
          <a:bodyPr wrap="square" lIns="0" tIns="0" rIns="0" bIns="0" rtlCol="0"/>
          <a:lstStyle/>
          <a:p>
            <a:endParaRPr/>
          </a:p>
        </p:txBody>
      </p:sp>
      <p:sp>
        <p:nvSpPr>
          <p:cNvPr id="11" name="object 11"/>
          <p:cNvSpPr/>
          <p:nvPr/>
        </p:nvSpPr>
        <p:spPr>
          <a:xfrm>
            <a:off x="3220167" y="4012474"/>
            <a:ext cx="4595889" cy="698315"/>
          </a:xfrm>
          <a:prstGeom prst="rect">
            <a:avLst/>
          </a:prstGeom>
          <a:blipFill>
            <a:blip r:embed="rId4" cstate="print"/>
            <a:stretch>
              <a:fillRect/>
            </a:stretch>
          </a:blipFill>
        </p:spPr>
        <p:txBody>
          <a:bodyPr wrap="square" lIns="0" tIns="0" rIns="0" bIns="0" rtlCol="0"/>
          <a:lstStyle/>
          <a:p>
            <a:endParaRPr/>
          </a:p>
        </p:txBody>
      </p:sp>
      <p:sp>
        <p:nvSpPr>
          <p:cNvPr id="12" name="object 12"/>
          <p:cNvSpPr txBox="1"/>
          <p:nvPr/>
        </p:nvSpPr>
        <p:spPr>
          <a:xfrm>
            <a:off x="3339400" y="4194759"/>
            <a:ext cx="4193540" cy="355600"/>
          </a:xfrm>
          <a:prstGeom prst="rect">
            <a:avLst/>
          </a:prstGeom>
        </p:spPr>
        <p:txBody>
          <a:bodyPr vert="horz" wrap="square" lIns="0" tIns="0" rIns="0" bIns="0" rtlCol="0">
            <a:spAutoFit/>
          </a:bodyPr>
          <a:lstStyle/>
          <a:p>
            <a:pPr>
              <a:lnSpc>
                <a:spcPts val="2660"/>
              </a:lnSpc>
              <a:tabLst>
                <a:tab pos="2265045" algn="l"/>
                <a:tab pos="3242310" algn="l"/>
                <a:tab pos="3835400" algn="l"/>
              </a:tabLst>
            </a:pPr>
            <a:r>
              <a:rPr sz="2800" spc="-5" dirty="0">
                <a:latin typeface="Calibri"/>
                <a:cs typeface="Calibri"/>
              </a:rPr>
              <a:t>•</a:t>
            </a:r>
            <a:r>
              <a:rPr sz="2800" spc="225" dirty="0">
                <a:latin typeface="Calibri"/>
                <a:cs typeface="Calibri"/>
              </a:rPr>
              <a:t> </a:t>
            </a:r>
            <a:r>
              <a:rPr sz="2800" spc="-10" dirty="0">
                <a:latin typeface="Calibri"/>
                <a:cs typeface="Calibri"/>
              </a:rPr>
              <a:t>K</a:t>
            </a:r>
            <a:r>
              <a:rPr sz="2800" spc="-15" dirty="0">
                <a:latin typeface="Calibri"/>
                <a:cs typeface="Calibri"/>
              </a:rPr>
              <a:t>i</a:t>
            </a:r>
            <a:r>
              <a:rPr sz="2800" spc="-10" dirty="0">
                <a:latin typeface="Calibri"/>
                <a:cs typeface="Calibri"/>
              </a:rPr>
              <a:t>ể</a:t>
            </a:r>
            <a:r>
              <a:rPr sz="2800" spc="-5" dirty="0">
                <a:latin typeface="Calibri"/>
                <a:cs typeface="Calibri"/>
              </a:rPr>
              <a:t>m</a:t>
            </a:r>
            <a:r>
              <a:rPr sz="2800" spc="5" dirty="0">
                <a:latin typeface="Calibri"/>
                <a:cs typeface="Calibri"/>
              </a:rPr>
              <a:t> </a:t>
            </a:r>
            <a:r>
              <a:rPr sz="2800" spc="-10" dirty="0">
                <a:latin typeface="Calibri"/>
                <a:cs typeface="Calibri"/>
              </a:rPr>
              <a:t>so</a:t>
            </a:r>
            <a:r>
              <a:rPr sz="2800" spc="-30" dirty="0">
                <a:latin typeface="Calibri"/>
                <a:cs typeface="Calibri"/>
              </a:rPr>
              <a:t>á</a:t>
            </a:r>
            <a:r>
              <a:rPr sz="2800" spc="-5" dirty="0">
                <a:latin typeface="Calibri"/>
                <a:cs typeface="Calibri"/>
              </a:rPr>
              <a:t>t</a:t>
            </a:r>
            <a:r>
              <a:rPr sz="2800" spc="-10" dirty="0">
                <a:latin typeface="Calibri"/>
                <a:cs typeface="Calibri"/>
              </a:rPr>
              <a:t> </a:t>
            </a:r>
            <a:r>
              <a:rPr sz="2800" spc="-5" dirty="0">
                <a:latin typeface="Calibri"/>
                <a:cs typeface="Calibri"/>
              </a:rPr>
              <a:t>d</a:t>
            </a:r>
            <a:r>
              <a:rPr sz="2800" dirty="0">
                <a:latin typeface="Calibri"/>
                <a:cs typeface="Calibri"/>
              </a:rPr>
              <a:t>	</a:t>
            </a:r>
            <a:r>
              <a:rPr sz="2800" spc="-15" dirty="0">
                <a:latin typeface="Calibri"/>
                <a:cs typeface="Calibri"/>
              </a:rPr>
              <a:t>li</a:t>
            </a:r>
            <a:r>
              <a:rPr sz="2800" spc="-10" dirty="0">
                <a:latin typeface="Calibri"/>
                <a:cs typeface="Calibri"/>
              </a:rPr>
              <a:t>ệ</a:t>
            </a:r>
            <a:r>
              <a:rPr sz="2800" spc="-5" dirty="0">
                <a:latin typeface="Calibri"/>
                <a:cs typeface="Calibri"/>
              </a:rPr>
              <a:t>u</a:t>
            </a:r>
            <a:r>
              <a:rPr sz="2800" spc="5" dirty="0">
                <a:latin typeface="Calibri"/>
                <a:cs typeface="Calibri"/>
              </a:rPr>
              <a:t> </a:t>
            </a:r>
            <a:r>
              <a:rPr sz="2800" spc="-5" dirty="0">
                <a:latin typeface="Calibri"/>
                <a:cs typeface="Calibri"/>
              </a:rPr>
              <a:t>n</a:t>
            </a:r>
            <a:r>
              <a:rPr sz="2800" dirty="0">
                <a:latin typeface="Calibri"/>
                <a:cs typeface="Calibri"/>
              </a:rPr>
              <a:t>	</a:t>
            </a:r>
            <a:r>
              <a:rPr sz="2800" spc="-5" dirty="0">
                <a:latin typeface="Calibri"/>
                <a:cs typeface="Calibri"/>
              </a:rPr>
              <a:t>ập</a:t>
            </a:r>
            <a:r>
              <a:rPr sz="2800" dirty="0">
                <a:latin typeface="Calibri"/>
                <a:cs typeface="Calibri"/>
              </a:rPr>
              <a:t>	</a:t>
            </a:r>
            <a:r>
              <a:rPr sz="2800" spc="-5" dirty="0">
                <a:latin typeface="Calibri"/>
                <a:cs typeface="Calibri"/>
              </a:rPr>
              <a:t>ào</a:t>
            </a:r>
            <a:endParaRPr sz="2800">
              <a:latin typeface="Calibri"/>
              <a:cs typeface="Calibri"/>
            </a:endParaRPr>
          </a:p>
        </p:txBody>
      </p:sp>
      <p:sp>
        <p:nvSpPr>
          <p:cNvPr id="13" name="object 13"/>
          <p:cNvSpPr/>
          <p:nvPr/>
        </p:nvSpPr>
        <p:spPr>
          <a:xfrm>
            <a:off x="2232507" y="3940813"/>
            <a:ext cx="1000125" cy="842010"/>
          </a:xfrm>
          <a:custGeom>
            <a:avLst/>
            <a:gdLst/>
            <a:ahLst/>
            <a:cxnLst/>
            <a:rect l="l" t="t" r="r" b="b"/>
            <a:pathLst>
              <a:path w="1000125" h="842010">
                <a:moveTo>
                  <a:pt x="859826" y="0"/>
                </a:moveTo>
                <a:lnTo>
                  <a:pt x="140007" y="0"/>
                </a:lnTo>
                <a:lnTo>
                  <a:pt x="95642" y="7123"/>
                </a:lnTo>
                <a:lnTo>
                  <a:pt x="57195" y="26981"/>
                </a:lnTo>
                <a:lnTo>
                  <a:pt x="26929" y="57304"/>
                </a:lnTo>
                <a:lnTo>
                  <a:pt x="7109" y="95824"/>
                </a:lnTo>
                <a:lnTo>
                  <a:pt x="0" y="140272"/>
                </a:lnTo>
                <a:lnTo>
                  <a:pt x="0" y="701365"/>
                </a:lnTo>
                <a:lnTo>
                  <a:pt x="7109" y="745813"/>
                </a:lnTo>
                <a:lnTo>
                  <a:pt x="26929" y="784333"/>
                </a:lnTo>
                <a:lnTo>
                  <a:pt x="57195" y="814656"/>
                </a:lnTo>
                <a:lnTo>
                  <a:pt x="95642" y="834514"/>
                </a:lnTo>
                <a:lnTo>
                  <a:pt x="140007" y="841637"/>
                </a:lnTo>
                <a:lnTo>
                  <a:pt x="859826" y="841637"/>
                </a:lnTo>
                <a:lnTo>
                  <a:pt x="904190" y="834514"/>
                </a:lnTo>
                <a:lnTo>
                  <a:pt x="942637" y="814656"/>
                </a:lnTo>
                <a:lnTo>
                  <a:pt x="972903" y="784333"/>
                </a:lnTo>
                <a:lnTo>
                  <a:pt x="992724" y="745813"/>
                </a:lnTo>
                <a:lnTo>
                  <a:pt x="999834" y="701365"/>
                </a:lnTo>
                <a:lnTo>
                  <a:pt x="999834" y="140272"/>
                </a:lnTo>
                <a:lnTo>
                  <a:pt x="992724" y="95824"/>
                </a:lnTo>
                <a:lnTo>
                  <a:pt x="972903" y="57304"/>
                </a:lnTo>
                <a:lnTo>
                  <a:pt x="942637" y="26981"/>
                </a:lnTo>
                <a:lnTo>
                  <a:pt x="904190" y="7123"/>
                </a:lnTo>
                <a:lnTo>
                  <a:pt x="859826" y="0"/>
                </a:lnTo>
                <a:close/>
              </a:path>
            </a:pathLst>
          </a:custGeom>
          <a:solidFill>
            <a:srgbClr val="4F80BC"/>
          </a:solidFill>
        </p:spPr>
        <p:txBody>
          <a:bodyPr wrap="square" lIns="0" tIns="0" rIns="0" bIns="0" rtlCol="0"/>
          <a:lstStyle/>
          <a:p>
            <a:endParaRPr/>
          </a:p>
        </p:txBody>
      </p:sp>
      <p:sp>
        <p:nvSpPr>
          <p:cNvPr id="14" name="object 14"/>
          <p:cNvSpPr/>
          <p:nvPr/>
        </p:nvSpPr>
        <p:spPr>
          <a:xfrm>
            <a:off x="2218810" y="3927091"/>
            <a:ext cx="1026160" cy="869315"/>
          </a:xfrm>
          <a:custGeom>
            <a:avLst/>
            <a:gdLst/>
            <a:ahLst/>
            <a:cxnLst/>
            <a:rect l="l" t="t" r="r" b="b"/>
            <a:pathLst>
              <a:path w="1026160" h="869314">
                <a:moveTo>
                  <a:pt x="873523" y="0"/>
                </a:moveTo>
                <a:lnTo>
                  <a:pt x="152181" y="0"/>
                </a:lnTo>
                <a:lnTo>
                  <a:pt x="136964" y="1525"/>
                </a:lnTo>
                <a:lnTo>
                  <a:pt x="92830" y="13722"/>
                </a:lnTo>
                <a:lnTo>
                  <a:pt x="45655" y="45741"/>
                </a:lnTo>
                <a:lnTo>
                  <a:pt x="18262" y="80810"/>
                </a:lnTo>
                <a:lnTo>
                  <a:pt x="3044" y="123501"/>
                </a:lnTo>
                <a:lnTo>
                  <a:pt x="0" y="153995"/>
                </a:lnTo>
                <a:lnTo>
                  <a:pt x="0" y="716611"/>
                </a:lnTo>
                <a:lnTo>
                  <a:pt x="7609" y="760829"/>
                </a:lnTo>
                <a:lnTo>
                  <a:pt x="27392" y="801996"/>
                </a:lnTo>
                <a:lnTo>
                  <a:pt x="56307" y="834014"/>
                </a:lnTo>
                <a:lnTo>
                  <a:pt x="94353" y="856885"/>
                </a:lnTo>
                <a:lnTo>
                  <a:pt x="153704" y="869082"/>
                </a:lnTo>
                <a:lnTo>
                  <a:pt x="873523" y="869082"/>
                </a:lnTo>
                <a:lnTo>
                  <a:pt x="890263" y="867557"/>
                </a:lnTo>
                <a:lnTo>
                  <a:pt x="903960" y="864508"/>
                </a:lnTo>
                <a:lnTo>
                  <a:pt x="919179" y="861458"/>
                </a:lnTo>
                <a:lnTo>
                  <a:pt x="946571" y="849261"/>
                </a:lnTo>
                <a:lnTo>
                  <a:pt x="956310" y="843163"/>
                </a:lnTo>
                <a:lnTo>
                  <a:pt x="153704" y="843163"/>
                </a:lnTo>
                <a:lnTo>
                  <a:pt x="140007" y="841637"/>
                </a:lnTo>
                <a:lnTo>
                  <a:pt x="92830" y="827915"/>
                </a:lnTo>
                <a:lnTo>
                  <a:pt x="47176" y="786748"/>
                </a:lnTo>
                <a:lnTo>
                  <a:pt x="36523" y="763878"/>
                </a:lnTo>
                <a:lnTo>
                  <a:pt x="31958" y="753205"/>
                </a:lnTo>
                <a:lnTo>
                  <a:pt x="28915" y="741006"/>
                </a:lnTo>
                <a:lnTo>
                  <a:pt x="27392" y="727284"/>
                </a:lnTo>
                <a:lnTo>
                  <a:pt x="25871" y="715087"/>
                </a:lnTo>
                <a:lnTo>
                  <a:pt x="25871" y="153995"/>
                </a:lnTo>
                <a:lnTo>
                  <a:pt x="27392" y="140272"/>
                </a:lnTo>
                <a:lnTo>
                  <a:pt x="41089" y="93007"/>
                </a:lnTo>
                <a:lnTo>
                  <a:pt x="82177" y="47265"/>
                </a:lnTo>
                <a:lnTo>
                  <a:pt x="105006" y="36593"/>
                </a:lnTo>
                <a:lnTo>
                  <a:pt x="115658" y="32019"/>
                </a:lnTo>
                <a:lnTo>
                  <a:pt x="127833" y="28969"/>
                </a:lnTo>
                <a:lnTo>
                  <a:pt x="141528" y="27444"/>
                </a:lnTo>
                <a:lnTo>
                  <a:pt x="153704" y="25920"/>
                </a:lnTo>
                <a:lnTo>
                  <a:pt x="958745" y="25920"/>
                </a:lnTo>
                <a:lnTo>
                  <a:pt x="945048" y="18296"/>
                </a:lnTo>
                <a:lnTo>
                  <a:pt x="932874" y="12198"/>
                </a:lnTo>
                <a:lnTo>
                  <a:pt x="917656" y="7623"/>
                </a:lnTo>
                <a:lnTo>
                  <a:pt x="903960" y="3049"/>
                </a:lnTo>
                <a:lnTo>
                  <a:pt x="873523" y="0"/>
                </a:lnTo>
                <a:close/>
              </a:path>
              <a:path w="1026160" h="869314">
                <a:moveTo>
                  <a:pt x="958745" y="25920"/>
                </a:moveTo>
                <a:lnTo>
                  <a:pt x="873523" y="25920"/>
                </a:lnTo>
                <a:lnTo>
                  <a:pt x="887220" y="27444"/>
                </a:lnTo>
                <a:lnTo>
                  <a:pt x="899394" y="28969"/>
                </a:lnTo>
                <a:lnTo>
                  <a:pt x="945048" y="48790"/>
                </a:lnTo>
                <a:lnTo>
                  <a:pt x="980051" y="82334"/>
                </a:lnTo>
                <a:lnTo>
                  <a:pt x="990704" y="105205"/>
                </a:lnTo>
                <a:lnTo>
                  <a:pt x="995269" y="115877"/>
                </a:lnTo>
                <a:lnTo>
                  <a:pt x="998312" y="128075"/>
                </a:lnTo>
                <a:lnTo>
                  <a:pt x="999834" y="141798"/>
                </a:lnTo>
                <a:lnTo>
                  <a:pt x="1001356" y="153995"/>
                </a:lnTo>
                <a:lnTo>
                  <a:pt x="1001356" y="715087"/>
                </a:lnTo>
                <a:lnTo>
                  <a:pt x="999834" y="728809"/>
                </a:lnTo>
                <a:lnTo>
                  <a:pt x="978529" y="786748"/>
                </a:lnTo>
                <a:lnTo>
                  <a:pt x="943527" y="821816"/>
                </a:lnTo>
                <a:lnTo>
                  <a:pt x="897873" y="840112"/>
                </a:lnTo>
                <a:lnTo>
                  <a:pt x="872002" y="843163"/>
                </a:lnTo>
                <a:lnTo>
                  <a:pt x="956310" y="843163"/>
                </a:lnTo>
                <a:lnTo>
                  <a:pt x="992225" y="812667"/>
                </a:lnTo>
                <a:lnTo>
                  <a:pt x="1015052" y="774551"/>
                </a:lnTo>
                <a:lnTo>
                  <a:pt x="1025705" y="730333"/>
                </a:lnTo>
                <a:lnTo>
                  <a:pt x="1025705" y="137223"/>
                </a:lnTo>
                <a:lnTo>
                  <a:pt x="1013531" y="93007"/>
                </a:lnTo>
                <a:lnTo>
                  <a:pt x="981572" y="45741"/>
                </a:lnTo>
                <a:lnTo>
                  <a:pt x="969398" y="35068"/>
                </a:lnTo>
                <a:lnTo>
                  <a:pt x="958745" y="25920"/>
                </a:lnTo>
                <a:close/>
              </a:path>
            </a:pathLst>
          </a:custGeom>
          <a:solidFill>
            <a:srgbClr val="FFFFFF"/>
          </a:solidFill>
        </p:spPr>
        <p:txBody>
          <a:bodyPr wrap="square" lIns="0" tIns="0" rIns="0" bIns="0" rtlCol="0"/>
          <a:lstStyle/>
          <a:p>
            <a:endParaRPr/>
          </a:p>
        </p:txBody>
      </p:sp>
      <p:sp>
        <p:nvSpPr>
          <p:cNvPr id="15" name="object 15"/>
          <p:cNvSpPr/>
          <p:nvPr/>
        </p:nvSpPr>
        <p:spPr>
          <a:xfrm>
            <a:off x="3220167" y="4896804"/>
            <a:ext cx="4595889" cy="698314"/>
          </a:xfrm>
          <a:prstGeom prst="rect">
            <a:avLst/>
          </a:prstGeom>
          <a:blipFill>
            <a:blip r:embed="rId5" cstate="print"/>
            <a:stretch>
              <a:fillRect/>
            </a:stretch>
          </a:blipFill>
        </p:spPr>
        <p:txBody>
          <a:bodyPr wrap="square" lIns="0" tIns="0" rIns="0" bIns="0" rtlCol="0"/>
          <a:lstStyle/>
          <a:p>
            <a:endParaRPr/>
          </a:p>
        </p:txBody>
      </p:sp>
      <p:sp>
        <p:nvSpPr>
          <p:cNvPr id="16" name="object 16"/>
          <p:cNvSpPr txBox="1"/>
          <p:nvPr/>
        </p:nvSpPr>
        <p:spPr>
          <a:xfrm>
            <a:off x="3625501" y="5079119"/>
            <a:ext cx="727710" cy="355600"/>
          </a:xfrm>
          <a:prstGeom prst="rect">
            <a:avLst/>
          </a:prstGeom>
        </p:spPr>
        <p:txBody>
          <a:bodyPr vert="horz" wrap="square" lIns="0" tIns="0" rIns="0" bIns="0" rtlCol="0">
            <a:spAutoFit/>
          </a:bodyPr>
          <a:lstStyle/>
          <a:p>
            <a:pPr>
              <a:lnSpc>
                <a:spcPts val="2660"/>
              </a:lnSpc>
              <a:tabLst>
                <a:tab pos="560070" algn="l"/>
              </a:tabLst>
            </a:pPr>
            <a:r>
              <a:rPr sz="2800" spc="-5" dirty="0">
                <a:latin typeface="Calibri"/>
                <a:cs typeface="Calibri"/>
              </a:rPr>
              <a:t>C	g</a:t>
            </a:r>
            <a:endParaRPr sz="2800">
              <a:latin typeface="Calibri"/>
              <a:cs typeface="Calibri"/>
            </a:endParaRPr>
          </a:p>
        </p:txBody>
      </p:sp>
      <p:sp>
        <p:nvSpPr>
          <p:cNvPr id="17" name="object 17"/>
          <p:cNvSpPr/>
          <p:nvPr/>
        </p:nvSpPr>
        <p:spPr>
          <a:xfrm>
            <a:off x="2232507" y="4825143"/>
            <a:ext cx="1000125" cy="842010"/>
          </a:xfrm>
          <a:custGeom>
            <a:avLst/>
            <a:gdLst/>
            <a:ahLst/>
            <a:cxnLst/>
            <a:rect l="l" t="t" r="r" b="b"/>
            <a:pathLst>
              <a:path w="1000125" h="842010">
                <a:moveTo>
                  <a:pt x="859826" y="0"/>
                </a:moveTo>
                <a:lnTo>
                  <a:pt x="140007" y="0"/>
                </a:lnTo>
                <a:lnTo>
                  <a:pt x="95642" y="7123"/>
                </a:lnTo>
                <a:lnTo>
                  <a:pt x="57195" y="26980"/>
                </a:lnTo>
                <a:lnTo>
                  <a:pt x="26929" y="57304"/>
                </a:lnTo>
                <a:lnTo>
                  <a:pt x="7109" y="95824"/>
                </a:lnTo>
                <a:lnTo>
                  <a:pt x="0" y="140272"/>
                </a:lnTo>
                <a:lnTo>
                  <a:pt x="0" y="701363"/>
                </a:lnTo>
                <a:lnTo>
                  <a:pt x="7109" y="745812"/>
                </a:lnTo>
                <a:lnTo>
                  <a:pt x="26929" y="784332"/>
                </a:lnTo>
                <a:lnTo>
                  <a:pt x="57195" y="814655"/>
                </a:lnTo>
                <a:lnTo>
                  <a:pt x="95642" y="834513"/>
                </a:lnTo>
                <a:lnTo>
                  <a:pt x="140007" y="841636"/>
                </a:lnTo>
                <a:lnTo>
                  <a:pt x="859826" y="841636"/>
                </a:lnTo>
                <a:lnTo>
                  <a:pt x="904190" y="834513"/>
                </a:lnTo>
                <a:lnTo>
                  <a:pt x="942637" y="814655"/>
                </a:lnTo>
                <a:lnTo>
                  <a:pt x="972903" y="784332"/>
                </a:lnTo>
                <a:lnTo>
                  <a:pt x="992724" y="745812"/>
                </a:lnTo>
                <a:lnTo>
                  <a:pt x="999834" y="701363"/>
                </a:lnTo>
                <a:lnTo>
                  <a:pt x="999834" y="140272"/>
                </a:lnTo>
                <a:lnTo>
                  <a:pt x="992724" y="95824"/>
                </a:lnTo>
                <a:lnTo>
                  <a:pt x="972903" y="57304"/>
                </a:lnTo>
                <a:lnTo>
                  <a:pt x="942637" y="26980"/>
                </a:lnTo>
                <a:lnTo>
                  <a:pt x="904190" y="7123"/>
                </a:lnTo>
                <a:lnTo>
                  <a:pt x="859826" y="0"/>
                </a:lnTo>
                <a:close/>
              </a:path>
            </a:pathLst>
          </a:custGeom>
          <a:solidFill>
            <a:srgbClr val="4F80BC"/>
          </a:solidFill>
        </p:spPr>
        <p:txBody>
          <a:bodyPr wrap="square" lIns="0" tIns="0" rIns="0" bIns="0" rtlCol="0"/>
          <a:lstStyle/>
          <a:p>
            <a:endParaRPr/>
          </a:p>
        </p:txBody>
      </p:sp>
      <p:sp>
        <p:nvSpPr>
          <p:cNvPr id="18" name="object 18"/>
          <p:cNvSpPr/>
          <p:nvPr/>
        </p:nvSpPr>
        <p:spPr>
          <a:xfrm>
            <a:off x="2218810" y="4812945"/>
            <a:ext cx="1026160" cy="868044"/>
          </a:xfrm>
          <a:custGeom>
            <a:avLst/>
            <a:gdLst/>
            <a:ahLst/>
            <a:cxnLst/>
            <a:rect l="l" t="t" r="r" b="b"/>
            <a:pathLst>
              <a:path w="1026160" h="868045">
                <a:moveTo>
                  <a:pt x="888742" y="0"/>
                </a:moveTo>
                <a:lnTo>
                  <a:pt x="136964" y="0"/>
                </a:lnTo>
                <a:lnTo>
                  <a:pt x="121746" y="3049"/>
                </a:lnTo>
                <a:lnTo>
                  <a:pt x="80656" y="18296"/>
                </a:lnTo>
                <a:lnTo>
                  <a:pt x="45655" y="44216"/>
                </a:lnTo>
                <a:lnTo>
                  <a:pt x="18262" y="79284"/>
                </a:lnTo>
                <a:lnTo>
                  <a:pt x="3044" y="121977"/>
                </a:lnTo>
                <a:lnTo>
                  <a:pt x="0" y="152471"/>
                </a:lnTo>
                <a:lnTo>
                  <a:pt x="0" y="715087"/>
                </a:lnTo>
                <a:lnTo>
                  <a:pt x="7609" y="759303"/>
                </a:lnTo>
                <a:lnTo>
                  <a:pt x="27392" y="800470"/>
                </a:lnTo>
                <a:lnTo>
                  <a:pt x="56307" y="832490"/>
                </a:lnTo>
                <a:lnTo>
                  <a:pt x="94353" y="855360"/>
                </a:lnTo>
                <a:lnTo>
                  <a:pt x="153704" y="867557"/>
                </a:lnTo>
                <a:lnTo>
                  <a:pt x="873523" y="867557"/>
                </a:lnTo>
                <a:lnTo>
                  <a:pt x="890263" y="866033"/>
                </a:lnTo>
                <a:lnTo>
                  <a:pt x="903960" y="862984"/>
                </a:lnTo>
                <a:lnTo>
                  <a:pt x="919179" y="859934"/>
                </a:lnTo>
                <a:lnTo>
                  <a:pt x="946571" y="847736"/>
                </a:lnTo>
                <a:lnTo>
                  <a:pt x="956310" y="841637"/>
                </a:lnTo>
                <a:lnTo>
                  <a:pt x="153704" y="841637"/>
                </a:lnTo>
                <a:lnTo>
                  <a:pt x="140007" y="840112"/>
                </a:lnTo>
                <a:lnTo>
                  <a:pt x="92830" y="826390"/>
                </a:lnTo>
                <a:lnTo>
                  <a:pt x="47176" y="785223"/>
                </a:lnTo>
                <a:lnTo>
                  <a:pt x="36523" y="762353"/>
                </a:lnTo>
                <a:lnTo>
                  <a:pt x="31958" y="751679"/>
                </a:lnTo>
                <a:lnTo>
                  <a:pt x="28915" y="739482"/>
                </a:lnTo>
                <a:lnTo>
                  <a:pt x="27392" y="725760"/>
                </a:lnTo>
                <a:lnTo>
                  <a:pt x="25871" y="713562"/>
                </a:lnTo>
                <a:lnTo>
                  <a:pt x="25871" y="152471"/>
                </a:lnTo>
                <a:lnTo>
                  <a:pt x="27392" y="138748"/>
                </a:lnTo>
                <a:lnTo>
                  <a:pt x="41089" y="91481"/>
                </a:lnTo>
                <a:lnTo>
                  <a:pt x="82177" y="45741"/>
                </a:lnTo>
                <a:lnTo>
                  <a:pt x="105006" y="35068"/>
                </a:lnTo>
                <a:lnTo>
                  <a:pt x="115658" y="30493"/>
                </a:lnTo>
                <a:lnTo>
                  <a:pt x="127833" y="27444"/>
                </a:lnTo>
                <a:lnTo>
                  <a:pt x="141528" y="25920"/>
                </a:lnTo>
                <a:lnTo>
                  <a:pt x="153704" y="24395"/>
                </a:lnTo>
                <a:lnTo>
                  <a:pt x="958745" y="24395"/>
                </a:lnTo>
                <a:lnTo>
                  <a:pt x="945048" y="16771"/>
                </a:lnTo>
                <a:lnTo>
                  <a:pt x="932874" y="10673"/>
                </a:lnTo>
                <a:lnTo>
                  <a:pt x="917656" y="6098"/>
                </a:lnTo>
                <a:lnTo>
                  <a:pt x="903960" y="1525"/>
                </a:lnTo>
                <a:lnTo>
                  <a:pt x="888742" y="0"/>
                </a:lnTo>
                <a:close/>
              </a:path>
              <a:path w="1026160" h="868045">
                <a:moveTo>
                  <a:pt x="958745" y="24395"/>
                </a:moveTo>
                <a:lnTo>
                  <a:pt x="873523" y="24395"/>
                </a:lnTo>
                <a:lnTo>
                  <a:pt x="887220" y="25920"/>
                </a:lnTo>
                <a:lnTo>
                  <a:pt x="899394" y="27444"/>
                </a:lnTo>
                <a:lnTo>
                  <a:pt x="945048" y="47265"/>
                </a:lnTo>
                <a:lnTo>
                  <a:pt x="980051" y="80810"/>
                </a:lnTo>
                <a:lnTo>
                  <a:pt x="990704" y="103680"/>
                </a:lnTo>
                <a:lnTo>
                  <a:pt x="995269" y="114353"/>
                </a:lnTo>
                <a:lnTo>
                  <a:pt x="998312" y="126550"/>
                </a:lnTo>
                <a:lnTo>
                  <a:pt x="999834" y="140272"/>
                </a:lnTo>
                <a:lnTo>
                  <a:pt x="1001356" y="152471"/>
                </a:lnTo>
                <a:lnTo>
                  <a:pt x="1001356" y="713562"/>
                </a:lnTo>
                <a:lnTo>
                  <a:pt x="999834" y="727284"/>
                </a:lnTo>
                <a:lnTo>
                  <a:pt x="978529" y="785223"/>
                </a:lnTo>
                <a:lnTo>
                  <a:pt x="943527" y="820291"/>
                </a:lnTo>
                <a:lnTo>
                  <a:pt x="897873" y="838588"/>
                </a:lnTo>
                <a:lnTo>
                  <a:pt x="872002" y="841637"/>
                </a:lnTo>
                <a:lnTo>
                  <a:pt x="956310" y="841637"/>
                </a:lnTo>
                <a:lnTo>
                  <a:pt x="992225" y="811143"/>
                </a:lnTo>
                <a:lnTo>
                  <a:pt x="1015052" y="773026"/>
                </a:lnTo>
                <a:lnTo>
                  <a:pt x="1025705" y="728809"/>
                </a:lnTo>
                <a:lnTo>
                  <a:pt x="1025705" y="135699"/>
                </a:lnTo>
                <a:lnTo>
                  <a:pt x="1013531" y="91481"/>
                </a:lnTo>
                <a:lnTo>
                  <a:pt x="981572" y="44216"/>
                </a:lnTo>
                <a:lnTo>
                  <a:pt x="969398" y="33543"/>
                </a:lnTo>
                <a:lnTo>
                  <a:pt x="958745" y="24395"/>
                </a:lnTo>
                <a:close/>
              </a:path>
            </a:pathLst>
          </a:custGeom>
          <a:solidFill>
            <a:srgbClr val="FFFFFF"/>
          </a:solidFill>
        </p:spPr>
        <p:txBody>
          <a:bodyPr wrap="square" lIns="0" tIns="0" rIns="0" bIns="0" rtlCol="0"/>
          <a:lstStyle/>
          <a:p>
            <a:endParaRPr/>
          </a:p>
        </p:txBody>
      </p:sp>
      <p:sp>
        <p:nvSpPr>
          <p:cNvPr id="19" name="object 19"/>
          <p:cNvSpPr/>
          <p:nvPr/>
        </p:nvSpPr>
        <p:spPr>
          <a:xfrm>
            <a:off x="3220167" y="5781133"/>
            <a:ext cx="4595889" cy="698315"/>
          </a:xfrm>
          <a:prstGeom prst="rect">
            <a:avLst/>
          </a:prstGeom>
          <a:blipFill>
            <a:blip r:embed="rId6" cstate="print"/>
            <a:stretch>
              <a:fillRect/>
            </a:stretch>
          </a:blipFill>
        </p:spPr>
        <p:txBody>
          <a:bodyPr wrap="square" lIns="0" tIns="0" rIns="0" bIns="0" rtlCol="0"/>
          <a:lstStyle/>
          <a:p>
            <a:endParaRPr/>
          </a:p>
        </p:txBody>
      </p:sp>
      <p:sp>
        <p:nvSpPr>
          <p:cNvPr id="20" name="object 20"/>
          <p:cNvSpPr txBox="1"/>
          <p:nvPr/>
        </p:nvSpPr>
        <p:spPr>
          <a:xfrm>
            <a:off x="3625501" y="5963480"/>
            <a:ext cx="727710" cy="355600"/>
          </a:xfrm>
          <a:prstGeom prst="rect">
            <a:avLst/>
          </a:prstGeom>
        </p:spPr>
        <p:txBody>
          <a:bodyPr vert="horz" wrap="square" lIns="0" tIns="0" rIns="0" bIns="0" rtlCol="0">
            <a:spAutoFit/>
          </a:bodyPr>
          <a:lstStyle/>
          <a:p>
            <a:pPr>
              <a:lnSpc>
                <a:spcPts val="2660"/>
              </a:lnSpc>
              <a:tabLst>
                <a:tab pos="560070" algn="l"/>
              </a:tabLst>
            </a:pPr>
            <a:r>
              <a:rPr sz="2800" spc="-5" dirty="0">
                <a:latin typeface="Calibri"/>
                <a:cs typeface="Calibri"/>
              </a:rPr>
              <a:t>C	g</a:t>
            </a:r>
            <a:endParaRPr sz="2800">
              <a:latin typeface="Calibri"/>
              <a:cs typeface="Calibri"/>
            </a:endParaRPr>
          </a:p>
        </p:txBody>
      </p:sp>
      <p:sp>
        <p:nvSpPr>
          <p:cNvPr id="21" name="object 21"/>
          <p:cNvSpPr/>
          <p:nvPr/>
        </p:nvSpPr>
        <p:spPr>
          <a:xfrm>
            <a:off x="2232507" y="5709472"/>
            <a:ext cx="1000125" cy="842010"/>
          </a:xfrm>
          <a:custGeom>
            <a:avLst/>
            <a:gdLst/>
            <a:ahLst/>
            <a:cxnLst/>
            <a:rect l="l" t="t" r="r" b="b"/>
            <a:pathLst>
              <a:path w="1000125" h="842009">
                <a:moveTo>
                  <a:pt x="859826" y="0"/>
                </a:moveTo>
                <a:lnTo>
                  <a:pt x="140007" y="0"/>
                </a:lnTo>
                <a:lnTo>
                  <a:pt x="95642" y="7123"/>
                </a:lnTo>
                <a:lnTo>
                  <a:pt x="57195" y="26981"/>
                </a:lnTo>
                <a:lnTo>
                  <a:pt x="26929" y="57304"/>
                </a:lnTo>
                <a:lnTo>
                  <a:pt x="7109" y="95824"/>
                </a:lnTo>
                <a:lnTo>
                  <a:pt x="0" y="140272"/>
                </a:lnTo>
                <a:lnTo>
                  <a:pt x="0" y="701365"/>
                </a:lnTo>
                <a:lnTo>
                  <a:pt x="7109" y="745813"/>
                </a:lnTo>
                <a:lnTo>
                  <a:pt x="26929" y="784333"/>
                </a:lnTo>
                <a:lnTo>
                  <a:pt x="57195" y="814656"/>
                </a:lnTo>
                <a:lnTo>
                  <a:pt x="95642" y="834514"/>
                </a:lnTo>
                <a:lnTo>
                  <a:pt x="140007" y="841637"/>
                </a:lnTo>
                <a:lnTo>
                  <a:pt x="859826" y="841637"/>
                </a:lnTo>
                <a:lnTo>
                  <a:pt x="904190" y="834514"/>
                </a:lnTo>
                <a:lnTo>
                  <a:pt x="942637" y="814656"/>
                </a:lnTo>
                <a:lnTo>
                  <a:pt x="972903" y="784333"/>
                </a:lnTo>
                <a:lnTo>
                  <a:pt x="992724" y="745813"/>
                </a:lnTo>
                <a:lnTo>
                  <a:pt x="999834" y="701365"/>
                </a:lnTo>
                <a:lnTo>
                  <a:pt x="999834" y="140272"/>
                </a:lnTo>
                <a:lnTo>
                  <a:pt x="992724" y="95824"/>
                </a:lnTo>
                <a:lnTo>
                  <a:pt x="972903" y="57304"/>
                </a:lnTo>
                <a:lnTo>
                  <a:pt x="942637" y="26981"/>
                </a:lnTo>
                <a:lnTo>
                  <a:pt x="904190" y="7123"/>
                </a:lnTo>
                <a:lnTo>
                  <a:pt x="859826" y="0"/>
                </a:lnTo>
                <a:close/>
              </a:path>
            </a:pathLst>
          </a:custGeom>
          <a:solidFill>
            <a:srgbClr val="4F80BC"/>
          </a:solidFill>
        </p:spPr>
        <p:txBody>
          <a:bodyPr wrap="square" lIns="0" tIns="0" rIns="0" bIns="0" rtlCol="0"/>
          <a:lstStyle/>
          <a:p>
            <a:endParaRPr/>
          </a:p>
        </p:txBody>
      </p:sp>
      <p:sp>
        <p:nvSpPr>
          <p:cNvPr id="22" name="object 22"/>
          <p:cNvSpPr/>
          <p:nvPr/>
        </p:nvSpPr>
        <p:spPr>
          <a:xfrm>
            <a:off x="2218810" y="5697274"/>
            <a:ext cx="1026160" cy="868044"/>
          </a:xfrm>
          <a:custGeom>
            <a:avLst/>
            <a:gdLst/>
            <a:ahLst/>
            <a:cxnLst/>
            <a:rect l="l" t="t" r="r" b="b"/>
            <a:pathLst>
              <a:path w="1026160" h="868045">
                <a:moveTo>
                  <a:pt x="888742" y="0"/>
                </a:moveTo>
                <a:lnTo>
                  <a:pt x="136964" y="0"/>
                </a:lnTo>
                <a:lnTo>
                  <a:pt x="121746" y="3050"/>
                </a:lnTo>
                <a:lnTo>
                  <a:pt x="80656" y="18296"/>
                </a:lnTo>
                <a:lnTo>
                  <a:pt x="45655" y="44217"/>
                </a:lnTo>
                <a:lnTo>
                  <a:pt x="18262" y="79284"/>
                </a:lnTo>
                <a:lnTo>
                  <a:pt x="3044" y="121977"/>
                </a:lnTo>
                <a:lnTo>
                  <a:pt x="0" y="152471"/>
                </a:lnTo>
                <a:lnTo>
                  <a:pt x="0" y="715087"/>
                </a:lnTo>
                <a:lnTo>
                  <a:pt x="7609" y="759303"/>
                </a:lnTo>
                <a:lnTo>
                  <a:pt x="27392" y="800470"/>
                </a:lnTo>
                <a:lnTo>
                  <a:pt x="56307" y="832489"/>
                </a:lnTo>
                <a:lnTo>
                  <a:pt x="94353" y="855360"/>
                </a:lnTo>
                <a:lnTo>
                  <a:pt x="153704" y="867558"/>
                </a:lnTo>
                <a:lnTo>
                  <a:pt x="873523" y="867558"/>
                </a:lnTo>
                <a:lnTo>
                  <a:pt x="890263" y="866033"/>
                </a:lnTo>
                <a:lnTo>
                  <a:pt x="903960" y="862984"/>
                </a:lnTo>
                <a:lnTo>
                  <a:pt x="919179" y="859934"/>
                </a:lnTo>
                <a:lnTo>
                  <a:pt x="946571" y="847737"/>
                </a:lnTo>
                <a:lnTo>
                  <a:pt x="956311" y="841638"/>
                </a:lnTo>
                <a:lnTo>
                  <a:pt x="153704" y="841638"/>
                </a:lnTo>
                <a:lnTo>
                  <a:pt x="140007" y="840113"/>
                </a:lnTo>
                <a:lnTo>
                  <a:pt x="92830" y="826391"/>
                </a:lnTo>
                <a:lnTo>
                  <a:pt x="82177" y="818767"/>
                </a:lnTo>
                <a:lnTo>
                  <a:pt x="71525" y="812668"/>
                </a:lnTo>
                <a:lnTo>
                  <a:pt x="62395" y="803520"/>
                </a:lnTo>
                <a:lnTo>
                  <a:pt x="47176" y="785224"/>
                </a:lnTo>
                <a:lnTo>
                  <a:pt x="41089" y="774551"/>
                </a:lnTo>
                <a:lnTo>
                  <a:pt x="36523" y="762353"/>
                </a:lnTo>
                <a:lnTo>
                  <a:pt x="31958" y="751679"/>
                </a:lnTo>
                <a:lnTo>
                  <a:pt x="28915" y="739482"/>
                </a:lnTo>
                <a:lnTo>
                  <a:pt x="27392" y="725760"/>
                </a:lnTo>
                <a:lnTo>
                  <a:pt x="25871" y="713563"/>
                </a:lnTo>
                <a:lnTo>
                  <a:pt x="25871" y="152471"/>
                </a:lnTo>
                <a:lnTo>
                  <a:pt x="27392" y="138748"/>
                </a:lnTo>
                <a:lnTo>
                  <a:pt x="41089" y="91483"/>
                </a:lnTo>
                <a:lnTo>
                  <a:pt x="82177" y="45741"/>
                </a:lnTo>
                <a:lnTo>
                  <a:pt x="105006" y="35068"/>
                </a:lnTo>
                <a:lnTo>
                  <a:pt x="115658" y="30495"/>
                </a:lnTo>
                <a:lnTo>
                  <a:pt x="127833" y="27444"/>
                </a:lnTo>
                <a:lnTo>
                  <a:pt x="141528" y="25920"/>
                </a:lnTo>
                <a:lnTo>
                  <a:pt x="153704" y="24395"/>
                </a:lnTo>
                <a:lnTo>
                  <a:pt x="958745" y="24395"/>
                </a:lnTo>
                <a:lnTo>
                  <a:pt x="945048" y="16772"/>
                </a:lnTo>
                <a:lnTo>
                  <a:pt x="932874" y="10673"/>
                </a:lnTo>
                <a:lnTo>
                  <a:pt x="917656" y="6099"/>
                </a:lnTo>
                <a:lnTo>
                  <a:pt x="903960" y="1525"/>
                </a:lnTo>
                <a:lnTo>
                  <a:pt x="888742" y="0"/>
                </a:lnTo>
                <a:close/>
              </a:path>
              <a:path w="1026160" h="868045">
                <a:moveTo>
                  <a:pt x="958745" y="24395"/>
                </a:moveTo>
                <a:lnTo>
                  <a:pt x="873523" y="24395"/>
                </a:lnTo>
                <a:lnTo>
                  <a:pt x="887220" y="25920"/>
                </a:lnTo>
                <a:lnTo>
                  <a:pt x="899394" y="27444"/>
                </a:lnTo>
                <a:lnTo>
                  <a:pt x="945048" y="47266"/>
                </a:lnTo>
                <a:lnTo>
                  <a:pt x="980051" y="80810"/>
                </a:lnTo>
                <a:lnTo>
                  <a:pt x="990704" y="103680"/>
                </a:lnTo>
                <a:lnTo>
                  <a:pt x="995269" y="114353"/>
                </a:lnTo>
                <a:lnTo>
                  <a:pt x="998312" y="126551"/>
                </a:lnTo>
                <a:lnTo>
                  <a:pt x="999834" y="140274"/>
                </a:lnTo>
                <a:lnTo>
                  <a:pt x="1001356" y="152471"/>
                </a:lnTo>
                <a:lnTo>
                  <a:pt x="1001356" y="713563"/>
                </a:lnTo>
                <a:lnTo>
                  <a:pt x="999834" y="727285"/>
                </a:lnTo>
                <a:lnTo>
                  <a:pt x="978529" y="785224"/>
                </a:lnTo>
                <a:lnTo>
                  <a:pt x="943527" y="820292"/>
                </a:lnTo>
                <a:lnTo>
                  <a:pt x="897873" y="838588"/>
                </a:lnTo>
                <a:lnTo>
                  <a:pt x="872002" y="841638"/>
                </a:lnTo>
                <a:lnTo>
                  <a:pt x="956311" y="841638"/>
                </a:lnTo>
                <a:lnTo>
                  <a:pt x="992225" y="811144"/>
                </a:lnTo>
                <a:lnTo>
                  <a:pt x="1015052" y="773026"/>
                </a:lnTo>
                <a:lnTo>
                  <a:pt x="1025705" y="728809"/>
                </a:lnTo>
                <a:lnTo>
                  <a:pt x="1025705" y="135699"/>
                </a:lnTo>
                <a:lnTo>
                  <a:pt x="1013531" y="91483"/>
                </a:lnTo>
                <a:lnTo>
                  <a:pt x="981572" y="44217"/>
                </a:lnTo>
                <a:lnTo>
                  <a:pt x="969398" y="33544"/>
                </a:lnTo>
                <a:lnTo>
                  <a:pt x="958745" y="24395"/>
                </a:lnTo>
                <a:close/>
              </a:path>
            </a:pathLst>
          </a:custGeom>
          <a:solidFill>
            <a:srgbClr val="FFFFFF"/>
          </a:solidFill>
        </p:spPr>
        <p:txBody>
          <a:bodyPr wrap="square" lIns="0" tIns="0" rIns="0" bIns="0" rtlCol="0"/>
          <a:lstStyle/>
          <a:p>
            <a:endParaRPr/>
          </a:p>
        </p:txBody>
      </p:sp>
      <p:sp>
        <p:nvSpPr>
          <p:cNvPr id="23" name="object 23"/>
          <p:cNvSpPr txBox="1"/>
          <p:nvPr/>
        </p:nvSpPr>
        <p:spPr>
          <a:xfrm>
            <a:off x="2585252" y="1952305"/>
            <a:ext cx="295910" cy="4447540"/>
          </a:xfrm>
          <a:prstGeom prst="rect">
            <a:avLst/>
          </a:prstGeom>
        </p:spPr>
        <p:txBody>
          <a:bodyPr vert="horz" wrap="square" lIns="0" tIns="256540" rIns="0" bIns="0" rtlCol="0">
            <a:spAutoFit/>
          </a:bodyPr>
          <a:lstStyle/>
          <a:p>
            <a:pPr marL="12700">
              <a:lnSpc>
                <a:spcPct val="100000"/>
              </a:lnSpc>
              <a:spcBef>
                <a:spcPts val="2020"/>
              </a:spcBef>
            </a:pPr>
            <a:r>
              <a:rPr sz="4200" dirty="0">
                <a:solidFill>
                  <a:srgbClr val="FFFFFF"/>
                </a:solidFill>
                <a:latin typeface="Calibri"/>
                <a:cs typeface="Calibri"/>
              </a:rPr>
              <a:t>1</a:t>
            </a:r>
            <a:endParaRPr sz="4200">
              <a:latin typeface="Calibri"/>
              <a:cs typeface="Calibri"/>
            </a:endParaRPr>
          </a:p>
          <a:p>
            <a:pPr marL="12700">
              <a:lnSpc>
                <a:spcPct val="100000"/>
              </a:lnSpc>
              <a:spcBef>
                <a:spcPts val="1925"/>
              </a:spcBef>
            </a:pPr>
            <a:r>
              <a:rPr sz="4200" dirty="0">
                <a:solidFill>
                  <a:srgbClr val="FFFFFF"/>
                </a:solidFill>
                <a:latin typeface="Calibri"/>
                <a:cs typeface="Calibri"/>
              </a:rPr>
              <a:t>2</a:t>
            </a:r>
            <a:endParaRPr sz="4200">
              <a:latin typeface="Calibri"/>
              <a:cs typeface="Calibri"/>
            </a:endParaRPr>
          </a:p>
          <a:p>
            <a:pPr marL="12700">
              <a:lnSpc>
                <a:spcPct val="100000"/>
              </a:lnSpc>
              <a:spcBef>
                <a:spcPts val="1925"/>
              </a:spcBef>
            </a:pPr>
            <a:r>
              <a:rPr sz="4200" dirty="0">
                <a:solidFill>
                  <a:srgbClr val="FFFFFF"/>
                </a:solidFill>
                <a:latin typeface="Calibri"/>
                <a:cs typeface="Calibri"/>
              </a:rPr>
              <a:t>3</a:t>
            </a:r>
            <a:endParaRPr sz="4200">
              <a:latin typeface="Calibri"/>
              <a:cs typeface="Calibri"/>
            </a:endParaRPr>
          </a:p>
          <a:p>
            <a:pPr marL="12700">
              <a:lnSpc>
                <a:spcPct val="100000"/>
              </a:lnSpc>
              <a:spcBef>
                <a:spcPts val="1920"/>
              </a:spcBef>
            </a:pPr>
            <a:r>
              <a:rPr sz="4200" dirty="0">
                <a:solidFill>
                  <a:srgbClr val="FFFFFF"/>
                </a:solidFill>
                <a:latin typeface="Calibri"/>
                <a:cs typeface="Calibri"/>
              </a:rPr>
              <a:t>4</a:t>
            </a:r>
            <a:endParaRPr sz="4200">
              <a:latin typeface="Calibri"/>
              <a:cs typeface="Calibri"/>
            </a:endParaRPr>
          </a:p>
          <a:p>
            <a:pPr marL="12700">
              <a:lnSpc>
                <a:spcPct val="100000"/>
              </a:lnSpc>
              <a:spcBef>
                <a:spcPts val="1925"/>
              </a:spcBef>
            </a:pPr>
            <a:r>
              <a:rPr sz="4200" dirty="0">
                <a:solidFill>
                  <a:srgbClr val="FFFFFF"/>
                </a:solidFill>
                <a:latin typeface="Calibri"/>
                <a:cs typeface="Calibri"/>
              </a:rPr>
              <a:t>5</a:t>
            </a:r>
            <a:endParaRPr sz="4200">
              <a:latin typeface="Calibri"/>
              <a:cs typeface="Calibri"/>
            </a:endParaRPr>
          </a:p>
        </p:txBody>
      </p:sp>
      <p:sp>
        <p:nvSpPr>
          <p:cNvPr id="24" name="object 24"/>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25" name="object 25"/>
          <p:cNvSpPr/>
          <p:nvPr/>
        </p:nvSpPr>
        <p:spPr>
          <a:xfrm>
            <a:off x="3206470" y="2230093"/>
            <a:ext cx="4623283" cy="725760"/>
          </a:xfrm>
          <a:prstGeom prst="rect">
            <a:avLst/>
          </a:prstGeom>
          <a:blipFill>
            <a:blip r:embed="rId7" cstate="print"/>
            <a:stretch>
              <a:fillRect/>
            </a:stretch>
          </a:blipFill>
        </p:spPr>
        <p:txBody>
          <a:bodyPr wrap="square" lIns="0" tIns="0" rIns="0" bIns="0" rtlCol="0"/>
          <a:lstStyle/>
          <a:p>
            <a:endParaRPr/>
          </a:p>
        </p:txBody>
      </p:sp>
      <p:sp>
        <p:nvSpPr>
          <p:cNvPr id="26" name="object 26"/>
          <p:cNvSpPr/>
          <p:nvPr/>
        </p:nvSpPr>
        <p:spPr>
          <a:xfrm>
            <a:off x="3206470" y="3114424"/>
            <a:ext cx="4623283" cy="725758"/>
          </a:xfrm>
          <a:prstGeom prst="rect">
            <a:avLst/>
          </a:prstGeom>
          <a:blipFill>
            <a:blip r:embed="rId8" cstate="print"/>
            <a:stretch>
              <a:fillRect/>
            </a:stretch>
          </a:blipFill>
        </p:spPr>
        <p:txBody>
          <a:bodyPr wrap="square" lIns="0" tIns="0" rIns="0" bIns="0" rtlCol="0"/>
          <a:lstStyle/>
          <a:p>
            <a:endParaRPr/>
          </a:p>
        </p:txBody>
      </p:sp>
      <p:sp>
        <p:nvSpPr>
          <p:cNvPr id="27" name="object 27"/>
          <p:cNvSpPr/>
          <p:nvPr/>
        </p:nvSpPr>
        <p:spPr>
          <a:xfrm>
            <a:off x="3206470" y="3998752"/>
            <a:ext cx="4623283" cy="725760"/>
          </a:xfrm>
          <a:prstGeom prst="rect">
            <a:avLst/>
          </a:prstGeom>
          <a:blipFill>
            <a:blip r:embed="rId9" cstate="print"/>
            <a:stretch>
              <a:fillRect/>
            </a:stretch>
          </a:blipFill>
        </p:spPr>
        <p:txBody>
          <a:bodyPr wrap="square" lIns="0" tIns="0" rIns="0" bIns="0" rtlCol="0"/>
          <a:lstStyle/>
          <a:p>
            <a:endParaRPr/>
          </a:p>
        </p:txBody>
      </p:sp>
      <p:sp>
        <p:nvSpPr>
          <p:cNvPr id="28" name="object 28"/>
          <p:cNvSpPr/>
          <p:nvPr/>
        </p:nvSpPr>
        <p:spPr>
          <a:xfrm>
            <a:off x="3206470" y="4883081"/>
            <a:ext cx="4623283" cy="725760"/>
          </a:xfrm>
          <a:prstGeom prst="rect">
            <a:avLst/>
          </a:prstGeom>
          <a:blipFill>
            <a:blip r:embed="rId10" cstate="print"/>
            <a:stretch>
              <a:fillRect/>
            </a:stretch>
          </a:blipFill>
        </p:spPr>
        <p:txBody>
          <a:bodyPr wrap="square" lIns="0" tIns="0" rIns="0" bIns="0" rtlCol="0"/>
          <a:lstStyle/>
          <a:p>
            <a:endParaRPr/>
          </a:p>
        </p:txBody>
      </p:sp>
      <p:sp>
        <p:nvSpPr>
          <p:cNvPr id="29" name="object 29"/>
          <p:cNvSpPr/>
          <p:nvPr/>
        </p:nvSpPr>
        <p:spPr>
          <a:xfrm>
            <a:off x="3206470" y="5767412"/>
            <a:ext cx="4623283" cy="725760"/>
          </a:xfrm>
          <a:prstGeom prst="rect">
            <a:avLst/>
          </a:prstGeom>
          <a:blipFill>
            <a:blip r:embed="rId11" cstate="print"/>
            <a:stretch>
              <a:fillRect/>
            </a:stretch>
          </a:blipFill>
        </p:spPr>
        <p:txBody>
          <a:bodyPr wrap="square" lIns="0" tIns="0" rIns="0" bIns="0" rtlCol="0"/>
          <a:lstStyle/>
          <a:p>
            <a:endParaRPr/>
          </a:p>
        </p:txBody>
      </p:sp>
      <p:sp>
        <p:nvSpPr>
          <p:cNvPr id="30" name="object 30"/>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31" name="object 31"/>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22</a:t>
            </a:fld>
            <a:endParaRPr spc="-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091143" y="2209129"/>
            <a:ext cx="121745" cy="128964"/>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093829" y="2643966"/>
            <a:ext cx="119059" cy="129854"/>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512877" y="3415482"/>
            <a:ext cx="144382" cy="155935"/>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1512877" y="3819300"/>
            <a:ext cx="144382" cy="154780"/>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1512877" y="4555733"/>
            <a:ext cx="144382" cy="154780"/>
          </a:xfrm>
          <a:prstGeom prst="rect">
            <a:avLst/>
          </a:prstGeom>
          <a:blipFill>
            <a:blip r:embed="rId7" cstate="print"/>
            <a:stretch>
              <a:fillRect/>
            </a:stretch>
          </a:blipFill>
        </p:spPr>
        <p:txBody>
          <a:bodyPr wrap="square" lIns="0" tIns="0" rIns="0" bIns="0" rtlCol="0"/>
          <a:lstStyle/>
          <a:p>
            <a:endParaRPr/>
          </a:p>
        </p:txBody>
      </p:sp>
      <p:sp>
        <p:nvSpPr>
          <p:cNvPr id="8" name="object 8"/>
          <p:cNvSpPr txBox="1"/>
          <p:nvPr/>
        </p:nvSpPr>
        <p:spPr>
          <a:xfrm>
            <a:off x="1335488" y="1555633"/>
            <a:ext cx="7461250" cy="3587115"/>
          </a:xfrm>
          <a:prstGeom prst="rect">
            <a:avLst/>
          </a:prstGeom>
        </p:spPr>
        <p:txBody>
          <a:bodyPr vert="horz" wrap="square" lIns="0" tIns="85725" rIns="0" bIns="0" rtlCol="0">
            <a:spAutoFit/>
          </a:bodyPr>
          <a:lstStyle/>
          <a:p>
            <a:pPr marL="12700">
              <a:lnSpc>
                <a:spcPct val="100000"/>
              </a:lnSpc>
              <a:spcBef>
                <a:spcPts val="675"/>
              </a:spcBef>
            </a:pPr>
            <a:r>
              <a:rPr sz="2400" spc="-5" dirty="0">
                <a:solidFill>
                  <a:srgbClr val="953634"/>
                </a:solidFill>
                <a:latin typeface="Tahoma"/>
                <a:cs typeface="Tahoma"/>
              </a:rPr>
              <a:t>Bố cục giống như biểu mẫu giấy có</a:t>
            </a:r>
            <a:r>
              <a:rPr sz="2400" spc="-80" dirty="0">
                <a:solidFill>
                  <a:srgbClr val="953634"/>
                </a:solidFill>
                <a:latin typeface="Tahoma"/>
                <a:cs typeface="Tahoma"/>
              </a:rPr>
              <a:t> </a:t>
            </a:r>
            <a:r>
              <a:rPr sz="2400" spc="-5" dirty="0">
                <a:solidFill>
                  <a:srgbClr val="953634"/>
                </a:solidFill>
                <a:latin typeface="Tahoma"/>
                <a:cs typeface="Tahoma"/>
              </a:rPr>
              <a:t>sẵn</a:t>
            </a:r>
            <a:endParaRPr sz="2400">
              <a:latin typeface="Tahoma"/>
              <a:cs typeface="Tahoma"/>
            </a:endParaRPr>
          </a:p>
          <a:p>
            <a:pPr marL="12700">
              <a:lnSpc>
                <a:spcPct val="100000"/>
              </a:lnSpc>
              <a:spcBef>
                <a:spcPts val="580"/>
              </a:spcBef>
            </a:pPr>
            <a:r>
              <a:rPr sz="2400" spc="-5" dirty="0">
                <a:solidFill>
                  <a:srgbClr val="953634"/>
                </a:solidFill>
                <a:latin typeface="Tahoma"/>
                <a:cs typeface="Tahoma"/>
              </a:rPr>
              <a:t>Điều hướng từ trái sang phải, từ trên xuống</a:t>
            </a:r>
            <a:r>
              <a:rPr sz="2400" spc="-100" dirty="0">
                <a:solidFill>
                  <a:srgbClr val="953634"/>
                </a:solidFill>
                <a:latin typeface="Tahoma"/>
                <a:cs typeface="Tahoma"/>
              </a:rPr>
              <a:t> </a:t>
            </a:r>
            <a:r>
              <a:rPr sz="2400" spc="-5" dirty="0">
                <a:solidFill>
                  <a:srgbClr val="953634"/>
                </a:solidFill>
                <a:latin typeface="Tahoma"/>
                <a:cs typeface="Tahoma"/>
              </a:rPr>
              <a:t>dưới</a:t>
            </a:r>
            <a:endParaRPr sz="2400">
              <a:latin typeface="Tahoma"/>
              <a:cs typeface="Tahoma"/>
            </a:endParaRPr>
          </a:p>
          <a:p>
            <a:pPr marL="12700" marR="414655">
              <a:lnSpc>
                <a:spcPct val="100000"/>
              </a:lnSpc>
              <a:spcBef>
                <a:spcPts val="575"/>
              </a:spcBef>
            </a:pPr>
            <a:r>
              <a:rPr sz="2400" spc="-5" dirty="0">
                <a:solidFill>
                  <a:srgbClr val="953634"/>
                </a:solidFill>
                <a:latin typeface="Tahoma"/>
                <a:cs typeface="Tahoma"/>
              </a:rPr>
              <a:t>Thiết </a:t>
            </a:r>
            <a:r>
              <a:rPr sz="2400" dirty="0">
                <a:solidFill>
                  <a:srgbClr val="953634"/>
                </a:solidFill>
                <a:latin typeface="Tahoma"/>
                <a:cs typeface="Tahoma"/>
              </a:rPr>
              <a:t>kế </a:t>
            </a:r>
            <a:r>
              <a:rPr sz="2400" spc="-5" dirty="0">
                <a:solidFill>
                  <a:srgbClr val="953634"/>
                </a:solidFill>
                <a:latin typeface="Tahoma"/>
                <a:cs typeface="Tahoma"/>
              </a:rPr>
              <a:t>bố cục tập trung vào tính mềm dẻo và</a:t>
            </a:r>
            <a:r>
              <a:rPr sz="2400" spc="-95" dirty="0">
                <a:solidFill>
                  <a:srgbClr val="953634"/>
                </a:solidFill>
                <a:latin typeface="Tahoma"/>
                <a:cs typeface="Tahoma"/>
              </a:rPr>
              <a:t> </a:t>
            </a:r>
            <a:r>
              <a:rPr sz="2400" spc="-5" dirty="0">
                <a:solidFill>
                  <a:srgbClr val="953634"/>
                </a:solidFill>
                <a:latin typeface="Tahoma"/>
                <a:cs typeface="Tahoma"/>
              </a:rPr>
              <a:t>nhất  quán của giao</a:t>
            </a:r>
            <a:r>
              <a:rPr sz="2400" spc="-40" dirty="0">
                <a:solidFill>
                  <a:srgbClr val="953634"/>
                </a:solidFill>
                <a:latin typeface="Tahoma"/>
                <a:cs typeface="Tahoma"/>
              </a:rPr>
              <a:t> </a:t>
            </a:r>
            <a:r>
              <a:rPr sz="2400" spc="-5" dirty="0">
                <a:solidFill>
                  <a:srgbClr val="953634"/>
                </a:solidFill>
                <a:latin typeface="Tahoma"/>
                <a:cs typeface="Tahoma"/>
              </a:rPr>
              <a:t>diện</a:t>
            </a:r>
            <a:endParaRPr sz="2400">
              <a:latin typeface="Tahoma"/>
              <a:cs typeface="Tahoma"/>
            </a:endParaRPr>
          </a:p>
          <a:p>
            <a:pPr marL="412750">
              <a:lnSpc>
                <a:spcPct val="100000"/>
              </a:lnSpc>
              <a:spcBef>
                <a:spcPts val="530"/>
              </a:spcBef>
            </a:pPr>
            <a:r>
              <a:rPr sz="2200" spc="-5" dirty="0">
                <a:latin typeface="Tahoma"/>
                <a:cs typeface="Tahoma"/>
              </a:rPr>
              <a:t>Dễ </a:t>
            </a:r>
            <a:r>
              <a:rPr sz="2200" spc="-10" dirty="0">
                <a:latin typeface="Tahoma"/>
                <a:cs typeface="Tahoma"/>
              </a:rPr>
              <a:t>dàng </a:t>
            </a:r>
            <a:r>
              <a:rPr sz="2200" spc="-5" dirty="0">
                <a:latin typeface="Tahoma"/>
                <a:cs typeface="Tahoma"/>
              </a:rPr>
              <a:t>di </a:t>
            </a:r>
            <a:r>
              <a:rPr sz="2200" spc="-10" dirty="0">
                <a:latin typeface="Tahoma"/>
                <a:cs typeface="Tahoma"/>
              </a:rPr>
              <a:t>chuyển giữa các</a:t>
            </a:r>
            <a:r>
              <a:rPr sz="2200" spc="30" dirty="0">
                <a:latin typeface="Tahoma"/>
                <a:cs typeface="Tahoma"/>
              </a:rPr>
              <a:t> </a:t>
            </a:r>
            <a:r>
              <a:rPr sz="2200" spc="-10" dirty="0">
                <a:latin typeface="Tahoma"/>
                <a:cs typeface="Tahoma"/>
              </a:rPr>
              <a:t>trường</a:t>
            </a:r>
            <a:endParaRPr sz="2200">
              <a:latin typeface="Tahoma"/>
              <a:cs typeface="Tahoma"/>
            </a:endParaRPr>
          </a:p>
          <a:p>
            <a:pPr marL="412750" marR="5080">
              <a:lnSpc>
                <a:spcPct val="100000"/>
              </a:lnSpc>
              <a:spcBef>
                <a:spcPts val="525"/>
              </a:spcBef>
            </a:pPr>
            <a:r>
              <a:rPr sz="2200" spc="-10" dirty="0">
                <a:latin typeface="Tahoma"/>
                <a:cs typeface="Tahoma"/>
              </a:rPr>
              <a:t>Dữ </a:t>
            </a:r>
            <a:r>
              <a:rPr sz="2200" spc="-5" dirty="0">
                <a:latin typeface="Tahoma"/>
                <a:cs typeface="Tahoma"/>
              </a:rPr>
              <a:t>liệu </a:t>
            </a:r>
            <a:r>
              <a:rPr sz="2200" spc="-10" dirty="0">
                <a:latin typeface="Tahoma"/>
                <a:cs typeface="Tahoma"/>
              </a:rPr>
              <a:t>chưa </a:t>
            </a:r>
            <a:r>
              <a:rPr sz="2200" spc="-5" dirty="0">
                <a:latin typeface="Tahoma"/>
                <a:cs typeface="Tahoma"/>
              </a:rPr>
              <a:t>được </a:t>
            </a:r>
            <a:r>
              <a:rPr sz="2200" spc="-10" dirty="0">
                <a:latin typeface="Tahoma"/>
                <a:cs typeface="Tahoma"/>
              </a:rPr>
              <a:t>ghi cho </a:t>
            </a:r>
            <a:r>
              <a:rPr sz="2200" spc="-5" dirty="0">
                <a:latin typeface="Tahoma"/>
                <a:cs typeface="Tahoma"/>
              </a:rPr>
              <a:t>đến </a:t>
            </a:r>
            <a:r>
              <a:rPr sz="2200" spc="-10" dirty="0">
                <a:latin typeface="Tahoma"/>
                <a:cs typeface="Tahoma"/>
              </a:rPr>
              <a:t>khi </a:t>
            </a:r>
            <a:r>
              <a:rPr sz="2200" spc="-5" dirty="0">
                <a:latin typeface="Tahoma"/>
                <a:cs typeface="Tahoma"/>
              </a:rPr>
              <a:t>được sự xác </a:t>
            </a:r>
            <a:r>
              <a:rPr sz="2200" spc="-10" dirty="0">
                <a:latin typeface="Tahoma"/>
                <a:cs typeface="Tahoma"/>
              </a:rPr>
              <a:t>nhận của  người</a:t>
            </a:r>
            <a:r>
              <a:rPr sz="2200" spc="-5" dirty="0">
                <a:latin typeface="Tahoma"/>
                <a:cs typeface="Tahoma"/>
              </a:rPr>
              <a:t> </a:t>
            </a:r>
            <a:r>
              <a:rPr sz="2200" spc="-10" dirty="0">
                <a:latin typeface="Tahoma"/>
                <a:cs typeface="Tahoma"/>
              </a:rPr>
              <a:t>dùng</a:t>
            </a:r>
            <a:endParaRPr sz="2200">
              <a:latin typeface="Tahoma"/>
              <a:cs typeface="Tahoma"/>
            </a:endParaRPr>
          </a:p>
          <a:p>
            <a:pPr marL="412750" marR="309245">
              <a:lnSpc>
                <a:spcPct val="100000"/>
              </a:lnSpc>
              <a:spcBef>
                <a:spcPts val="535"/>
              </a:spcBef>
            </a:pPr>
            <a:r>
              <a:rPr sz="2200" spc="-10" dirty="0">
                <a:latin typeface="Tahoma"/>
                <a:cs typeface="Tahoma"/>
              </a:rPr>
              <a:t>Mỗi phím hoặc lệnh (command) chỉ tương ứng </a:t>
            </a:r>
            <a:r>
              <a:rPr sz="2200" spc="-5" dirty="0">
                <a:latin typeface="Tahoma"/>
                <a:cs typeface="Tahoma"/>
              </a:rPr>
              <a:t>với </a:t>
            </a:r>
            <a:r>
              <a:rPr sz="2200" spc="-10" dirty="0">
                <a:latin typeface="Tahoma"/>
                <a:cs typeface="Tahoma"/>
              </a:rPr>
              <a:t>một  chức năng duy</a:t>
            </a:r>
            <a:r>
              <a:rPr sz="2200" spc="15" dirty="0">
                <a:latin typeface="Tahoma"/>
                <a:cs typeface="Tahoma"/>
              </a:rPr>
              <a:t> </a:t>
            </a:r>
            <a:r>
              <a:rPr sz="2200" spc="-10" dirty="0">
                <a:latin typeface="Tahoma"/>
                <a:cs typeface="Tahoma"/>
              </a:rPr>
              <a:t>nhất</a:t>
            </a:r>
            <a:endParaRPr sz="2200">
              <a:latin typeface="Tahoma"/>
              <a:cs typeface="Tahoma"/>
            </a:endParaRPr>
          </a:p>
        </p:txBody>
      </p:sp>
      <p:sp>
        <p:nvSpPr>
          <p:cNvPr id="9" name="object 9"/>
          <p:cNvSpPr txBox="1">
            <a:spLocks noGrp="1"/>
          </p:cNvSpPr>
          <p:nvPr>
            <p:ph type="title" idx="4294967295"/>
          </p:nvPr>
        </p:nvSpPr>
        <p:spPr>
          <a:xfrm>
            <a:off x="6333139" y="835971"/>
            <a:ext cx="2717800" cy="452120"/>
          </a:xfrm>
          <a:prstGeom prst="rect">
            <a:avLst/>
          </a:prstGeom>
        </p:spPr>
        <p:txBody>
          <a:bodyPr vert="horz" wrap="square" lIns="0" tIns="12065" rIns="0" bIns="0" rtlCol="0">
            <a:spAutoFit/>
          </a:bodyPr>
          <a:lstStyle/>
          <a:p>
            <a:pPr marL="12700">
              <a:lnSpc>
                <a:spcPct val="100000"/>
              </a:lnSpc>
              <a:spcBef>
                <a:spcPts val="95"/>
              </a:spcBef>
            </a:pPr>
            <a:r>
              <a:rPr spc="-10" dirty="0"/>
              <a:t>Thiết kế bố</a:t>
            </a:r>
            <a:r>
              <a:rPr spc="-40" dirty="0"/>
              <a:t> </a:t>
            </a:r>
            <a:r>
              <a:rPr spc="-5" dirty="0"/>
              <a:t>cục</a:t>
            </a:r>
          </a:p>
        </p:txBody>
      </p:sp>
      <p:sp>
        <p:nvSpPr>
          <p:cNvPr id="10" name="object 10"/>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1" name="object 11"/>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2" name="object 12"/>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23</a:t>
            </a:fld>
            <a:endParaRPr spc="-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461468" y="835971"/>
            <a:ext cx="5588000" cy="452120"/>
          </a:xfrm>
          <a:prstGeom prst="rect">
            <a:avLst/>
          </a:prstGeom>
        </p:spPr>
        <p:txBody>
          <a:bodyPr vert="horz" wrap="square" lIns="0" tIns="12065" rIns="0" bIns="0" rtlCol="0">
            <a:spAutoFit/>
          </a:bodyPr>
          <a:lstStyle/>
          <a:p>
            <a:pPr marL="12700">
              <a:lnSpc>
                <a:spcPct val="100000"/>
              </a:lnSpc>
              <a:spcBef>
                <a:spcPts val="95"/>
              </a:spcBef>
            </a:pPr>
            <a:r>
              <a:rPr spc="-10" dirty="0"/>
              <a:t>Biểu mẫu giấy </a:t>
            </a:r>
            <a:r>
              <a:rPr spc="-5" dirty="0"/>
              <a:t>và </a:t>
            </a:r>
            <a:r>
              <a:rPr spc="-10" dirty="0"/>
              <a:t>trên </a:t>
            </a:r>
            <a:r>
              <a:rPr spc="-15" dirty="0"/>
              <a:t>máy</a:t>
            </a:r>
            <a:r>
              <a:rPr spc="60" dirty="0"/>
              <a:t> </a:t>
            </a:r>
            <a:r>
              <a:rPr spc="-5" dirty="0"/>
              <a:t>tính</a:t>
            </a:r>
          </a:p>
        </p:txBody>
      </p:sp>
      <p:sp>
        <p:nvSpPr>
          <p:cNvPr id="3" name="object 3"/>
          <p:cNvSpPr txBox="1"/>
          <p:nvPr/>
        </p:nvSpPr>
        <p:spPr>
          <a:xfrm>
            <a:off x="1005779" y="6886750"/>
            <a:ext cx="1203960" cy="184150"/>
          </a:xfrm>
          <a:prstGeom prst="rect">
            <a:avLst/>
          </a:prstGeom>
        </p:spPr>
        <p:txBody>
          <a:bodyPr vert="horz" wrap="square" lIns="0" tIns="0" rIns="0" bIns="0" rtlCol="0">
            <a:spAutoFit/>
          </a:bodyPr>
          <a:lstStyle/>
          <a:p>
            <a:pPr>
              <a:lnSpc>
                <a:spcPct val="100000"/>
              </a:lnSpc>
            </a:pPr>
            <a:r>
              <a:rPr sz="1200" spc="-5" dirty="0">
                <a:solidFill>
                  <a:srgbClr val="001F60"/>
                </a:solidFill>
                <a:latin typeface="Tahoma"/>
                <a:cs typeface="Tahoma"/>
              </a:rPr>
              <a:t>Thiết kế giao</a:t>
            </a:r>
            <a:r>
              <a:rPr sz="1200" spc="-60" dirty="0">
                <a:solidFill>
                  <a:srgbClr val="001F60"/>
                </a:solidFill>
                <a:latin typeface="Tahoma"/>
                <a:cs typeface="Tahoma"/>
              </a:rPr>
              <a:t> </a:t>
            </a:r>
            <a:r>
              <a:rPr sz="1200" spc="-5" dirty="0">
                <a:solidFill>
                  <a:srgbClr val="001F60"/>
                </a:solidFill>
                <a:latin typeface="Tahoma"/>
                <a:cs typeface="Tahoma"/>
              </a:rPr>
              <a:t>diện</a:t>
            </a:r>
            <a:endParaRPr sz="1200">
              <a:latin typeface="Tahoma"/>
              <a:cs typeface="Tahoma"/>
            </a:endParaRPr>
          </a:p>
        </p:txBody>
      </p:sp>
      <p:sp>
        <p:nvSpPr>
          <p:cNvPr id="4" name="object 4"/>
          <p:cNvSpPr/>
          <p:nvPr/>
        </p:nvSpPr>
        <p:spPr>
          <a:xfrm>
            <a:off x="4906341" y="1501284"/>
            <a:ext cx="4681113" cy="5408131"/>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456545" y="1501285"/>
            <a:ext cx="4364574" cy="5815227"/>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24</a:t>
            </a:fld>
            <a:endParaRPr spc="-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380812" y="835971"/>
            <a:ext cx="5668645" cy="452120"/>
          </a:xfrm>
          <a:prstGeom prst="rect">
            <a:avLst/>
          </a:prstGeom>
        </p:spPr>
        <p:txBody>
          <a:bodyPr vert="horz" wrap="square" lIns="0" tIns="12065" rIns="0" bIns="0" rtlCol="0">
            <a:spAutoFit/>
          </a:bodyPr>
          <a:lstStyle/>
          <a:p>
            <a:pPr marL="12700">
              <a:lnSpc>
                <a:spcPct val="100000"/>
              </a:lnSpc>
              <a:spcBef>
                <a:spcPts val="95"/>
              </a:spcBef>
            </a:pPr>
            <a:r>
              <a:rPr spc="-10" dirty="0"/>
              <a:t>Tiêu </a:t>
            </a:r>
            <a:r>
              <a:rPr spc="-5" dirty="0"/>
              <a:t>chí </a:t>
            </a:r>
            <a:r>
              <a:rPr spc="-10" dirty="0"/>
              <a:t>đánh </a:t>
            </a:r>
            <a:r>
              <a:rPr spc="-5" dirty="0"/>
              <a:t>giá tính </a:t>
            </a:r>
            <a:r>
              <a:rPr spc="-10" dirty="0"/>
              <a:t>tiện</a:t>
            </a:r>
            <a:r>
              <a:rPr dirty="0"/>
              <a:t> </a:t>
            </a:r>
            <a:r>
              <a:rPr spc="-5" dirty="0"/>
              <a:t>dụng</a:t>
            </a:r>
          </a:p>
        </p:txBody>
      </p:sp>
      <p:sp>
        <p:nvSpPr>
          <p:cNvPr id="3" name="object 3"/>
          <p:cNvSpPr/>
          <p:nvPr/>
        </p:nvSpPr>
        <p:spPr>
          <a:xfrm>
            <a:off x="1673999" y="2234667"/>
            <a:ext cx="6922134" cy="765175"/>
          </a:xfrm>
          <a:custGeom>
            <a:avLst/>
            <a:gdLst/>
            <a:ahLst/>
            <a:cxnLst/>
            <a:rect l="l" t="t" r="r" b="b"/>
            <a:pathLst>
              <a:path w="6922134" h="765175">
                <a:moveTo>
                  <a:pt x="39567" y="40313"/>
                </a:moveTo>
                <a:lnTo>
                  <a:pt x="25566" y="54340"/>
                </a:lnTo>
                <a:lnTo>
                  <a:pt x="6756" y="90751"/>
                </a:lnTo>
                <a:lnTo>
                  <a:pt x="0" y="132650"/>
                </a:lnTo>
                <a:lnTo>
                  <a:pt x="0" y="660198"/>
                </a:lnTo>
                <a:lnTo>
                  <a:pt x="3043" y="679073"/>
                </a:lnTo>
                <a:lnTo>
                  <a:pt x="3043" y="662244"/>
                </a:lnTo>
                <a:lnTo>
                  <a:pt x="1522" y="662244"/>
                </a:lnTo>
                <a:lnTo>
                  <a:pt x="1522" y="141544"/>
                </a:lnTo>
                <a:lnTo>
                  <a:pt x="3043" y="141544"/>
                </a:lnTo>
                <a:lnTo>
                  <a:pt x="3043" y="116144"/>
                </a:lnTo>
                <a:lnTo>
                  <a:pt x="6087" y="116144"/>
                </a:lnTo>
                <a:lnTo>
                  <a:pt x="6087" y="103444"/>
                </a:lnTo>
                <a:lnTo>
                  <a:pt x="9131" y="103444"/>
                </a:lnTo>
                <a:lnTo>
                  <a:pt x="9131" y="90744"/>
                </a:lnTo>
                <a:lnTo>
                  <a:pt x="13696" y="90744"/>
                </a:lnTo>
                <a:lnTo>
                  <a:pt x="13696" y="78044"/>
                </a:lnTo>
                <a:lnTo>
                  <a:pt x="21305" y="78044"/>
                </a:lnTo>
                <a:lnTo>
                  <a:pt x="21305" y="65344"/>
                </a:lnTo>
                <a:lnTo>
                  <a:pt x="28914" y="65344"/>
                </a:lnTo>
                <a:lnTo>
                  <a:pt x="28914" y="52644"/>
                </a:lnTo>
                <a:lnTo>
                  <a:pt x="39567" y="52644"/>
                </a:lnTo>
                <a:lnTo>
                  <a:pt x="39567" y="40313"/>
                </a:lnTo>
                <a:close/>
              </a:path>
              <a:path w="6922134" h="765175">
                <a:moveTo>
                  <a:pt x="15218" y="78044"/>
                </a:moveTo>
                <a:lnTo>
                  <a:pt x="13696" y="78044"/>
                </a:lnTo>
                <a:lnTo>
                  <a:pt x="13696" y="90744"/>
                </a:lnTo>
                <a:lnTo>
                  <a:pt x="15218" y="90744"/>
                </a:lnTo>
                <a:lnTo>
                  <a:pt x="15218" y="78044"/>
                </a:lnTo>
                <a:close/>
              </a:path>
              <a:path w="6922134" h="765175">
                <a:moveTo>
                  <a:pt x="30436" y="52644"/>
                </a:moveTo>
                <a:lnTo>
                  <a:pt x="28914" y="52644"/>
                </a:lnTo>
                <a:lnTo>
                  <a:pt x="28914" y="65344"/>
                </a:lnTo>
                <a:lnTo>
                  <a:pt x="30436" y="65344"/>
                </a:lnTo>
                <a:lnTo>
                  <a:pt x="30436" y="52644"/>
                </a:lnTo>
                <a:close/>
              </a:path>
              <a:path w="6922134" h="765175">
                <a:moveTo>
                  <a:pt x="74568" y="15072"/>
                </a:moveTo>
                <a:lnTo>
                  <a:pt x="54237" y="25615"/>
                </a:lnTo>
                <a:lnTo>
                  <a:pt x="39567" y="40313"/>
                </a:lnTo>
                <a:lnTo>
                  <a:pt x="39567" y="52644"/>
                </a:lnTo>
                <a:lnTo>
                  <a:pt x="41089" y="52644"/>
                </a:lnTo>
                <a:lnTo>
                  <a:pt x="41089" y="39944"/>
                </a:lnTo>
                <a:lnTo>
                  <a:pt x="54786" y="39944"/>
                </a:lnTo>
                <a:lnTo>
                  <a:pt x="54786" y="27244"/>
                </a:lnTo>
                <a:lnTo>
                  <a:pt x="74568" y="27244"/>
                </a:lnTo>
                <a:lnTo>
                  <a:pt x="74568" y="15072"/>
                </a:lnTo>
                <a:close/>
              </a:path>
              <a:path w="6922134" h="765175">
                <a:moveTo>
                  <a:pt x="57828" y="27244"/>
                </a:moveTo>
                <a:lnTo>
                  <a:pt x="54786" y="27244"/>
                </a:lnTo>
                <a:lnTo>
                  <a:pt x="54786" y="39944"/>
                </a:lnTo>
                <a:lnTo>
                  <a:pt x="57828" y="39944"/>
                </a:lnTo>
                <a:lnTo>
                  <a:pt x="57828" y="27244"/>
                </a:lnTo>
                <a:close/>
              </a:path>
              <a:path w="6922134" h="765175">
                <a:moveTo>
                  <a:pt x="6872531" y="27244"/>
                </a:moveTo>
                <a:lnTo>
                  <a:pt x="6869487" y="27244"/>
                </a:lnTo>
                <a:lnTo>
                  <a:pt x="6869487" y="39944"/>
                </a:lnTo>
                <a:lnTo>
                  <a:pt x="6872531" y="39944"/>
                </a:lnTo>
                <a:lnTo>
                  <a:pt x="6872531" y="27244"/>
                </a:lnTo>
                <a:close/>
              </a:path>
              <a:path w="6922134" h="765175">
                <a:moveTo>
                  <a:pt x="6852747" y="16039"/>
                </a:moveTo>
                <a:lnTo>
                  <a:pt x="6852747" y="27244"/>
                </a:lnTo>
                <a:lnTo>
                  <a:pt x="6872531" y="27244"/>
                </a:lnTo>
                <a:lnTo>
                  <a:pt x="6872531" y="39944"/>
                </a:lnTo>
                <a:lnTo>
                  <a:pt x="6885099" y="39944"/>
                </a:lnTo>
                <a:lnTo>
                  <a:pt x="6871021" y="25615"/>
                </a:lnTo>
                <a:lnTo>
                  <a:pt x="6852747" y="16039"/>
                </a:lnTo>
                <a:close/>
              </a:path>
              <a:path w="6922134" h="765175">
                <a:moveTo>
                  <a:pt x="112614" y="3202"/>
                </a:moveTo>
                <a:lnTo>
                  <a:pt x="90578" y="6769"/>
                </a:lnTo>
                <a:lnTo>
                  <a:pt x="74568" y="15072"/>
                </a:lnTo>
                <a:lnTo>
                  <a:pt x="74568" y="27244"/>
                </a:lnTo>
                <a:lnTo>
                  <a:pt x="77613" y="27244"/>
                </a:lnTo>
                <a:lnTo>
                  <a:pt x="77613" y="14544"/>
                </a:lnTo>
                <a:lnTo>
                  <a:pt x="112614" y="14544"/>
                </a:lnTo>
                <a:lnTo>
                  <a:pt x="112614" y="3202"/>
                </a:lnTo>
                <a:close/>
              </a:path>
              <a:path w="6922134" h="765175">
                <a:moveTo>
                  <a:pt x="6814701" y="3462"/>
                </a:moveTo>
                <a:lnTo>
                  <a:pt x="6814701" y="14544"/>
                </a:lnTo>
                <a:lnTo>
                  <a:pt x="6849704" y="14544"/>
                </a:lnTo>
                <a:lnTo>
                  <a:pt x="6849704" y="27244"/>
                </a:lnTo>
                <a:lnTo>
                  <a:pt x="6852747" y="27244"/>
                </a:lnTo>
                <a:lnTo>
                  <a:pt x="6852747" y="16039"/>
                </a:lnTo>
                <a:lnTo>
                  <a:pt x="6835057" y="6769"/>
                </a:lnTo>
                <a:lnTo>
                  <a:pt x="6814701" y="3462"/>
                </a:lnTo>
                <a:close/>
              </a:path>
              <a:path w="6922134" h="765175">
                <a:moveTo>
                  <a:pt x="6793396" y="0"/>
                </a:moveTo>
                <a:lnTo>
                  <a:pt x="132398" y="0"/>
                </a:lnTo>
                <a:lnTo>
                  <a:pt x="112614" y="3202"/>
                </a:lnTo>
                <a:lnTo>
                  <a:pt x="112614" y="14544"/>
                </a:lnTo>
                <a:lnTo>
                  <a:pt x="126311" y="14544"/>
                </a:lnTo>
                <a:lnTo>
                  <a:pt x="126311" y="1844"/>
                </a:lnTo>
                <a:lnTo>
                  <a:pt x="6804750" y="1844"/>
                </a:lnTo>
                <a:lnTo>
                  <a:pt x="6793396" y="0"/>
                </a:lnTo>
                <a:close/>
              </a:path>
              <a:path w="6922134" h="765175">
                <a:moveTo>
                  <a:pt x="6804750" y="1844"/>
                </a:moveTo>
                <a:lnTo>
                  <a:pt x="6801006" y="1844"/>
                </a:lnTo>
                <a:lnTo>
                  <a:pt x="6801006" y="14544"/>
                </a:lnTo>
                <a:lnTo>
                  <a:pt x="6814701" y="14544"/>
                </a:lnTo>
                <a:lnTo>
                  <a:pt x="6814701" y="3462"/>
                </a:lnTo>
                <a:lnTo>
                  <a:pt x="6804750" y="1844"/>
                </a:lnTo>
                <a:close/>
              </a:path>
              <a:path w="6922134" h="765175">
                <a:moveTo>
                  <a:pt x="28914" y="738444"/>
                </a:moveTo>
                <a:lnTo>
                  <a:pt x="27393" y="738444"/>
                </a:lnTo>
                <a:lnTo>
                  <a:pt x="27393" y="740336"/>
                </a:lnTo>
                <a:lnTo>
                  <a:pt x="28914" y="741861"/>
                </a:lnTo>
                <a:lnTo>
                  <a:pt x="28914" y="738444"/>
                </a:lnTo>
                <a:close/>
              </a:path>
              <a:path w="6922134" h="765175">
                <a:moveTo>
                  <a:pt x="27393" y="738444"/>
                </a:moveTo>
                <a:lnTo>
                  <a:pt x="25534" y="738444"/>
                </a:lnTo>
                <a:lnTo>
                  <a:pt x="27393" y="740336"/>
                </a:lnTo>
                <a:lnTo>
                  <a:pt x="27393" y="738444"/>
                </a:lnTo>
                <a:close/>
              </a:path>
              <a:path w="6922134" h="765175">
                <a:moveTo>
                  <a:pt x="9131" y="700344"/>
                </a:moveTo>
                <a:lnTo>
                  <a:pt x="7609" y="700344"/>
                </a:lnTo>
                <a:lnTo>
                  <a:pt x="7609" y="703747"/>
                </a:lnTo>
                <a:lnTo>
                  <a:pt x="9131" y="706693"/>
                </a:lnTo>
                <a:lnTo>
                  <a:pt x="9131" y="700344"/>
                </a:lnTo>
                <a:close/>
              </a:path>
              <a:path w="6922134" h="765175">
                <a:moveTo>
                  <a:pt x="7609" y="700344"/>
                </a:moveTo>
                <a:lnTo>
                  <a:pt x="6474" y="700344"/>
                </a:lnTo>
                <a:lnTo>
                  <a:pt x="6756" y="702097"/>
                </a:lnTo>
                <a:lnTo>
                  <a:pt x="7609" y="703747"/>
                </a:lnTo>
                <a:lnTo>
                  <a:pt x="7609" y="700344"/>
                </a:lnTo>
                <a:close/>
              </a:path>
              <a:path w="6922134" h="765175">
                <a:moveTo>
                  <a:pt x="6087" y="687644"/>
                </a:moveTo>
                <a:lnTo>
                  <a:pt x="4565" y="687644"/>
                </a:lnTo>
                <a:lnTo>
                  <a:pt x="4565" y="688510"/>
                </a:lnTo>
                <a:lnTo>
                  <a:pt x="6087" y="697946"/>
                </a:lnTo>
                <a:lnTo>
                  <a:pt x="6087" y="687644"/>
                </a:lnTo>
                <a:close/>
              </a:path>
              <a:path w="6922134" h="765175">
                <a:moveTo>
                  <a:pt x="4565" y="687644"/>
                </a:moveTo>
                <a:lnTo>
                  <a:pt x="4426" y="687644"/>
                </a:lnTo>
                <a:lnTo>
                  <a:pt x="4565" y="688510"/>
                </a:lnTo>
                <a:lnTo>
                  <a:pt x="4565" y="687644"/>
                </a:lnTo>
                <a:close/>
              </a:path>
              <a:path w="6922134" h="765175">
                <a:moveTo>
                  <a:pt x="51742" y="763844"/>
                </a:moveTo>
                <a:lnTo>
                  <a:pt x="50856" y="763844"/>
                </a:lnTo>
                <a:lnTo>
                  <a:pt x="51742" y="764731"/>
                </a:lnTo>
                <a:lnTo>
                  <a:pt x="51742" y="763844"/>
                </a:lnTo>
                <a:close/>
              </a:path>
              <a:path w="6922134" h="765175">
                <a:moveTo>
                  <a:pt x="6899273" y="738444"/>
                </a:moveTo>
                <a:lnTo>
                  <a:pt x="6898402" y="738444"/>
                </a:lnTo>
                <a:lnTo>
                  <a:pt x="6898402" y="739361"/>
                </a:lnTo>
                <a:lnTo>
                  <a:pt x="6899241" y="738506"/>
                </a:lnTo>
                <a:close/>
              </a:path>
              <a:path w="6922134" h="765175">
                <a:moveTo>
                  <a:pt x="19783" y="725744"/>
                </a:moveTo>
                <a:lnTo>
                  <a:pt x="18973" y="725744"/>
                </a:lnTo>
                <a:lnTo>
                  <a:pt x="19783" y="727313"/>
                </a:lnTo>
                <a:lnTo>
                  <a:pt x="19783" y="725744"/>
                </a:lnTo>
                <a:close/>
              </a:path>
              <a:path w="6922134" h="765175">
                <a:moveTo>
                  <a:pt x="13696" y="713044"/>
                </a:moveTo>
                <a:lnTo>
                  <a:pt x="12412" y="713044"/>
                </a:lnTo>
                <a:lnTo>
                  <a:pt x="13696" y="715530"/>
                </a:lnTo>
                <a:lnTo>
                  <a:pt x="13696" y="713044"/>
                </a:lnTo>
                <a:close/>
              </a:path>
              <a:path w="6922134" h="765175">
                <a:moveTo>
                  <a:pt x="6921229" y="113328"/>
                </a:moveTo>
                <a:lnTo>
                  <a:pt x="6921229" y="116144"/>
                </a:lnTo>
                <a:lnTo>
                  <a:pt x="6921673" y="116144"/>
                </a:lnTo>
                <a:lnTo>
                  <a:pt x="6921229" y="113328"/>
                </a:lnTo>
                <a:close/>
              </a:path>
              <a:path w="6922134" h="765175">
                <a:moveTo>
                  <a:pt x="6918185" y="93998"/>
                </a:moveTo>
                <a:lnTo>
                  <a:pt x="6918185" y="103444"/>
                </a:lnTo>
                <a:lnTo>
                  <a:pt x="6919672" y="103444"/>
                </a:lnTo>
                <a:lnTo>
                  <a:pt x="6918185" y="93998"/>
                </a:lnTo>
                <a:close/>
              </a:path>
              <a:path w="6922134" h="765175">
                <a:moveTo>
                  <a:pt x="6912098" y="79736"/>
                </a:moveTo>
                <a:lnTo>
                  <a:pt x="6912098" y="90744"/>
                </a:lnTo>
                <a:lnTo>
                  <a:pt x="6913619" y="90744"/>
                </a:lnTo>
                <a:lnTo>
                  <a:pt x="6913619" y="82742"/>
                </a:lnTo>
                <a:lnTo>
                  <a:pt x="6912098" y="79736"/>
                </a:lnTo>
                <a:close/>
              </a:path>
              <a:path w="6922134" h="765175">
                <a:moveTo>
                  <a:pt x="6913619" y="82742"/>
                </a:moveTo>
                <a:lnTo>
                  <a:pt x="6913619" y="90744"/>
                </a:lnTo>
                <a:lnTo>
                  <a:pt x="6917670" y="90744"/>
                </a:lnTo>
                <a:lnTo>
                  <a:pt x="6913619" y="82742"/>
                </a:lnTo>
                <a:close/>
              </a:path>
              <a:path w="6922134" h="765175">
                <a:moveTo>
                  <a:pt x="6906011" y="67712"/>
                </a:moveTo>
                <a:lnTo>
                  <a:pt x="6906011" y="78044"/>
                </a:lnTo>
                <a:lnTo>
                  <a:pt x="6911241" y="78044"/>
                </a:lnTo>
                <a:lnTo>
                  <a:pt x="6906011" y="67712"/>
                </a:lnTo>
                <a:close/>
              </a:path>
              <a:path w="6922134" h="765175">
                <a:moveTo>
                  <a:pt x="6887749" y="42643"/>
                </a:moveTo>
                <a:lnTo>
                  <a:pt x="6887749" y="52644"/>
                </a:lnTo>
                <a:lnTo>
                  <a:pt x="6896879" y="52644"/>
                </a:lnTo>
                <a:lnTo>
                  <a:pt x="6896879" y="65344"/>
                </a:lnTo>
                <a:lnTo>
                  <a:pt x="6898402" y="65344"/>
                </a:lnTo>
                <a:lnTo>
                  <a:pt x="6898402" y="53486"/>
                </a:lnTo>
                <a:lnTo>
                  <a:pt x="6887749" y="42643"/>
                </a:lnTo>
                <a:close/>
              </a:path>
              <a:path w="6922134" h="765175">
                <a:moveTo>
                  <a:pt x="6898402" y="53486"/>
                </a:moveTo>
                <a:lnTo>
                  <a:pt x="6898402" y="65344"/>
                </a:lnTo>
                <a:lnTo>
                  <a:pt x="6904812" y="65344"/>
                </a:lnTo>
                <a:lnTo>
                  <a:pt x="6899241" y="54340"/>
                </a:lnTo>
                <a:lnTo>
                  <a:pt x="6898402" y="53486"/>
                </a:lnTo>
                <a:close/>
              </a:path>
              <a:path w="6922134" h="765175">
                <a:moveTo>
                  <a:pt x="6886227" y="41093"/>
                </a:moveTo>
                <a:lnTo>
                  <a:pt x="6886227" y="52644"/>
                </a:lnTo>
                <a:lnTo>
                  <a:pt x="6887749" y="52644"/>
                </a:lnTo>
                <a:lnTo>
                  <a:pt x="6887749" y="42643"/>
                </a:lnTo>
                <a:lnTo>
                  <a:pt x="6886227" y="41093"/>
                </a:lnTo>
                <a:close/>
              </a:path>
            </a:pathLst>
          </a:custGeom>
          <a:solidFill>
            <a:srgbClr val="4F80BC"/>
          </a:solidFill>
        </p:spPr>
        <p:txBody>
          <a:bodyPr wrap="square" lIns="0" tIns="0" rIns="0" bIns="0" rtlCol="0"/>
          <a:lstStyle/>
          <a:p>
            <a:endParaRPr/>
          </a:p>
        </p:txBody>
      </p:sp>
      <p:sp>
        <p:nvSpPr>
          <p:cNvPr id="4" name="object 4"/>
          <p:cNvSpPr/>
          <p:nvPr/>
        </p:nvSpPr>
        <p:spPr>
          <a:xfrm>
            <a:off x="1655738" y="2216501"/>
            <a:ext cx="6962775" cy="829310"/>
          </a:xfrm>
          <a:custGeom>
            <a:avLst/>
            <a:gdLst/>
            <a:ahLst/>
            <a:cxnLst/>
            <a:rect l="l" t="t" r="r" b="b"/>
            <a:pathLst>
              <a:path w="6962775" h="829310">
                <a:moveTo>
                  <a:pt x="6825354" y="0"/>
                </a:moveTo>
                <a:lnTo>
                  <a:pt x="133920" y="0"/>
                </a:lnTo>
                <a:lnTo>
                  <a:pt x="118701" y="3810"/>
                </a:lnTo>
                <a:lnTo>
                  <a:pt x="105004" y="6350"/>
                </a:lnTo>
                <a:lnTo>
                  <a:pt x="65438" y="26670"/>
                </a:lnTo>
                <a:lnTo>
                  <a:pt x="33479" y="55880"/>
                </a:lnTo>
                <a:lnTo>
                  <a:pt x="6087" y="106680"/>
                </a:lnTo>
                <a:lnTo>
                  <a:pt x="0" y="135889"/>
                </a:lnTo>
                <a:lnTo>
                  <a:pt x="0" y="680720"/>
                </a:lnTo>
                <a:lnTo>
                  <a:pt x="12174" y="737870"/>
                </a:lnTo>
                <a:lnTo>
                  <a:pt x="44132" y="786130"/>
                </a:lnTo>
                <a:lnTo>
                  <a:pt x="79134" y="811530"/>
                </a:lnTo>
                <a:lnTo>
                  <a:pt x="136963" y="829310"/>
                </a:lnTo>
                <a:lnTo>
                  <a:pt x="6828397" y="829310"/>
                </a:lnTo>
                <a:lnTo>
                  <a:pt x="6842094" y="826770"/>
                </a:lnTo>
                <a:lnTo>
                  <a:pt x="6857312" y="821689"/>
                </a:lnTo>
                <a:lnTo>
                  <a:pt x="6862028" y="820420"/>
                </a:lnTo>
                <a:lnTo>
                  <a:pt x="117179" y="820420"/>
                </a:lnTo>
                <a:lnTo>
                  <a:pt x="117179" y="807720"/>
                </a:lnTo>
                <a:lnTo>
                  <a:pt x="88265" y="807720"/>
                </a:lnTo>
                <a:lnTo>
                  <a:pt x="88265" y="795020"/>
                </a:lnTo>
                <a:lnTo>
                  <a:pt x="68481" y="795020"/>
                </a:lnTo>
                <a:lnTo>
                  <a:pt x="68481" y="782320"/>
                </a:lnTo>
                <a:lnTo>
                  <a:pt x="54785" y="782320"/>
                </a:lnTo>
                <a:lnTo>
                  <a:pt x="54785" y="769620"/>
                </a:lnTo>
                <a:lnTo>
                  <a:pt x="45654" y="769620"/>
                </a:lnTo>
                <a:lnTo>
                  <a:pt x="45654" y="756920"/>
                </a:lnTo>
                <a:lnTo>
                  <a:pt x="36523" y="756920"/>
                </a:lnTo>
                <a:lnTo>
                  <a:pt x="36523" y="744220"/>
                </a:lnTo>
                <a:lnTo>
                  <a:pt x="30436" y="744220"/>
                </a:lnTo>
                <a:lnTo>
                  <a:pt x="30436" y="731520"/>
                </a:lnTo>
                <a:lnTo>
                  <a:pt x="25870" y="731520"/>
                </a:lnTo>
                <a:lnTo>
                  <a:pt x="25870" y="718820"/>
                </a:lnTo>
                <a:lnTo>
                  <a:pt x="22827" y="718820"/>
                </a:lnTo>
                <a:lnTo>
                  <a:pt x="22827" y="706120"/>
                </a:lnTo>
                <a:lnTo>
                  <a:pt x="21305" y="706120"/>
                </a:lnTo>
                <a:lnTo>
                  <a:pt x="21305" y="680720"/>
                </a:lnTo>
                <a:lnTo>
                  <a:pt x="19783" y="680720"/>
                </a:lnTo>
                <a:lnTo>
                  <a:pt x="19783" y="160020"/>
                </a:lnTo>
                <a:lnTo>
                  <a:pt x="21305" y="160020"/>
                </a:lnTo>
                <a:lnTo>
                  <a:pt x="21305" y="134620"/>
                </a:lnTo>
                <a:lnTo>
                  <a:pt x="24348" y="134620"/>
                </a:lnTo>
                <a:lnTo>
                  <a:pt x="24348" y="121920"/>
                </a:lnTo>
                <a:lnTo>
                  <a:pt x="27392" y="121920"/>
                </a:lnTo>
                <a:lnTo>
                  <a:pt x="27392" y="109220"/>
                </a:lnTo>
                <a:lnTo>
                  <a:pt x="31957" y="109220"/>
                </a:lnTo>
                <a:lnTo>
                  <a:pt x="31957" y="96520"/>
                </a:lnTo>
                <a:lnTo>
                  <a:pt x="39567" y="96520"/>
                </a:lnTo>
                <a:lnTo>
                  <a:pt x="39567" y="83820"/>
                </a:lnTo>
                <a:lnTo>
                  <a:pt x="47176" y="83820"/>
                </a:lnTo>
                <a:lnTo>
                  <a:pt x="47176" y="71120"/>
                </a:lnTo>
                <a:lnTo>
                  <a:pt x="57828" y="71120"/>
                </a:lnTo>
                <a:lnTo>
                  <a:pt x="57828" y="58420"/>
                </a:lnTo>
                <a:lnTo>
                  <a:pt x="73047" y="58420"/>
                </a:lnTo>
                <a:lnTo>
                  <a:pt x="73047" y="45720"/>
                </a:lnTo>
                <a:lnTo>
                  <a:pt x="92830" y="45720"/>
                </a:lnTo>
                <a:lnTo>
                  <a:pt x="92830" y="33020"/>
                </a:lnTo>
                <a:lnTo>
                  <a:pt x="130875" y="33020"/>
                </a:lnTo>
                <a:lnTo>
                  <a:pt x="130875" y="20320"/>
                </a:lnTo>
                <a:lnTo>
                  <a:pt x="6888564" y="20320"/>
                </a:lnTo>
                <a:lnTo>
                  <a:pt x="6869487" y="11429"/>
                </a:lnTo>
                <a:lnTo>
                  <a:pt x="6855790" y="6350"/>
                </a:lnTo>
                <a:lnTo>
                  <a:pt x="6825354" y="0"/>
                </a:lnTo>
                <a:close/>
              </a:path>
              <a:path w="6962775" h="829310">
                <a:moveTo>
                  <a:pt x="123266" y="807720"/>
                </a:moveTo>
                <a:lnTo>
                  <a:pt x="117179" y="807720"/>
                </a:lnTo>
                <a:lnTo>
                  <a:pt x="117179" y="820420"/>
                </a:lnTo>
                <a:lnTo>
                  <a:pt x="123266" y="820420"/>
                </a:lnTo>
                <a:lnTo>
                  <a:pt x="123266" y="807720"/>
                </a:lnTo>
                <a:close/>
              </a:path>
              <a:path w="6962775" h="829310">
                <a:moveTo>
                  <a:pt x="6846660" y="807720"/>
                </a:moveTo>
                <a:lnTo>
                  <a:pt x="6840573" y="807720"/>
                </a:lnTo>
                <a:lnTo>
                  <a:pt x="6840573" y="820420"/>
                </a:lnTo>
                <a:lnTo>
                  <a:pt x="6846660" y="820420"/>
                </a:lnTo>
                <a:lnTo>
                  <a:pt x="6846660" y="807720"/>
                </a:lnTo>
                <a:close/>
              </a:path>
              <a:path w="6962775" h="829310">
                <a:moveTo>
                  <a:pt x="6888564" y="20320"/>
                </a:moveTo>
                <a:lnTo>
                  <a:pt x="6832963" y="20320"/>
                </a:lnTo>
                <a:lnTo>
                  <a:pt x="6832963" y="33020"/>
                </a:lnTo>
                <a:lnTo>
                  <a:pt x="6871008" y="33020"/>
                </a:lnTo>
                <a:lnTo>
                  <a:pt x="6871008" y="45720"/>
                </a:lnTo>
                <a:lnTo>
                  <a:pt x="6890792" y="45720"/>
                </a:lnTo>
                <a:lnTo>
                  <a:pt x="6890792" y="58420"/>
                </a:lnTo>
                <a:lnTo>
                  <a:pt x="6906011" y="58420"/>
                </a:lnTo>
                <a:lnTo>
                  <a:pt x="6906011" y="71120"/>
                </a:lnTo>
                <a:lnTo>
                  <a:pt x="6916663" y="71120"/>
                </a:lnTo>
                <a:lnTo>
                  <a:pt x="6916663" y="83820"/>
                </a:lnTo>
                <a:lnTo>
                  <a:pt x="6924272" y="83820"/>
                </a:lnTo>
                <a:lnTo>
                  <a:pt x="6924272" y="96520"/>
                </a:lnTo>
                <a:lnTo>
                  <a:pt x="6931880" y="96520"/>
                </a:lnTo>
                <a:lnTo>
                  <a:pt x="6931880" y="109220"/>
                </a:lnTo>
                <a:lnTo>
                  <a:pt x="6936446" y="109220"/>
                </a:lnTo>
                <a:lnTo>
                  <a:pt x="6936446" y="121920"/>
                </a:lnTo>
                <a:lnTo>
                  <a:pt x="6939490" y="121920"/>
                </a:lnTo>
                <a:lnTo>
                  <a:pt x="6939490" y="134620"/>
                </a:lnTo>
                <a:lnTo>
                  <a:pt x="6942533" y="134620"/>
                </a:lnTo>
                <a:lnTo>
                  <a:pt x="6942533" y="706120"/>
                </a:lnTo>
                <a:lnTo>
                  <a:pt x="6941012" y="706120"/>
                </a:lnTo>
                <a:lnTo>
                  <a:pt x="6941012" y="718820"/>
                </a:lnTo>
                <a:lnTo>
                  <a:pt x="6937969" y="718820"/>
                </a:lnTo>
                <a:lnTo>
                  <a:pt x="6937969" y="731520"/>
                </a:lnTo>
                <a:lnTo>
                  <a:pt x="6933403" y="731520"/>
                </a:lnTo>
                <a:lnTo>
                  <a:pt x="6933403" y="744220"/>
                </a:lnTo>
                <a:lnTo>
                  <a:pt x="6927316" y="744220"/>
                </a:lnTo>
                <a:lnTo>
                  <a:pt x="6927316" y="756920"/>
                </a:lnTo>
                <a:lnTo>
                  <a:pt x="6918185" y="756920"/>
                </a:lnTo>
                <a:lnTo>
                  <a:pt x="6918185" y="769620"/>
                </a:lnTo>
                <a:lnTo>
                  <a:pt x="6909054" y="769620"/>
                </a:lnTo>
                <a:lnTo>
                  <a:pt x="6909054" y="782320"/>
                </a:lnTo>
                <a:lnTo>
                  <a:pt x="6895358" y="782320"/>
                </a:lnTo>
                <a:lnTo>
                  <a:pt x="6895358" y="795020"/>
                </a:lnTo>
                <a:lnTo>
                  <a:pt x="6875574" y="795020"/>
                </a:lnTo>
                <a:lnTo>
                  <a:pt x="6875574" y="807720"/>
                </a:lnTo>
                <a:lnTo>
                  <a:pt x="6846660" y="807720"/>
                </a:lnTo>
                <a:lnTo>
                  <a:pt x="6846660" y="820420"/>
                </a:lnTo>
                <a:lnTo>
                  <a:pt x="6862028" y="820420"/>
                </a:lnTo>
                <a:lnTo>
                  <a:pt x="6871008" y="817880"/>
                </a:lnTo>
                <a:lnTo>
                  <a:pt x="6884705" y="811530"/>
                </a:lnTo>
                <a:lnTo>
                  <a:pt x="6890457" y="807720"/>
                </a:lnTo>
                <a:lnTo>
                  <a:pt x="6896879" y="803910"/>
                </a:lnTo>
                <a:lnTo>
                  <a:pt x="6906985" y="795020"/>
                </a:lnTo>
                <a:lnTo>
                  <a:pt x="6918185" y="786130"/>
                </a:lnTo>
                <a:lnTo>
                  <a:pt x="6921262" y="782320"/>
                </a:lnTo>
                <a:lnTo>
                  <a:pt x="6928838" y="774700"/>
                </a:lnTo>
                <a:lnTo>
                  <a:pt x="6939947" y="756920"/>
                </a:lnTo>
                <a:lnTo>
                  <a:pt x="6944056" y="750570"/>
                </a:lnTo>
                <a:lnTo>
                  <a:pt x="6946768" y="744220"/>
                </a:lnTo>
                <a:lnTo>
                  <a:pt x="6952402" y="731520"/>
                </a:lnTo>
                <a:lnTo>
                  <a:pt x="6956230" y="722630"/>
                </a:lnTo>
                <a:lnTo>
                  <a:pt x="6957043" y="718820"/>
                </a:lnTo>
                <a:lnTo>
                  <a:pt x="6959274" y="707389"/>
                </a:lnTo>
                <a:lnTo>
                  <a:pt x="6959612" y="706120"/>
                </a:lnTo>
                <a:lnTo>
                  <a:pt x="6962317" y="694689"/>
                </a:lnTo>
                <a:lnTo>
                  <a:pt x="6962317" y="149860"/>
                </a:lnTo>
                <a:lnTo>
                  <a:pt x="6959555" y="121920"/>
                </a:lnTo>
                <a:lnTo>
                  <a:pt x="6959274" y="119380"/>
                </a:lnTo>
                <a:lnTo>
                  <a:pt x="6955985" y="109220"/>
                </a:lnTo>
                <a:lnTo>
                  <a:pt x="6951760" y="96520"/>
                </a:lnTo>
                <a:lnTo>
                  <a:pt x="6950143" y="91439"/>
                </a:lnTo>
                <a:lnTo>
                  <a:pt x="6927316" y="53339"/>
                </a:lnTo>
                <a:lnTo>
                  <a:pt x="6906011" y="34289"/>
                </a:lnTo>
                <a:lnTo>
                  <a:pt x="6905192" y="33020"/>
                </a:lnTo>
                <a:lnTo>
                  <a:pt x="6895358" y="25400"/>
                </a:lnTo>
                <a:lnTo>
                  <a:pt x="6888564" y="20320"/>
                </a:lnTo>
                <a:close/>
              </a:path>
              <a:path w="6962775" h="829310">
                <a:moveTo>
                  <a:pt x="89787" y="795020"/>
                </a:moveTo>
                <a:lnTo>
                  <a:pt x="88265" y="795020"/>
                </a:lnTo>
                <a:lnTo>
                  <a:pt x="88265" y="807720"/>
                </a:lnTo>
                <a:lnTo>
                  <a:pt x="89787" y="807720"/>
                </a:lnTo>
                <a:lnTo>
                  <a:pt x="89787" y="795020"/>
                </a:lnTo>
                <a:close/>
              </a:path>
              <a:path w="6962775" h="829310">
                <a:moveTo>
                  <a:pt x="6875574" y="795020"/>
                </a:moveTo>
                <a:lnTo>
                  <a:pt x="6874052" y="795020"/>
                </a:lnTo>
                <a:lnTo>
                  <a:pt x="6874052" y="807720"/>
                </a:lnTo>
                <a:lnTo>
                  <a:pt x="6875574" y="807720"/>
                </a:lnTo>
                <a:lnTo>
                  <a:pt x="6875574" y="795020"/>
                </a:lnTo>
                <a:close/>
              </a:path>
              <a:path w="6962775" h="829310">
                <a:moveTo>
                  <a:pt x="70003" y="782320"/>
                </a:moveTo>
                <a:lnTo>
                  <a:pt x="68481" y="782320"/>
                </a:lnTo>
                <a:lnTo>
                  <a:pt x="68481" y="795020"/>
                </a:lnTo>
                <a:lnTo>
                  <a:pt x="70003" y="795020"/>
                </a:lnTo>
                <a:lnTo>
                  <a:pt x="70003" y="782320"/>
                </a:lnTo>
                <a:close/>
              </a:path>
              <a:path w="6962775" h="829310">
                <a:moveTo>
                  <a:pt x="6895358" y="782320"/>
                </a:moveTo>
                <a:lnTo>
                  <a:pt x="6893835" y="782320"/>
                </a:lnTo>
                <a:lnTo>
                  <a:pt x="6893835" y="795020"/>
                </a:lnTo>
                <a:lnTo>
                  <a:pt x="6895358" y="795020"/>
                </a:lnTo>
                <a:lnTo>
                  <a:pt x="6895358" y="782320"/>
                </a:lnTo>
                <a:close/>
              </a:path>
              <a:path w="6962775" h="829310">
                <a:moveTo>
                  <a:pt x="56307" y="769620"/>
                </a:moveTo>
                <a:lnTo>
                  <a:pt x="54785" y="769620"/>
                </a:lnTo>
                <a:lnTo>
                  <a:pt x="54785" y="782320"/>
                </a:lnTo>
                <a:lnTo>
                  <a:pt x="56307" y="782320"/>
                </a:lnTo>
                <a:lnTo>
                  <a:pt x="56307" y="769620"/>
                </a:lnTo>
                <a:close/>
              </a:path>
              <a:path w="6962775" h="829310">
                <a:moveTo>
                  <a:pt x="6909054" y="769620"/>
                </a:moveTo>
                <a:lnTo>
                  <a:pt x="6907532" y="769620"/>
                </a:lnTo>
                <a:lnTo>
                  <a:pt x="6907532" y="782320"/>
                </a:lnTo>
                <a:lnTo>
                  <a:pt x="6909054" y="782320"/>
                </a:lnTo>
                <a:lnTo>
                  <a:pt x="6909054" y="769620"/>
                </a:lnTo>
                <a:close/>
              </a:path>
              <a:path w="6962775" h="829310">
                <a:moveTo>
                  <a:pt x="47176" y="756920"/>
                </a:moveTo>
                <a:lnTo>
                  <a:pt x="45654" y="756920"/>
                </a:lnTo>
                <a:lnTo>
                  <a:pt x="45654" y="769620"/>
                </a:lnTo>
                <a:lnTo>
                  <a:pt x="47176" y="769620"/>
                </a:lnTo>
                <a:lnTo>
                  <a:pt x="47176" y="756920"/>
                </a:lnTo>
                <a:close/>
              </a:path>
              <a:path w="6962775" h="829310">
                <a:moveTo>
                  <a:pt x="6918185" y="756920"/>
                </a:moveTo>
                <a:lnTo>
                  <a:pt x="6916663" y="756920"/>
                </a:lnTo>
                <a:lnTo>
                  <a:pt x="6916663" y="769620"/>
                </a:lnTo>
                <a:lnTo>
                  <a:pt x="6918185" y="769620"/>
                </a:lnTo>
                <a:lnTo>
                  <a:pt x="6918185" y="756920"/>
                </a:lnTo>
                <a:close/>
              </a:path>
              <a:path w="6962775" h="829310">
                <a:moveTo>
                  <a:pt x="38045" y="744220"/>
                </a:moveTo>
                <a:lnTo>
                  <a:pt x="36523" y="744220"/>
                </a:lnTo>
                <a:lnTo>
                  <a:pt x="36523" y="756920"/>
                </a:lnTo>
                <a:lnTo>
                  <a:pt x="38045" y="756920"/>
                </a:lnTo>
                <a:lnTo>
                  <a:pt x="38045" y="744220"/>
                </a:lnTo>
                <a:close/>
              </a:path>
              <a:path w="6962775" h="829310">
                <a:moveTo>
                  <a:pt x="6927316" y="744220"/>
                </a:moveTo>
                <a:lnTo>
                  <a:pt x="6925793" y="744220"/>
                </a:lnTo>
                <a:lnTo>
                  <a:pt x="6925793" y="756920"/>
                </a:lnTo>
                <a:lnTo>
                  <a:pt x="6927316" y="756920"/>
                </a:lnTo>
                <a:lnTo>
                  <a:pt x="6927316" y="744220"/>
                </a:lnTo>
                <a:close/>
              </a:path>
              <a:path w="6962775" h="829310">
                <a:moveTo>
                  <a:pt x="31957" y="731520"/>
                </a:moveTo>
                <a:lnTo>
                  <a:pt x="30436" y="731520"/>
                </a:lnTo>
                <a:lnTo>
                  <a:pt x="30436" y="744220"/>
                </a:lnTo>
                <a:lnTo>
                  <a:pt x="31957" y="744220"/>
                </a:lnTo>
                <a:lnTo>
                  <a:pt x="31957" y="731520"/>
                </a:lnTo>
                <a:close/>
              </a:path>
              <a:path w="6962775" h="829310">
                <a:moveTo>
                  <a:pt x="6933403" y="731520"/>
                </a:moveTo>
                <a:lnTo>
                  <a:pt x="6931880" y="731520"/>
                </a:lnTo>
                <a:lnTo>
                  <a:pt x="6931880" y="744220"/>
                </a:lnTo>
                <a:lnTo>
                  <a:pt x="6933403" y="744220"/>
                </a:lnTo>
                <a:lnTo>
                  <a:pt x="6933403" y="731520"/>
                </a:lnTo>
                <a:close/>
              </a:path>
              <a:path w="6962775" h="829310">
                <a:moveTo>
                  <a:pt x="27392" y="718820"/>
                </a:moveTo>
                <a:lnTo>
                  <a:pt x="25870" y="718820"/>
                </a:lnTo>
                <a:lnTo>
                  <a:pt x="25870" y="731520"/>
                </a:lnTo>
                <a:lnTo>
                  <a:pt x="27392" y="731520"/>
                </a:lnTo>
                <a:lnTo>
                  <a:pt x="27392" y="718820"/>
                </a:lnTo>
                <a:close/>
              </a:path>
              <a:path w="6962775" h="829310">
                <a:moveTo>
                  <a:pt x="6937969" y="718820"/>
                </a:moveTo>
                <a:lnTo>
                  <a:pt x="6936446" y="718820"/>
                </a:lnTo>
                <a:lnTo>
                  <a:pt x="6936446" y="731520"/>
                </a:lnTo>
                <a:lnTo>
                  <a:pt x="6937969" y="731520"/>
                </a:lnTo>
                <a:lnTo>
                  <a:pt x="6937969" y="718820"/>
                </a:lnTo>
                <a:close/>
              </a:path>
              <a:path w="6962775" h="829310">
                <a:moveTo>
                  <a:pt x="24348" y="706120"/>
                </a:moveTo>
                <a:lnTo>
                  <a:pt x="22827" y="706120"/>
                </a:lnTo>
                <a:lnTo>
                  <a:pt x="22827" y="718820"/>
                </a:lnTo>
                <a:lnTo>
                  <a:pt x="24348" y="718820"/>
                </a:lnTo>
                <a:lnTo>
                  <a:pt x="24348" y="706120"/>
                </a:lnTo>
                <a:close/>
              </a:path>
              <a:path w="6962775" h="829310">
                <a:moveTo>
                  <a:pt x="6941012" y="706120"/>
                </a:moveTo>
                <a:lnTo>
                  <a:pt x="6939490" y="706120"/>
                </a:lnTo>
                <a:lnTo>
                  <a:pt x="6939490" y="718820"/>
                </a:lnTo>
                <a:lnTo>
                  <a:pt x="6941012" y="718820"/>
                </a:lnTo>
                <a:lnTo>
                  <a:pt x="6941012" y="706120"/>
                </a:lnTo>
                <a:close/>
              </a:path>
              <a:path w="6962775" h="829310">
                <a:moveTo>
                  <a:pt x="33479" y="96520"/>
                </a:moveTo>
                <a:lnTo>
                  <a:pt x="31957" y="96520"/>
                </a:lnTo>
                <a:lnTo>
                  <a:pt x="31957" y="109220"/>
                </a:lnTo>
                <a:lnTo>
                  <a:pt x="33479" y="109220"/>
                </a:lnTo>
                <a:lnTo>
                  <a:pt x="33479" y="96520"/>
                </a:lnTo>
                <a:close/>
              </a:path>
              <a:path w="6962775" h="829310">
                <a:moveTo>
                  <a:pt x="6931880" y="96520"/>
                </a:moveTo>
                <a:lnTo>
                  <a:pt x="6930359" y="96520"/>
                </a:lnTo>
                <a:lnTo>
                  <a:pt x="6930359" y="109220"/>
                </a:lnTo>
                <a:lnTo>
                  <a:pt x="6931880" y="109220"/>
                </a:lnTo>
                <a:lnTo>
                  <a:pt x="6931880" y="96520"/>
                </a:lnTo>
                <a:close/>
              </a:path>
              <a:path w="6962775" h="829310">
                <a:moveTo>
                  <a:pt x="48698" y="71120"/>
                </a:moveTo>
                <a:lnTo>
                  <a:pt x="47176" y="71120"/>
                </a:lnTo>
                <a:lnTo>
                  <a:pt x="47176" y="83820"/>
                </a:lnTo>
                <a:lnTo>
                  <a:pt x="48698" y="83820"/>
                </a:lnTo>
                <a:lnTo>
                  <a:pt x="48698" y="71120"/>
                </a:lnTo>
                <a:close/>
              </a:path>
              <a:path w="6962775" h="829310">
                <a:moveTo>
                  <a:pt x="6916663" y="71120"/>
                </a:moveTo>
                <a:lnTo>
                  <a:pt x="6915141" y="71120"/>
                </a:lnTo>
                <a:lnTo>
                  <a:pt x="6915141" y="83820"/>
                </a:lnTo>
                <a:lnTo>
                  <a:pt x="6916663" y="83820"/>
                </a:lnTo>
                <a:lnTo>
                  <a:pt x="6916663" y="71120"/>
                </a:lnTo>
                <a:close/>
              </a:path>
              <a:path w="6962775" h="829310">
                <a:moveTo>
                  <a:pt x="59350" y="58420"/>
                </a:moveTo>
                <a:lnTo>
                  <a:pt x="57828" y="58420"/>
                </a:lnTo>
                <a:lnTo>
                  <a:pt x="57828" y="71120"/>
                </a:lnTo>
                <a:lnTo>
                  <a:pt x="59350" y="71120"/>
                </a:lnTo>
                <a:lnTo>
                  <a:pt x="59350" y="58420"/>
                </a:lnTo>
                <a:close/>
              </a:path>
              <a:path w="6962775" h="829310">
                <a:moveTo>
                  <a:pt x="6906011" y="58420"/>
                </a:moveTo>
                <a:lnTo>
                  <a:pt x="6904488" y="58420"/>
                </a:lnTo>
                <a:lnTo>
                  <a:pt x="6904488" y="71120"/>
                </a:lnTo>
                <a:lnTo>
                  <a:pt x="6906011" y="71120"/>
                </a:lnTo>
                <a:lnTo>
                  <a:pt x="6906011" y="58420"/>
                </a:lnTo>
                <a:close/>
              </a:path>
              <a:path w="6962775" h="829310">
                <a:moveTo>
                  <a:pt x="76090" y="45720"/>
                </a:moveTo>
                <a:lnTo>
                  <a:pt x="73047" y="45720"/>
                </a:lnTo>
                <a:lnTo>
                  <a:pt x="73047" y="58420"/>
                </a:lnTo>
                <a:lnTo>
                  <a:pt x="76090" y="58420"/>
                </a:lnTo>
                <a:lnTo>
                  <a:pt x="76090" y="45720"/>
                </a:lnTo>
                <a:close/>
              </a:path>
              <a:path w="6962775" h="829310">
                <a:moveTo>
                  <a:pt x="6890792" y="45720"/>
                </a:moveTo>
                <a:lnTo>
                  <a:pt x="6887748" y="45720"/>
                </a:lnTo>
                <a:lnTo>
                  <a:pt x="6887748" y="58420"/>
                </a:lnTo>
                <a:lnTo>
                  <a:pt x="6890792" y="58420"/>
                </a:lnTo>
                <a:lnTo>
                  <a:pt x="6890792" y="45720"/>
                </a:lnTo>
                <a:close/>
              </a:path>
              <a:path w="6962775" h="829310">
                <a:moveTo>
                  <a:pt x="95874" y="33020"/>
                </a:moveTo>
                <a:lnTo>
                  <a:pt x="92830" y="33020"/>
                </a:lnTo>
                <a:lnTo>
                  <a:pt x="92830" y="45720"/>
                </a:lnTo>
                <a:lnTo>
                  <a:pt x="95874" y="45720"/>
                </a:lnTo>
                <a:lnTo>
                  <a:pt x="95874" y="33020"/>
                </a:lnTo>
                <a:close/>
              </a:path>
              <a:path w="6962775" h="829310">
                <a:moveTo>
                  <a:pt x="6871008" y="33020"/>
                </a:moveTo>
                <a:lnTo>
                  <a:pt x="6867965" y="33020"/>
                </a:lnTo>
                <a:lnTo>
                  <a:pt x="6867965" y="45720"/>
                </a:lnTo>
                <a:lnTo>
                  <a:pt x="6871008" y="45720"/>
                </a:lnTo>
                <a:lnTo>
                  <a:pt x="6871008" y="33020"/>
                </a:lnTo>
                <a:close/>
              </a:path>
              <a:path w="6962775" h="829310">
                <a:moveTo>
                  <a:pt x="144572" y="20320"/>
                </a:moveTo>
                <a:lnTo>
                  <a:pt x="130875" y="20320"/>
                </a:lnTo>
                <a:lnTo>
                  <a:pt x="130875" y="33020"/>
                </a:lnTo>
                <a:lnTo>
                  <a:pt x="144572" y="33020"/>
                </a:lnTo>
                <a:lnTo>
                  <a:pt x="144572" y="20320"/>
                </a:lnTo>
                <a:close/>
              </a:path>
              <a:path w="6962775" h="829310">
                <a:moveTo>
                  <a:pt x="6832963" y="20320"/>
                </a:moveTo>
                <a:lnTo>
                  <a:pt x="6819267" y="20320"/>
                </a:lnTo>
                <a:lnTo>
                  <a:pt x="6819267" y="33020"/>
                </a:lnTo>
                <a:lnTo>
                  <a:pt x="6832963" y="33020"/>
                </a:lnTo>
                <a:lnTo>
                  <a:pt x="6832963" y="20320"/>
                </a:lnTo>
                <a:close/>
              </a:path>
            </a:pathLst>
          </a:custGeom>
          <a:solidFill>
            <a:srgbClr val="FFFFFF"/>
          </a:solidFill>
        </p:spPr>
        <p:txBody>
          <a:bodyPr wrap="square" lIns="0" tIns="0" rIns="0" bIns="0" rtlCol="0"/>
          <a:lstStyle/>
          <a:p>
            <a:endParaRPr/>
          </a:p>
        </p:txBody>
      </p:sp>
      <p:sp>
        <p:nvSpPr>
          <p:cNvPr id="5" name="object 5"/>
          <p:cNvSpPr/>
          <p:nvPr/>
        </p:nvSpPr>
        <p:spPr>
          <a:xfrm>
            <a:off x="1673999" y="2234667"/>
            <a:ext cx="6924675" cy="793115"/>
          </a:xfrm>
          <a:custGeom>
            <a:avLst/>
            <a:gdLst/>
            <a:ahLst/>
            <a:cxnLst/>
            <a:rect l="l" t="t" r="r" b="b"/>
            <a:pathLst>
              <a:path w="6924675" h="793114">
                <a:moveTo>
                  <a:pt x="6793396" y="0"/>
                </a:moveTo>
                <a:lnTo>
                  <a:pt x="132398" y="0"/>
                </a:lnTo>
                <a:lnTo>
                  <a:pt x="90578" y="6769"/>
                </a:lnTo>
                <a:lnTo>
                  <a:pt x="54237" y="25615"/>
                </a:lnTo>
                <a:lnTo>
                  <a:pt x="25566" y="54340"/>
                </a:lnTo>
                <a:lnTo>
                  <a:pt x="6756" y="90751"/>
                </a:lnTo>
                <a:lnTo>
                  <a:pt x="0" y="132650"/>
                </a:lnTo>
                <a:lnTo>
                  <a:pt x="0" y="660198"/>
                </a:lnTo>
                <a:lnTo>
                  <a:pt x="6756" y="702097"/>
                </a:lnTo>
                <a:lnTo>
                  <a:pt x="25566" y="738506"/>
                </a:lnTo>
                <a:lnTo>
                  <a:pt x="54237" y="767232"/>
                </a:lnTo>
                <a:lnTo>
                  <a:pt x="90578" y="786077"/>
                </a:lnTo>
                <a:lnTo>
                  <a:pt x="132398" y="792847"/>
                </a:lnTo>
                <a:lnTo>
                  <a:pt x="6793396" y="792847"/>
                </a:lnTo>
                <a:lnTo>
                  <a:pt x="6835057" y="786077"/>
                </a:lnTo>
                <a:lnTo>
                  <a:pt x="6871021" y="767232"/>
                </a:lnTo>
                <a:lnTo>
                  <a:pt x="6899241" y="738506"/>
                </a:lnTo>
                <a:lnTo>
                  <a:pt x="6917673" y="702097"/>
                </a:lnTo>
                <a:lnTo>
                  <a:pt x="6924272" y="660198"/>
                </a:lnTo>
                <a:lnTo>
                  <a:pt x="6924272" y="132650"/>
                </a:lnTo>
                <a:lnTo>
                  <a:pt x="6917673" y="90751"/>
                </a:lnTo>
                <a:lnTo>
                  <a:pt x="6899241" y="54340"/>
                </a:lnTo>
                <a:lnTo>
                  <a:pt x="6871021" y="25615"/>
                </a:lnTo>
                <a:lnTo>
                  <a:pt x="6835057" y="6769"/>
                </a:lnTo>
                <a:lnTo>
                  <a:pt x="6793396" y="0"/>
                </a:lnTo>
                <a:close/>
              </a:path>
            </a:pathLst>
          </a:custGeom>
          <a:solidFill>
            <a:srgbClr val="4F80BC"/>
          </a:solidFill>
        </p:spPr>
        <p:txBody>
          <a:bodyPr wrap="square" lIns="0" tIns="0" rIns="0" bIns="0" rtlCol="0"/>
          <a:lstStyle/>
          <a:p>
            <a:endParaRPr/>
          </a:p>
        </p:txBody>
      </p:sp>
      <p:sp>
        <p:nvSpPr>
          <p:cNvPr id="6" name="object 6"/>
          <p:cNvSpPr/>
          <p:nvPr/>
        </p:nvSpPr>
        <p:spPr>
          <a:xfrm>
            <a:off x="1655738" y="2216372"/>
            <a:ext cx="6962775" cy="829944"/>
          </a:xfrm>
          <a:custGeom>
            <a:avLst/>
            <a:gdLst/>
            <a:ahLst/>
            <a:cxnLst/>
            <a:rect l="l" t="t" r="r" b="b"/>
            <a:pathLst>
              <a:path w="6962775" h="829944">
                <a:moveTo>
                  <a:pt x="6825354" y="0"/>
                </a:moveTo>
                <a:lnTo>
                  <a:pt x="133920" y="0"/>
                </a:lnTo>
                <a:lnTo>
                  <a:pt x="118701" y="3049"/>
                </a:lnTo>
                <a:lnTo>
                  <a:pt x="77612" y="18295"/>
                </a:lnTo>
                <a:lnTo>
                  <a:pt x="44132" y="44216"/>
                </a:lnTo>
                <a:lnTo>
                  <a:pt x="18261" y="79283"/>
                </a:lnTo>
                <a:lnTo>
                  <a:pt x="3042" y="120450"/>
                </a:lnTo>
                <a:lnTo>
                  <a:pt x="0" y="135698"/>
                </a:lnTo>
                <a:lnTo>
                  <a:pt x="0" y="680017"/>
                </a:lnTo>
                <a:lnTo>
                  <a:pt x="12174" y="737957"/>
                </a:lnTo>
                <a:lnTo>
                  <a:pt x="44132" y="785223"/>
                </a:lnTo>
                <a:lnTo>
                  <a:pt x="79134" y="811142"/>
                </a:lnTo>
                <a:lnTo>
                  <a:pt x="136963" y="829439"/>
                </a:lnTo>
                <a:lnTo>
                  <a:pt x="6828397" y="829439"/>
                </a:lnTo>
                <a:lnTo>
                  <a:pt x="6871008" y="817241"/>
                </a:lnTo>
                <a:lnTo>
                  <a:pt x="6911083" y="791321"/>
                </a:lnTo>
                <a:lnTo>
                  <a:pt x="138484" y="791321"/>
                </a:lnTo>
                <a:lnTo>
                  <a:pt x="126310" y="788272"/>
                </a:lnTo>
                <a:lnTo>
                  <a:pt x="115657" y="786747"/>
                </a:lnTo>
                <a:lnTo>
                  <a:pt x="106527" y="782173"/>
                </a:lnTo>
                <a:lnTo>
                  <a:pt x="95874" y="777599"/>
                </a:lnTo>
                <a:lnTo>
                  <a:pt x="77612" y="765402"/>
                </a:lnTo>
                <a:lnTo>
                  <a:pt x="70003" y="757778"/>
                </a:lnTo>
                <a:lnTo>
                  <a:pt x="63916" y="750154"/>
                </a:lnTo>
                <a:lnTo>
                  <a:pt x="56306" y="741006"/>
                </a:lnTo>
                <a:lnTo>
                  <a:pt x="51741" y="731857"/>
                </a:lnTo>
                <a:lnTo>
                  <a:pt x="42611" y="710512"/>
                </a:lnTo>
                <a:lnTo>
                  <a:pt x="39566" y="699839"/>
                </a:lnTo>
                <a:lnTo>
                  <a:pt x="38045" y="689166"/>
                </a:lnTo>
                <a:lnTo>
                  <a:pt x="38045" y="138747"/>
                </a:lnTo>
                <a:lnTo>
                  <a:pt x="41088" y="126550"/>
                </a:lnTo>
                <a:lnTo>
                  <a:pt x="42611" y="115877"/>
                </a:lnTo>
                <a:lnTo>
                  <a:pt x="63916" y="77759"/>
                </a:lnTo>
                <a:lnTo>
                  <a:pt x="97396" y="50314"/>
                </a:lnTo>
                <a:lnTo>
                  <a:pt x="140007" y="38116"/>
                </a:lnTo>
                <a:lnTo>
                  <a:pt x="6912097" y="38116"/>
                </a:lnTo>
                <a:lnTo>
                  <a:pt x="6906011" y="33543"/>
                </a:lnTo>
                <a:lnTo>
                  <a:pt x="6895358" y="24394"/>
                </a:lnTo>
                <a:lnTo>
                  <a:pt x="6883182" y="16771"/>
                </a:lnTo>
                <a:lnTo>
                  <a:pt x="6869487" y="10671"/>
                </a:lnTo>
                <a:lnTo>
                  <a:pt x="6855790" y="6098"/>
                </a:lnTo>
                <a:lnTo>
                  <a:pt x="6825354" y="0"/>
                </a:lnTo>
                <a:close/>
              </a:path>
              <a:path w="6962775" h="829944">
                <a:moveTo>
                  <a:pt x="6912097" y="38116"/>
                </a:moveTo>
                <a:lnTo>
                  <a:pt x="6823831" y="38116"/>
                </a:lnTo>
                <a:lnTo>
                  <a:pt x="6834484" y="39641"/>
                </a:lnTo>
                <a:lnTo>
                  <a:pt x="6846660" y="42691"/>
                </a:lnTo>
                <a:lnTo>
                  <a:pt x="6855790" y="47265"/>
                </a:lnTo>
                <a:lnTo>
                  <a:pt x="6866442" y="51838"/>
                </a:lnTo>
                <a:lnTo>
                  <a:pt x="6884705" y="64037"/>
                </a:lnTo>
                <a:lnTo>
                  <a:pt x="6915141" y="106728"/>
                </a:lnTo>
                <a:lnTo>
                  <a:pt x="6924272" y="140272"/>
                </a:lnTo>
                <a:lnTo>
                  <a:pt x="6924272" y="690690"/>
                </a:lnTo>
                <a:lnTo>
                  <a:pt x="6910575" y="733383"/>
                </a:lnTo>
                <a:lnTo>
                  <a:pt x="6883182" y="766926"/>
                </a:lnTo>
                <a:lnTo>
                  <a:pt x="6832963" y="789796"/>
                </a:lnTo>
                <a:lnTo>
                  <a:pt x="6822310" y="791321"/>
                </a:lnTo>
                <a:lnTo>
                  <a:pt x="6911083" y="791321"/>
                </a:lnTo>
                <a:lnTo>
                  <a:pt x="6944056" y="750154"/>
                </a:lnTo>
                <a:lnTo>
                  <a:pt x="6959274" y="707462"/>
                </a:lnTo>
                <a:lnTo>
                  <a:pt x="6962317" y="693740"/>
                </a:lnTo>
                <a:lnTo>
                  <a:pt x="6962317" y="149420"/>
                </a:lnTo>
                <a:lnTo>
                  <a:pt x="6959274" y="118926"/>
                </a:lnTo>
                <a:lnTo>
                  <a:pt x="6944056" y="77759"/>
                </a:lnTo>
                <a:lnTo>
                  <a:pt x="6918185" y="42691"/>
                </a:lnTo>
                <a:lnTo>
                  <a:pt x="6912097" y="38116"/>
                </a:lnTo>
                <a:close/>
              </a:path>
            </a:pathLst>
          </a:custGeom>
          <a:solidFill>
            <a:srgbClr val="FFFFFF"/>
          </a:solidFill>
        </p:spPr>
        <p:txBody>
          <a:bodyPr wrap="square" lIns="0" tIns="0" rIns="0" bIns="0" rtlCol="0"/>
          <a:lstStyle/>
          <a:p>
            <a:endParaRPr/>
          </a:p>
        </p:txBody>
      </p:sp>
      <p:sp>
        <p:nvSpPr>
          <p:cNvPr id="7" name="object 7"/>
          <p:cNvSpPr/>
          <p:nvPr/>
        </p:nvSpPr>
        <p:spPr>
          <a:xfrm>
            <a:off x="1673999" y="3122047"/>
            <a:ext cx="6922134" cy="767715"/>
          </a:xfrm>
          <a:custGeom>
            <a:avLst/>
            <a:gdLst/>
            <a:ahLst/>
            <a:cxnLst/>
            <a:rect l="l" t="t" r="r" b="b"/>
            <a:pathLst>
              <a:path w="6922134" h="767714">
                <a:moveTo>
                  <a:pt x="38045" y="41608"/>
                </a:moveTo>
                <a:lnTo>
                  <a:pt x="25566" y="54010"/>
                </a:lnTo>
                <a:lnTo>
                  <a:pt x="6756" y="89969"/>
                </a:lnTo>
                <a:lnTo>
                  <a:pt x="0" y="131124"/>
                </a:lnTo>
                <a:lnTo>
                  <a:pt x="0" y="660196"/>
                </a:lnTo>
                <a:lnTo>
                  <a:pt x="3043" y="679000"/>
                </a:lnTo>
                <a:lnTo>
                  <a:pt x="3043" y="663865"/>
                </a:lnTo>
                <a:lnTo>
                  <a:pt x="1522" y="663865"/>
                </a:lnTo>
                <a:lnTo>
                  <a:pt x="1522" y="143165"/>
                </a:lnTo>
                <a:lnTo>
                  <a:pt x="3043" y="143165"/>
                </a:lnTo>
                <a:lnTo>
                  <a:pt x="3043" y="117765"/>
                </a:lnTo>
                <a:lnTo>
                  <a:pt x="4565" y="117765"/>
                </a:lnTo>
                <a:lnTo>
                  <a:pt x="4565" y="105065"/>
                </a:lnTo>
                <a:lnTo>
                  <a:pt x="7609" y="105065"/>
                </a:lnTo>
                <a:lnTo>
                  <a:pt x="7609" y="92365"/>
                </a:lnTo>
                <a:lnTo>
                  <a:pt x="12174" y="92365"/>
                </a:lnTo>
                <a:lnTo>
                  <a:pt x="12174" y="79665"/>
                </a:lnTo>
                <a:lnTo>
                  <a:pt x="19783" y="79665"/>
                </a:lnTo>
                <a:lnTo>
                  <a:pt x="19783" y="66965"/>
                </a:lnTo>
                <a:lnTo>
                  <a:pt x="27393" y="66965"/>
                </a:lnTo>
                <a:lnTo>
                  <a:pt x="27393" y="54265"/>
                </a:lnTo>
                <a:lnTo>
                  <a:pt x="38045" y="54265"/>
                </a:lnTo>
                <a:lnTo>
                  <a:pt x="38045" y="41608"/>
                </a:lnTo>
                <a:close/>
              </a:path>
              <a:path w="6922134" h="767714">
                <a:moveTo>
                  <a:pt x="6087" y="105065"/>
                </a:moveTo>
                <a:lnTo>
                  <a:pt x="4565" y="105065"/>
                </a:lnTo>
                <a:lnTo>
                  <a:pt x="4565" y="117765"/>
                </a:lnTo>
                <a:lnTo>
                  <a:pt x="6087" y="117765"/>
                </a:lnTo>
                <a:lnTo>
                  <a:pt x="6087" y="105065"/>
                </a:lnTo>
                <a:close/>
              </a:path>
              <a:path w="6922134" h="767714">
                <a:moveTo>
                  <a:pt x="9131" y="92365"/>
                </a:moveTo>
                <a:lnTo>
                  <a:pt x="7609" y="92365"/>
                </a:lnTo>
                <a:lnTo>
                  <a:pt x="7609" y="105065"/>
                </a:lnTo>
                <a:lnTo>
                  <a:pt x="9131" y="105065"/>
                </a:lnTo>
                <a:lnTo>
                  <a:pt x="9131" y="92365"/>
                </a:lnTo>
                <a:close/>
              </a:path>
              <a:path w="6922134" h="767714">
                <a:moveTo>
                  <a:pt x="13696" y="79665"/>
                </a:moveTo>
                <a:lnTo>
                  <a:pt x="12174" y="79665"/>
                </a:lnTo>
                <a:lnTo>
                  <a:pt x="12174" y="92365"/>
                </a:lnTo>
                <a:lnTo>
                  <a:pt x="13696" y="92365"/>
                </a:lnTo>
                <a:lnTo>
                  <a:pt x="13696" y="79665"/>
                </a:lnTo>
                <a:close/>
              </a:path>
              <a:path w="6922134" h="767714">
                <a:moveTo>
                  <a:pt x="21305" y="66965"/>
                </a:moveTo>
                <a:lnTo>
                  <a:pt x="19783" y="66965"/>
                </a:lnTo>
                <a:lnTo>
                  <a:pt x="19783" y="79665"/>
                </a:lnTo>
                <a:lnTo>
                  <a:pt x="21305" y="79665"/>
                </a:lnTo>
                <a:lnTo>
                  <a:pt x="21305" y="66965"/>
                </a:lnTo>
                <a:close/>
              </a:path>
              <a:path w="6922134" h="767714">
                <a:moveTo>
                  <a:pt x="28914" y="54265"/>
                </a:moveTo>
                <a:lnTo>
                  <a:pt x="27393" y="54265"/>
                </a:lnTo>
                <a:lnTo>
                  <a:pt x="27393" y="66965"/>
                </a:lnTo>
                <a:lnTo>
                  <a:pt x="28914" y="66965"/>
                </a:lnTo>
                <a:lnTo>
                  <a:pt x="28914" y="54265"/>
                </a:lnTo>
                <a:close/>
              </a:path>
              <a:path w="6922134" h="767714">
                <a:moveTo>
                  <a:pt x="71525" y="16592"/>
                </a:moveTo>
                <a:lnTo>
                  <a:pt x="54237" y="25517"/>
                </a:lnTo>
                <a:lnTo>
                  <a:pt x="38089" y="41565"/>
                </a:lnTo>
                <a:lnTo>
                  <a:pt x="38045" y="54265"/>
                </a:lnTo>
                <a:lnTo>
                  <a:pt x="39567" y="54265"/>
                </a:lnTo>
                <a:lnTo>
                  <a:pt x="39567" y="41565"/>
                </a:lnTo>
                <a:lnTo>
                  <a:pt x="53263" y="41565"/>
                </a:lnTo>
                <a:lnTo>
                  <a:pt x="53263" y="28865"/>
                </a:lnTo>
                <a:lnTo>
                  <a:pt x="71525" y="28865"/>
                </a:lnTo>
                <a:lnTo>
                  <a:pt x="71525" y="16592"/>
                </a:lnTo>
                <a:close/>
              </a:path>
              <a:path w="6922134" h="767714">
                <a:moveTo>
                  <a:pt x="54786" y="28865"/>
                </a:moveTo>
                <a:lnTo>
                  <a:pt x="53263" y="28865"/>
                </a:lnTo>
                <a:lnTo>
                  <a:pt x="53263" y="41565"/>
                </a:lnTo>
                <a:lnTo>
                  <a:pt x="54786" y="41565"/>
                </a:lnTo>
                <a:lnTo>
                  <a:pt x="54786" y="28865"/>
                </a:lnTo>
                <a:close/>
              </a:path>
              <a:path w="6922134" h="767714">
                <a:moveTo>
                  <a:pt x="103484" y="4672"/>
                </a:moveTo>
                <a:lnTo>
                  <a:pt x="90578" y="6757"/>
                </a:lnTo>
                <a:lnTo>
                  <a:pt x="71525" y="16592"/>
                </a:lnTo>
                <a:lnTo>
                  <a:pt x="71525" y="28865"/>
                </a:lnTo>
                <a:lnTo>
                  <a:pt x="74568" y="28865"/>
                </a:lnTo>
                <a:lnTo>
                  <a:pt x="74568" y="16165"/>
                </a:lnTo>
                <a:lnTo>
                  <a:pt x="103484" y="16165"/>
                </a:lnTo>
                <a:lnTo>
                  <a:pt x="103484" y="4672"/>
                </a:lnTo>
                <a:close/>
              </a:path>
              <a:path w="6922134" h="767714">
                <a:moveTo>
                  <a:pt x="109571" y="3688"/>
                </a:moveTo>
                <a:lnTo>
                  <a:pt x="103484" y="4672"/>
                </a:lnTo>
                <a:lnTo>
                  <a:pt x="103484" y="16165"/>
                </a:lnTo>
                <a:lnTo>
                  <a:pt x="109571" y="16165"/>
                </a:lnTo>
                <a:lnTo>
                  <a:pt x="109571" y="3688"/>
                </a:lnTo>
                <a:close/>
              </a:path>
              <a:path w="6922134" h="767714">
                <a:moveTo>
                  <a:pt x="6793396" y="0"/>
                </a:moveTo>
                <a:lnTo>
                  <a:pt x="132398" y="0"/>
                </a:lnTo>
                <a:lnTo>
                  <a:pt x="110952" y="3465"/>
                </a:lnTo>
                <a:lnTo>
                  <a:pt x="6810461" y="3465"/>
                </a:lnTo>
                <a:lnTo>
                  <a:pt x="6793396" y="0"/>
                </a:lnTo>
                <a:close/>
              </a:path>
              <a:path w="6922134" h="767714">
                <a:moveTo>
                  <a:pt x="56307" y="765465"/>
                </a:moveTo>
                <a:lnTo>
                  <a:pt x="54786" y="765465"/>
                </a:lnTo>
                <a:lnTo>
                  <a:pt x="54786" y="766522"/>
                </a:lnTo>
                <a:lnTo>
                  <a:pt x="56307" y="767295"/>
                </a:lnTo>
                <a:lnTo>
                  <a:pt x="56307" y="765465"/>
                </a:lnTo>
                <a:close/>
              </a:path>
              <a:path w="6922134" h="767714">
                <a:moveTo>
                  <a:pt x="54786" y="765465"/>
                </a:moveTo>
                <a:lnTo>
                  <a:pt x="53448" y="765465"/>
                </a:lnTo>
                <a:lnTo>
                  <a:pt x="54237" y="766243"/>
                </a:lnTo>
                <a:lnTo>
                  <a:pt x="54786" y="766522"/>
                </a:lnTo>
                <a:lnTo>
                  <a:pt x="54786" y="765465"/>
                </a:lnTo>
                <a:close/>
              </a:path>
              <a:path w="6922134" h="767714">
                <a:moveTo>
                  <a:pt x="30436" y="740065"/>
                </a:moveTo>
                <a:lnTo>
                  <a:pt x="28914" y="740065"/>
                </a:lnTo>
                <a:lnTo>
                  <a:pt x="28914" y="741271"/>
                </a:lnTo>
                <a:lnTo>
                  <a:pt x="30436" y="742771"/>
                </a:lnTo>
                <a:lnTo>
                  <a:pt x="30436" y="740065"/>
                </a:lnTo>
                <a:close/>
              </a:path>
              <a:path w="6922134" h="767714">
                <a:moveTo>
                  <a:pt x="28914" y="740065"/>
                </a:moveTo>
                <a:lnTo>
                  <a:pt x="27692" y="740065"/>
                </a:lnTo>
                <a:lnTo>
                  <a:pt x="28914" y="741271"/>
                </a:lnTo>
                <a:lnTo>
                  <a:pt x="28914" y="740065"/>
                </a:lnTo>
                <a:close/>
              </a:path>
              <a:path w="6922134" h="767714">
                <a:moveTo>
                  <a:pt x="13696" y="714665"/>
                </a:moveTo>
                <a:lnTo>
                  <a:pt x="13401" y="714665"/>
                </a:lnTo>
                <a:lnTo>
                  <a:pt x="13696" y="715231"/>
                </a:lnTo>
                <a:lnTo>
                  <a:pt x="13696" y="714665"/>
                </a:lnTo>
                <a:close/>
              </a:path>
              <a:path w="6922134" h="767714">
                <a:moveTo>
                  <a:pt x="9131" y="701965"/>
                </a:moveTo>
                <a:lnTo>
                  <a:pt x="6771" y="701965"/>
                </a:lnTo>
                <a:lnTo>
                  <a:pt x="9131" y="706485"/>
                </a:lnTo>
                <a:lnTo>
                  <a:pt x="9131" y="701965"/>
                </a:lnTo>
                <a:close/>
              </a:path>
              <a:path w="6922134" h="767714">
                <a:moveTo>
                  <a:pt x="6087" y="689265"/>
                </a:moveTo>
                <a:lnTo>
                  <a:pt x="4705" y="689265"/>
                </a:lnTo>
                <a:lnTo>
                  <a:pt x="6087" y="697802"/>
                </a:lnTo>
                <a:lnTo>
                  <a:pt x="6087" y="689265"/>
                </a:lnTo>
                <a:close/>
              </a:path>
              <a:path w="6922134" h="767714">
                <a:moveTo>
                  <a:pt x="21305" y="727365"/>
                </a:moveTo>
                <a:lnTo>
                  <a:pt x="20031" y="727365"/>
                </a:lnTo>
                <a:lnTo>
                  <a:pt x="21305" y="729807"/>
                </a:lnTo>
                <a:lnTo>
                  <a:pt x="21305" y="727365"/>
                </a:lnTo>
                <a:close/>
              </a:path>
              <a:path w="6922134" h="767714">
                <a:moveTo>
                  <a:pt x="6921229" y="115959"/>
                </a:moveTo>
                <a:lnTo>
                  <a:pt x="6921229" y="117765"/>
                </a:lnTo>
                <a:lnTo>
                  <a:pt x="6921591" y="117765"/>
                </a:lnTo>
                <a:lnTo>
                  <a:pt x="6921229" y="115959"/>
                </a:lnTo>
                <a:close/>
              </a:path>
              <a:path w="6922134" h="767714">
                <a:moveTo>
                  <a:pt x="6918185" y="100787"/>
                </a:moveTo>
                <a:lnTo>
                  <a:pt x="6918185" y="105065"/>
                </a:lnTo>
                <a:lnTo>
                  <a:pt x="6919043" y="105065"/>
                </a:lnTo>
                <a:lnTo>
                  <a:pt x="6918185" y="100787"/>
                </a:lnTo>
                <a:close/>
              </a:path>
              <a:path w="6922134" h="767714">
                <a:moveTo>
                  <a:pt x="6913619" y="79692"/>
                </a:moveTo>
                <a:lnTo>
                  <a:pt x="6913619" y="92365"/>
                </a:lnTo>
                <a:lnTo>
                  <a:pt x="6915142" y="92365"/>
                </a:lnTo>
                <a:lnTo>
                  <a:pt x="6915142" y="85622"/>
                </a:lnTo>
                <a:lnTo>
                  <a:pt x="6914095" y="80404"/>
                </a:lnTo>
                <a:lnTo>
                  <a:pt x="6913619" y="79692"/>
                </a:lnTo>
                <a:close/>
              </a:path>
              <a:path w="6922134" h="767714">
                <a:moveTo>
                  <a:pt x="6915142" y="85622"/>
                </a:moveTo>
                <a:lnTo>
                  <a:pt x="6915142" y="92365"/>
                </a:lnTo>
                <a:lnTo>
                  <a:pt x="6916495" y="92365"/>
                </a:lnTo>
                <a:lnTo>
                  <a:pt x="6915142" y="85622"/>
                </a:lnTo>
                <a:close/>
              </a:path>
              <a:path w="6922134" h="767714">
                <a:moveTo>
                  <a:pt x="6906011" y="68302"/>
                </a:moveTo>
                <a:lnTo>
                  <a:pt x="6906011" y="79665"/>
                </a:lnTo>
                <a:lnTo>
                  <a:pt x="6907532" y="79665"/>
                </a:lnTo>
                <a:lnTo>
                  <a:pt x="6907532" y="70580"/>
                </a:lnTo>
                <a:lnTo>
                  <a:pt x="6906011" y="68302"/>
                </a:lnTo>
                <a:close/>
              </a:path>
              <a:path w="6922134" h="767714">
                <a:moveTo>
                  <a:pt x="6907532" y="70580"/>
                </a:moveTo>
                <a:lnTo>
                  <a:pt x="6907532" y="79665"/>
                </a:lnTo>
                <a:lnTo>
                  <a:pt x="6913601" y="79665"/>
                </a:lnTo>
                <a:lnTo>
                  <a:pt x="6907532" y="70580"/>
                </a:lnTo>
                <a:close/>
              </a:path>
              <a:path w="6922134" h="767714">
                <a:moveTo>
                  <a:pt x="6898402" y="56913"/>
                </a:moveTo>
                <a:lnTo>
                  <a:pt x="6898402" y="66965"/>
                </a:lnTo>
                <a:lnTo>
                  <a:pt x="6899923" y="66965"/>
                </a:lnTo>
                <a:lnTo>
                  <a:pt x="6899923" y="59191"/>
                </a:lnTo>
                <a:lnTo>
                  <a:pt x="6898402" y="56913"/>
                </a:lnTo>
                <a:close/>
              </a:path>
              <a:path w="6922134" h="767714">
                <a:moveTo>
                  <a:pt x="6899923" y="59191"/>
                </a:moveTo>
                <a:lnTo>
                  <a:pt x="6899923" y="66965"/>
                </a:lnTo>
                <a:lnTo>
                  <a:pt x="6905117" y="66965"/>
                </a:lnTo>
                <a:lnTo>
                  <a:pt x="6899923" y="59191"/>
                </a:lnTo>
                <a:close/>
              </a:path>
              <a:path w="6922134" h="767714">
                <a:moveTo>
                  <a:pt x="6874052" y="30406"/>
                </a:moveTo>
                <a:lnTo>
                  <a:pt x="6874052" y="41565"/>
                </a:lnTo>
                <a:lnTo>
                  <a:pt x="6887749" y="41565"/>
                </a:lnTo>
                <a:lnTo>
                  <a:pt x="6887749" y="54265"/>
                </a:lnTo>
                <a:lnTo>
                  <a:pt x="6889271" y="54265"/>
                </a:lnTo>
                <a:lnTo>
                  <a:pt x="6889271" y="43245"/>
                </a:lnTo>
                <a:lnTo>
                  <a:pt x="6886227" y="38689"/>
                </a:lnTo>
                <a:lnTo>
                  <a:pt x="6874052" y="30406"/>
                </a:lnTo>
                <a:close/>
              </a:path>
              <a:path w="6922134" h="767714">
                <a:moveTo>
                  <a:pt x="6889271" y="43245"/>
                </a:moveTo>
                <a:lnTo>
                  <a:pt x="6889271" y="54265"/>
                </a:lnTo>
                <a:lnTo>
                  <a:pt x="6896633" y="54265"/>
                </a:lnTo>
                <a:lnTo>
                  <a:pt x="6889271" y="43245"/>
                </a:lnTo>
                <a:close/>
              </a:path>
              <a:path w="6922134" h="767714">
                <a:moveTo>
                  <a:pt x="6872531" y="29371"/>
                </a:moveTo>
                <a:lnTo>
                  <a:pt x="6872531" y="41565"/>
                </a:lnTo>
                <a:lnTo>
                  <a:pt x="6874052" y="41565"/>
                </a:lnTo>
                <a:lnTo>
                  <a:pt x="6874052" y="30406"/>
                </a:lnTo>
                <a:lnTo>
                  <a:pt x="6872531" y="29371"/>
                </a:lnTo>
                <a:close/>
              </a:path>
              <a:path w="6922134" h="767714">
                <a:moveTo>
                  <a:pt x="6823833" y="6180"/>
                </a:moveTo>
                <a:lnTo>
                  <a:pt x="6823833" y="16165"/>
                </a:lnTo>
                <a:lnTo>
                  <a:pt x="6852747" y="16165"/>
                </a:lnTo>
                <a:lnTo>
                  <a:pt x="6852747" y="28865"/>
                </a:lnTo>
                <a:lnTo>
                  <a:pt x="6855791" y="28865"/>
                </a:lnTo>
                <a:lnTo>
                  <a:pt x="6855791" y="17982"/>
                </a:lnTo>
                <a:lnTo>
                  <a:pt x="6844662" y="10410"/>
                </a:lnTo>
                <a:lnTo>
                  <a:pt x="6823833" y="6180"/>
                </a:lnTo>
                <a:close/>
              </a:path>
              <a:path w="6922134" h="767714">
                <a:moveTo>
                  <a:pt x="6855791" y="17982"/>
                </a:moveTo>
                <a:lnTo>
                  <a:pt x="6855791" y="28865"/>
                </a:lnTo>
                <a:lnTo>
                  <a:pt x="6871788" y="28865"/>
                </a:lnTo>
                <a:lnTo>
                  <a:pt x="6855791" y="17982"/>
                </a:lnTo>
                <a:close/>
              </a:path>
              <a:path w="6922134" h="767714">
                <a:moveTo>
                  <a:pt x="6817746" y="4944"/>
                </a:moveTo>
                <a:lnTo>
                  <a:pt x="6817746" y="16165"/>
                </a:lnTo>
                <a:lnTo>
                  <a:pt x="6823833" y="16165"/>
                </a:lnTo>
                <a:lnTo>
                  <a:pt x="6823833" y="6180"/>
                </a:lnTo>
                <a:lnTo>
                  <a:pt x="6817746" y="4944"/>
                </a:lnTo>
                <a:close/>
              </a:path>
            </a:pathLst>
          </a:custGeom>
          <a:solidFill>
            <a:srgbClr val="4F80BC"/>
          </a:solidFill>
        </p:spPr>
        <p:txBody>
          <a:bodyPr wrap="square" lIns="0" tIns="0" rIns="0" bIns="0" rtlCol="0"/>
          <a:lstStyle/>
          <a:p>
            <a:endParaRPr/>
          </a:p>
        </p:txBody>
      </p:sp>
      <p:sp>
        <p:nvSpPr>
          <p:cNvPr id="8" name="object 8"/>
          <p:cNvSpPr/>
          <p:nvPr/>
        </p:nvSpPr>
        <p:spPr>
          <a:xfrm>
            <a:off x="1655738" y="3102610"/>
            <a:ext cx="6962775" cy="830580"/>
          </a:xfrm>
          <a:custGeom>
            <a:avLst/>
            <a:gdLst/>
            <a:ahLst/>
            <a:cxnLst/>
            <a:rect l="l" t="t" r="r" b="b"/>
            <a:pathLst>
              <a:path w="6962775" h="830579">
                <a:moveTo>
                  <a:pt x="6811657" y="0"/>
                </a:moveTo>
                <a:lnTo>
                  <a:pt x="149137" y="0"/>
                </a:lnTo>
                <a:lnTo>
                  <a:pt x="133920" y="1270"/>
                </a:lnTo>
                <a:lnTo>
                  <a:pt x="118701" y="5080"/>
                </a:lnTo>
                <a:lnTo>
                  <a:pt x="105004" y="7620"/>
                </a:lnTo>
                <a:lnTo>
                  <a:pt x="65438" y="27940"/>
                </a:lnTo>
                <a:lnTo>
                  <a:pt x="33479" y="57150"/>
                </a:lnTo>
                <a:lnTo>
                  <a:pt x="6087" y="107950"/>
                </a:lnTo>
                <a:lnTo>
                  <a:pt x="0" y="137160"/>
                </a:lnTo>
                <a:lnTo>
                  <a:pt x="0" y="680720"/>
                </a:lnTo>
                <a:lnTo>
                  <a:pt x="7608" y="726440"/>
                </a:lnTo>
                <a:lnTo>
                  <a:pt x="25871" y="765810"/>
                </a:lnTo>
                <a:lnTo>
                  <a:pt x="54785" y="797560"/>
                </a:lnTo>
                <a:lnTo>
                  <a:pt x="106527" y="825500"/>
                </a:lnTo>
                <a:lnTo>
                  <a:pt x="150660" y="830580"/>
                </a:lnTo>
                <a:lnTo>
                  <a:pt x="6813179" y="830580"/>
                </a:lnTo>
                <a:lnTo>
                  <a:pt x="6842094" y="828040"/>
                </a:lnTo>
                <a:lnTo>
                  <a:pt x="6857162" y="824230"/>
                </a:lnTo>
                <a:lnTo>
                  <a:pt x="124788" y="824230"/>
                </a:lnTo>
                <a:lnTo>
                  <a:pt x="124788" y="811530"/>
                </a:lnTo>
                <a:lnTo>
                  <a:pt x="91308" y="811530"/>
                </a:lnTo>
                <a:lnTo>
                  <a:pt x="91308" y="798830"/>
                </a:lnTo>
                <a:lnTo>
                  <a:pt x="73047" y="798830"/>
                </a:lnTo>
                <a:lnTo>
                  <a:pt x="73047" y="786130"/>
                </a:lnTo>
                <a:lnTo>
                  <a:pt x="57828" y="786130"/>
                </a:lnTo>
                <a:lnTo>
                  <a:pt x="57828" y="773430"/>
                </a:lnTo>
                <a:lnTo>
                  <a:pt x="47176" y="773430"/>
                </a:lnTo>
                <a:lnTo>
                  <a:pt x="47176" y="760730"/>
                </a:lnTo>
                <a:lnTo>
                  <a:pt x="38045" y="760730"/>
                </a:lnTo>
                <a:lnTo>
                  <a:pt x="38045" y="748030"/>
                </a:lnTo>
                <a:lnTo>
                  <a:pt x="31957" y="748030"/>
                </a:lnTo>
                <a:lnTo>
                  <a:pt x="31957" y="735330"/>
                </a:lnTo>
                <a:lnTo>
                  <a:pt x="27392" y="735330"/>
                </a:lnTo>
                <a:lnTo>
                  <a:pt x="27392" y="722630"/>
                </a:lnTo>
                <a:lnTo>
                  <a:pt x="24348" y="722630"/>
                </a:lnTo>
                <a:lnTo>
                  <a:pt x="24348" y="709930"/>
                </a:lnTo>
                <a:lnTo>
                  <a:pt x="21305" y="709930"/>
                </a:lnTo>
                <a:lnTo>
                  <a:pt x="21305" y="684530"/>
                </a:lnTo>
                <a:lnTo>
                  <a:pt x="19783" y="684530"/>
                </a:lnTo>
                <a:lnTo>
                  <a:pt x="19783" y="163830"/>
                </a:lnTo>
                <a:lnTo>
                  <a:pt x="21305" y="163830"/>
                </a:lnTo>
                <a:lnTo>
                  <a:pt x="21305" y="138430"/>
                </a:lnTo>
                <a:lnTo>
                  <a:pt x="22827" y="138430"/>
                </a:lnTo>
                <a:lnTo>
                  <a:pt x="22827" y="125730"/>
                </a:lnTo>
                <a:lnTo>
                  <a:pt x="25870" y="125730"/>
                </a:lnTo>
                <a:lnTo>
                  <a:pt x="25870" y="113030"/>
                </a:lnTo>
                <a:lnTo>
                  <a:pt x="30436" y="113030"/>
                </a:lnTo>
                <a:lnTo>
                  <a:pt x="30436" y="100330"/>
                </a:lnTo>
                <a:lnTo>
                  <a:pt x="38045" y="100330"/>
                </a:lnTo>
                <a:lnTo>
                  <a:pt x="38045" y="87630"/>
                </a:lnTo>
                <a:lnTo>
                  <a:pt x="45654" y="87630"/>
                </a:lnTo>
                <a:lnTo>
                  <a:pt x="45654" y="74930"/>
                </a:lnTo>
                <a:lnTo>
                  <a:pt x="56307" y="74930"/>
                </a:lnTo>
                <a:lnTo>
                  <a:pt x="56307" y="62230"/>
                </a:lnTo>
                <a:lnTo>
                  <a:pt x="71524" y="62230"/>
                </a:lnTo>
                <a:lnTo>
                  <a:pt x="71524" y="49530"/>
                </a:lnTo>
                <a:lnTo>
                  <a:pt x="89787" y="49530"/>
                </a:lnTo>
                <a:lnTo>
                  <a:pt x="89787" y="36830"/>
                </a:lnTo>
                <a:lnTo>
                  <a:pt x="121745" y="36830"/>
                </a:lnTo>
                <a:lnTo>
                  <a:pt x="121745" y="24130"/>
                </a:lnTo>
                <a:lnTo>
                  <a:pt x="6891153" y="24130"/>
                </a:lnTo>
                <a:lnTo>
                  <a:pt x="6883182" y="19050"/>
                </a:lnTo>
                <a:lnTo>
                  <a:pt x="6869487" y="12700"/>
                </a:lnTo>
                <a:lnTo>
                  <a:pt x="6855790" y="7620"/>
                </a:lnTo>
                <a:lnTo>
                  <a:pt x="6840573" y="3810"/>
                </a:lnTo>
                <a:lnTo>
                  <a:pt x="6825354" y="1270"/>
                </a:lnTo>
                <a:lnTo>
                  <a:pt x="6811657" y="0"/>
                </a:lnTo>
                <a:close/>
              </a:path>
              <a:path w="6962775" h="830579">
                <a:moveTo>
                  <a:pt x="133919" y="811530"/>
                </a:moveTo>
                <a:lnTo>
                  <a:pt x="124788" y="811530"/>
                </a:lnTo>
                <a:lnTo>
                  <a:pt x="124788" y="824230"/>
                </a:lnTo>
                <a:lnTo>
                  <a:pt x="133919" y="824230"/>
                </a:lnTo>
                <a:lnTo>
                  <a:pt x="133919" y="811530"/>
                </a:lnTo>
                <a:close/>
              </a:path>
              <a:path w="6962775" h="830579">
                <a:moveTo>
                  <a:pt x="6839050" y="811530"/>
                </a:moveTo>
                <a:lnTo>
                  <a:pt x="6829920" y="811530"/>
                </a:lnTo>
                <a:lnTo>
                  <a:pt x="6829920" y="824230"/>
                </a:lnTo>
                <a:lnTo>
                  <a:pt x="6839050" y="824230"/>
                </a:lnTo>
                <a:lnTo>
                  <a:pt x="6839050" y="811530"/>
                </a:lnTo>
                <a:close/>
              </a:path>
              <a:path w="6962775" h="830579">
                <a:moveTo>
                  <a:pt x="6891153" y="24130"/>
                </a:moveTo>
                <a:lnTo>
                  <a:pt x="6842094" y="24130"/>
                </a:lnTo>
                <a:lnTo>
                  <a:pt x="6842094" y="36830"/>
                </a:lnTo>
                <a:lnTo>
                  <a:pt x="6874052" y="36830"/>
                </a:lnTo>
                <a:lnTo>
                  <a:pt x="6874052" y="49530"/>
                </a:lnTo>
                <a:lnTo>
                  <a:pt x="6892314" y="49530"/>
                </a:lnTo>
                <a:lnTo>
                  <a:pt x="6892314" y="62230"/>
                </a:lnTo>
                <a:lnTo>
                  <a:pt x="6907532" y="62230"/>
                </a:lnTo>
                <a:lnTo>
                  <a:pt x="6907532" y="74930"/>
                </a:lnTo>
                <a:lnTo>
                  <a:pt x="6918185" y="74930"/>
                </a:lnTo>
                <a:lnTo>
                  <a:pt x="6918185" y="87630"/>
                </a:lnTo>
                <a:lnTo>
                  <a:pt x="6925793" y="87630"/>
                </a:lnTo>
                <a:lnTo>
                  <a:pt x="6925793" y="100330"/>
                </a:lnTo>
                <a:lnTo>
                  <a:pt x="6933403" y="100330"/>
                </a:lnTo>
                <a:lnTo>
                  <a:pt x="6933403" y="113030"/>
                </a:lnTo>
                <a:lnTo>
                  <a:pt x="6937969" y="113030"/>
                </a:lnTo>
                <a:lnTo>
                  <a:pt x="6937969" y="125730"/>
                </a:lnTo>
                <a:lnTo>
                  <a:pt x="6941012" y="125730"/>
                </a:lnTo>
                <a:lnTo>
                  <a:pt x="6941012" y="138430"/>
                </a:lnTo>
                <a:lnTo>
                  <a:pt x="6942533" y="138430"/>
                </a:lnTo>
                <a:lnTo>
                  <a:pt x="6942533" y="709930"/>
                </a:lnTo>
                <a:lnTo>
                  <a:pt x="6939490" y="709930"/>
                </a:lnTo>
                <a:lnTo>
                  <a:pt x="6939490" y="722630"/>
                </a:lnTo>
                <a:lnTo>
                  <a:pt x="6936446" y="722630"/>
                </a:lnTo>
                <a:lnTo>
                  <a:pt x="6936446" y="735330"/>
                </a:lnTo>
                <a:lnTo>
                  <a:pt x="6931880" y="735330"/>
                </a:lnTo>
                <a:lnTo>
                  <a:pt x="6931880" y="748030"/>
                </a:lnTo>
                <a:lnTo>
                  <a:pt x="6925793" y="748030"/>
                </a:lnTo>
                <a:lnTo>
                  <a:pt x="6925793" y="760730"/>
                </a:lnTo>
                <a:lnTo>
                  <a:pt x="6916663" y="760730"/>
                </a:lnTo>
                <a:lnTo>
                  <a:pt x="6916663" y="773430"/>
                </a:lnTo>
                <a:lnTo>
                  <a:pt x="6907532" y="773430"/>
                </a:lnTo>
                <a:lnTo>
                  <a:pt x="6907532" y="786130"/>
                </a:lnTo>
                <a:lnTo>
                  <a:pt x="6890792" y="786130"/>
                </a:lnTo>
                <a:lnTo>
                  <a:pt x="6890792" y="798830"/>
                </a:lnTo>
                <a:lnTo>
                  <a:pt x="6872530" y="798830"/>
                </a:lnTo>
                <a:lnTo>
                  <a:pt x="6872530" y="811530"/>
                </a:lnTo>
                <a:lnTo>
                  <a:pt x="6839050" y="811530"/>
                </a:lnTo>
                <a:lnTo>
                  <a:pt x="6839050" y="824230"/>
                </a:lnTo>
                <a:lnTo>
                  <a:pt x="6857162" y="824230"/>
                </a:lnTo>
                <a:lnTo>
                  <a:pt x="6871008" y="819150"/>
                </a:lnTo>
                <a:lnTo>
                  <a:pt x="6884705" y="812800"/>
                </a:lnTo>
                <a:lnTo>
                  <a:pt x="6887869" y="811530"/>
                </a:lnTo>
                <a:lnTo>
                  <a:pt x="6896879" y="805180"/>
                </a:lnTo>
                <a:lnTo>
                  <a:pt x="6905098" y="798830"/>
                </a:lnTo>
                <a:lnTo>
                  <a:pt x="6907532" y="796290"/>
                </a:lnTo>
                <a:lnTo>
                  <a:pt x="6918122" y="786130"/>
                </a:lnTo>
                <a:lnTo>
                  <a:pt x="6928838" y="774700"/>
                </a:lnTo>
                <a:lnTo>
                  <a:pt x="6930238" y="773430"/>
                </a:lnTo>
                <a:lnTo>
                  <a:pt x="6936446" y="764540"/>
                </a:lnTo>
                <a:lnTo>
                  <a:pt x="6938659" y="760730"/>
                </a:lnTo>
                <a:lnTo>
                  <a:pt x="6944056" y="750570"/>
                </a:lnTo>
                <a:lnTo>
                  <a:pt x="6945537" y="748030"/>
                </a:lnTo>
                <a:lnTo>
                  <a:pt x="6950143" y="737870"/>
                </a:lnTo>
                <a:lnTo>
                  <a:pt x="6951682" y="735330"/>
                </a:lnTo>
                <a:lnTo>
                  <a:pt x="6956230" y="723900"/>
                </a:lnTo>
                <a:lnTo>
                  <a:pt x="6956719" y="722630"/>
                </a:lnTo>
                <a:lnTo>
                  <a:pt x="6959255" y="709930"/>
                </a:lnTo>
                <a:lnTo>
                  <a:pt x="6962317" y="693420"/>
                </a:lnTo>
                <a:lnTo>
                  <a:pt x="6962317" y="151130"/>
                </a:lnTo>
                <a:lnTo>
                  <a:pt x="6960858" y="137160"/>
                </a:lnTo>
                <a:lnTo>
                  <a:pt x="6959717" y="125730"/>
                </a:lnTo>
                <a:lnTo>
                  <a:pt x="6959274" y="120650"/>
                </a:lnTo>
                <a:lnTo>
                  <a:pt x="6956800" y="113030"/>
                </a:lnTo>
                <a:lnTo>
                  <a:pt x="6954709" y="105410"/>
                </a:lnTo>
                <a:lnTo>
                  <a:pt x="6952806" y="100330"/>
                </a:lnTo>
                <a:lnTo>
                  <a:pt x="6950143" y="91440"/>
                </a:lnTo>
                <a:lnTo>
                  <a:pt x="6947800" y="87630"/>
                </a:lnTo>
                <a:lnTo>
                  <a:pt x="6944056" y="80010"/>
                </a:lnTo>
                <a:lnTo>
                  <a:pt x="6936446" y="67310"/>
                </a:lnTo>
                <a:lnTo>
                  <a:pt x="6932180" y="62230"/>
                </a:lnTo>
                <a:lnTo>
                  <a:pt x="6927316" y="54610"/>
                </a:lnTo>
                <a:lnTo>
                  <a:pt x="6922010" y="49530"/>
                </a:lnTo>
                <a:lnTo>
                  <a:pt x="6918185" y="44450"/>
                </a:lnTo>
                <a:lnTo>
                  <a:pt x="6907234" y="36830"/>
                </a:lnTo>
                <a:lnTo>
                  <a:pt x="6906011" y="35560"/>
                </a:lnTo>
                <a:lnTo>
                  <a:pt x="6895358" y="26670"/>
                </a:lnTo>
                <a:lnTo>
                  <a:pt x="6891153" y="24130"/>
                </a:lnTo>
                <a:close/>
              </a:path>
              <a:path w="6962775" h="830579">
                <a:moveTo>
                  <a:pt x="94352" y="798830"/>
                </a:moveTo>
                <a:lnTo>
                  <a:pt x="91308" y="798830"/>
                </a:lnTo>
                <a:lnTo>
                  <a:pt x="91308" y="811530"/>
                </a:lnTo>
                <a:lnTo>
                  <a:pt x="94352" y="811530"/>
                </a:lnTo>
                <a:lnTo>
                  <a:pt x="94352" y="798830"/>
                </a:lnTo>
                <a:close/>
              </a:path>
              <a:path w="6962775" h="830579">
                <a:moveTo>
                  <a:pt x="6872530" y="798830"/>
                </a:moveTo>
                <a:lnTo>
                  <a:pt x="6869487" y="798830"/>
                </a:lnTo>
                <a:lnTo>
                  <a:pt x="6869487" y="811530"/>
                </a:lnTo>
                <a:lnTo>
                  <a:pt x="6872530" y="811530"/>
                </a:lnTo>
                <a:lnTo>
                  <a:pt x="6872530" y="798830"/>
                </a:lnTo>
                <a:close/>
              </a:path>
              <a:path w="6962775" h="830579">
                <a:moveTo>
                  <a:pt x="74568" y="786130"/>
                </a:moveTo>
                <a:lnTo>
                  <a:pt x="73047" y="786130"/>
                </a:lnTo>
                <a:lnTo>
                  <a:pt x="73047" y="798830"/>
                </a:lnTo>
                <a:lnTo>
                  <a:pt x="74568" y="798830"/>
                </a:lnTo>
                <a:lnTo>
                  <a:pt x="74568" y="786130"/>
                </a:lnTo>
                <a:close/>
              </a:path>
              <a:path w="6962775" h="830579">
                <a:moveTo>
                  <a:pt x="6890792" y="786130"/>
                </a:moveTo>
                <a:lnTo>
                  <a:pt x="6889271" y="786130"/>
                </a:lnTo>
                <a:lnTo>
                  <a:pt x="6889271" y="798830"/>
                </a:lnTo>
                <a:lnTo>
                  <a:pt x="6890792" y="798830"/>
                </a:lnTo>
                <a:lnTo>
                  <a:pt x="6890792" y="786130"/>
                </a:lnTo>
                <a:close/>
              </a:path>
              <a:path w="6962775" h="830579">
                <a:moveTo>
                  <a:pt x="6907532" y="773430"/>
                </a:moveTo>
                <a:lnTo>
                  <a:pt x="6906011" y="773430"/>
                </a:lnTo>
                <a:lnTo>
                  <a:pt x="6906011" y="786130"/>
                </a:lnTo>
                <a:lnTo>
                  <a:pt x="6907532" y="786130"/>
                </a:lnTo>
                <a:lnTo>
                  <a:pt x="6907532" y="773430"/>
                </a:lnTo>
                <a:close/>
              </a:path>
              <a:path w="6962775" h="830579">
                <a:moveTo>
                  <a:pt x="48698" y="760730"/>
                </a:moveTo>
                <a:lnTo>
                  <a:pt x="47176" y="760730"/>
                </a:lnTo>
                <a:lnTo>
                  <a:pt x="47176" y="773430"/>
                </a:lnTo>
                <a:lnTo>
                  <a:pt x="48698" y="773430"/>
                </a:lnTo>
                <a:lnTo>
                  <a:pt x="48698" y="760730"/>
                </a:lnTo>
                <a:close/>
              </a:path>
              <a:path w="6962775" h="830579">
                <a:moveTo>
                  <a:pt x="39567" y="748030"/>
                </a:moveTo>
                <a:lnTo>
                  <a:pt x="38045" y="748030"/>
                </a:lnTo>
                <a:lnTo>
                  <a:pt x="38045" y="760730"/>
                </a:lnTo>
                <a:lnTo>
                  <a:pt x="39567" y="760730"/>
                </a:lnTo>
                <a:lnTo>
                  <a:pt x="39567" y="748030"/>
                </a:lnTo>
                <a:close/>
              </a:path>
              <a:path w="6962775" h="830579">
                <a:moveTo>
                  <a:pt x="6925793" y="748030"/>
                </a:moveTo>
                <a:lnTo>
                  <a:pt x="6924272" y="748030"/>
                </a:lnTo>
                <a:lnTo>
                  <a:pt x="6924272" y="760730"/>
                </a:lnTo>
                <a:lnTo>
                  <a:pt x="6925793" y="760730"/>
                </a:lnTo>
                <a:lnTo>
                  <a:pt x="6925793" y="748030"/>
                </a:lnTo>
                <a:close/>
              </a:path>
              <a:path w="6962775" h="830579">
                <a:moveTo>
                  <a:pt x="24348" y="125730"/>
                </a:moveTo>
                <a:lnTo>
                  <a:pt x="22827" y="125730"/>
                </a:lnTo>
                <a:lnTo>
                  <a:pt x="22827" y="138430"/>
                </a:lnTo>
                <a:lnTo>
                  <a:pt x="24348" y="138430"/>
                </a:lnTo>
                <a:lnTo>
                  <a:pt x="24348" y="125730"/>
                </a:lnTo>
                <a:close/>
              </a:path>
              <a:path w="6962775" h="830579">
                <a:moveTo>
                  <a:pt x="6941012" y="125730"/>
                </a:moveTo>
                <a:lnTo>
                  <a:pt x="6939490" y="125730"/>
                </a:lnTo>
                <a:lnTo>
                  <a:pt x="6939490" y="138430"/>
                </a:lnTo>
                <a:lnTo>
                  <a:pt x="6941012" y="138430"/>
                </a:lnTo>
                <a:lnTo>
                  <a:pt x="6941012" y="125730"/>
                </a:lnTo>
                <a:close/>
              </a:path>
              <a:path w="6962775" h="830579">
                <a:moveTo>
                  <a:pt x="27392" y="113030"/>
                </a:moveTo>
                <a:lnTo>
                  <a:pt x="25870" y="113030"/>
                </a:lnTo>
                <a:lnTo>
                  <a:pt x="25870" y="125730"/>
                </a:lnTo>
                <a:lnTo>
                  <a:pt x="27392" y="125730"/>
                </a:lnTo>
                <a:lnTo>
                  <a:pt x="27392" y="113030"/>
                </a:lnTo>
                <a:close/>
              </a:path>
              <a:path w="6962775" h="830579">
                <a:moveTo>
                  <a:pt x="6937969" y="113030"/>
                </a:moveTo>
                <a:lnTo>
                  <a:pt x="6936446" y="113030"/>
                </a:lnTo>
                <a:lnTo>
                  <a:pt x="6936446" y="125730"/>
                </a:lnTo>
                <a:lnTo>
                  <a:pt x="6937969" y="125730"/>
                </a:lnTo>
                <a:lnTo>
                  <a:pt x="6937969" y="113030"/>
                </a:lnTo>
                <a:close/>
              </a:path>
              <a:path w="6962775" h="830579">
                <a:moveTo>
                  <a:pt x="31957" y="100330"/>
                </a:moveTo>
                <a:lnTo>
                  <a:pt x="30436" y="100330"/>
                </a:lnTo>
                <a:lnTo>
                  <a:pt x="30436" y="113030"/>
                </a:lnTo>
                <a:lnTo>
                  <a:pt x="31957" y="113030"/>
                </a:lnTo>
                <a:lnTo>
                  <a:pt x="31957" y="100330"/>
                </a:lnTo>
                <a:close/>
              </a:path>
              <a:path w="6962775" h="830579">
                <a:moveTo>
                  <a:pt x="6933403" y="100330"/>
                </a:moveTo>
                <a:lnTo>
                  <a:pt x="6931880" y="100330"/>
                </a:lnTo>
                <a:lnTo>
                  <a:pt x="6931880" y="113030"/>
                </a:lnTo>
                <a:lnTo>
                  <a:pt x="6933403" y="113030"/>
                </a:lnTo>
                <a:lnTo>
                  <a:pt x="6933403" y="100330"/>
                </a:lnTo>
                <a:close/>
              </a:path>
              <a:path w="6962775" h="830579">
                <a:moveTo>
                  <a:pt x="39567" y="87630"/>
                </a:moveTo>
                <a:lnTo>
                  <a:pt x="38045" y="87630"/>
                </a:lnTo>
                <a:lnTo>
                  <a:pt x="38045" y="100330"/>
                </a:lnTo>
                <a:lnTo>
                  <a:pt x="39567" y="100330"/>
                </a:lnTo>
                <a:lnTo>
                  <a:pt x="39567" y="87630"/>
                </a:lnTo>
                <a:close/>
              </a:path>
              <a:path w="6962775" h="830579">
                <a:moveTo>
                  <a:pt x="6925793" y="87630"/>
                </a:moveTo>
                <a:lnTo>
                  <a:pt x="6924272" y="87630"/>
                </a:lnTo>
                <a:lnTo>
                  <a:pt x="6924272" y="100330"/>
                </a:lnTo>
                <a:lnTo>
                  <a:pt x="6925793" y="100330"/>
                </a:lnTo>
                <a:lnTo>
                  <a:pt x="6925793" y="87630"/>
                </a:lnTo>
                <a:close/>
              </a:path>
              <a:path w="6962775" h="830579">
                <a:moveTo>
                  <a:pt x="47176" y="74930"/>
                </a:moveTo>
                <a:lnTo>
                  <a:pt x="45654" y="74930"/>
                </a:lnTo>
                <a:lnTo>
                  <a:pt x="45654" y="87630"/>
                </a:lnTo>
                <a:lnTo>
                  <a:pt x="47176" y="87630"/>
                </a:lnTo>
                <a:lnTo>
                  <a:pt x="47176" y="74930"/>
                </a:lnTo>
                <a:close/>
              </a:path>
              <a:path w="6962775" h="830579">
                <a:moveTo>
                  <a:pt x="6918185" y="74930"/>
                </a:moveTo>
                <a:lnTo>
                  <a:pt x="6916663" y="74930"/>
                </a:lnTo>
                <a:lnTo>
                  <a:pt x="6916663" y="87630"/>
                </a:lnTo>
                <a:lnTo>
                  <a:pt x="6918185" y="87630"/>
                </a:lnTo>
                <a:lnTo>
                  <a:pt x="6918185" y="74930"/>
                </a:lnTo>
                <a:close/>
              </a:path>
              <a:path w="6962775" h="830579">
                <a:moveTo>
                  <a:pt x="57828" y="62230"/>
                </a:moveTo>
                <a:lnTo>
                  <a:pt x="56307" y="62230"/>
                </a:lnTo>
                <a:lnTo>
                  <a:pt x="56307" y="74930"/>
                </a:lnTo>
                <a:lnTo>
                  <a:pt x="57828" y="74930"/>
                </a:lnTo>
                <a:lnTo>
                  <a:pt x="57828" y="62230"/>
                </a:lnTo>
                <a:close/>
              </a:path>
              <a:path w="6962775" h="830579">
                <a:moveTo>
                  <a:pt x="6907532" y="62230"/>
                </a:moveTo>
                <a:lnTo>
                  <a:pt x="6906011" y="62230"/>
                </a:lnTo>
                <a:lnTo>
                  <a:pt x="6906011" y="74930"/>
                </a:lnTo>
                <a:lnTo>
                  <a:pt x="6907532" y="74930"/>
                </a:lnTo>
                <a:lnTo>
                  <a:pt x="6907532" y="62230"/>
                </a:lnTo>
                <a:close/>
              </a:path>
              <a:path w="6962775" h="830579">
                <a:moveTo>
                  <a:pt x="73047" y="49530"/>
                </a:moveTo>
                <a:lnTo>
                  <a:pt x="71524" y="49530"/>
                </a:lnTo>
                <a:lnTo>
                  <a:pt x="71524" y="62230"/>
                </a:lnTo>
                <a:lnTo>
                  <a:pt x="73047" y="62230"/>
                </a:lnTo>
                <a:lnTo>
                  <a:pt x="73047" y="49530"/>
                </a:lnTo>
                <a:close/>
              </a:path>
              <a:path w="6962775" h="830579">
                <a:moveTo>
                  <a:pt x="6892314" y="49530"/>
                </a:moveTo>
                <a:lnTo>
                  <a:pt x="6890792" y="49530"/>
                </a:lnTo>
                <a:lnTo>
                  <a:pt x="6890792" y="62230"/>
                </a:lnTo>
                <a:lnTo>
                  <a:pt x="6892314" y="62230"/>
                </a:lnTo>
                <a:lnTo>
                  <a:pt x="6892314" y="49530"/>
                </a:lnTo>
                <a:close/>
              </a:path>
              <a:path w="6962775" h="830579">
                <a:moveTo>
                  <a:pt x="92830" y="36830"/>
                </a:moveTo>
                <a:lnTo>
                  <a:pt x="89787" y="36830"/>
                </a:lnTo>
                <a:lnTo>
                  <a:pt x="89787" y="49530"/>
                </a:lnTo>
                <a:lnTo>
                  <a:pt x="92830" y="49530"/>
                </a:lnTo>
                <a:lnTo>
                  <a:pt x="92830" y="36830"/>
                </a:lnTo>
                <a:close/>
              </a:path>
              <a:path w="6962775" h="830579">
                <a:moveTo>
                  <a:pt x="6874052" y="36830"/>
                </a:moveTo>
                <a:lnTo>
                  <a:pt x="6871008" y="36830"/>
                </a:lnTo>
                <a:lnTo>
                  <a:pt x="6871008" y="49530"/>
                </a:lnTo>
                <a:lnTo>
                  <a:pt x="6874052" y="49530"/>
                </a:lnTo>
                <a:lnTo>
                  <a:pt x="6874052" y="36830"/>
                </a:lnTo>
                <a:close/>
              </a:path>
              <a:path w="6962775" h="830579">
                <a:moveTo>
                  <a:pt x="127832" y="24130"/>
                </a:moveTo>
                <a:lnTo>
                  <a:pt x="121745" y="24130"/>
                </a:lnTo>
                <a:lnTo>
                  <a:pt x="121745" y="36830"/>
                </a:lnTo>
                <a:lnTo>
                  <a:pt x="127832" y="36830"/>
                </a:lnTo>
                <a:lnTo>
                  <a:pt x="127832" y="24130"/>
                </a:lnTo>
                <a:close/>
              </a:path>
              <a:path w="6962775" h="830579">
                <a:moveTo>
                  <a:pt x="6842094" y="24130"/>
                </a:moveTo>
                <a:lnTo>
                  <a:pt x="6836007" y="24130"/>
                </a:lnTo>
                <a:lnTo>
                  <a:pt x="6836007" y="36830"/>
                </a:lnTo>
                <a:lnTo>
                  <a:pt x="6842094" y="36830"/>
                </a:lnTo>
                <a:lnTo>
                  <a:pt x="6842094" y="24130"/>
                </a:lnTo>
                <a:close/>
              </a:path>
            </a:pathLst>
          </a:custGeom>
          <a:solidFill>
            <a:srgbClr val="FFFFFF"/>
          </a:solidFill>
        </p:spPr>
        <p:txBody>
          <a:bodyPr wrap="square" lIns="0" tIns="0" rIns="0" bIns="0" rtlCol="0"/>
          <a:lstStyle/>
          <a:p>
            <a:endParaRPr/>
          </a:p>
        </p:txBody>
      </p:sp>
      <p:sp>
        <p:nvSpPr>
          <p:cNvPr id="9" name="object 9"/>
          <p:cNvSpPr/>
          <p:nvPr/>
        </p:nvSpPr>
        <p:spPr>
          <a:xfrm>
            <a:off x="1673999" y="3122047"/>
            <a:ext cx="6924675" cy="791845"/>
          </a:xfrm>
          <a:custGeom>
            <a:avLst/>
            <a:gdLst/>
            <a:ahLst/>
            <a:cxnLst/>
            <a:rect l="l" t="t" r="r" b="b"/>
            <a:pathLst>
              <a:path w="6924675" h="791845">
                <a:moveTo>
                  <a:pt x="6793396" y="0"/>
                </a:moveTo>
                <a:lnTo>
                  <a:pt x="132398" y="0"/>
                </a:lnTo>
                <a:lnTo>
                  <a:pt x="90578" y="6757"/>
                </a:lnTo>
                <a:lnTo>
                  <a:pt x="54237" y="25517"/>
                </a:lnTo>
                <a:lnTo>
                  <a:pt x="25566" y="54010"/>
                </a:lnTo>
                <a:lnTo>
                  <a:pt x="6756" y="89969"/>
                </a:lnTo>
                <a:lnTo>
                  <a:pt x="0" y="131124"/>
                </a:lnTo>
                <a:lnTo>
                  <a:pt x="0" y="660196"/>
                </a:lnTo>
                <a:lnTo>
                  <a:pt x="6756" y="701937"/>
                </a:lnTo>
                <a:lnTo>
                  <a:pt x="25566" y="737969"/>
                </a:lnTo>
                <a:lnTo>
                  <a:pt x="54237" y="766243"/>
                </a:lnTo>
                <a:lnTo>
                  <a:pt x="90578" y="784710"/>
                </a:lnTo>
                <a:lnTo>
                  <a:pt x="132398" y="791321"/>
                </a:lnTo>
                <a:lnTo>
                  <a:pt x="6793396" y="791321"/>
                </a:lnTo>
                <a:lnTo>
                  <a:pt x="6844662" y="781125"/>
                </a:lnTo>
                <a:lnTo>
                  <a:pt x="6886227" y="753204"/>
                </a:lnTo>
                <a:lnTo>
                  <a:pt x="6914095" y="711560"/>
                </a:lnTo>
                <a:lnTo>
                  <a:pt x="6924272" y="660196"/>
                </a:lnTo>
                <a:lnTo>
                  <a:pt x="6924272" y="131124"/>
                </a:lnTo>
                <a:lnTo>
                  <a:pt x="6914095" y="80404"/>
                </a:lnTo>
                <a:lnTo>
                  <a:pt x="6886227" y="38689"/>
                </a:lnTo>
                <a:lnTo>
                  <a:pt x="6844662" y="10410"/>
                </a:lnTo>
                <a:lnTo>
                  <a:pt x="6793396" y="0"/>
                </a:lnTo>
                <a:close/>
              </a:path>
            </a:pathLst>
          </a:custGeom>
          <a:solidFill>
            <a:srgbClr val="4F80BC"/>
          </a:solidFill>
        </p:spPr>
        <p:txBody>
          <a:bodyPr wrap="square" lIns="0" tIns="0" rIns="0" bIns="0" rtlCol="0"/>
          <a:lstStyle/>
          <a:p>
            <a:endParaRPr/>
          </a:p>
        </p:txBody>
      </p:sp>
      <p:sp>
        <p:nvSpPr>
          <p:cNvPr id="10" name="object 10"/>
          <p:cNvSpPr/>
          <p:nvPr/>
        </p:nvSpPr>
        <p:spPr>
          <a:xfrm>
            <a:off x="1655738" y="3102225"/>
            <a:ext cx="6962775" cy="831215"/>
          </a:xfrm>
          <a:custGeom>
            <a:avLst/>
            <a:gdLst/>
            <a:ahLst/>
            <a:cxnLst/>
            <a:rect l="l" t="t" r="r" b="b"/>
            <a:pathLst>
              <a:path w="6962775" h="831214">
                <a:moveTo>
                  <a:pt x="6811657" y="0"/>
                </a:moveTo>
                <a:lnTo>
                  <a:pt x="149137" y="0"/>
                </a:lnTo>
                <a:lnTo>
                  <a:pt x="133920" y="1525"/>
                </a:lnTo>
                <a:lnTo>
                  <a:pt x="77612" y="19822"/>
                </a:lnTo>
                <a:lnTo>
                  <a:pt x="44132" y="45741"/>
                </a:lnTo>
                <a:lnTo>
                  <a:pt x="18261" y="80810"/>
                </a:lnTo>
                <a:lnTo>
                  <a:pt x="3042" y="121977"/>
                </a:lnTo>
                <a:lnTo>
                  <a:pt x="0" y="137224"/>
                </a:lnTo>
                <a:lnTo>
                  <a:pt x="0" y="680018"/>
                </a:lnTo>
                <a:lnTo>
                  <a:pt x="7608" y="725760"/>
                </a:lnTo>
                <a:lnTo>
                  <a:pt x="25871" y="765402"/>
                </a:lnTo>
                <a:lnTo>
                  <a:pt x="54785" y="797421"/>
                </a:lnTo>
                <a:lnTo>
                  <a:pt x="106527" y="824866"/>
                </a:lnTo>
                <a:lnTo>
                  <a:pt x="136963" y="829440"/>
                </a:lnTo>
                <a:lnTo>
                  <a:pt x="150660" y="830964"/>
                </a:lnTo>
                <a:lnTo>
                  <a:pt x="6813179" y="830964"/>
                </a:lnTo>
                <a:lnTo>
                  <a:pt x="6828397" y="829440"/>
                </a:lnTo>
                <a:lnTo>
                  <a:pt x="6871008" y="818767"/>
                </a:lnTo>
                <a:lnTo>
                  <a:pt x="6907532" y="795897"/>
                </a:lnTo>
                <a:lnTo>
                  <a:pt x="6910577" y="792847"/>
                </a:lnTo>
                <a:lnTo>
                  <a:pt x="150660" y="792847"/>
                </a:lnTo>
                <a:lnTo>
                  <a:pt x="126310" y="789797"/>
                </a:lnTo>
                <a:lnTo>
                  <a:pt x="77612" y="766927"/>
                </a:lnTo>
                <a:lnTo>
                  <a:pt x="63916" y="750155"/>
                </a:lnTo>
                <a:lnTo>
                  <a:pt x="56306" y="742532"/>
                </a:lnTo>
                <a:lnTo>
                  <a:pt x="51741" y="731859"/>
                </a:lnTo>
                <a:lnTo>
                  <a:pt x="47176" y="722711"/>
                </a:lnTo>
                <a:lnTo>
                  <a:pt x="42611" y="712038"/>
                </a:lnTo>
                <a:lnTo>
                  <a:pt x="39566" y="701365"/>
                </a:lnTo>
                <a:lnTo>
                  <a:pt x="38045" y="690692"/>
                </a:lnTo>
                <a:lnTo>
                  <a:pt x="38045" y="138748"/>
                </a:lnTo>
                <a:lnTo>
                  <a:pt x="41088" y="128075"/>
                </a:lnTo>
                <a:lnTo>
                  <a:pt x="42611" y="117402"/>
                </a:lnTo>
                <a:lnTo>
                  <a:pt x="63916" y="79284"/>
                </a:lnTo>
                <a:lnTo>
                  <a:pt x="97396" y="51840"/>
                </a:lnTo>
                <a:lnTo>
                  <a:pt x="140007" y="39643"/>
                </a:lnTo>
                <a:lnTo>
                  <a:pt x="152181" y="38117"/>
                </a:lnTo>
                <a:lnTo>
                  <a:pt x="6910068" y="38117"/>
                </a:lnTo>
                <a:lnTo>
                  <a:pt x="6906011" y="35068"/>
                </a:lnTo>
                <a:lnTo>
                  <a:pt x="6869487" y="12198"/>
                </a:lnTo>
                <a:lnTo>
                  <a:pt x="6825354" y="1525"/>
                </a:lnTo>
                <a:lnTo>
                  <a:pt x="6811657" y="0"/>
                </a:lnTo>
                <a:close/>
              </a:path>
              <a:path w="6962775" h="831214">
                <a:moveTo>
                  <a:pt x="6910068" y="38117"/>
                </a:moveTo>
                <a:lnTo>
                  <a:pt x="6811657" y="38117"/>
                </a:lnTo>
                <a:lnTo>
                  <a:pt x="6823831" y="39643"/>
                </a:lnTo>
                <a:lnTo>
                  <a:pt x="6834484" y="41168"/>
                </a:lnTo>
                <a:lnTo>
                  <a:pt x="6846660" y="44217"/>
                </a:lnTo>
                <a:lnTo>
                  <a:pt x="6855790" y="48790"/>
                </a:lnTo>
                <a:lnTo>
                  <a:pt x="6866442" y="53365"/>
                </a:lnTo>
                <a:lnTo>
                  <a:pt x="6899923" y="80810"/>
                </a:lnTo>
                <a:lnTo>
                  <a:pt x="6919706" y="118927"/>
                </a:lnTo>
                <a:lnTo>
                  <a:pt x="6924272" y="141798"/>
                </a:lnTo>
                <a:lnTo>
                  <a:pt x="6924272" y="692217"/>
                </a:lnTo>
                <a:lnTo>
                  <a:pt x="6910575" y="734908"/>
                </a:lnTo>
                <a:lnTo>
                  <a:pt x="6883182" y="766927"/>
                </a:lnTo>
                <a:lnTo>
                  <a:pt x="6874052" y="774551"/>
                </a:lnTo>
                <a:lnTo>
                  <a:pt x="6864921" y="779125"/>
                </a:lnTo>
                <a:lnTo>
                  <a:pt x="6843615" y="788273"/>
                </a:lnTo>
                <a:lnTo>
                  <a:pt x="6832963" y="789797"/>
                </a:lnTo>
                <a:lnTo>
                  <a:pt x="6822310" y="792847"/>
                </a:lnTo>
                <a:lnTo>
                  <a:pt x="6910577" y="792847"/>
                </a:lnTo>
                <a:lnTo>
                  <a:pt x="6928838" y="774551"/>
                </a:lnTo>
                <a:lnTo>
                  <a:pt x="6950143" y="737957"/>
                </a:lnTo>
                <a:lnTo>
                  <a:pt x="6962317" y="693741"/>
                </a:lnTo>
                <a:lnTo>
                  <a:pt x="6962317" y="150947"/>
                </a:lnTo>
                <a:lnTo>
                  <a:pt x="6954709" y="105205"/>
                </a:lnTo>
                <a:lnTo>
                  <a:pt x="6936446" y="67087"/>
                </a:lnTo>
                <a:lnTo>
                  <a:pt x="6918185" y="44217"/>
                </a:lnTo>
                <a:lnTo>
                  <a:pt x="6910068" y="38117"/>
                </a:lnTo>
                <a:close/>
              </a:path>
            </a:pathLst>
          </a:custGeom>
          <a:solidFill>
            <a:srgbClr val="FFFFFF"/>
          </a:solidFill>
        </p:spPr>
        <p:txBody>
          <a:bodyPr wrap="square" lIns="0" tIns="0" rIns="0" bIns="0" rtlCol="0"/>
          <a:lstStyle/>
          <a:p>
            <a:endParaRPr/>
          </a:p>
        </p:txBody>
      </p:sp>
      <p:sp>
        <p:nvSpPr>
          <p:cNvPr id="11" name="object 11"/>
          <p:cNvSpPr/>
          <p:nvPr/>
        </p:nvSpPr>
        <p:spPr>
          <a:xfrm>
            <a:off x="1673999" y="4009425"/>
            <a:ext cx="6917055" cy="768985"/>
          </a:xfrm>
          <a:custGeom>
            <a:avLst/>
            <a:gdLst/>
            <a:ahLst/>
            <a:cxnLst/>
            <a:rect l="l" t="t" r="r" b="b"/>
            <a:pathLst>
              <a:path w="6917055" h="768985">
                <a:moveTo>
                  <a:pt x="68481" y="17840"/>
                </a:moveTo>
                <a:lnTo>
                  <a:pt x="54237" y="25078"/>
                </a:lnTo>
                <a:lnTo>
                  <a:pt x="25566" y="53352"/>
                </a:lnTo>
                <a:lnTo>
                  <a:pt x="6756" y="89384"/>
                </a:lnTo>
                <a:lnTo>
                  <a:pt x="0" y="131124"/>
                </a:lnTo>
                <a:lnTo>
                  <a:pt x="0" y="658672"/>
                </a:lnTo>
                <a:lnTo>
                  <a:pt x="3043" y="677548"/>
                </a:lnTo>
                <a:lnTo>
                  <a:pt x="3043" y="665487"/>
                </a:lnTo>
                <a:lnTo>
                  <a:pt x="1522" y="665487"/>
                </a:lnTo>
                <a:lnTo>
                  <a:pt x="1522" y="132087"/>
                </a:lnTo>
                <a:lnTo>
                  <a:pt x="3043" y="132087"/>
                </a:lnTo>
                <a:lnTo>
                  <a:pt x="3043" y="119387"/>
                </a:lnTo>
                <a:lnTo>
                  <a:pt x="4565" y="119387"/>
                </a:lnTo>
                <a:lnTo>
                  <a:pt x="4565" y="106687"/>
                </a:lnTo>
                <a:lnTo>
                  <a:pt x="7609" y="106687"/>
                </a:lnTo>
                <a:lnTo>
                  <a:pt x="7609" y="93987"/>
                </a:lnTo>
                <a:lnTo>
                  <a:pt x="12174" y="93987"/>
                </a:lnTo>
                <a:lnTo>
                  <a:pt x="12174" y="81287"/>
                </a:lnTo>
                <a:lnTo>
                  <a:pt x="18262" y="81287"/>
                </a:lnTo>
                <a:lnTo>
                  <a:pt x="18262" y="68587"/>
                </a:lnTo>
                <a:lnTo>
                  <a:pt x="25871" y="68587"/>
                </a:lnTo>
                <a:lnTo>
                  <a:pt x="25871" y="55887"/>
                </a:lnTo>
                <a:lnTo>
                  <a:pt x="36523" y="55887"/>
                </a:lnTo>
                <a:lnTo>
                  <a:pt x="36523" y="43187"/>
                </a:lnTo>
                <a:lnTo>
                  <a:pt x="50220" y="43187"/>
                </a:lnTo>
                <a:lnTo>
                  <a:pt x="50220" y="30487"/>
                </a:lnTo>
                <a:lnTo>
                  <a:pt x="68481" y="30487"/>
                </a:lnTo>
                <a:lnTo>
                  <a:pt x="68481" y="17840"/>
                </a:lnTo>
                <a:close/>
              </a:path>
              <a:path w="6917055" h="768985">
                <a:moveTo>
                  <a:pt x="3043" y="132087"/>
                </a:moveTo>
                <a:lnTo>
                  <a:pt x="1522" y="132087"/>
                </a:lnTo>
                <a:lnTo>
                  <a:pt x="1522" y="144787"/>
                </a:lnTo>
                <a:lnTo>
                  <a:pt x="3043" y="144787"/>
                </a:lnTo>
                <a:lnTo>
                  <a:pt x="3043" y="132087"/>
                </a:lnTo>
                <a:close/>
              </a:path>
              <a:path w="6917055" h="768985">
                <a:moveTo>
                  <a:pt x="19783" y="68587"/>
                </a:moveTo>
                <a:lnTo>
                  <a:pt x="18262" y="68587"/>
                </a:lnTo>
                <a:lnTo>
                  <a:pt x="18262" y="81287"/>
                </a:lnTo>
                <a:lnTo>
                  <a:pt x="19783" y="81287"/>
                </a:lnTo>
                <a:lnTo>
                  <a:pt x="19783" y="68587"/>
                </a:lnTo>
                <a:close/>
              </a:path>
              <a:path w="6917055" h="768985">
                <a:moveTo>
                  <a:pt x="27393" y="55887"/>
                </a:moveTo>
                <a:lnTo>
                  <a:pt x="25871" y="55887"/>
                </a:lnTo>
                <a:lnTo>
                  <a:pt x="25871" y="68587"/>
                </a:lnTo>
                <a:lnTo>
                  <a:pt x="27393" y="68587"/>
                </a:lnTo>
                <a:lnTo>
                  <a:pt x="27393" y="55887"/>
                </a:lnTo>
                <a:close/>
              </a:path>
              <a:path w="6917055" h="768985">
                <a:moveTo>
                  <a:pt x="38045" y="43187"/>
                </a:moveTo>
                <a:lnTo>
                  <a:pt x="36523" y="43187"/>
                </a:lnTo>
                <a:lnTo>
                  <a:pt x="36523" y="55887"/>
                </a:lnTo>
                <a:lnTo>
                  <a:pt x="38045" y="55887"/>
                </a:lnTo>
                <a:lnTo>
                  <a:pt x="38045" y="43187"/>
                </a:lnTo>
                <a:close/>
              </a:path>
              <a:path w="6917055" h="768985">
                <a:moveTo>
                  <a:pt x="51742" y="30487"/>
                </a:moveTo>
                <a:lnTo>
                  <a:pt x="50220" y="30487"/>
                </a:lnTo>
                <a:lnTo>
                  <a:pt x="50220" y="43187"/>
                </a:lnTo>
                <a:lnTo>
                  <a:pt x="51742" y="43187"/>
                </a:lnTo>
                <a:lnTo>
                  <a:pt x="51742" y="30487"/>
                </a:lnTo>
                <a:close/>
              </a:path>
              <a:path w="6917055" h="768985">
                <a:moveTo>
                  <a:pt x="95874" y="5773"/>
                </a:moveTo>
                <a:lnTo>
                  <a:pt x="90578" y="6611"/>
                </a:lnTo>
                <a:lnTo>
                  <a:pt x="68585" y="17787"/>
                </a:lnTo>
                <a:lnTo>
                  <a:pt x="68481" y="30487"/>
                </a:lnTo>
                <a:lnTo>
                  <a:pt x="70004" y="30487"/>
                </a:lnTo>
                <a:lnTo>
                  <a:pt x="70004" y="17787"/>
                </a:lnTo>
                <a:lnTo>
                  <a:pt x="95874" y="17787"/>
                </a:lnTo>
                <a:lnTo>
                  <a:pt x="95874" y="5773"/>
                </a:lnTo>
                <a:close/>
              </a:path>
              <a:path w="6917055" h="768985">
                <a:moveTo>
                  <a:pt x="6793396" y="0"/>
                </a:moveTo>
                <a:lnTo>
                  <a:pt x="132398" y="0"/>
                </a:lnTo>
                <a:lnTo>
                  <a:pt x="95874" y="5773"/>
                </a:lnTo>
                <a:lnTo>
                  <a:pt x="95874" y="17787"/>
                </a:lnTo>
                <a:lnTo>
                  <a:pt x="100439" y="17787"/>
                </a:lnTo>
                <a:lnTo>
                  <a:pt x="100439" y="5087"/>
                </a:lnTo>
                <a:lnTo>
                  <a:pt x="6818974" y="5087"/>
                </a:lnTo>
                <a:lnTo>
                  <a:pt x="6793396" y="0"/>
                </a:lnTo>
                <a:close/>
              </a:path>
              <a:path w="6917055" h="768985">
                <a:moveTo>
                  <a:pt x="31958" y="741687"/>
                </a:moveTo>
                <a:lnTo>
                  <a:pt x="30436" y="741687"/>
                </a:lnTo>
                <a:lnTo>
                  <a:pt x="30436" y="741861"/>
                </a:lnTo>
                <a:lnTo>
                  <a:pt x="31958" y="743386"/>
                </a:lnTo>
                <a:lnTo>
                  <a:pt x="31958" y="741687"/>
                </a:lnTo>
                <a:close/>
              </a:path>
              <a:path w="6917055" h="768985">
                <a:moveTo>
                  <a:pt x="30436" y="741687"/>
                </a:moveTo>
                <a:lnTo>
                  <a:pt x="30262" y="741687"/>
                </a:lnTo>
                <a:lnTo>
                  <a:pt x="30436" y="741861"/>
                </a:lnTo>
                <a:lnTo>
                  <a:pt x="30436" y="741687"/>
                </a:lnTo>
                <a:close/>
              </a:path>
              <a:path w="6917055" h="768985">
                <a:moveTo>
                  <a:pt x="10653" y="703587"/>
                </a:moveTo>
                <a:lnTo>
                  <a:pt x="9131" y="703587"/>
                </a:lnTo>
                <a:lnTo>
                  <a:pt x="9131" y="705167"/>
                </a:lnTo>
                <a:lnTo>
                  <a:pt x="10653" y="708113"/>
                </a:lnTo>
                <a:lnTo>
                  <a:pt x="10653" y="703587"/>
                </a:lnTo>
                <a:close/>
              </a:path>
              <a:path w="6917055" h="768985">
                <a:moveTo>
                  <a:pt x="9131" y="703587"/>
                </a:moveTo>
                <a:lnTo>
                  <a:pt x="8314" y="703587"/>
                </a:lnTo>
                <a:lnTo>
                  <a:pt x="9131" y="705167"/>
                </a:lnTo>
                <a:lnTo>
                  <a:pt x="9131" y="703587"/>
                </a:lnTo>
                <a:close/>
              </a:path>
              <a:path w="6917055" h="768985">
                <a:moveTo>
                  <a:pt x="6087" y="690887"/>
                </a:moveTo>
                <a:lnTo>
                  <a:pt x="5195" y="690887"/>
                </a:lnTo>
                <a:lnTo>
                  <a:pt x="6087" y="696421"/>
                </a:lnTo>
                <a:lnTo>
                  <a:pt x="6087" y="690887"/>
                </a:lnTo>
                <a:close/>
              </a:path>
              <a:path w="6917055" h="768985">
                <a:moveTo>
                  <a:pt x="59351" y="767087"/>
                </a:moveTo>
                <a:lnTo>
                  <a:pt x="56897" y="767087"/>
                </a:lnTo>
                <a:lnTo>
                  <a:pt x="59351" y="768359"/>
                </a:lnTo>
                <a:lnTo>
                  <a:pt x="59351" y="767087"/>
                </a:lnTo>
                <a:close/>
              </a:path>
              <a:path w="6917055" h="768985">
                <a:moveTo>
                  <a:pt x="6868388" y="767087"/>
                </a:moveTo>
                <a:lnTo>
                  <a:pt x="6867965" y="767087"/>
                </a:lnTo>
                <a:lnTo>
                  <a:pt x="6867965" y="767309"/>
                </a:lnTo>
                <a:lnTo>
                  <a:pt x="6868388" y="767087"/>
                </a:lnTo>
                <a:close/>
              </a:path>
              <a:path w="6917055" h="768985">
                <a:moveTo>
                  <a:pt x="22827" y="728987"/>
                </a:moveTo>
                <a:lnTo>
                  <a:pt x="21436" y="728987"/>
                </a:lnTo>
                <a:lnTo>
                  <a:pt x="22827" y="731680"/>
                </a:lnTo>
                <a:lnTo>
                  <a:pt x="22827" y="728987"/>
                </a:lnTo>
                <a:close/>
              </a:path>
              <a:path w="6917055" h="768985">
                <a:moveTo>
                  <a:pt x="15218" y="716287"/>
                </a:moveTo>
                <a:lnTo>
                  <a:pt x="14875" y="716287"/>
                </a:lnTo>
                <a:lnTo>
                  <a:pt x="15218" y="716951"/>
                </a:lnTo>
                <a:lnTo>
                  <a:pt x="15218" y="716287"/>
                </a:lnTo>
                <a:close/>
              </a:path>
              <a:path w="6917055" h="768985">
                <a:moveTo>
                  <a:pt x="6915142" y="85045"/>
                </a:moveTo>
                <a:lnTo>
                  <a:pt x="6915142" y="93987"/>
                </a:lnTo>
                <a:lnTo>
                  <a:pt x="6916914" y="93987"/>
                </a:lnTo>
                <a:lnTo>
                  <a:pt x="6915142" y="85045"/>
                </a:lnTo>
                <a:close/>
              </a:path>
              <a:path w="6917055" h="768985">
                <a:moveTo>
                  <a:pt x="6907532" y="69954"/>
                </a:moveTo>
                <a:lnTo>
                  <a:pt x="6907532" y="81287"/>
                </a:lnTo>
                <a:lnTo>
                  <a:pt x="6909055" y="81287"/>
                </a:lnTo>
                <a:lnTo>
                  <a:pt x="6909055" y="72229"/>
                </a:lnTo>
                <a:lnTo>
                  <a:pt x="6907532" y="69954"/>
                </a:lnTo>
                <a:close/>
              </a:path>
              <a:path w="6917055" h="768985">
                <a:moveTo>
                  <a:pt x="6909055" y="72229"/>
                </a:moveTo>
                <a:lnTo>
                  <a:pt x="6909055" y="81287"/>
                </a:lnTo>
                <a:lnTo>
                  <a:pt x="6914397" y="81287"/>
                </a:lnTo>
                <a:lnTo>
                  <a:pt x="6914095" y="79761"/>
                </a:lnTo>
                <a:lnTo>
                  <a:pt x="6909055" y="72229"/>
                </a:lnTo>
                <a:close/>
              </a:path>
              <a:path w="6917055" h="768985">
                <a:moveTo>
                  <a:pt x="6899923" y="58584"/>
                </a:moveTo>
                <a:lnTo>
                  <a:pt x="6899923" y="68587"/>
                </a:lnTo>
                <a:lnTo>
                  <a:pt x="6901445" y="68587"/>
                </a:lnTo>
                <a:lnTo>
                  <a:pt x="6901445" y="60858"/>
                </a:lnTo>
                <a:lnTo>
                  <a:pt x="6899923" y="58584"/>
                </a:lnTo>
                <a:close/>
              </a:path>
              <a:path w="6917055" h="768985">
                <a:moveTo>
                  <a:pt x="6901445" y="60858"/>
                </a:moveTo>
                <a:lnTo>
                  <a:pt x="6901445" y="68587"/>
                </a:lnTo>
                <a:lnTo>
                  <a:pt x="6906617" y="68587"/>
                </a:lnTo>
                <a:lnTo>
                  <a:pt x="6901445" y="60858"/>
                </a:lnTo>
                <a:close/>
              </a:path>
              <a:path w="6917055" h="768985">
                <a:moveTo>
                  <a:pt x="6877096" y="31984"/>
                </a:moveTo>
                <a:lnTo>
                  <a:pt x="6877096" y="43187"/>
                </a:lnTo>
                <a:lnTo>
                  <a:pt x="6889271" y="43187"/>
                </a:lnTo>
                <a:lnTo>
                  <a:pt x="6889271" y="55887"/>
                </a:lnTo>
                <a:lnTo>
                  <a:pt x="6890792" y="55887"/>
                </a:lnTo>
                <a:lnTo>
                  <a:pt x="6890792" y="44939"/>
                </a:lnTo>
                <a:lnTo>
                  <a:pt x="6886227" y="38117"/>
                </a:lnTo>
                <a:lnTo>
                  <a:pt x="6877096" y="31984"/>
                </a:lnTo>
                <a:close/>
              </a:path>
              <a:path w="6917055" h="768985">
                <a:moveTo>
                  <a:pt x="6890792" y="44939"/>
                </a:moveTo>
                <a:lnTo>
                  <a:pt x="6890792" y="55887"/>
                </a:lnTo>
                <a:lnTo>
                  <a:pt x="6898118" y="55887"/>
                </a:lnTo>
                <a:lnTo>
                  <a:pt x="6890792" y="44939"/>
                </a:lnTo>
                <a:close/>
              </a:path>
              <a:path w="6917055" h="768985">
                <a:moveTo>
                  <a:pt x="6875574" y="30961"/>
                </a:moveTo>
                <a:lnTo>
                  <a:pt x="6875574" y="43187"/>
                </a:lnTo>
                <a:lnTo>
                  <a:pt x="6877096" y="43187"/>
                </a:lnTo>
                <a:lnTo>
                  <a:pt x="6877096" y="31984"/>
                </a:lnTo>
                <a:lnTo>
                  <a:pt x="6875574" y="30961"/>
                </a:lnTo>
                <a:close/>
              </a:path>
              <a:path w="6917055" h="768985">
                <a:moveTo>
                  <a:pt x="6857312" y="18694"/>
                </a:moveTo>
                <a:lnTo>
                  <a:pt x="6857312" y="30487"/>
                </a:lnTo>
                <a:lnTo>
                  <a:pt x="6858834" y="30487"/>
                </a:lnTo>
                <a:lnTo>
                  <a:pt x="6858834" y="19716"/>
                </a:lnTo>
                <a:lnTo>
                  <a:pt x="6857312" y="18694"/>
                </a:lnTo>
                <a:close/>
              </a:path>
              <a:path w="6917055" h="768985">
                <a:moveTo>
                  <a:pt x="6858834" y="19716"/>
                </a:moveTo>
                <a:lnTo>
                  <a:pt x="6858834" y="30487"/>
                </a:lnTo>
                <a:lnTo>
                  <a:pt x="6874868" y="30487"/>
                </a:lnTo>
                <a:lnTo>
                  <a:pt x="6858834" y="19716"/>
                </a:lnTo>
                <a:close/>
              </a:path>
              <a:path w="6917055" h="768985">
                <a:moveTo>
                  <a:pt x="6826876" y="6658"/>
                </a:moveTo>
                <a:lnTo>
                  <a:pt x="6826876" y="17787"/>
                </a:lnTo>
                <a:lnTo>
                  <a:pt x="6831441" y="17787"/>
                </a:lnTo>
                <a:lnTo>
                  <a:pt x="6831441" y="7566"/>
                </a:lnTo>
                <a:lnTo>
                  <a:pt x="6826876" y="6658"/>
                </a:lnTo>
                <a:close/>
              </a:path>
              <a:path w="6917055" h="768985">
                <a:moveTo>
                  <a:pt x="6831441" y="7566"/>
                </a:moveTo>
                <a:lnTo>
                  <a:pt x="6831441" y="17787"/>
                </a:lnTo>
                <a:lnTo>
                  <a:pt x="6855962" y="17787"/>
                </a:lnTo>
                <a:lnTo>
                  <a:pt x="6844662" y="10196"/>
                </a:lnTo>
                <a:lnTo>
                  <a:pt x="6831441" y="7566"/>
                </a:lnTo>
                <a:close/>
              </a:path>
            </a:pathLst>
          </a:custGeom>
          <a:solidFill>
            <a:srgbClr val="4F80BC"/>
          </a:solidFill>
        </p:spPr>
        <p:txBody>
          <a:bodyPr wrap="square" lIns="0" tIns="0" rIns="0" bIns="0" rtlCol="0"/>
          <a:lstStyle/>
          <a:p>
            <a:endParaRPr/>
          </a:p>
        </p:txBody>
      </p:sp>
      <p:sp>
        <p:nvSpPr>
          <p:cNvPr id="12" name="object 12"/>
          <p:cNvSpPr/>
          <p:nvPr/>
        </p:nvSpPr>
        <p:spPr>
          <a:xfrm>
            <a:off x="1655738" y="3989989"/>
            <a:ext cx="6962775" cy="830580"/>
          </a:xfrm>
          <a:custGeom>
            <a:avLst/>
            <a:gdLst/>
            <a:ahLst/>
            <a:cxnLst/>
            <a:rect l="l" t="t" r="r" b="b"/>
            <a:pathLst>
              <a:path w="6962775" h="830579">
                <a:moveTo>
                  <a:pt x="6811657" y="0"/>
                </a:moveTo>
                <a:lnTo>
                  <a:pt x="149137" y="0"/>
                </a:lnTo>
                <a:lnTo>
                  <a:pt x="118701" y="3810"/>
                </a:lnTo>
                <a:lnTo>
                  <a:pt x="77612" y="19050"/>
                </a:lnTo>
                <a:lnTo>
                  <a:pt x="33479" y="57150"/>
                </a:lnTo>
                <a:lnTo>
                  <a:pt x="12174" y="92710"/>
                </a:lnTo>
                <a:lnTo>
                  <a:pt x="0" y="137160"/>
                </a:lnTo>
                <a:lnTo>
                  <a:pt x="0" y="680719"/>
                </a:lnTo>
                <a:lnTo>
                  <a:pt x="7608" y="726440"/>
                </a:lnTo>
                <a:lnTo>
                  <a:pt x="25871" y="764540"/>
                </a:lnTo>
                <a:lnTo>
                  <a:pt x="56306" y="796290"/>
                </a:lnTo>
                <a:lnTo>
                  <a:pt x="66959" y="805180"/>
                </a:lnTo>
                <a:lnTo>
                  <a:pt x="79134" y="812800"/>
                </a:lnTo>
                <a:lnTo>
                  <a:pt x="92830" y="819150"/>
                </a:lnTo>
                <a:lnTo>
                  <a:pt x="106527" y="822960"/>
                </a:lnTo>
                <a:lnTo>
                  <a:pt x="121744" y="828040"/>
                </a:lnTo>
                <a:lnTo>
                  <a:pt x="150660" y="830580"/>
                </a:lnTo>
                <a:lnTo>
                  <a:pt x="6813179" y="830580"/>
                </a:lnTo>
                <a:lnTo>
                  <a:pt x="6828397" y="829310"/>
                </a:lnTo>
                <a:lnTo>
                  <a:pt x="6848992" y="825500"/>
                </a:lnTo>
                <a:lnTo>
                  <a:pt x="136963" y="825500"/>
                </a:lnTo>
                <a:lnTo>
                  <a:pt x="136963" y="812800"/>
                </a:lnTo>
                <a:lnTo>
                  <a:pt x="95874" y="812800"/>
                </a:lnTo>
                <a:lnTo>
                  <a:pt x="95874" y="800100"/>
                </a:lnTo>
                <a:lnTo>
                  <a:pt x="74568" y="800100"/>
                </a:lnTo>
                <a:lnTo>
                  <a:pt x="74568" y="787400"/>
                </a:lnTo>
                <a:lnTo>
                  <a:pt x="59350" y="787400"/>
                </a:lnTo>
                <a:lnTo>
                  <a:pt x="59350" y="774700"/>
                </a:lnTo>
                <a:lnTo>
                  <a:pt x="48698" y="774700"/>
                </a:lnTo>
                <a:lnTo>
                  <a:pt x="48698" y="762000"/>
                </a:lnTo>
                <a:lnTo>
                  <a:pt x="39567" y="762000"/>
                </a:lnTo>
                <a:lnTo>
                  <a:pt x="39567" y="749300"/>
                </a:lnTo>
                <a:lnTo>
                  <a:pt x="31957" y="749300"/>
                </a:lnTo>
                <a:lnTo>
                  <a:pt x="31957" y="736600"/>
                </a:lnTo>
                <a:lnTo>
                  <a:pt x="27392" y="736600"/>
                </a:lnTo>
                <a:lnTo>
                  <a:pt x="27392" y="723900"/>
                </a:lnTo>
                <a:lnTo>
                  <a:pt x="24348" y="723900"/>
                </a:lnTo>
                <a:lnTo>
                  <a:pt x="24348" y="711200"/>
                </a:lnTo>
                <a:lnTo>
                  <a:pt x="21305" y="711200"/>
                </a:lnTo>
                <a:lnTo>
                  <a:pt x="21305" y="685800"/>
                </a:lnTo>
                <a:lnTo>
                  <a:pt x="19783" y="685800"/>
                </a:lnTo>
                <a:lnTo>
                  <a:pt x="19783" y="152400"/>
                </a:lnTo>
                <a:lnTo>
                  <a:pt x="21305" y="152400"/>
                </a:lnTo>
                <a:lnTo>
                  <a:pt x="21305" y="139700"/>
                </a:lnTo>
                <a:lnTo>
                  <a:pt x="22827" y="139700"/>
                </a:lnTo>
                <a:lnTo>
                  <a:pt x="22827" y="127000"/>
                </a:lnTo>
                <a:lnTo>
                  <a:pt x="25870" y="127000"/>
                </a:lnTo>
                <a:lnTo>
                  <a:pt x="25870" y="114300"/>
                </a:lnTo>
                <a:lnTo>
                  <a:pt x="30436" y="114300"/>
                </a:lnTo>
                <a:lnTo>
                  <a:pt x="30436" y="101600"/>
                </a:lnTo>
                <a:lnTo>
                  <a:pt x="36523" y="101600"/>
                </a:lnTo>
                <a:lnTo>
                  <a:pt x="36523" y="88900"/>
                </a:lnTo>
                <a:lnTo>
                  <a:pt x="44132" y="88900"/>
                </a:lnTo>
                <a:lnTo>
                  <a:pt x="44132" y="76200"/>
                </a:lnTo>
                <a:lnTo>
                  <a:pt x="54785" y="76200"/>
                </a:lnTo>
                <a:lnTo>
                  <a:pt x="54785" y="63500"/>
                </a:lnTo>
                <a:lnTo>
                  <a:pt x="68481" y="63500"/>
                </a:lnTo>
                <a:lnTo>
                  <a:pt x="68481" y="50800"/>
                </a:lnTo>
                <a:lnTo>
                  <a:pt x="86743" y="50800"/>
                </a:lnTo>
                <a:lnTo>
                  <a:pt x="86743" y="38100"/>
                </a:lnTo>
                <a:lnTo>
                  <a:pt x="114135" y="38100"/>
                </a:lnTo>
                <a:lnTo>
                  <a:pt x="114135" y="25400"/>
                </a:lnTo>
                <a:lnTo>
                  <a:pt x="6893742" y="25400"/>
                </a:lnTo>
                <a:lnTo>
                  <a:pt x="6883182" y="19050"/>
                </a:lnTo>
                <a:lnTo>
                  <a:pt x="6855790" y="6350"/>
                </a:lnTo>
                <a:lnTo>
                  <a:pt x="6825354" y="1270"/>
                </a:lnTo>
                <a:lnTo>
                  <a:pt x="6811657" y="0"/>
                </a:lnTo>
                <a:close/>
              </a:path>
              <a:path w="6962775" h="830579">
                <a:moveTo>
                  <a:pt x="6826876" y="812800"/>
                </a:moveTo>
                <a:lnTo>
                  <a:pt x="136963" y="812800"/>
                </a:lnTo>
                <a:lnTo>
                  <a:pt x="136963" y="825500"/>
                </a:lnTo>
                <a:lnTo>
                  <a:pt x="6826876" y="825500"/>
                </a:lnTo>
                <a:lnTo>
                  <a:pt x="6826876" y="812800"/>
                </a:lnTo>
                <a:close/>
              </a:path>
              <a:path w="6962775" h="830579">
                <a:moveTo>
                  <a:pt x="6928838" y="774700"/>
                </a:moveTo>
                <a:lnTo>
                  <a:pt x="6904488" y="774700"/>
                </a:lnTo>
                <a:lnTo>
                  <a:pt x="6904488" y="787400"/>
                </a:lnTo>
                <a:lnTo>
                  <a:pt x="6889271" y="787400"/>
                </a:lnTo>
                <a:lnTo>
                  <a:pt x="6889271" y="800100"/>
                </a:lnTo>
                <a:lnTo>
                  <a:pt x="6867965" y="800100"/>
                </a:lnTo>
                <a:lnTo>
                  <a:pt x="6867965" y="812800"/>
                </a:lnTo>
                <a:lnTo>
                  <a:pt x="6826876" y="812800"/>
                </a:lnTo>
                <a:lnTo>
                  <a:pt x="6826876" y="825500"/>
                </a:lnTo>
                <a:lnTo>
                  <a:pt x="6848992" y="825500"/>
                </a:lnTo>
                <a:lnTo>
                  <a:pt x="6857312" y="822960"/>
                </a:lnTo>
                <a:lnTo>
                  <a:pt x="6896879" y="803910"/>
                </a:lnTo>
                <a:lnTo>
                  <a:pt x="6918185" y="784860"/>
                </a:lnTo>
                <a:lnTo>
                  <a:pt x="6928838" y="774700"/>
                </a:lnTo>
                <a:close/>
              </a:path>
              <a:path w="6962775" h="830579">
                <a:moveTo>
                  <a:pt x="98918" y="800100"/>
                </a:moveTo>
                <a:lnTo>
                  <a:pt x="95874" y="800100"/>
                </a:lnTo>
                <a:lnTo>
                  <a:pt x="95874" y="812800"/>
                </a:lnTo>
                <a:lnTo>
                  <a:pt x="98918" y="812800"/>
                </a:lnTo>
                <a:lnTo>
                  <a:pt x="98918" y="800100"/>
                </a:lnTo>
                <a:close/>
              </a:path>
              <a:path w="6962775" h="830579">
                <a:moveTo>
                  <a:pt x="6867965" y="800100"/>
                </a:moveTo>
                <a:lnTo>
                  <a:pt x="6864921" y="800100"/>
                </a:lnTo>
                <a:lnTo>
                  <a:pt x="6864921" y="812800"/>
                </a:lnTo>
                <a:lnTo>
                  <a:pt x="6867965" y="812800"/>
                </a:lnTo>
                <a:lnTo>
                  <a:pt x="6867965" y="800100"/>
                </a:lnTo>
                <a:close/>
              </a:path>
              <a:path w="6962775" h="830579">
                <a:moveTo>
                  <a:pt x="77613" y="787400"/>
                </a:moveTo>
                <a:lnTo>
                  <a:pt x="74568" y="787400"/>
                </a:lnTo>
                <a:lnTo>
                  <a:pt x="74568" y="800100"/>
                </a:lnTo>
                <a:lnTo>
                  <a:pt x="77613" y="800100"/>
                </a:lnTo>
                <a:lnTo>
                  <a:pt x="77613" y="787400"/>
                </a:lnTo>
                <a:close/>
              </a:path>
              <a:path w="6962775" h="830579">
                <a:moveTo>
                  <a:pt x="6889271" y="787400"/>
                </a:moveTo>
                <a:lnTo>
                  <a:pt x="6886227" y="787400"/>
                </a:lnTo>
                <a:lnTo>
                  <a:pt x="6886227" y="800100"/>
                </a:lnTo>
                <a:lnTo>
                  <a:pt x="6889271" y="800100"/>
                </a:lnTo>
                <a:lnTo>
                  <a:pt x="6889271" y="787400"/>
                </a:lnTo>
                <a:close/>
              </a:path>
              <a:path w="6962775" h="830579">
                <a:moveTo>
                  <a:pt x="60872" y="774700"/>
                </a:moveTo>
                <a:lnTo>
                  <a:pt x="59350" y="774700"/>
                </a:lnTo>
                <a:lnTo>
                  <a:pt x="59350" y="787400"/>
                </a:lnTo>
                <a:lnTo>
                  <a:pt x="60872" y="787400"/>
                </a:lnTo>
                <a:lnTo>
                  <a:pt x="60872" y="774700"/>
                </a:lnTo>
                <a:close/>
              </a:path>
              <a:path w="6962775" h="830579">
                <a:moveTo>
                  <a:pt x="6904488" y="774700"/>
                </a:moveTo>
                <a:lnTo>
                  <a:pt x="6902966" y="774700"/>
                </a:lnTo>
                <a:lnTo>
                  <a:pt x="6902966" y="787400"/>
                </a:lnTo>
                <a:lnTo>
                  <a:pt x="6904488" y="787400"/>
                </a:lnTo>
                <a:lnTo>
                  <a:pt x="6904488" y="774700"/>
                </a:lnTo>
                <a:close/>
              </a:path>
              <a:path w="6962775" h="830579">
                <a:moveTo>
                  <a:pt x="50219" y="762000"/>
                </a:moveTo>
                <a:lnTo>
                  <a:pt x="48698" y="762000"/>
                </a:lnTo>
                <a:lnTo>
                  <a:pt x="48698" y="774700"/>
                </a:lnTo>
                <a:lnTo>
                  <a:pt x="50219" y="774700"/>
                </a:lnTo>
                <a:lnTo>
                  <a:pt x="50219" y="762000"/>
                </a:lnTo>
                <a:close/>
              </a:path>
              <a:path w="6962775" h="830579">
                <a:moveTo>
                  <a:pt x="6893742" y="25400"/>
                </a:moveTo>
                <a:lnTo>
                  <a:pt x="6849703" y="25400"/>
                </a:lnTo>
                <a:lnTo>
                  <a:pt x="6849703" y="38100"/>
                </a:lnTo>
                <a:lnTo>
                  <a:pt x="6877095" y="38100"/>
                </a:lnTo>
                <a:lnTo>
                  <a:pt x="6877095" y="50800"/>
                </a:lnTo>
                <a:lnTo>
                  <a:pt x="6895358" y="50800"/>
                </a:lnTo>
                <a:lnTo>
                  <a:pt x="6895358" y="63500"/>
                </a:lnTo>
                <a:lnTo>
                  <a:pt x="6909054" y="63500"/>
                </a:lnTo>
                <a:lnTo>
                  <a:pt x="6909054" y="76200"/>
                </a:lnTo>
                <a:lnTo>
                  <a:pt x="6919706" y="76200"/>
                </a:lnTo>
                <a:lnTo>
                  <a:pt x="6919706" y="88900"/>
                </a:lnTo>
                <a:lnTo>
                  <a:pt x="6927316" y="88900"/>
                </a:lnTo>
                <a:lnTo>
                  <a:pt x="6927316" y="101600"/>
                </a:lnTo>
                <a:lnTo>
                  <a:pt x="6933403" y="101600"/>
                </a:lnTo>
                <a:lnTo>
                  <a:pt x="6933403" y="114300"/>
                </a:lnTo>
                <a:lnTo>
                  <a:pt x="6937969" y="114300"/>
                </a:lnTo>
                <a:lnTo>
                  <a:pt x="6937969" y="127000"/>
                </a:lnTo>
                <a:lnTo>
                  <a:pt x="6941012" y="127000"/>
                </a:lnTo>
                <a:lnTo>
                  <a:pt x="6941012" y="139700"/>
                </a:lnTo>
                <a:lnTo>
                  <a:pt x="6942533" y="139700"/>
                </a:lnTo>
                <a:lnTo>
                  <a:pt x="6942533" y="711200"/>
                </a:lnTo>
                <a:lnTo>
                  <a:pt x="6939490" y="711200"/>
                </a:lnTo>
                <a:lnTo>
                  <a:pt x="6939490" y="723900"/>
                </a:lnTo>
                <a:lnTo>
                  <a:pt x="6936446" y="723900"/>
                </a:lnTo>
                <a:lnTo>
                  <a:pt x="6936446" y="736600"/>
                </a:lnTo>
                <a:lnTo>
                  <a:pt x="6931880" y="736600"/>
                </a:lnTo>
                <a:lnTo>
                  <a:pt x="6931880" y="749300"/>
                </a:lnTo>
                <a:lnTo>
                  <a:pt x="6924272" y="749300"/>
                </a:lnTo>
                <a:lnTo>
                  <a:pt x="6924272" y="762000"/>
                </a:lnTo>
                <a:lnTo>
                  <a:pt x="6915141" y="762000"/>
                </a:lnTo>
                <a:lnTo>
                  <a:pt x="6915141" y="774700"/>
                </a:lnTo>
                <a:lnTo>
                  <a:pt x="6929051" y="774700"/>
                </a:lnTo>
                <a:lnTo>
                  <a:pt x="6936973" y="762000"/>
                </a:lnTo>
                <a:lnTo>
                  <a:pt x="6955921" y="723900"/>
                </a:lnTo>
                <a:lnTo>
                  <a:pt x="6959274" y="708660"/>
                </a:lnTo>
                <a:lnTo>
                  <a:pt x="6962317" y="693419"/>
                </a:lnTo>
                <a:lnTo>
                  <a:pt x="6962317" y="151130"/>
                </a:lnTo>
                <a:lnTo>
                  <a:pt x="6960796" y="134620"/>
                </a:lnTo>
                <a:lnTo>
                  <a:pt x="6959946" y="127000"/>
                </a:lnTo>
                <a:lnTo>
                  <a:pt x="6959274" y="120650"/>
                </a:lnTo>
                <a:lnTo>
                  <a:pt x="6957285" y="114300"/>
                </a:lnTo>
                <a:lnTo>
                  <a:pt x="6954709" y="105410"/>
                </a:lnTo>
                <a:lnTo>
                  <a:pt x="6953346" y="101600"/>
                </a:lnTo>
                <a:lnTo>
                  <a:pt x="6950143" y="91439"/>
                </a:lnTo>
                <a:lnTo>
                  <a:pt x="6948780" y="88900"/>
                </a:lnTo>
                <a:lnTo>
                  <a:pt x="6944056" y="77470"/>
                </a:lnTo>
                <a:lnTo>
                  <a:pt x="6936446" y="66039"/>
                </a:lnTo>
                <a:lnTo>
                  <a:pt x="6923397" y="50800"/>
                </a:lnTo>
                <a:lnTo>
                  <a:pt x="6918185" y="44450"/>
                </a:lnTo>
                <a:lnTo>
                  <a:pt x="6910647" y="38100"/>
                </a:lnTo>
                <a:lnTo>
                  <a:pt x="6906011" y="34289"/>
                </a:lnTo>
                <a:lnTo>
                  <a:pt x="6895358" y="26670"/>
                </a:lnTo>
                <a:lnTo>
                  <a:pt x="6893742" y="25400"/>
                </a:lnTo>
                <a:close/>
              </a:path>
              <a:path w="6962775" h="830579">
                <a:moveTo>
                  <a:pt x="41088" y="749300"/>
                </a:moveTo>
                <a:lnTo>
                  <a:pt x="39567" y="749300"/>
                </a:lnTo>
                <a:lnTo>
                  <a:pt x="39567" y="762000"/>
                </a:lnTo>
                <a:lnTo>
                  <a:pt x="41088" y="762000"/>
                </a:lnTo>
                <a:lnTo>
                  <a:pt x="41088" y="749300"/>
                </a:lnTo>
                <a:close/>
              </a:path>
              <a:path w="6962775" h="830579">
                <a:moveTo>
                  <a:pt x="6924272" y="749300"/>
                </a:moveTo>
                <a:lnTo>
                  <a:pt x="6922750" y="749300"/>
                </a:lnTo>
                <a:lnTo>
                  <a:pt x="6922750" y="762000"/>
                </a:lnTo>
                <a:lnTo>
                  <a:pt x="6924272" y="762000"/>
                </a:lnTo>
                <a:lnTo>
                  <a:pt x="6924272" y="749300"/>
                </a:lnTo>
                <a:close/>
              </a:path>
              <a:path w="6962775" h="830579">
                <a:moveTo>
                  <a:pt x="33479" y="736600"/>
                </a:moveTo>
                <a:lnTo>
                  <a:pt x="31957" y="736600"/>
                </a:lnTo>
                <a:lnTo>
                  <a:pt x="31957" y="749300"/>
                </a:lnTo>
                <a:lnTo>
                  <a:pt x="33479" y="749300"/>
                </a:lnTo>
                <a:lnTo>
                  <a:pt x="33479" y="736600"/>
                </a:lnTo>
                <a:close/>
              </a:path>
              <a:path w="6962775" h="830579">
                <a:moveTo>
                  <a:pt x="6931880" y="736600"/>
                </a:moveTo>
                <a:lnTo>
                  <a:pt x="6930359" y="736600"/>
                </a:lnTo>
                <a:lnTo>
                  <a:pt x="6930359" y="749300"/>
                </a:lnTo>
                <a:lnTo>
                  <a:pt x="6931880" y="749300"/>
                </a:lnTo>
                <a:lnTo>
                  <a:pt x="6931880" y="736600"/>
                </a:lnTo>
                <a:close/>
              </a:path>
              <a:path w="6962775" h="830579">
                <a:moveTo>
                  <a:pt x="28914" y="723900"/>
                </a:moveTo>
                <a:lnTo>
                  <a:pt x="27392" y="723900"/>
                </a:lnTo>
                <a:lnTo>
                  <a:pt x="27392" y="736600"/>
                </a:lnTo>
                <a:lnTo>
                  <a:pt x="28914" y="736600"/>
                </a:lnTo>
                <a:lnTo>
                  <a:pt x="28914" y="723900"/>
                </a:lnTo>
                <a:close/>
              </a:path>
              <a:path w="6962775" h="830579">
                <a:moveTo>
                  <a:pt x="6936446" y="723900"/>
                </a:moveTo>
                <a:lnTo>
                  <a:pt x="6934925" y="723900"/>
                </a:lnTo>
                <a:lnTo>
                  <a:pt x="6934925" y="736600"/>
                </a:lnTo>
                <a:lnTo>
                  <a:pt x="6936446" y="736600"/>
                </a:lnTo>
                <a:lnTo>
                  <a:pt x="6936446" y="723900"/>
                </a:lnTo>
                <a:close/>
              </a:path>
              <a:path w="6962775" h="830579">
                <a:moveTo>
                  <a:pt x="21305" y="152400"/>
                </a:moveTo>
                <a:lnTo>
                  <a:pt x="19783" y="152400"/>
                </a:lnTo>
                <a:lnTo>
                  <a:pt x="19783" y="165100"/>
                </a:lnTo>
                <a:lnTo>
                  <a:pt x="21305" y="165100"/>
                </a:lnTo>
                <a:lnTo>
                  <a:pt x="21305" y="152400"/>
                </a:lnTo>
                <a:close/>
              </a:path>
              <a:path w="6962775" h="830579">
                <a:moveTo>
                  <a:pt x="38045" y="88900"/>
                </a:moveTo>
                <a:lnTo>
                  <a:pt x="36523" y="88900"/>
                </a:lnTo>
                <a:lnTo>
                  <a:pt x="36523" y="101600"/>
                </a:lnTo>
                <a:lnTo>
                  <a:pt x="38045" y="101600"/>
                </a:lnTo>
                <a:lnTo>
                  <a:pt x="38045" y="88900"/>
                </a:lnTo>
                <a:close/>
              </a:path>
              <a:path w="6962775" h="830579">
                <a:moveTo>
                  <a:pt x="6927316" y="88900"/>
                </a:moveTo>
                <a:lnTo>
                  <a:pt x="6925793" y="88900"/>
                </a:lnTo>
                <a:lnTo>
                  <a:pt x="6925793" y="101600"/>
                </a:lnTo>
                <a:lnTo>
                  <a:pt x="6927316" y="101600"/>
                </a:lnTo>
                <a:lnTo>
                  <a:pt x="6927316" y="88900"/>
                </a:lnTo>
                <a:close/>
              </a:path>
              <a:path w="6962775" h="830579">
                <a:moveTo>
                  <a:pt x="45654" y="76200"/>
                </a:moveTo>
                <a:lnTo>
                  <a:pt x="44132" y="76200"/>
                </a:lnTo>
                <a:lnTo>
                  <a:pt x="44132" y="88900"/>
                </a:lnTo>
                <a:lnTo>
                  <a:pt x="45654" y="88900"/>
                </a:lnTo>
                <a:lnTo>
                  <a:pt x="45654" y="76200"/>
                </a:lnTo>
                <a:close/>
              </a:path>
              <a:path w="6962775" h="830579">
                <a:moveTo>
                  <a:pt x="6919706" y="76200"/>
                </a:moveTo>
                <a:lnTo>
                  <a:pt x="6918185" y="76200"/>
                </a:lnTo>
                <a:lnTo>
                  <a:pt x="6918185" y="88900"/>
                </a:lnTo>
                <a:lnTo>
                  <a:pt x="6919706" y="88900"/>
                </a:lnTo>
                <a:lnTo>
                  <a:pt x="6919706" y="76200"/>
                </a:lnTo>
                <a:close/>
              </a:path>
              <a:path w="6962775" h="830579">
                <a:moveTo>
                  <a:pt x="56307" y="63500"/>
                </a:moveTo>
                <a:lnTo>
                  <a:pt x="54785" y="63500"/>
                </a:lnTo>
                <a:lnTo>
                  <a:pt x="54785" y="76200"/>
                </a:lnTo>
                <a:lnTo>
                  <a:pt x="56307" y="76200"/>
                </a:lnTo>
                <a:lnTo>
                  <a:pt x="56307" y="63500"/>
                </a:lnTo>
                <a:close/>
              </a:path>
              <a:path w="6962775" h="830579">
                <a:moveTo>
                  <a:pt x="6909054" y="63500"/>
                </a:moveTo>
                <a:lnTo>
                  <a:pt x="6907532" y="63500"/>
                </a:lnTo>
                <a:lnTo>
                  <a:pt x="6907532" y="76200"/>
                </a:lnTo>
                <a:lnTo>
                  <a:pt x="6909054" y="76200"/>
                </a:lnTo>
                <a:lnTo>
                  <a:pt x="6909054" y="63500"/>
                </a:lnTo>
                <a:close/>
              </a:path>
              <a:path w="6962775" h="830579">
                <a:moveTo>
                  <a:pt x="70003" y="50800"/>
                </a:moveTo>
                <a:lnTo>
                  <a:pt x="68481" y="50800"/>
                </a:lnTo>
                <a:lnTo>
                  <a:pt x="68481" y="63500"/>
                </a:lnTo>
                <a:lnTo>
                  <a:pt x="70003" y="63500"/>
                </a:lnTo>
                <a:lnTo>
                  <a:pt x="70003" y="50800"/>
                </a:lnTo>
                <a:close/>
              </a:path>
              <a:path w="6962775" h="830579">
                <a:moveTo>
                  <a:pt x="6895358" y="50800"/>
                </a:moveTo>
                <a:lnTo>
                  <a:pt x="6893835" y="50800"/>
                </a:lnTo>
                <a:lnTo>
                  <a:pt x="6893835" y="63500"/>
                </a:lnTo>
                <a:lnTo>
                  <a:pt x="6895358" y="63500"/>
                </a:lnTo>
                <a:lnTo>
                  <a:pt x="6895358" y="50800"/>
                </a:lnTo>
                <a:close/>
              </a:path>
              <a:path w="6962775" h="830579">
                <a:moveTo>
                  <a:pt x="88265" y="38100"/>
                </a:moveTo>
                <a:lnTo>
                  <a:pt x="86743" y="38100"/>
                </a:lnTo>
                <a:lnTo>
                  <a:pt x="86743" y="50800"/>
                </a:lnTo>
                <a:lnTo>
                  <a:pt x="88265" y="50800"/>
                </a:lnTo>
                <a:lnTo>
                  <a:pt x="88265" y="38100"/>
                </a:lnTo>
                <a:close/>
              </a:path>
              <a:path w="6962775" h="830579">
                <a:moveTo>
                  <a:pt x="6877095" y="38100"/>
                </a:moveTo>
                <a:lnTo>
                  <a:pt x="6875574" y="38100"/>
                </a:lnTo>
                <a:lnTo>
                  <a:pt x="6875574" y="50800"/>
                </a:lnTo>
                <a:lnTo>
                  <a:pt x="6877095" y="50800"/>
                </a:lnTo>
                <a:lnTo>
                  <a:pt x="6877095" y="38100"/>
                </a:lnTo>
                <a:close/>
              </a:path>
              <a:path w="6962775" h="830579">
                <a:moveTo>
                  <a:pt x="118701" y="25400"/>
                </a:moveTo>
                <a:lnTo>
                  <a:pt x="114135" y="25400"/>
                </a:lnTo>
                <a:lnTo>
                  <a:pt x="114135" y="38100"/>
                </a:lnTo>
                <a:lnTo>
                  <a:pt x="118701" y="38100"/>
                </a:lnTo>
                <a:lnTo>
                  <a:pt x="118701" y="25400"/>
                </a:lnTo>
                <a:close/>
              </a:path>
              <a:path w="6962775" h="830579">
                <a:moveTo>
                  <a:pt x="6849703" y="25400"/>
                </a:moveTo>
                <a:lnTo>
                  <a:pt x="6845137" y="25400"/>
                </a:lnTo>
                <a:lnTo>
                  <a:pt x="6845137" y="38100"/>
                </a:lnTo>
                <a:lnTo>
                  <a:pt x="6849703" y="38100"/>
                </a:lnTo>
                <a:lnTo>
                  <a:pt x="6849703" y="25400"/>
                </a:lnTo>
                <a:close/>
              </a:path>
            </a:pathLst>
          </a:custGeom>
          <a:solidFill>
            <a:srgbClr val="FFFFFF"/>
          </a:solidFill>
        </p:spPr>
        <p:txBody>
          <a:bodyPr wrap="square" lIns="0" tIns="0" rIns="0" bIns="0" rtlCol="0"/>
          <a:lstStyle/>
          <a:p>
            <a:endParaRPr/>
          </a:p>
        </p:txBody>
      </p:sp>
      <p:sp>
        <p:nvSpPr>
          <p:cNvPr id="13" name="object 13"/>
          <p:cNvSpPr/>
          <p:nvPr/>
        </p:nvSpPr>
        <p:spPr>
          <a:xfrm>
            <a:off x="1673999" y="4009425"/>
            <a:ext cx="6924675" cy="791845"/>
          </a:xfrm>
          <a:custGeom>
            <a:avLst/>
            <a:gdLst/>
            <a:ahLst/>
            <a:cxnLst/>
            <a:rect l="l" t="t" r="r" b="b"/>
            <a:pathLst>
              <a:path w="6924675" h="791845">
                <a:moveTo>
                  <a:pt x="6793396" y="0"/>
                </a:moveTo>
                <a:lnTo>
                  <a:pt x="132398" y="0"/>
                </a:lnTo>
                <a:lnTo>
                  <a:pt x="90578" y="6611"/>
                </a:lnTo>
                <a:lnTo>
                  <a:pt x="54237" y="25078"/>
                </a:lnTo>
                <a:lnTo>
                  <a:pt x="25566" y="53352"/>
                </a:lnTo>
                <a:lnTo>
                  <a:pt x="6756" y="89384"/>
                </a:lnTo>
                <a:lnTo>
                  <a:pt x="0" y="131124"/>
                </a:lnTo>
                <a:lnTo>
                  <a:pt x="0" y="658672"/>
                </a:lnTo>
                <a:lnTo>
                  <a:pt x="6756" y="700571"/>
                </a:lnTo>
                <a:lnTo>
                  <a:pt x="25566" y="736982"/>
                </a:lnTo>
                <a:lnTo>
                  <a:pt x="54237" y="765707"/>
                </a:lnTo>
                <a:lnTo>
                  <a:pt x="90578" y="784553"/>
                </a:lnTo>
                <a:lnTo>
                  <a:pt x="132398" y="791323"/>
                </a:lnTo>
                <a:lnTo>
                  <a:pt x="6793396" y="791323"/>
                </a:lnTo>
                <a:lnTo>
                  <a:pt x="6835057" y="784553"/>
                </a:lnTo>
                <a:lnTo>
                  <a:pt x="6871021" y="765707"/>
                </a:lnTo>
                <a:lnTo>
                  <a:pt x="6899241" y="736982"/>
                </a:lnTo>
                <a:lnTo>
                  <a:pt x="6917673" y="700571"/>
                </a:lnTo>
                <a:lnTo>
                  <a:pt x="6924272" y="658672"/>
                </a:lnTo>
                <a:lnTo>
                  <a:pt x="6924272" y="131124"/>
                </a:lnTo>
                <a:lnTo>
                  <a:pt x="6914095" y="79761"/>
                </a:lnTo>
                <a:lnTo>
                  <a:pt x="6886227" y="38117"/>
                </a:lnTo>
                <a:lnTo>
                  <a:pt x="6844662" y="10196"/>
                </a:lnTo>
                <a:lnTo>
                  <a:pt x="6793396" y="0"/>
                </a:lnTo>
                <a:close/>
              </a:path>
            </a:pathLst>
          </a:custGeom>
          <a:solidFill>
            <a:srgbClr val="4F80BC"/>
          </a:solidFill>
        </p:spPr>
        <p:txBody>
          <a:bodyPr wrap="square" lIns="0" tIns="0" rIns="0" bIns="0" rtlCol="0"/>
          <a:lstStyle/>
          <a:p>
            <a:endParaRPr/>
          </a:p>
        </p:txBody>
      </p:sp>
      <p:sp>
        <p:nvSpPr>
          <p:cNvPr id="14" name="object 14"/>
          <p:cNvSpPr/>
          <p:nvPr/>
        </p:nvSpPr>
        <p:spPr>
          <a:xfrm>
            <a:off x="1655738" y="3989604"/>
            <a:ext cx="6962775" cy="831215"/>
          </a:xfrm>
          <a:custGeom>
            <a:avLst/>
            <a:gdLst/>
            <a:ahLst/>
            <a:cxnLst/>
            <a:rect l="l" t="t" r="r" b="b"/>
            <a:pathLst>
              <a:path w="6962775" h="831214">
                <a:moveTo>
                  <a:pt x="6811657" y="0"/>
                </a:moveTo>
                <a:lnTo>
                  <a:pt x="149137" y="0"/>
                </a:lnTo>
                <a:lnTo>
                  <a:pt x="118701" y="3049"/>
                </a:lnTo>
                <a:lnTo>
                  <a:pt x="77612" y="18296"/>
                </a:lnTo>
                <a:lnTo>
                  <a:pt x="33479" y="56414"/>
                </a:lnTo>
                <a:lnTo>
                  <a:pt x="12174" y="93007"/>
                </a:lnTo>
                <a:lnTo>
                  <a:pt x="0" y="137223"/>
                </a:lnTo>
                <a:lnTo>
                  <a:pt x="0" y="680018"/>
                </a:lnTo>
                <a:lnTo>
                  <a:pt x="7608" y="725760"/>
                </a:lnTo>
                <a:lnTo>
                  <a:pt x="25871" y="763877"/>
                </a:lnTo>
                <a:lnTo>
                  <a:pt x="56306" y="795896"/>
                </a:lnTo>
                <a:lnTo>
                  <a:pt x="66959" y="805044"/>
                </a:lnTo>
                <a:lnTo>
                  <a:pt x="106527" y="823340"/>
                </a:lnTo>
                <a:lnTo>
                  <a:pt x="136963" y="829439"/>
                </a:lnTo>
                <a:lnTo>
                  <a:pt x="150660" y="830964"/>
                </a:lnTo>
                <a:lnTo>
                  <a:pt x="6813179" y="830964"/>
                </a:lnTo>
                <a:lnTo>
                  <a:pt x="6828397" y="829439"/>
                </a:lnTo>
                <a:lnTo>
                  <a:pt x="6842094" y="826390"/>
                </a:lnTo>
                <a:lnTo>
                  <a:pt x="6857312" y="823340"/>
                </a:lnTo>
                <a:lnTo>
                  <a:pt x="6884705" y="811143"/>
                </a:lnTo>
                <a:lnTo>
                  <a:pt x="6896879" y="803520"/>
                </a:lnTo>
                <a:lnTo>
                  <a:pt x="6909307" y="792847"/>
                </a:lnTo>
                <a:lnTo>
                  <a:pt x="150660" y="792847"/>
                </a:lnTo>
                <a:lnTo>
                  <a:pt x="126310" y="789797"/>
                </a:lnTo>
                <a:lnTo>
                  <a:pt x="115657" y="786748"/>
                </a:lnTo>
                <a:lnTo>
                  <a:pt x="106527" y="782173"/>
                </a:lnTo>
                <a:lnTo>
                  <a:pt x="95874" y="777599"/>
                </a:lnTo>
                <a:lnTo>
                  <a:pt x="86743" y="773026"/>
                </a:lnTo>
                <a:lnTo>
                  <a:pt x="77612" y="765402"/>
                </a:lnTo>
                <a:lnTo>
                  <a:pt x="70003" y="757778"/>
                </a:lnTo>
                <a:lnTo>
                  <a:pt x="63916" y="750154"/>
                </a:lnTo>
                <a:lnTo>
                  <a:pt x="56306" y="741006"/>
                </a:lnTo>
                <a:lnTo>
                  <a:pt x="47176" y="722710"/>
                </a:lnTo>
                <a:lnTo>
                  <a:pt x="42611" y="712038"/>
                </a:lnTo>
                <a:lnTo>
                  <a:pt x="39566" y="701365"/>
                </a:lnTo>
                <a:lnTo>
                  <a:pt x="38045" y="689166"/>
                </a:lnTo>
                <a:lnTo>
                  <a:pt x="38045" y="138748"/>
                </a:lnTo>
                <a:lnTo>
                  <a:pt x="41088" y="128075"/>
                </a:lnTo>
                <a:lnTo>
                  <a:pt x="42611" y="117402"/>
                </a:lnTo>
                <a:lnTo>
                  <a:pt x="63916" y="79284"/>
                </a:lnTo>
                <a:lnTo>
                  <a:pt x="97396" y="51840"/>
                </a:lnTo>
                <a:lnTo>
                  <a:pt x="129354" y="41167"/>
                </a:lnTo>
                <a:lnTo>
                  <a:pt x="140007" y="38117"/>
                </a:lnTo>
                <a:lnTo>
                  <a:pt x="6911229" y="38117"/>
                </a:lnTo>
                <a:lnTo>
                  <a:pt x="6906011" y="33543"/>
                </a:lnTo>
                <a:lnTo>
                  <a:pt x="6855790" y="6098"/>
                </a:lnTo>
                <a:lnTo>
                  <a:pt x="6825354" y="1525"/>
                </a:lnTo>
                <a:lnTo>
                  <a:pt x="6811657" y="0"/>
                </a:lnTo>
                <a:close/>
              </a:path>
              <a:path w="6962775" h="831214">
                <a:moveTo>
                  <a:pt x="6911229" y="38117"/>
                </a:moveTo>
                <a:lnTo>
                  <a:pt x="6811657" y="38117"/>
                </a:lnTo>
                <a:lnTo>
                  <a:pt x="6823831" y="39641"/>
                </a:lnTo>
                <a:lnTo>
                  <a:pt x="6834484" y="41167"/>
                </a:lnTo>
                <a:lnTo>
                  <a:pt x="6884705" y="64037"/>
                </a:lnTo>
                <a:lnTo>
                  <a:pt x="6910575" y="99105"/>
                </a:lnTo>
                <a:lnTo>
                  <a:pt x="6915141" y="108253"/>
                </a:lnTo>
                <a:lnTo>
                  <a:pt x="6919706" y="118926"/>
                </a:lnTo>
                <a:lnTo>
                  <a:pt x="6922750" y="129599"/>
                </a:lnTo>
                <a:lnTo>
                  <a:pt x="6924272" y="140272"/>
                </a:lnTo>
                <a:lnTo>
                  <a:pt x="6924272" y="692216"/>
                </a:lnTo>
                <a:lnTo>
                  <a:pt x="6910575" y="733383"/>
                </a:lnTo>
                <a:lnTo>
                  <a:pt x="6883182" y="766927"/>
                </a:lnTo>
                <a:lnTo>
                  <a:pt x="6832963" y="789797"/>
                </a:lnTo>
                <a:lnTo>
                  <a:pt x="6810136" y="792847"/>
                </a:lnTo>
                <a:lnTo>
                  <a:pt x="6909307" y="792847"/>
                </a:lnTo>
                <a:lnTo>
                  <a:pt x="6944056" y="750154"/>
                </a:lnTo>
                <a:lnTo>
                  <a:pt x="6959274" y="708987"/>
                </a:lnTo>
                <a:lnTo>
                  <a:pt x="6962317" y="693741"/>
                </a:lnTo>
                <a:lnTo>
                  <a:pt x="6962317" y="150945"/>
                </a:lnTo>
                <a:lnTo>
                  <a:pt x="6954709" y="105204"/>
                </a:lnTo>
                <a:lnTo>
                  <a:pt x="6936446" y="65562"/>
                </a:lnTo>
                <a:lnTo>
                  <a:pt x="6918185" y="44216"/>
                </a:lnTo>
                <a:lnTo>
                  <a:pt x="6911229" y="38117"/>
                </a:lnTo>
                <a:close/>
              </a:path>
            </a:pathLst>
          </a:custGeom>
          <a:solidFill>
            <a:srgbClr val="FFFFFF"/>
          </a:solidFill>
        </p:spPr>
        <p:txBody>
          <a:bodyPr wrap="square" lIns="0" tIns="0" rIns="0" bIns="0" rtlCol="0"/>
          <a:lstStyle/>
          <a:p>
            <a:endParaRPr/>
          </a:p>
        </p:txBody>
      </p:sp>
      <p:sp>
        <p:nvSpPr>
          <p:cNvPr id="15" name="object 15"/>
          <p:cNvSpPr/>
          <p:nvPr/>
        </p:nvSpPr>
        <p:spPr>
          <a:xfrm>
            <a:off x="1673999" y="4895279"/>
            <a:ext cx="6920865" cy="783590"/>
          </a:xfrm>
          <a:custGeom>
            <a:avLst/>
            <a:gdLst/>
            <a:ahLst/>
            <a:cxnLst/>
            <a:rect l="l" t="t" r="r" b="b"/>
            <a:pathLst>
              <a:path w="6920865" h="783589">
                <a:moveTo>
                  <a:pt x="45654" y="34214"/>
                </a:moveTo>
                <a:lnTo>
                  <a:pt x="25566" y="54340"/>
                </a:lnTo>
                <a:lnTo>
                  <a:pt x="6756" y="90750"/>
                </a:lnTo>
                <a:lnTo>
                  <a:pt x="0" y="132648"/>
                </a:lnTo>
                <a:lnTo>
                  <a:pt x="0" y="660198"/>
                </a:lnTo>
                <a:lnTo>
                  <a:pt x="3043" y="679073"/>
                </a:lnTo>
                <a:lnTo>
                  <a:pt x="3043" y="668633"/>
                </a:lnTo>
                <a:lnTo>
                  <a:pt x="1522" y="668633"/>
                </a:lnTo>
                <a:lnTo>
                  <a:pt x="1522" y="135233"/>
                </a:lnTo>
                <a:lnTo>
                  <a:pt x="3043" y="135233"/>
                </a:lnTo>
                <a:lnTo>
                  <a:pt x="3043" y="122533"/>
                </a:lnTo>
                <a:lnTo>
                  <a:pt x="4565" y="122533"/>
                </a:lnTo>
                <a:lnTo>
                  <a:pt x="4565" y="109833"/>
                </a:lnTo>
                <a:lnTo>
                  <a:pt x="7609" y="109833"/>
                </a:lnTo>
                <a:lnTo>
                  <a:pt x="7609" y="97133"/>
                </a:lnTo>
                <a:lnTo>
                  <a:pt x="12174" y="97133"/>
                </a:lnTo>
                <a:lnTo>
                  <a:pt x="12174" y="84433"/>
                </a:lnTo>
                <a:lnTo>
                  <a:pt x="16740" y="84433"/>
                </a:lnTo>
                <a:lnTo>
                  <a:pt x="16740" y="71733"/>
                </a:lnTo>
                <a:lnTo>
                  <a:pt x="24349" y="71733"/>
                </a:lnTo>
                <a:lnTo>
                  <a:pt x="24349" y="59033"/>
                </a:lnTo>
                <a:lnTo>
                  <a:pt x="35002" y="59033"/>
                </a:lnTo>
                <a:lnTo>
                  <a:pt x="35002" y="46333"/>
                </a:lnTo>
                <a:lnTo>
                  <a:pt x="45654" y="46333"/>
                </a:lnTo>
                <a:lnTo>
                  <a:pt x="45654" y="34214"/>
                </a:lnTo>
                <a:close/>
              </a:path>
              <a:path w="6920865" h="783589">
                <a:moveTo>
                  <a:pt x="18262" y="71733"/>
                </a:moveTo>
                <a:lnTo>
                  <a:pt x="16740" y="71733"/>
                </a:lnTo>
                <a:lnTo>
                  <a:pt x="16740" y="84433"/>
                </a:lnTo>
                <a:lnTo>
                  <a:pt x="18262" y="84433"/>
                </a:lnTo>
                <a:lnTo>
                  <a:pt x="18262" y="71733"/>
                </a:lnTo>
                <a:close/>
              </a:path>
              <a:path w="6920865" h="783589">
                <a:moveTo>
                  <a:pt x="25871" y="59033"/>
                </a:moveTo>
                <a:lnTo>
                  <a:pt x="24349" y="59033"/>
                </a:lnTo>
                <a:lnTo>
                  <a:pt x="24349" y="71733"/>
                </a:lnTo>
                <a:lnTo>
                  <a:pt x="25871" y="71733"/>
                </a:lnTo>
                <a:lnTo>
                  <a:pt x="25871" y="59033"/>
                </a:lnTo>
                <a:close/>
              </a:path>
              <a:path w="6920865" h="783589">
                <a:moveTo>
                  <a:pt x="36523" y="46333"/>
                </a:moveTo>
                <a:lnTo>
                  <a:pt x="35002" y="46333"/>
                </a:lnTo>
                <a:lnTo>
                  <a:pt x="35002" y="59033"/>
                </a:lnTo>
                <a:lnTo>
                  <a:pt x="36523" y="59033"/>
                </a:lnTo>
                <a:lnTo>
                  <a:pt x="36523" y="46333"/>
                </a:lnTo>
                <a:close/>
              </a:path>
              <a:path w="6920865" h="783589">
                <a:moveTo>
                  <a:pt x="6793396" y="0"/>
                </a:moveTo>
                <a:lnTo>
                  <a:pt x="132398" y="0"/>
                </a:lnTo>
                <a:lnTo>
                  <a:pt x="90578" y="6769"/>
                </a:lnTo>
                <a:lnTo>
                  <a:pt x="54237" y="25615"/>
                </a:lnTo>
                <a:lnTo>
                  <a:pt x="45654" y="34214"/>
                </a:lnTo>
                <a:lnTo>
                  <a:pt x="45654" y="46333"/>
                </a:lnTo>
                <a:lnTo>
                  <a:pt x="48698" y="46333"/>
                </a:lnTo>
                <a:lnTo>
                  <a:pt x="48698" y="33633"/>
                </a:lnTo>
                <a:lnTo>
                  <a:pt x="65438" y="33633"/>
                </a:lnTo>
                <a:lnTo>
                  <a:pt x="65438" y="20933"/>
                </a:lnTo>
                <a:lnTo>
                  <a:pt x="89787" y="20933"/>
                </a:lnTo>
                <a:lnTo>
                  <a:pt x="89787" y="8233"/>
                </a:lnTo>
                <a:lnTo>
                  <a:pt x="6837850" y="8233"/>
                </a:lnTo>
                <a:lnTo>
                  <a:pt x="6835057" y="6769"/>
                </a:lnTo>
                <a:lnTo>
                  <a:pt x="6793396" y="0"/>
                </a:lnTo>
                <a:close/>
              </a:path>
              <a:path w="6920865" h="783589">
                <a:moveTo>
                  <a:pt x="6837850" y="8233"/>
                </a:moveTo>
                <a:lnTo>
                  <a:pt x="6837528" y="8233"/>
                </a:lnTo>
                <a:lnTo>
                  <a:pt x="6837528" y="20933"/>
                </a:lnTo>
                <a:lnTo>
                  <a:pt x="6861878" y="20933"/>
                </a:lnTo>
                <a:lnTo>
                  <a:pt x="6861878" y="33633"/>
                </a:lnTo>
                <a:lnTo>
                  <a:pt x="6878618" y="33633"/>
                </a:lnTo>
                <a:lnTo>
                  <a:pt x="6878618" y="46333"/>
                </a:lnTo>
                <a:lnTo>
                  <a:pt x="6881662" y="46333"/>
                </a:lnTo>
                <a:lnTo>
                  <a:pt x="6881662" y="36446"/>
                </a:lnTo>
                <a:lnTo>
                  <a:pt x="6871021" y="25615"/>
                </a:lnTo>
                <a:lnTo>
                  <a:pt x="6837850" y="8233"/>
                </a:lnTo>
                <a:close/>
              </a:path>
              <a:path w="6920865" h="783589">
                <a:moveTo>
                  <a:pt x="6881662" y="36446"/>
                </a:moveTo>
                <a:lnTo>
                  <a:pt x="6881662" y="46333"/>
                </a:lnTo>
                <a:lnTo>
                  <a:pt x="6891375" y="46333"/>
                </a:lnTo>
                <a:lnTo>
                  <a:pt x="6881662" y="36446"/>
                </a:lnTo>
                <a:close/>
              </a:path>
              <a:path w="6920865" h="783589">
                <a:moveTo>
                  <a:pt x="66960" y="20933"/>
                </a:moveTo>
                <a:lnTo>
                  <a:pt x="65438" y="20933"/>
                </a:lnTo>
                <a:lnTo>
                  <a:pt x="65438" y="33633"/>
                </a:lnTo>
                <a:lnTo>
                  <a:pt x="66960" y="33633"/>
                </a:lnTo>
                <a:lnTo>
                  <a:pt x="66960" y="20933"/>
                </a:lnTo>
                <a:close/>
              </a:path>
              <a:path w="6920865" h="783589">
                <a:moveTo>
                  <a:pt x="6861878" y="20933"/>
                </a:moveTo>
                <a:lnTo>
                  <a:pt x="6860357" y="20933"/>
                </a:lnTo>
                <a:lnTo>
                  <a:pt x="6860357" y="33633"/>
                </a:lnTo>
                <a:lnTo>
                  <a:pt x="6861878" y="33633"/>
                </a:lnTo>
                <a:lnTo>
                  <a:pt x="6861878" y="20933"/>
                </a:lnTo>
                <a:close/>
              </a:path>
              <a:path w="6920865" h="783589">
                <a:moveTo>
                  <a:pt x="94352" y="8233"/>
                </a:moveTo>
                <a:lnTo>
                  <a:pt x="89787" y="8233"/>
                </a:lnTo>
                <a:lnTo>
                  <a:pt x="89787" y="20933"/>
                </a:lnTo>
                <a:lnTo>
                  <a:pt x="94352" y="20933"/>
                </a:lnTo>
                <a:lnTo>
                  <a:pt x="94352" y="8233"/>
                </a:lnTo>
                <a:close/>
              </a:path>
              <a:path w="6920865" h="783589">
                <a:moveTo>
                  <a:pt x="6837528" y="8233"/>
                </a:moveTo>
                <a:lnTo>
                  <a:pt x="6832963" y="8233"/>
                </a:lnTo>
                <a:lnTo>
                  <a:pt x="6832963" y="20933"/>
                </a:lnTo>
                <a:lnTo>
                  <a:pt x="6837528" y="20933"/>
                </a:lnTo>
                <a:lnTo>
                  <a:pt x="6837528" y="8233"/>
                </a:lnTo>
                <a:close/>
              </a:path>
              <a:path w="6920865" h="783589">
                <a:moveTo>
                  <a:pt x="31958" y="744833"/>
                </a:moveTo>
                <a:close/>
              </a:path>
              <a:path w="6920865" h="783589">
                <a:moveTo>
                  <a:pt x="24349" y="732133"/>
                </a:moveTo>
                <a:lnTo>
                  <a:pt x="22827" y="732133"/>
                </a:lnTo>
                <a:lnTo>
                  <a:pt x="22827" y="733204"/>
                </a:lnTo>
                <a:lnTo>
                  <a:pt x="24349" y="736150"/>
                </a:lnTo>
                <a:lnTo>
                  <a:pt x="24349" y="732133"/>
                </a:lnTo>
                <a:close/>
              </a:path>
              <a:path w="6920865" h="783589">
                <a:moveTo>
                  <a:pt x="22827" y="732133"/>
                </a:moveTo>
                <a:lnTo>
                  <a:pt x="22274" y="732133"/>
                </a:lnTo>
                <a:lnTo>
                  <a:pt x="22827" y="733204"/>
                </a:lnTo>
                <a:lnTo>
                  <a:pt x="22827" y="732133"/>
                </a:lnTo>
                <a:close/>
              </a:path>
              <a:path w="6920865" h="783589">
                <a:moveTo>
                  <a:pt x="10653" y="706733"/>
                </a:moveTo>
                <a:lnTo>
                  <a:pt x="9152" y="706733"/>
                </a:lnTo>
                <a:lnTo>
                  <a:pt x="10653" y="709638"/>
                </a:lnTo>
                <a:lnTo>
                  <a:pt x="10653" y="706733"/>
                </a:lnTo>
                <a:close/>
              </a:path>
              <a:path w="6920865" h="783589">
                <a:moveTo>
                  <a:pt x="6087" y="694033"/>
                </a:moveTo>
                <a:lnTo>
                  <a:pt x="5456" y="694033"/>
                </a:lnTo>
                <a:lnTo>
                  <a:pt x="6087" y="697945"/>
                </a:lnTo>
                <a:lnTo>
                  <a:pt x="6087" y="694033"/>
                </a:lnTo>
                <a:close/>
              </a:path>
              <a:path w="6920865" h="783589">
                <a:moveTo>
                  <a:pt x="85221" y="782933"/>
                </a:moveTo>
                <a:lnTo>
                  <a:pt x="84515" y="782933"/>
                </a:lnTo>
                <a:lnTo>
                  <a:pt x="85221" y="783299"/>
                </a:lnTo>
                <a:lnTo>
                  <a:pt x="85221" y="782933"/>
                </a:lnTo>
                <a:close/>
              </a:path>
              <a:path w="6920865" h="783589">
                <a:moveTo>
                  <a:pt x="62394" y="770233"/>
                </a:moveTo>
                <a:lnTo>
                  <a:pt x="60025" y="770233"/>
                </a:lnTo>
                <a:lnTo>
                  <a:pt x="62394" y="771461"/>
                </a:lnTo>
                <a:lnTo>
                  <a:pt x="62394" y="770233"/>
                </a:lnTo>
                <a:close/>
              </a:path>
              <a:path w="6920865" h="783589">
                <a:moveTo>
                  <a:pt x="6865294" y="770233"/>
                </a:moveTo>
                <a:lnTo>
                  <a:pt x="6864921" y="770233"/>
                </a:lnTo>
                <a:lnTo>
                  <a:pt x="6864921" y="770428"/>
                </a:lnTo>
                <a:lnTo>
                  <a:pt x="6865294" y="770233"/>
                </a:lnTo>
                <a:close/>
              </a:path>
              <a:path w="6920865" h="783589">
                <a:moveTo>
                  <a:pt x="4565" y="681333"/>
                </a:moveTo>
                <a:lnTo>
                  <a:pt x="3408" y="681333"/>
                </a:lnTo>
                <a:lnTo>
                  <a:pt x="4565" y="688509"/>
                </a:lnTo>
                <a:lnTo>
                  <a:pt x="4565" y="681333"/>
                </a:lnTo>
                <a:close/>
              </a:path>
              <a:path w="6920865" h="783589">
                <a:moveTo>
                  <a:pt x="6919708" y="103666"/>
                </a:moveTo>
                <a:lnTo>
                  <a:pt x="6919708" y="109833"/>
                </a:lnTo>
                <a:lnTo>
                  <a:pt x="6920679" y="109833"/>
                </a:lnTo>
                <a:lnTo>
                  <a:pt x="6919708" y="103666"/>
                </a:lnTo>
                <a:close/>
              </a:path>
              <a:path w="6920865" h="783589">
                <a:moveTo>
                  <a:pt x="6915142" y="85749"/>
                </a:moveTo>
                <a:lnTo>
                  <a:pt x="6915142" y="97133"/>
                </a:lnTo>
                <a:lnTo>
                  <a:pt x="6918679" y="97133"/>
                </a:lnTo>
                <a:lnTo>
                  <a:pt x="6917673" y="90750"/>
                </a:lnTo>
                <a:lnTo>
                  <a:pt x="6915142" y="85749"/>
                </a:lnTo>
                <a:close/>
              </a:path>
              <a:path w="6920865" h="783589">
                <a:moveTo>
                  <a:pt x="6909055" y="73725"/>
                </a:moveTo>
                <a:lnTo>
                  <a:pt x="6909055" y="84433"/>
                </a:lnTo>
                <a:lnTo>
                  <a:pt x="6910576" y="84433"/>
                </a:lnTo>
                <a:lnTo>
                  <a:pt x="6910576" y="76731"/>
                </a:lnTo>
                <a:lnTo>
                  <a:pt x="6909055" y="73725"/>
                </a:lnTo>
                <a:close/>
              </a:path>
              <a:path w="6920865" h="783589">
                <a:moveTo>
                  <a:pt x="6910576" y="76731"/>
                </a:moveTo>
                <a:lnTo>
                  <a:pt x="6910576" y="84433"/>
                </a:lnTo>
                <a:lnTo>
                  <a:pt x="6914475" y="84433"/>
                </a:lnTo>
                <a:lnTo>
                  <a:pt x="6910576" y="76731"/>
                </a:lnTo>
                <a:close/>
              </a:path>
              <a:path w="6920865" h="783589">
                <a:moveTo>
                  <a:pt x="6892314" y="47288"/>
                </a:moveTo>
                <a:lnTo>
                  <a:pt x="6892314" y="59033"/>
                </a:lnTo>
                <a:lnTo>
                  <a:pt x="6901445" y="59033"/>
                </a:lnTo>
                <a:lnTo>
                  <a:pt x="6901445" y="71733"/>
                </a:lnTo>
                <a:lnTo>
                  <a:pt x="6902966" y="71733"/>
                </a:lnTo>
                <a:lnTo>
                  <a:pt x="6902966" y="61698"/>
                </a:lnTo>
                <a:lnTo>
                  <a:pt x="6899241" y="54340"/>
                </a:lnTo>
                <a:lnTo>
                  <a:pt x="6892314" y="47288"/>
                </a:lnTo>
                <a:close/>
              </a:path>
              <a:path w="6920865" h="783589">
                <a:moveTo>
                  <a:pt x="6902966" y="61698"/>
                </a:moveTo>
                <a:lnTo>
                  <a:pt x="6902966" y="71733"/>
                </a:lnTo>
                <a:lnTo>
                  <a:pt x="6908046" y="71733"/>
                </a:lnTo>
                <a:lnTo>
                  <a:pt x="6902966" y="61698"/>
                </a:lnTo>
                <a:close/>
              </a:path>
            </a:pathLst>
          </a:custGeom>
          <a:solidFill>
            <a:srgbClr val="4F80BC"/>
          </a:solidFill>
        </p:spPr>
        <p:txBody>
          <a:bodyPr wrap="square" lIns="0" tIns="0" rIns="0" bIns="0" rtlCol="0"/>
          <a:lstStyle/>
          <a:p>
            <a:endParaRPr/>
          </a:p>
        </p:txBody>
      </p:sp>
      <p:sp>
        <p:nvSpPr>
          <p:cNvPr id="16" name="object 16"/>
          <p:cNvSpPr/>
          <p:nvPr/>
        </p:nvSpPr>
        <p:spPr>
          <a:xfrm>
            <a:off x="1655738" y="4877113"/>
            <a:ext cx="6962775" cy="829310"/>
          </a:xfrm>
          <a:custGeom>
            <a:avLst/>
            <a:gdLst/>
            <a:ahLst/>
            <a:cxnLst/>
            <a:rect l="l" t="t" r="r" b="b"/>
            <a:pathLst>
              <a:path w="6962775" h="829310">
                <a:moveTo>
                  <a:pt x="6825354" y="0"/>
                </a:moveTo>
                <a:lnTo>
                  <a:pt x="133920" y="0"/>
                </a:lnTo>
                <a:lnTo>
                  <a:pt x="118701" y="3810"/>
                </a:lnTo>
                <a:lnTo>
                  <a:pt x="77612" y="19050"/>
                </a:lnTo>
                <a:lnTo>
                  <a:pt x="44132" y="44450"/>
                </a:lnTo>
                <a:lnTo>
                  <a:pt x="18261" y="80010"/>
                </a:lnTo>
                <a:lnTo>
                  <a:pt x="3042" y="121920"/>
                </a:lnTo>
                <a:lnTo>
                  <a:pt x="0" y="135890"/>
                </a:lnTo>
                <a:lnTo>
                  <a:pt x="0" y="680720"/>
                </a:lnTo>
                <a:lnTo>
                  <a:pt x="3042" y="711200"/>
                </a:lnTo>
                <a:lnTo>
                  <a:pt x="18261" y="751840"/>
                </a:lnTo>
                <a:lnTo>
                  <a:pt x="44132" y="787400"/>
                </a:lnTo>
                <a:lnTo>
                  <a:pt x="56306" y="796290"/>
                </a:lnTo>
                <a:lnTo>
                  <a:pt x="66959" y="805180"/>
                </a:lnTo>
                <a:lnTo>
                  <a:pt x="79134" y="812800"/>
                </a:lnTo>
                <a:lnTo>
                  <a:pt x="92830" y="819150"/>
                </a:lnTo>
                <a:lnTo>
                  <a:pt x="106527" y="824230"/>
                </a:lnTo>
                <a:lnTo>
                  <a:pt x="136963" y="829310"/>
                </a:lnTo>
                <a:lnTo>
                  <a:pt x="6828397" y="829310"/>
                </a:lnTo>
                <a:lnTo>
                  <a:pt x="6842094" y="826770"/>
                </a:lnTo>
                <a:lnTo>
                  <a:pt x="6857312" y="824230"/>
                </a:lnTo>
                <a:lnTo>
                  <a:pt x="6878448" y="814070"/>
                </a:lnTo>
                <a:lnTo>
                  <a:pt x="98918" y="814070"/>
                </a:lnTo>
                <a:lnTo>
                  <a:pt x="98918" y="801370"/>
                </a:lnTo>
                <a:lnTo>
                  <a:pt x="77613" y="801370"/>
                </a:lnTo>
                <a:lnTo>
                  <a:pt x="77613" y="788670"/>
                </a:lnTo>
                <a:lnTo>
                  <a:pt x="60872" y="788670"/>
                </a:lnTo>
                <a:lnTo>
                  <a:pt x="60872" y="775970"/>
                </a:lnTo>
                <a:lnTo>
                  <a:pt x="50219" y="775970"/>
                </a:lnTo>
                <a:lnTo>
                  <a:pt x="50219" y="763270"/>
                </a:lnTo>
                <a:lnTo>
                  <a:pt x="41088" y="763270"/>
                </a:lnTo>
                <a:lnTo>
                  <a:pt x="41088" y="750570"/>
                </a:lnTo>
                <a:lnTo>
                  <a:pt x="33479" y="750570"/>
                </a:lnTo>
                <a:lnTo>
                  <a:pt x="33479" y="737870"/>
                </a:lnTo>
                <a:lnTo>
                  <a:pt x="28914" y="737870"/>
                </a:lnTo>
                <a:lnTo>
                  <a:pt x="28914" y="725170"/>
                </a:lnTo>
                <a:lnTo>
                  <a:pt x="24348" y="725170"/>
                </a:lnTo>
                <a:lnTo>
                  <a:pt x="24348" y="712470"/>
                </a:lnTo>
                <a:lnTo>
                  <a:pt x="21305" y="712470"/>
                </a:lnTo>
                <a:lnTo>
                  <a:pt x="21305" y="687070"/>
                </a:lnTo>
                <a:lnTo>
                  <a:pt x="19783" y="687070"/>
                </a:lnTo>
                <a:lnTo>
                  <a:pt x="19783" y="153670"/>
                </a:lnTo>
                <a:lnTo>
                  <a:pt x="21305" y="153670"/>
                </a:lnTo>
                <a:lnTo>
                  <a:pt x="21305" y="140970"/>
                </a:lnTo>
                <a:lnTo>
                  <a:pt x="22827" y="140970"/>
                </a:lnTo>
                <a:lnTo>
                  <a:pt x="22827" y="128270"/>
                </a:lnTo>
                <a:lnTo>
                  <a:pt x="25870" y="128270"/>
                </a:lnTo>
                <a:lnTo>
                  <a:pt x="25870" y="115570"/>
                </a:lnTo>
                <a:lnTo>
                  <a:pt x="30436" y="115570"/>
                </a:lnTo>
                <a:lnTo>
                  <a:pt x="30436" y="102870"/>
                </a:lnTo>
                <a:lnTo>
                  <a:pt x="35001" y="102870"/>
                </a:lnTo>
                <a:lnTo>
                  <a:pt x="35001" y="90170"/>
                </a:lnTo>
                <a:lnTo>
                  <a:pt x="42610" y="90170"/>
                </a:lnTo>
                <a:lnTo>
                  <a:pt x="42610" y="77470"/>
                </a:lnTo>
                <a:lnTo>
                  <a:pt x="53263" y="77470"/>
                </a:lnTo>
                <a:lnTo>
                  <a:pt x="53263" y="64770"/>
                </a:lnTo>
                <a:lnTo>
                  <a:pt x="63916" y="64770"/>
                </a:lnTo>
                <a:lnTo>
                  <a:pt x="63916" y="52070"/>
                </a:lnTo>
                <a:lnTo>
                  <a:pt x="83700" y="52070"/>
                </a:lnTo>
                <a:lnTo>
                  <a:pt x="83700" y="39370"/>
                </a:lnTo>
                <a:lnTo>
                  <a:pt x="108048" y="39370"/>
                </a:lnTo>
                <a:lnTo>
                  <a:pt x="108048" y="26670"/>
                </a:lnTo>
                <a:lnTo>
                  <a:pt x="6895358" y="26670"/>
                </a:lnTo>
                <a:lnTo>
                  <a:pt x="6883182" y="19050"/>
                </a:lnTo>
                <a:lnTo>
                  <a:pt x="6869487" y="11430"/>
                </a:lnTo>
                <a:lnTo>
                  <a:pt x="6855790" y="6350"/>
                </a:lnTo>
                <a:lnTo>
                  <a:pt x="6825354" y="0"/>
                </a:lnTo>
                <a:close/>
              </a:path>
              <a:path w="6962775" h="829310">
                <a:moveTo>
                  <a:pt x="103482" y="801370"/>
                </a:moveTo>
                <a:lnTo>
                  <a:pt x="98918" y="801370"/>
                </a:lnTo>
                <a:lnTo>
                  <a:pt x="98918" y="814070"/>
                </a:lnTo>
                <a:lnTo>
                  <a:pt x="103482" y="814070"/>
                </a:lnTo>
                <a:lnTo>
                  <a:pt x="103482" y="801370"/>
                </a:lnTo>
                <a:close/>
              </a:path>
              <a:path w="6962775" h="829310">
                <a:moveTo>
                  <a:pt x="6864921" y="801370"/>
                </a:moveTo>
                <a:lnTo>
                  <a:pt x="6860355" y="801370"/>
                </a:lnTo>
                <a:lnTo>
                  <a:pt x="6860355" y="814070"/>
                </a:lnTo>
                <a:lnTo>
                  <a:pt x="6864921" y="814070"/>
                </a:lnTo>
                <a:lnTo>
                  <a:pt x="6864921" y="801370"/>
                </a:lnTo>
                <a:close/>
              </a:path>
              <a:path w="6962775" h="829310">
                <a:moveTo>
                  <a:pt x="6943885" y="750570"/>
                </a:moveTo>
                <a:lnTo>
                  <a:pt x="6922750" y="750570"/>
                </a:lnTo>
                <a:lnTo>
                  <a:pt x="6922750" y="763270"/>
                </a:lnTo>
                <a:lnTo>
                  <a:pt x="6913619" y="763270"/>
                </a:lnTo>
                <a:lnTo>
                  <a:pt x="6913619" y="775970"/>
                </a:lnTo>
                <a:lnTo>
                  <a:pt x="6902966" y="775970"/>
                </a:lnTo>
                <a:lnTo>
                  <a:pt x="6902966" y="788670"/>
                </a:lnTo>
                <a:lnTo>
                  <a:pt x="6886227" y="788670"/>
                </a:lnTo>
                <a:lnTo>
                  <a:pt x="6886227" y="801370"/>
                </a:lnTo>
                <a:lnTo>
                  <a:pt x="6864921" y="801370"/>
                </a:lnTo>
                <a:lnTo>
                  <a:pt x="6864921" y="814070"/>
                </a:lnTo>
                <a:lnTo>
                  <a:pt x="6878448" y="814070"/>
                </a:lnTo>
                <a:lnTo>
                  <a:pt x="6884705" y="811530"/>
                </a:lnTo>
                <a:lnTo>
                  <a:pt x="6896879" y="803910"/>
                </a:lnTo>
                <a:lnTo>
                  <a:pt x="6899546" y="801370"/>
                </a:lnTo>
                <a:lnTo>
                  <a:pt x="6914336" y="788670"/>
                </a:lnTo>
                <a:lnTo>
                  <a:pt x="6918185" y="786130"/>
                </a:lnTo>
                <a:lnTo>
                  <a:pt x="6927561" y="775970"/>
                </a:lnTo>
                <a:lnTo>
                  <a:pt x="6928838" y="774700"/>
                </a:lnTo>
                <a:lnTo>
                  <a:pt x="6943885" y="750570"/>
                </a:lnTo>
                <a:close/>
              </a:path>
              <a:path w="6962775" h="829310">
                <a:moveTo>
                  <a:pt x="80655" y="788670"/>
                </a:moveTo>
                <a:lnTo>
                  <a:pt x="77613" y="788670"/>
                </a:lnTo>
                <a:lnTo>
                  <a:pt x="77613" y="801370"/>
                </a:lnTo>
                <a:lnTo>
                  <a:pt x="80655" y="801370"/>
                </a:lnTo>
                <a:lnTo>
                  <a:pt x="80655" y="788670"/>
                </a:lnTo>
                <a:close/>
              </a:path>
              <a:path w="6962775" h="829310">
                <a:moveTo>
                  <a:pt x="6886227" y="788670"/>
                </a:moveTo>
                <a:lnTo>
                  <a:pt x="6883182" y="788670"/>
                </a:lnTo>
                <a:lnTo>
                  <a:pt x="6883182" y="801370"/>
                </a:lnTo>
                <a:lnTo>
                  <a:pt x="6886227" y="801370"/>
                </a:lnTo>
                <a:lnTo>
                  <a:pt x="6886227" y="788670"/>
                </a:lnTo>
                <a:close/>
              </a:path>
              <a:path w="6962775" h="829310">
                <a:moveTo>
                  <a:pt x="62394" y="775970"/>
                </a:moveTo>
                <a:lnTo>
                  <a:pt x="60872" y="775970"/>
                </a:lnTo>
                <a:lnTo>
                  <a:pt x="60872" y="788670"/>
                </a:lnTo>
                <a:lnTo>
                  <a:pt x="62394" y="788670"/>
                </a:lnTo>
                <a:lnTo>
                  <a:pt x="62394" y="775970"/>
                </a:lnTo>
                <a:close/>
              </a:path>
              <a:path w="6962775" h="829310">
                <a:moveTo>
                  <a:pt x="6902966" y="775970"/>
                </a:moveTo>
                <a:lnTo>
                  <a:pt x="6901445" y="775970"/>
                </a:lnTo>
                <a:lnTo>
                  <a:pt x="6901445" y="788670"/>
                </a:lnTo>
                <a:lnTo>
                  <a:pt x="6902966" y="788670"/>
                </a:lnTo>
                <a:lnTo>
                  <a:pt x="6902966" y="775970"/>
                </a:lnTo>
                <a:close/>
              </a:path>
              <a:path w="6962775" h="829310">
                <a:moveTo>
                  <a:pt x="42610" y="750570"/>
                </a:moveTo>
                <a:lnTo>
                  <a:pt x="41088" y="750570"/>
                </a:lnTo>
                <a:lnTo>
                  <a:pt x="41088" y="763270"/>
                </a:lnTo>
                <a:lnTo>
                  <a:pt x="42610" y="763270"/>
                </a:lnTo>
                <a:lnTo>
                  <a:pt x="42610" y="750570"/>
                </a:lnTo>
                <a:close/>
              </a:path>
              <a:path w="6962775" h="829310">
                <a:moveTo>
                  <a:pt x="6922750" y="750570"/>
                </a:moveTo>
                <a:lnTo>
                  <a:pt x="6921228" y="750570"/>
                </a:lnTo>
                <a:lnTo>
                  <a:pt x="6921228" y="763270"/>
                </a:lnTo>
                <a:lnTo>
                  <a:pt x="6922750" y="763270"/>
                </a:lnTo>
                <a:lnTo>
                  <a:pt x="6922750" y="750570"/>
                </a:lnTo>
                <a:close/>
              </a:path>
              <a:path w="6962775" h="829310">
                <a:moveTo>
                  <a:pt x="6896209" y="26670"/>
                </a:moveTo>
                <a:lnTo>
                  <a:pt x="6855790" y="26670"/>
                </a:lnTo>
                <a:lnTo>
                  <a:pt x="6855790" y="39370"/>
                </a:lnTo>
                <a:lnTo>
                  <a:pt x="6880139" y="39370"/>
                </a:lnTo>
                <a:lnTo>
                  <a:pt x="6880139" y="52070"/>
                </a:lnTo>
                <a:lnTo>
                  <a:pt x="6899923" y="52070"/>
                </a:lnTo>
                <a:lnTo>
                  <a:pt x="6899923" y="64770"/>
                </a:lnTo>
                <a:lnTo>
                  <a:pt x="6910575" y="64770"/>
                </a:lnTo>
                <a:lnTo>
                  <a:pt x="6910575" y="77470"/>
                </a:lnTo>
                <a:lnTo>
                  <a:pt x="6921228" y="77470"/>
                </a:lnTo>
                <a:lnTo>
                  <a:pt x="6921228" y="90170"/>
                </a:lnTo>
                <a:lnTo>
                  <a:pt x="6928838" y="90170"/>
                </a:lnTo>
                <a:lnTo>
                  <a:pt x="6928838" y="102870"/>
                </a:lnTo>
                <a:lnTo>
                  <a:pt x="6933403" y="102870"/>
                </a:lnTo>
                <a:lnTo>
                  <a:pt x="6933403" y="115570"/>
                </a:lnTo>
                <a:lnTo>
                  <a:pt x="6937969" y="115570"/>
                </a:lnTo>
                <a:lnTo>
                  <a:pt x="6937969" y="128270"/>
                </a:lnTo>
                <a:lnTo>
                  <a:pt x="6941012" y="128270"/>
                </a:lnTo>
                <a:lnTo>
                  <a:pt x="6941012" y="140970"/>
                </a:lnTo>
                <a:lnTo>
                  <a:pt x="6942533" y="140970"/>
                </a:lnTo>
                <a:lnTo>
                  <a:pt x="6942533" y="712470"/>
                </a:lnTo>
                <a:lnTo>
                  <a:pt x="6939490" y="712470"/>
                </a:lnTo>
                <a:lnTo>
                  <a:pt x="6939490" y="725170"/>
                </a:lnTo>
                <a:lnTo>
                  <a:pt x="6934925" y="725170"/>
                </a:lnTo>
                <a:lnTo>
                  <a:pt x="6934925" y="737870"/>
                </a:lnTo>
                <a:lnTo>
                  <a:pt x="6930359" y="737870"/>
                </a:lnTo>
                <a:lnTo>
                  <a:pt x="6930359" y="750570"/>
                </a:lnTo>
                <a:lnTo>
                  <a:pt x="6944056" y="750570"/>
                </a:lnTo>
                <a:lnTo>
                  <a:pt x="6949568" y="737870"/>
                </a:lnTo>
                <a:lnTo>
                  <a:pt x="6955202" y="725170"/>
                </a:lnTo>
                <a:lnTo>
                  <a:pt x="6956230" y="722630"/>
                </a:lnTo>
                <a:lnTo>
                  <a:pt x="6958533" y="712470"/>
                </a:lnTo>
                <a:lnTo>
                  <a:pt x="6959274" y="709930"/>
                </a:lnTo>
                <a:lnTo>
                  <a:pt x="6962317" y="694690"/>
                </a:lnTo>
                <a:lnTo>
                  <a:pt x="6962317" y="149860"/>
                </a:lnTo>
                <a:lnTo>
                  <a:pt x="6953885" y="102870"/>
                </a:lnTo>
                <a:lnTo>
                  <a:pt x="6950143" y="91440"/>
                </a:lnTo>
                <a:lnTo>
                  <a:pt x="6949498" y="90170"/>
                </a:lnTo>
                <a:lnTo>
                  <a:pt x="6944056" y="78740"/>
                </a:lnTo>
                <a:lnTo>
                  <a:pt x="6936446" y="66040"/>
                </a:lnTo>
                <a:lnTo>
                  <a:pt x="6935748" y="64770"/>
                </a:lnTo>
                <a:lnTo>
                  <a:pt x="6927316" y="53340"/>
                </a:lnTo>
                <a:lnTo>
                  <a:pt x="6925883" y="52070"/>
                </a:lnTo>
                <a:lnTo>
                  <a:pt x="6918185" y="44450"/>
                </a:lnTo>
                <a:lnTo>
                  <a:pt x="6912496" y="39370"/>
                </a:lnTo>
                <a:lnTo>
                  <a:pt x="6896209" y="26670"/>
                </a:lnTo>
                <a:close/>
              </a:path>
              <a:path w="6962775" h="829310">
                <a:moveTo>
                  <a:pt x="22827" y="699770"/>
                </a:moveTo>
                <a:lnTo>
                  <a:pt x="21305" y="699770"/>
                </a:lnTo>
                <a:lnTo>
                  <a:pt x="21305" y="712470"/>
                </a:lnTo>
                <a:lnTo>
                  <a:pt x="22827" y="712470"/>
                </a:lnTo>
                <a:lnTo>
                  <a:pt x="22827" y="699770"/>
                </a:lnTo>
                <a:close/>
              </a:path>
              <a:path w="6962775" h="829310">
                <a:moveTo>
                  <a:pt x="6942533" y="699770"/>
                </a:moveTo>
                <a:lnTo>
                  <a:pt x="6941012" y="699770"/>
                </a:lnTo>
                <a:lnTo>
                  <a:pt x="6941012" y="712470"/>
                </a:lnTo>
                <a:lnTo>
                  <a:pt x="6942533" y="712470"/>
                </a:lnTo>
                <a:lnTo>
                  <a:pt x="6942533" y="699770"/>
                </a:lnTo>
                <a:close/>
              </a:path>
              <a:path w="6962775" h="829310">
                <a:moveTo>
                  <a:pt x="36523" y="90170"/>
                </a:moveTo>
                <a:lnTo>
                  <a:pt x="35001" y="90170"/>
                </a:lnTo>
                <a:lnTo>
                  <a:pt x="35001" y="102870"/>
                </a:lnTo>
                <a:lnTo>
                  <a:pt x="36523" y="102870"/>
                </a:lnTo>
                <a:lnTo>
                  <a:pt x="36523" y="90170"/>
                </a:lnTo>
                <a:close/>
              </a:path>
              <a:path w="6962775" h="829310">
                <a:moveTo>
                  <a:pt x="6928838" y="90170"/>
                </a:moveTo>
                <a:lnTo>
                  <a:pt x="6927316" y="90170"/>
                </a:lnTo>
                <a:lnTo>
                  <a:pt x="6927316" y="102870"/>
                </a:lnTo>
                <a:lnTo>
                  <a:pt x="6928838" y="102870"/>
                </a:lnTo>
                <a:lnTo>
                  <a:pt x="6928838" y="90170"/>
                </a:lnTo>
                <a:close/>
              </a:path>
              <a:path w="6962775" h="829310">
                <a:moveTo>
                  <a:pt x="44132" y="77470"/>
                </a:moveTo>
                <a:lnTo>
                  <a:pt x="42610" y="77470"/>
                </a:lnTo>
                <a:lnTo>
                  <a:pt x="42610" y="90170"/>
                </a:lnTo>
                <a:lnTo>
                  <a:pt x="44132" y="90170"/>
                </a:lnTo>
                <a:lnTo>
                  <a:pt x="44132" y="77470"/>
                </a:lnTo>
                <a:close/>
              </a:path>
              <a:path w="6962775" h="829310">
                <a:moveTo>
                  <a:pt x="6921228" y="77470"/>
                </a:moveTo>
                <a:lnTo>
                  <a:pt x="6919706" y="77470"/>
                </a:lnTo>
                <a:lnTo>
                  <a:pt x="6919706" y="90170"/>
                </a:lnTo>
                <a:lnTo>
                  <a:pt x="6921228" y="90170"/>
                </a:lnTo>
                <a:lnTo>
                  <a:pt x="6921228" y="77470"/>
                </a:lnTo>
                <a:close/>
              </a:path>
              <a:path w="6962775" h="829310">
                <a:moveTo>
                  <a:pt x="54785" y="64770"/>
                </a:moveTo>
                <a:lnTo>
                  <a:pt x="53263" y="64770"/>
                </a:lnTo>
                <a:lnTo>
                  <a:pt x="53263" y="77470"/>
                </a:lnTo>
                <a:lnTo>
                  <a:pt x="54785" y="77470"/>
                </a:lnTo>
                <a:lnTo>
                  <a:pt x="54785" y="64770"/>
                </a:lnTo>
                <a:close/>
              </a:path>
              <a:path w="6962775" h="829310">
                <a:moveTo>
                  <a:pt x="66959" y="52070"/>
                </a:moveTo>
                <a:lnTo>
                  <a:pt x="63916" y="52070"/>
                </a:lnTo>
                <a:lnTo>
                  <a:pt x="63916" y="64770"/>
                </a:lnTo>
                <a:lnTo>
                  <a:pt x="66959" y="64770"/>
                </a:lnTo>
                <a:lnTo>
                  <a:pt x="66959" y="52070"/>
                </a:lnTo>
                <a:close/>
              </a:path>
              <a:path w="6962775" h="829310">
                <a:moveTo>
                  <a:pt x="6899923" y="52070"/>
                </a:moveTo>
                <a:lnTo>
                  <a:pt x="6896879" y="52070"/>
                </a:lnTo>
                <a:lnTo>
                  <a:pt x="6896879" y="64770"/>
                </a:lnTo>
                <a:lnTo>
                  <a:pt x="6899923" y="64770"/>
                </a:lnTo>
                <a:lnTo>
                  <a:pt x="6899923" y="52070"/>
                </a:lnTo>
                <a:close/>
              </a:path>
              <a:path w="6962775" h="829310">
                <a:moveTo>
                  <a:pt x="85221" y="39370"/>
                </a:moveTo>
                <a:lnTo>
                  <a:pt x="83700" y="39370"/>
                </a:lnTo>
                <a:lnTo>
                  <a:pt x="83700" y="52070"/>
                </a:lnTo>
                <a:lnTo>
                  <a:pt x="85221" y="52070"/>
                </a:lnTo>
                <a:lnTo>
                  <a:pt x="85221" y="39370"/>
                </a:lnTo>
                <a:close/>
              </a:path>
              <a:path w="6962775" h="829310">
                <a:moveTo>
                  <a:pt x="6880139" y="39370"/>
                </a:moveTo>
                <a:lnTo>
                  <a:pt x="6878618" y="39370"/>
                </a:lnTo>
                <a:lnTo>
                  <a:pt x="6878618" y="52070"/>
                </a:lnTo>
                <a:lnTo>
                  <a:pt x="6880139" y="52070"/>
                </a:lnTo>
                <a:lnTo>
                  <a:pt x="6880139" y="39370"/>
                </a:lnTo>
                <a:close/>
              </a:path>
              <a:path w="6962775" h="829310">
                <a:moveTo>
                  <a:pt x="112614" y="26670"/>
                </a:moveTo>
                <a:lnTo>
                  <a:pt x="108048" y="26670"/>
                </a:lnTo>
                <a:lnTo>
                  <a:pt x="108048" y="39370"/>
                </a:lnTo>
                <a:lnTo>
                  <a:pt x="112614" y="39370"/>
                </a:lnTo>
                <a:lnTo>
                  <a:pt x="112614" y="26670"/>
                </a:lnTo>
                <a:close/>
              </a:path>
              <a:path w="6962775" h="829310">
                <a:moveTo>
                  <a:pt x="6855790" y="26670"/>
                </a:moveTo>
                <a:lnTo>
                  <a:pt x="6851224" y="26670"/>
                </a:lnTo>
                <a:lnTo>
                  <a:pt x="6851224" y="39370"/>
                </a:lnTo>
                <a:lnTo>
                  <a:pt x="6855790" y="39370"/>
                </a:lnTo>
                <a:lnTo>
                  <a:pt x="6855790" y="26670"/>
                </a:lnTo>
                <a:close/>
              </a:path>
            </a:pathLst>
          </a:custGeom>
          <a:solidFill>
            <a:srgbClr val="FFFFFF"/>
          </a:solidFill>
        </p:spPr>
        <p:txBody>
          <a:bodyPr wrap="square" lIns="0" tIns="0" rIns="0" bIns="0" rtlCol="0"/>
          <a:lstStyle/>
          <a:p>
            <a:endParaRPr/>
          </a:p>
        </p:txBody>
      </p:sp>
      <p:sp>
        <p:nvSpPr>
          <p:cNvPr id="17" name="object 17"/>
          <p:cNvSpPr/>
          <p:nvPr/>
        </p:nvSpPr>
        <p:spPr>
          <a:xfrm>
            <a:off x="1673999" y="4895279"/>
            <a:ext cx="6924675" cy="793115"/>
          </a:xfrm>
          <a:custGeom>
            <a:avLst/>
            <a:gdLst/>
            <a:ahLst/>
            <a:cxnLst/>
            <a:rect l="l" t="t" r="r" b="b"/>
            <a:pathLst>
              <a:path w="6924675" h="793114">
                <a:moveTo>
                  <a:pt x="6793396" y="0"/>
                </a:moveTo>
                <a:lnTo>
                  <a:pt x="132398" y="0"/>
                </a:lnTo>
                <a:lnTo>
                  <a:pt x="90578" y="6769"/>
                </a:lnTo>
                <a:lnTo>
                  <a:pt x="54237" y="25615"/>
                </a:lnTo>
                <a:lnTo>
                  <a:pt x="25566" y="54340"/>
                </a:lnTo>
                <a:lnTo>
                  <a:pt x="6756" y="90750"/>
                </a:lnTo>
                <a:lnTo>
                  <a:pt x="0" y="132648"/>
                </a:lnTo>
                <a:lnTo>
                  <a:pt x="0" y="660198"/>
                </a:lnTo>
                <a:lnTo>
                  <a:pt x="6756" y="702096"/>
                </a:lnTo>
                <a:lnTo>
                  <a:pt x="25566" y="738506"/>
                </a:lnTo>
                <a:lnTo>
                  <a:pt x="54237" y="767231"/>
                </a:lnTo>
                <a:lnTo>
                  <a:pt x="90578" y="786077"/>
                </a:lnTo>
                <a:lnTo>
                  <a:pt x="132398" y="792847"/>
                </a:lnTo>
                <a:lnTo>
                  <a:pt x="6793396" y="792847"/>
                </a:lnTo>
                <a:lnTo>
                  <a:pt x="6835057" y="786077"/>
                </a:lnTo>
                <a:lnTo>
                  <a:pt x="6871021" y="767231"/>
                </a:lnTo>
                <a:lnTo>
                  <a:pt x="6899241" y="738506"/>
                </a:lnTo>
                <a:lnTo>
                  <a:pt x="6917673" y="702096"/>
                </a:lnTo>
                <a:lnTo>
                  <a:pt x="6924272" y="660198"/>
                </a:lnTo>
                <a:lnTo>
                  <a:pt x="6924272" y="132648"/>
                </a:lnTo>
                <a:lnTo>
                  <a:pt x="6917673" y="90750"/>
                </a:lnTo>
                <a:lnTo>
                  <a:pt x="6899241" y="54340"/>
                </a:lnTo>
                <a:lnTo>
                  <a:pt x="6871021" y="25615"/>
                </a:lnTo>
                <a:lnTo>
                  <a:pt x="6835057" y="6769"/>
                </a:lnTo>
                <a:lnTo>
                  <a:pt x="6793396" y="0"/>
                </a:lnTo>
                <a:close/>
              </a:path>
            </a:pathLst>
          </a:custGeom>
          <a:solidFill>
            <a:srgbClr val="4F80BC"/>
          </a:solidFill>
        </p:spPr>
        <p:txBody>
          <a:bodyPr wrap="square" lIns="0" tIns="0" rIns="0" bIns="0" rtlCol="0"/>
          <a:lstStyle/>
          <a:p>
            <a:endParaRPr/>
          </a:p>
        </p:txBody>
      </p:sp>
      <p:sp>
        <p:nvSpPr>
          <p:cNvPr id="18" name="object 18"/>
          <p:cNvSpPr/>
          <p:nvPr/>
        </p:nvSpPr>
        <p:spPr>
          <a:xfrm>
            <a:off x="1655738" y="4876982"/>
            <a:ext cx="6962775" cy="829944"/>
          </a:xfrm>
          <a:custGeom>
            <a:avLst/>
            <a:gdLst/>
            <a:ahLst/>
            <a:cxnLst/>
            <a:rect l="l" t="t" r="r" b="b"/>
            <a:pathLst>
              <a:path w="6962775" h="829945">
                <a:moveTo>
                  <a:pt x="6825354" y="0"/>
                </a:moveTo>
                <a:lnTo>
                  <a:pt x="133920" y="0"/>
                </a:lnTo>
                <a:lnTo>
                  <a:pt x="118701" y="3050"/>
                </a:lnTo>
                <a:lnTo>
                  <a:pt x="77612" y="18296"/>
                </a:lnTo>
                <a:lnTo>
                  <a:pt x="44132" y="44217"/>
                </a:lnTo>
                <a:lnTo>
                  <a:pt x="18261" y="79284"/>
                </a:lnTo>
                <a:lnTo>
                  <a:pt x="3042" y="121977"/>
                </a:lnTo>
                <a:lnTo>
                  <a:pt x="0" y="135699"/>
                </a:lnTo>
                <a:lnTo>
                  <a:pt x="0" y="680018"/>
                </a:lnTo>
                <a:lnTo>
                  <a:pt x="3042" y="710512"/>
                </a:lnTo>
                <a:lnTo>
                  <a:pt x="18261" y="751679"/>
                </a:lnTo>
                <a:lnTo>
                  <a:pt x="44132" y="786748"/>
                </a:lnTo>
                <a:lnTo>
                  <a:pt x="56306" y="795897"/>
                </a:lnTo>
                <a:lnTo>
                  <a:pt x="66959" y="805045"/>
                </a:lnTo>
                <a:lnTo>
                  <a:pt x="79134" y="812669"/>
                </a:lnTo>
                <a:lnTo>
                  <a:pt x="92830" y="818767"/>
                </a:lnTo>
                <a:lnTo>
                  <a:pt x="106527" y="823342"/>
                </a:lnTo>
                <a:lnTo>
                  <a:pt x="136963" y="829440"/>
                </a:lnTo>
                <a:lnTo>
                  <a:pt x="6828397" y="829440"/>
                </a:lnTo>
                <a:lnTo>
                  <a:pt x="6842094" y="826391"/>
                </a:lnTo>
                <a:lnTo>
                  <a:pt x="6857312" y="823342"/>
                </a:lnTo>
                <a:lnTo>
                  <a:pt x="6884705" y="811143"/>
                </a:lnTo>
                <a:lnTo>
                  <a:pt x="6896879" y="803520"/>
                </a:lnTo>
                <a:lnTo>
                  <a:pt x="6911083" y="791323"/>
                </a:lnTo>
                <a:lnTo>
                  <a:pt x="138484" y="791323"/>
                </a:lnTo>
                <a:lnTo>
                  <a:pt x="126310" y="789797"/>
                </a:lnTo>
                <a:lnTo>
                  <a:pt x="115657" y="786748"/>
                </a:lnTo>
                <a:lnTo>
                  <a:pt x="106527" y="782175"/>
                </a:lnTo>
                <a:lnTo>
                  <a:pt x="95874" y="777600"/>
                </a:lnTo>
                <a:lnTo>
                  <a:pt x="77612" y="765402"/>
                </a:lnTo>
                <a:lnTo>
                  <a:pt x="70003" y="757779"/>
                </a:lnTo>
                <a:lnTo>
                  <a:pt x="63916" y="750155"/>
                </a:lnTo>
                <a:lnTo>
                  <a:pt x="56306" y="741008"/>
                </a:lnTo>
                <a:lnTo>
                  <a:pt x="47176" y="722711"/>
                </a:lnTo>
                <a:lnTo>
                  <a:pt x="42611" y="712038"/>
                </a:lnTo>
                <a:lnTo>
                  <a:pt x="39566" y="701365"/>
                </a:lnTo>
                <a:lnTo>
                  <a:pt x="38045" y="689168"/>
                </a:lnTo>
                <a:lnTo>
                  <a:pt x="38045" y="138748"/>
                </a:lnTo>
                <a:lnTo>
                  <a:pt x="41088" y="126551"/>
                </a:lnTo>
                <a:lnTo>
                  <a:pt x="42611" y="115878"/>
                </a:lnTo>
                <a:lnTo>
                  <a:pt x="47176" y="106729"/>
                </a:lnTo>
                <a:lnTo>
                  <a:pt x="51741" y="96056"/>
                </a:lnTo>
                <a:lnTo>
                  <a:pt x="63916" y="77760"/>
                </a:lnTo>
                <a:lnTo>
                  <a:pt x="97396" y="50316"/>
                </a:lnTo>
                <a:lnTo>
                  <a:pt x="140007" y="38117"/>
                </a:lnTo>
                <a:lnTo>
                  <a:pt x="6911227" y="38117"/>
                </a:lnTo>
                <a:lnTo>
                  <a:pt x="6906011" y="33544"/>
                </a:lnTo>
                <a:lnTo>
                  <a:pt x="6895358" y="25920"/>
                </a:lnTo>
                <a:lnTo>
                  <a:pt x="6883182" y="18296"/>
                </a:lnTo>
                <a:lnTo>
                  <a:pt x="6869487" y="10673"/>
                </a:lnTo>
                <a:lnTo>
                  <a:pt x="6855790" y="6099"/>
                </a:lnTo>
                <a:lnTo>
                  <a:pt x="6825354" y="0"/>
                </a:lnTo>
                <a:close/>
              </a:path>
              <a:path w="6962775" h="829945">
                <a:moveTo>
                  <a:pt x="6911227" y="38117"/>
                </a:moveTo>
                <a:lnTo>
                  <a:pt x="6823831" y="38117"/>
                </a:lnTo>
                <a:lnTo>
                  <a:pt x="6834484" y="41167"/>
                </a:lnTo>
                <a:lnTo>
                  <a:pt x="6846660" y="42692"/>
                </a:lnTo>
                <a:lnTo>
                  <a:pt x="6855790" y="47266"/>
                </a:lnTo>
                <a:lnTo>
                  <a:pt x="6899923" y="79284"/>
                </a:lnTo>
                <a:lnTo>
                  <a:pt x="6919706" y="118927"/>
                </a:lnTo>
                <a:lnTo>
                  <a:pt x="6924272" y="140274"/>
                </a:lnTo>
                <a:lnTo>
                  <a:pt x="6924272" y="690692"/>
                </a:lnTo>
                <a:lnTo>
                  <a:pt x="6910575" y="733384"/>
                </a:lnTo>
                <a:lnTo>
                  <a:pt x="6883182" y="766927"/>
                </a:lnTo>
                <a:lnTo>
                  <a:pt x="6832963" y="789797"/>
                </a:lnTo>
                <a:lnTo>
                  <a:pt x="6822310" y="791323"/>
                </a:lnTo>
                <a:lnTo>
                  <a:pt x="6911083" y="791323"/>
                </a:lnTo>
                <a:lnTo>
                  <a:pt x="6944056" y="750155"/>
                </a:lnTo>
                <a:lnTo>
                  <a:pt x="6959274" y="708988"/>
                </a:lnTo>
                <a:lnTo>
                  <a:pt x="6962317" y="693741"/>
                </a:lnTo>
                <a:lnTo>
                  <a:pt x="6962317" y="149421"/>
                </a:lnTo>
                <a:lnTo>
                  <a:pt x="6950143" y="91483"/>
                </a:lnTo>
                <a:lnTo>
                  <a:pt x="6927316" y="53365"/>
                </a:lnTo>
                <a:lnTo>
                  <a:pt x="6918185" y="44217"/>
                </a:lnTo>
                <a:lnTo>
                  <a:pt x="6911227" y="38117"/>
                </a:lnTo>
                <a:close/>
              </a:path>
            </a:pathLst>
          </a:custGeom>
          <a:solidFill>
            <a:srgbClr val="FFFFFF"/>
          </a:solidFill>
        </p:spPr>
        <p:txBody>
          <a:bodyPr wrap="square" lIns="0" tIns="0" rIns="0" bIns="0" rtlCol="0"/>
          <a:lstStyle/>
          <a:p>
            <a:endParaRPr/>
          </a:p>
        </p:txBody>
      </p:sp>
      <p:sp>
        <p:nvSpPr>
          <p:cNvPr id="19" name="object 19"/>
          <p:cNvSpPr txBox="1"/>
          <p:nvPr/>
        </p:nvSpPr>
        <p:spPr>
          <a:xfrm>
            <a:off x="2747609" y="2315507"/>
            <a:ext cx="4777740" cy="3189605"/>
          </a:xfrm>
          <a:prstGeom prst="rect">
            <a:avLst/>
          </a:prstGeom>
        </p:spPr>
        <p:txBody>
          <a:bodyPr vert="horz" wrap="square" lIns="0" tIns="12700" rIns="0" bIns="0" rtlCol="0">
            <a:spAutoFit/>
          </a:bodyPr>
          <a:lstStyle/>
          <a:p>
            <a:pPr algn="ctr">
              <a:lnSpc>
                <a:spcPct val="100000"/>
              </a:lnSpc>
              <a:spcBef>
                <a:spcPts val="100"/>
              </a:spcBef>
            </a:pPr>
            <a:r>
              <a:rPr sz="3300" spc="-5" dirty="0">
                <a:solidFill>
                  <a:srgbClr val="FFFFFF"/>
                </a:solidFill>
                <a:latin typeface="Calibri"/>
                <a:cs typeface="Calibri"/>
              </a:rPr>
              <a:t>Khả năng điều khiển </a:t>
            </a:r>
            <a:r>
              <a:rPr sz="3300" spc="-15" dirty="0">
                <a:solidFill>
                  <a:srgbClr val="FFFFFF"/>
                </a:solidFill>
                <a:latin typeface="Calibri"/>
                <a:cs typeface="Calibri"/>
              </a:rPr>
              <a:t>con</a:t>
            </a:r>
            <a:r>
              <a:rPr sz="3300" spc="-75" dirty="0">
                <a:solidFill>
                  <a:srgbClr val="FFFFFF"/>
                </a:solidFill>
                <a:latin typeface="Calibri"/>
                <a:cs typeface="Calibri"/>
              </a:rPr>
              <a:t> </a:t>
            </a:r>
            <a:r>
              <a:rPr sz="3300" spc="-20" dirty="0">
                <a:solidFill>
                  <a:srgbClr val="FFFFFF"/>
                </a:solidFill>
                <a:latin typeface="Calibri"/>
                <a:cs typeface="Calibri"/>
              </a:rPr>
              <a:t>trỏ</a:t>
            </a:r>
            <a:endParaRPr sz="3300">
              <a:latin typeface="Calibri"/>
              <a:cs typeface="Calibri"/>
            </a:endParaRPr>
          </a:p>
          <a:p>
            <a:pPr marL="734060" marR="725170" algn="ctr">
              <a:lnSpc>
                <a:spcPts val="6980"/>
              </a:lnSpc>
              <a:spcBef>
                <a:spcPts val="740"/>
              </a:spcBef>
            </a:pPr>
            <a:r>
              <a:rPr sz="3300" spc="-5" dirty="0">
                <a:solidFill>
                  <a:srgbClr val="FFFFFF"/>
                </a:solidFill>
                <a:latin typeface="Calibri"/>
                <a:cs typeface="Calibri"/>
              </a:rPr>
              <a:t>Khả năng </a:t>
            </a:r>
            <a:r>
              <a:rPr sz="3300" spc="-10" dirty="0">
                <a:solidFill>
                  <a:srgbClr val="FFFFFF"/>
                </a:solidFill>
                <a:latin typeface="Calibri"/>
                <a:cs typeface="Calibri"/>
              </a:rPr>
              <a:t>chỉnh</a:t>
            </a:r>
            <a:r>
              <a:rPr sz="3300" spc="-50" dirty="0">
                <a:solidFill>
                  <a:srgbClr val="FFFFFF"/>
                </a:solidFill>
                <a:latin typeface="Calibri"/>
                <a:cs typeface="Calibri"/>
              </a:rPr>
              <a:t> </a:t>
            </a:r>
            <a:r>
              <a:rPr sz="3300" spc="-5" dirty="0">
                <a:solidFill>
                  <a:srgbClr val="FFFFFF"/>
                </a:solidFill>
                <a:latin typeface="Calibri"/>
                <a:cs typeface="Calibri"/>
              </a:rPr>
              <a:t>sửa  Khả năng </a:t>
            </a:r>
            <a:r>
              <a:rPr sz="3300" spc="-15" dirty="0">
                <a:solidFill>
                  <a:srgbClr val="FFFFFF"/>
                </a:solidFill>
                <a:latin typeface="Calibri"/>
                <a:cs typeface="Calibri"/>
              </a:rPr>
              <a:t>thoát  </a:t>
            </a:r>
            <a:r>
              <a:rPr sz="3300" spc="-5" dirty="0">
                <a:solidFill>
                  <a:srgbClr val="FFFFFF"/>
                </a:solidFill>
                <a:latin typeface="Calibri"/>
                <a:cs typeface="Calibri"/>
              </a:rPr>
              <a:t>Khả năng </a:t>
            </a:r>
            <a:r>
              <a:rPr sz="3300" spc="-20" dirty="0">
                <a:solidFill>
                  <a:srgbClr val="FFFFFF"/>
                </a:solidFill>
                <a:latin typeface="Calibri"/>
                <a:cs typeface="Calibri"/>
              </a:rPr>
              <a:t>trợ</a:t>
            </a:r>
            <a:r>
              <a:rPr sz="3300" spc="-55" dirty="0">
                <a:solidFill>
                  <a:srgbClr val="FFFFFF"/>
                </a:solidFill>
                <a:latin typeface="Calibri"/>
                <a:cs typeface="Calibri"/>
              </a:rPr>
              <a:t> </a:t>
            </a:r>
            <a:r>
              <a:rPr sz="3300" spc="-10" dirty="0">
                <a:solidFill>
                  <a:srgbClr val="FFFFFF"/>
                </a:solidFill>
                <a:latin typeface="Calibri"/>
                <a:cs typeface="Calibri"/>
              </a:rPr>
              <a:t>giúp</a:t>
            </a:r>
            <a:endParaRPr sz="3300">
              <a:latin typeface="Calibri"/>
              <a:cs typeface="Calibri"/>
            </a:endParaRPr>
          </a:p>
        </p:txBody>
      </p:sp>
      <p:sp>
        <p:nvSpPr>
          <p:cNvPr id="20" name="object 20"/>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21" name="object 21"/>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22" name="object 22"/>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25</a:t>
            </a:fld>
            <a:endParaRPr spc="-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28179" y="1758960"/>
            <a:ext cx="5723558" cy="792847"/>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4144214" y="1882519"/>
            <a:ext cx="3996690" cy="267335"/>
          </a:xfrm>
          <a:prstGeom prst="rect">
            <a:avLst/>
          </a:prstGeom>
        </p:spPr>
        <p:txBody>
          <a:bodyPr vert="horz" wrap="square" lIns="0" tIns="0" rIns="0" bIns="0" rtlCol="0">
            <a:spAutoFit/>
          </a:bodyPr>
          <a:lstStyle/>
          <a:p>
            <a:pPr>
              <a:lnSpc>
                <a:spcPts val="1995"/>
              </a:lnSpc>
              <a:tabLst>
                <a:tab pos="1499870" algn="l"/>
                <a:tab pos="2406650" algn="l"/>
                <a:tab pos="3044190" algn="l"/>
                <a:tab pos="3755390" algn="l"/>
              </a:tabLst>
            </a:pPr>
            <a:r>
              <a:rPr sz="2100" spc="-15" dirty="0">
                <a:latin typeface="Calibri"/>
                <a:cs typeface="Calibri"/>
              </a:rPr>
              <a:t>c</a:t>
            </a:r>
            <a:r>
              <a:rPr sz="2100" dirty="0">
                <a:latin typeface="Calibri"/>
                <a:cs typeface="Calibri"/>
              </a:rPr>
              <a:t>ầu</a:t>
            </a:r>
            <a:r>
              <a:rPr sz="2100" spc="-10" dirty="0">
                <a:latin typeface="Calibri"/>
                <a:cs typeface="Calibri"/>
              </a:rPr>
              <a:t> </a:t>
            </a:r>
            <a:r>
              <a:rPr sz="2100" spc="-5" dirty="0">
                <a:latin typeface="Calibri"/>
                <a:cs typeface="Calibri"/>
              </a:rPr>
              <a:t>nhậ</a:t>
            </a:r>
            <a:r>
              <a:rPr sz="2100" dirty="0">
                <a:latin typeface="Calibri"/>
                <a:cs typeface="Calibri"/>
              </a:rPr>
              <a:t>p</a:t>
            </a:r>
            <a:r>
              <a:rPr sz="2100" spc="-10" dirty="0">
                <a:latin typeface="Calibri"/>
                <a:cs typeface="Calibri"/>
              </a:rPr>
              <a:t> </a:t>
            </a:r>
            <a:r>
              <a:rPr sz="2100" spc="-5" dirty="0">
                <a:latin typeface="Calibri"/>
                <a:cs typeface="Calibri"/>
              </a:rPr>
              <a:t>l</a:t>
            </a:r>
            <a:r>
              <a:rPr sz="2100" dirty="0">
                <a:latin typeface="Calibri"/>
                <a:cs typeface="Calibri"/>
              </a:rPr>
              <a:t>i	</a:t>
            </a:r>
            <a:r>
              <a:rPr sz="2100" spc="-15" dirty="0">
                <a:latin typeface="Calibri"/>
                <a:cs typeface="Calibri"/>
              </a:rPr>
              <a:t>c</a:t>
            </a:r>
            <a:r>
              <a:rPr sz="2100" dirty="0">
                <a:latin typeface="Calibri"/>
                <a:cs typeface="Calibri"/>
              </a:rPr>
              <a:t>ác</a:t>
            </a:r>
            <a:r>
              <a:rPr sz="2100" spc="-10" dirty="0">
                <a:latin typeface="Calibri"/>
                <a:cs typeface="Calibri"/>
              </a:rPr>
              <a:t> </a:t>
            </a:r>
            <a:r>
              <a:rPr sz="2100" dirty="0">
                <a:latin typeface="Calibri"/>
                <a:cs typeface="Calibri"/>
              </a:rPr>
              <a:t>t</a:t>
            </a:r>
            <a:r>
              <a:rPr sz="2100" spc="-5" dirty="0">
                <a:latin typeface="Calibri"/>
                <a:cs typeface="Calibri"/>
              </a:rPr>
              <a:t>r</a:t>
            </a:r>
            <a:r>
              <a:rPr sz="2100" dirty="0">
                <a:latin typeface="Calibri"/>
                <a:cs typeface="Calibri"/>
              </a:rPr>
              <a:t>ư	</a:t>
            </a:r>
            <a:r>
              <a:rPr sz="2100" spc="-5" dirty="0">
                <a:latin typeface="Calibri"/>
                <a:cs typeface="Calibri"/>
              </a:rPr>
              <a:t>n</a:t>
            </a:r>
            <a:r>
              <a:rPr sz="2100" dirty="0">
                <a:latin typeface="Calibri"/>
                <a:cs typeface="Calibri"/>
              </a:rPr>
              <a:t>g</a:t>
            </a:r>
            <a:r>
              <a:rPr sz="2100" spc="-5" dirty="0">
                <a:latin typeface="Calibri"/>
                <a:cs typeface="Calibri"/>
              </a:rPr>
              <a:t> </a:t>
            </a:r>
            <a:r>
              <a:rPr sz="2100" dirty="0">
                <a:latin typeface="Calibri"/>
                <a:cs typeface="Calibri"/>
              </a:rPr>
              <a:t>c	</a:t>
            </a:r>
            <a:r>
              <a:rPr sz="2100" spc="-10" dirty="0">
                <a:latin typeface="Calibri"/>
                <a:cs typeface="Calibri"/>
              </a:rPr>
              <a:t>s</a:t>
            </a:r>
            <a:r>
              <a:rPr sz="2100" dirty="0">
                <a:latin typeface="Calibri"/>
                <a:cs typeface="Calibri"/>
              </a:rPr>
              <a:t>ẵn	ặc</a:t>
            </a:r>
            <a:endParaRPr sz="2100">
              <a:latin typeface="Calibri"/>
              <a:cs typeface="Calibri"/>
            </a:endParaRPr>
          </a:p>
        </p:txBody>
      </p:sp>
      <p:sp>
        <p:nvSpPr>
          <p:cNvPr id="4" name="object 4"/>
          <p:cNvSpPr/>
          <p:nvPr/>
        </p:nvSpPr>
        <p:spPr>
          <a:xfrm>
            <a:off x="1479207" y="1676626"/>
            <a:ext cx="1161415" cy="957580"/>
          </a:xfrm>
          <a:custGeom>
            <a:avLst/>
            <a:gdLst/>
            <a:ahLst/>
            <a:cxnLst/>
            <a:rect l="l" t="t" r="r" b="b"/>
            <a:pathLst>
              <a:path w="1161414" h="957580">
                <a:moveTo>
                  <a:pt x="1002878" y="0"/>
                </a:moveTo>
                <a:lnTo>
                  <a:pt x="158268" y="0"/>
                </a:lnTo>
                <a:lnTo>
                  <a:pt x="107914" y="8160"/>
                </a:lnTo>
                <a:lnTo>
                  <a:pt x="64427" y="30884"/>
                </a:lnTo>
                <a:lnTo>
                  <a:pt x="30290" y="65537"/>
                </a:lnTo>
                <a:lnTo>
                  <a:pt x="7986" y="109485"/>
                </a:lnTo>
                <a:lnTo>
                  <a:pt x="0" y="160093"/>
                </a:lnTo>
                <a:lnTo>
                  <a:pt x="0" y="797421"/>
                </a:lnTo>
                <a:lnTo>
                  <a:pt x="7986" y="848029"/>
                </a:lnTo>
                <a:lnTo>
                  <a:pt x="30290" y="891977"/>
                </a:lnTo>
                <a:lnTo>
                  <a:pt x="64427" y="926630"/>
                </a:lnTo>
                <a:lnTo>
                  <a:pt x="107914" y="949355"/>
                </a:lnTo>
                <a:lnTo>
                  <a:pt x="158268" y="957515"/>
                </a:lnTo>
                <a:lnTo>
                  <a:pt x="1002878" y="957515"/>
                </a:lnTo>
                <a:lnTo>
                  <a:pt x="1052647" y="949355"/>
                </a:lnTo>
                <a:lnTo>
                  <a:pt x="1096062" y="926630"/>
                </a:lnTo>
                <a:lnTo>
                  <a:pt x="1130418" y="891977"/>
                </a:lnTo>
                <a:lnTo>
                  <a:pt x="1153014" y="848029"/>
                </a:lnTo>
                <a:lnTo>
                  <a:pt x="1161147" y="797421"/>
                </a:lnTo>
                <a:lnTo>
                  <a:pt x="1161147" y="160093"/>
                </a:lnTo>
                <a:lnTo>
                  <a:pt x="1153014" y="109485"/>
                </a:lnTo>
                <a:lnTo>
                  <a:pt x="1130418" y="65537"/>
                </a:lnTo>
                <a:lnTo>
                  <a:pt x="1096062" y="30884"/>
                </a:lnTo>
                <a:lnTo>
                  <a:pt x="1052647" y="8160"/>
                </a:lnTo>
                <a:lnTo>
                  <a:pt x="1002878" y="0"/>
                </a:lnTo>
                <a:close/>
              </a:path>
            </a:pathLst>
          </a:custGeom>
          <a:solidFill>
            <a:srgbClr val="4F80BC"/>
          </a:solidFill>
        </p:spPr>
        <p:txBody>
          <a:bodyPr wrap="square" lIns="0" tIns="0" rIns="0" bIns="0" rtlCol="0"/>
          <a:lstStyle/>
          <a:p>
            <a:endParaRPr/>
          </a:p>
        </p:txBody>
      </p:sp>
      <p:sp>
        <p:nvSpPr>
          <p:cNvPr id="5" name="object 5"/>
          <p:cNvSpPr/>
          <p:nvPr/>
        </p:nvSpPr>
        <p:spPr>
          <a:xfrm>
            <a:off x="1465511" y="1664427"/>
            <a:ext cx="1188720" cy="983615"/>
          </a:xfrm>
          <a:custGeom>
            <a:avLst/>
            <a:gdLst/>
            <a:ahLst/>
            <a:cxnLst/>
            <a:rect l="l" t="t" r="r" b="b"/>
            <a:pathLst>
              <a:path w="1188720" h="983614">
                <a:moveTo>
                  <a:pt x="1033313" y="0"/>
                </a:moveTo>
                <a:lnTo>
                  <a:pt x="153703" y="0"/>
                </a:lnTo>
                <a:lnTo>
                  <a:pt x="136963" y="3050"/>
                </a:lnTo>
                <a:lnTo>
                  <a:pt x="89786" y="19822"/>
                </a:lnTo>
                <a:lnTo>
                  <a:pt x="50219" y="50316"/>
                </a:lnTo>
                <a:lnTo>
                  <a:pt x="21305" y="89957"/>
                </a:lnTo>
                <a:lnTo>
                  <a:pt x="3042" y="137223"/>
                </a:lnTo>
                <a:lnTo>
                  <a:pt x="1521" y="155520"/>
                </a:lnTo>
                <a:lnTo>
                  <a:pt x="0" y="172292"/>
                </a:lnTo>
                <a:lnTo>
                  <a:pt x="0" y="811143"/>
                </a:lnTo>
                <a:lnTo>
                  <a:pt x="1521" y="827915"/>
                </a:lnTo>
                <a:lnTo>
                  <a:pt x="13695" y="878231"/>
                </a:lnTo>
                <a:lnTo>
                  <a:pt x="39566" y="920922"/>
                </a:lnTo>
                <a:lnTo>
                  <a:pt x="76090" y="952941"/>
                </a:lnTo>
                <a:lnTo>
                  <a:pt x="121744" y="975812"/>
                </a:lnTo>
                <a:lnTo>
                  <a:pt x="171964" y="983435"/>
                </a:lnTo>
                <a:lnTo>
                  <a:pt x="1016574" y="983435"/>
                </a:lnTo>
                <a:lnTo>
                  <a:pt x="1068316" y="974288"/>
                </a:lnTo>
                <a:lnTo>
                  <a:pt x="1105601" y="957515"/>
                </a:lnTo>
                <a:lnTo>
                  <a:pt x="171964" y="957515"/>
                </a:lnTo>
                <a:lnTo>
                  <a:pt x="141528" y="954465"/>
                </a:lnTo>
                <a:lnTo>
                  <a:pt x="101960" y="939219"/>
                </a:lnTo>
                <a:lnTo>
                  <a:pt x="68480" y="913298"/>
                </a:lnTo>
                <a:lnTo>
                  <a:pt x="42609" y="879755"/>
                </a:lnTo>
                <a:lnTo>
                  <a:pt x="28914" y="840113"/>
                </a:lnTo>
                <a:lnTo>
                  <a:pt x="25869" y="824866"/>
                </a:lnTo>
                <a:lnTo>
                  <a:pt x="25869" y="155520"/>
                </a:lnTo>
                <a:lnTo>
                  <a:pt x="44132" y="100630"/>
                </a:lnTo>
                <a:lnTo>
                  <a:pt x="68480" y="67087"/>
                </a:lnTo>
                <a:lnTo>
                  <a:pt x="115657" y="36593"/>
                </a:lnTo>
                <a:lnTo>
                  <a:pt x="173487" y="24395"/>
                </a:lnTo>
                <a:lnTo>
                  <a:pt x="1104838" y="24395"/>
                </a:lnTo>
                <a:lnTo>
                  <a:pt x="1097230" y="19822"/>
                </a:lnTo>
                <a:lnTo>
                  <a:pt x="1082012" y="12198"/>
                </a:lnTo>
                <a:lnTo>
                  <a:pt x="1066793" y="7623"/>
                </a:lnTo>
                <a:lnTo>
                  <a:pt x="1050053" y="3050"/>
                </a:lnTo>
                <a:lnTo>
                  <a:pt x="1033313" y="0"/>
                </a:lnTo>
                <a:close/>
              </a:path>
              <a:path w="1188720" h="983614">
                <a:moveTo>
                  <a:pt x="1104838" y="24395"/>
                </a:moveTo>
                <a:lnTo>
                  <a:pt x="1016574" y="24395"/>
                </a:lnTo>
                <a:lnTo>
                  <a:pt x="1047010" y="27444"/>
                </a:lnTo>
                <a:lnTo>
                  <a:pt x="1074403" y="36593"/>
                </a:lnTo>
                <a:lnTo>
                  <a:pt x="1120057" y="68611"/>
                </a:lnTo>
                <a:lnTo>
                  <a:pt x="1145928" y="102156"/>
                </a:lnTo>
                <a:lnTo>
                  <a:pt x="1159624" y="143323"/>
                </a:lnTo>
                <a:lnTo>
                  <a:pt x="1162668" y="157045"/>
                </a:lnTo>
                <a:lnTo>
                  <a:pt x="1162668" y="826391"/>
                </a:lnTo>
                <a:lnTo>
                  <a:pt x="1159624" y="840113"/>
                </a:lnTo>
                <a:lnTo>
                  <a:pt x="1156581" y="855360"/>
                </a:lnTo>
                <a:lnTo>
                  <a:pt x="1150494" y="867558"/>
                </a:lnTo>
                <a:lnTo>
                  <a:pt x="1144407" y="881280"/>
                </a:lnTo>
                <a:lnTo>
                  <a:pt x="1136797" y="893478"/>
                </a:lnTo>
                <a:lnTo>
                  <a:pt x="1109404" y="923971"/>
                </a:lnTo>
                <a:lnTo>
                  <a:pt x="1072880" y="945318"/>
                </a:lnTo>
                <a:lnTo>
                  <a:pt x="1015052" y="957515"/>
                </a:lnTo>
                <a:lnTo>
                  <a:pt x="1105601" y="957515"/>
                </a:lnTo>
                <a:lnTo>
                  <a:pt x="1138320" y="931595"/>
                </a:lnTo>
                <a:lnTo>
                  <a:pt x="1167234" y="891954"/>
                </a:lnTo>
                <a:lnTo>
                  <a:pt x="1185495" y="844687"/>
                </a:lnTo>
                <a:lnTo>
                  <a:pt x="1188539" y="170768"/>
                </a:lnTo>
                <a:lnTo>
                  <a:pt x="1187018" y="153996"/>
                </a:lnTo>
                <a:lnTo>
                  <a:pt x="1174842" y="103680"/>
                </a:lnTo>
                <a:lnTo>
                  <a:pt x="1148972" y="60989"/>
                </a:lnTo>
                <a:lnTo>
                  <a:pt x="1112448" y="28969"/>
                </a:lnTo>
                <a:lnTo>
                  <a:pt x="1104838" y="24395"/>
                </a:lnTo>
                <a:close/>
              </a:path>
            </a:pathLst>
          </a:custGeom>
          <a:solidFill>
            <a:srgbClr val="FFFFFF"/>
          </a:solidFill>
        </p:spPr>
        <p:txBody>
          <a:bodyPr wrap="square" lIns="0" tIns="0" rIns="0" bIns="0" rtlCol="0"/>
          <a:lstStyle/>
          <a:p>
            <a:endParaRPr/>
          </a:p>
        </p:txBody>
      </p:sp>
      <p:sp>
        <p:nvSpPr>
          <p:cNvPr id="6" name="object 6"/>
          <p:cNvSpPr/>
          <p:nvPr/>
        </p:nvSpPr>
        <p:spPr>
          <a:xfrm>
            <a:off x="2628179" y="2765266"/>
            <a:ext cx="5723558" cy="791321"/>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3541718" y="3034878"/>
            <a:ext cx="2694940" cy="267335"/>
          </a:xfrm>
          <a:prstGeom prst="rect">
            <a:avLst/>
          </a:prstGeom>
        </p:spPr>
        <p:txBody>
          <a:bodyPr vert="horz" wrap="square" lIns="0" tIns="0" rIns="0" bIns="0" rtlCol="0">
            <a:spAutoFit/>
          </a:bodyPr>
          <a:lstStyle/>
          <a:p>
            <a:pPr>
              <a:lnSpc>
                <a:spcPts val="1995"/>
              </a:lnSpc>
              <a:tabLst>
                <a:tab pos="1140460" algn="l"/>
                <a:tab pos="1390015" algn="l"/>
                <a:tab pos="2353310" algn="l"/>
              </a:tabLst>
            </a:pPr>
            <a:r>
              <a:rPr sz="2100" spc="-5" dirty="0">
                <a:latin typeface="Calibri"/>
                <a:cs typeface="Calibri"/>
              </a:rPr>
              <a:t>cun</a:t>
            </a:r>
            <a:r>
              <a:rPr sz="2100" dirty="0">
                <a:latin typeface="Calibri"/>
                <a:cs typeface="Calibri"/>
              </a:rPr>
              <a:t>g</a:t>
            </a:r>
            <a:r>
              <a:rPr sz="2100" spc="-5" dirty="0">
                <a:latin typeface="Calibri"/>
                <a:cs typeface="Calibri"/>
              </a:rPr>
              <a:t> </a:t>
            </a:r>
            <a:r>
              <a:rPr sz="2100" dirty="0">
                <a:latin typeface="Calibri"/>
                <a:cs typeface="Calibri"/>
              </a:rPr>
              <a:t>c	i	t	</a:t>
            </a:r>
            <a:r>
              <a:rPr sz="2100" spc="-5" dirty="0">
                <a:latin typeface="Calibri"/>
                <a:cs typeface="Calibri"/>
              </a:rPr>
              <a:t>ịnh</a:t>
            </a:r>
            <a:endParaRPr sz="2100">
              <a:latin typeface="Calibri"/>
              <a:cs typeface="Calibri"/>
            </a:endParaRPr>
          </a:p>
        </p:txBody>
      </p:sp>
      <p:sp>
        <p:nvSpPr>
          <p:cNvPr id="8" name="object 8"/>
          <p:cNvSpPr/>
          <p:nvPr/>
        </p:nvSpPr>
        <p:spPr>
          <a:xfrm>
            <a:off x="1479207" y="2682932"/>
            <a:ext cx="1161415" cy="957580"/>
          </a:xfrm>
          <a:custGeom>
            <a:avLst/>
            <a:gdLst/>
            <a:ahLst/>
            <a:cxnLst/>
            <a:rect l="l" t="t" r="r" b="b"/>
            <a:pathLst>
              <a:path w="1161414" h="957579">
                <a:moveTo>
                  <a:pt x="1002878" y="0"/>
                </a:moveTo>
                <a:lnTo>
                  <a:pt x="158268" y="0"/>
                </a:lnTo>
                <a:lnTo>
                  <a:pt x="107914" y="8001"/>
                </a:lnTo>
                <a:lnTo>
                  <a:pt x="64427" y="30347"/>
                </a:lnTo>
                <a:lnTo>
                  <a:pt x="30290" y="64549"/>
                </a:lnTo>
                <a:lnTo>
                  <a:pt x="7986" y="108119"/>
                </a:lnTo>
                <a:lnTo>
                  <a:pt x="0" y="158568"/>
                </a:lnTo>
                <a:lnTo>
                  <a:pt x="0" y="797420"/>
                </a:lnTo>
                <a:lnTo>
                  <a:pt x="7986" y="848028"/>
                </a:lnTo>
                <a:lnTo>
                  <a:pt x="30290" y="891977"/>
                </a:lnTo>
                <a:lnTo>
                  <a:pt x="64427" y="926630"/>
                </a:lnTo>
                <a:lnTo>
                  <a:pt x="107914" y="949355"/>
                </a:lnTo>
                <a:lnTo>
                  <a:pt x="158268" y="957515"/>
                </a:lnTo>
                <a:lnTo>
                  <a:pt x="1002878" y="957515"/>
                </a:lnTo>
                <a:lnTo>
                  <a:pt x="1052647" y="949355"/>
                </a:lnTo>
                <a:lnTo>
                  <a:pt x="1096062" y="926630"/>
                </a:lnTo>
                <a:lnTo>
                  <a:pt x="1130418" y="891977"/>
                </a:lnTo>
                <a:lnTo>
                  <a:pt x="1153014" y="848028"/>
                </a:lnTo>
                <a:lnTo>
                  <a:pt x="1161147" y="797420"/>
                </a:lnTo>
                <a:lnTo>
                  <a:pt x="1161147" y="158568"/>
                </a:lnTo>
                <a:lnTo>
                  <a:pt x="1153014" y="108119"/>
                </a:lnTo>
                <a:lnTo>
                  <a:pt x="1130418" y="64549"/>
                </a:lnTo>
                <a:lnTo>
                  <a:pt x="1096062" y="30347"/>
                </a:lnTo>
                <a:lnTo>
                  <a:pt x="1052647" y="8001"/>
                </a:lnTo>
                <a:lnTo>
                  <a:pt x="1002878" y="0"/>
                </a:lnTo>
                <a:close/>
              </a:path>
            </a:pathLst>
          </a:custGeom>
          <a:solidFill>
            <a:srgbClr val="4F80BC"/>
          </a:solidFill>
        </p:spPr>
        <p:txBody>
          <a:bodyPr wrap="square" lIns="0" tIns="0" rIns="0" bIns="0" rtlCol="0"/>
          <a:lstStyle/>
          <a:p>
            <a:endParaRPr/>
          </a:p>
        </p:txBody>
      </p:sp>
      <p:sp>
        <p:nvSpPr>
          <p:cNvPr id="9" name="object 9"/>
          <p:cNvSpPr/>
          <p:nvPr/>
        </p:nvSpPr>
        <p:spPr>
          <a:xfrm>
            <a:off x="1465511" y="2669209"/>
            <a:ext cx="1188720" cy="983615"/>
          </a:xfrm>
          <a:custGeom>
            <a:avLst/>
            <a:gdLst/>
            <a:ahLst/>
            <a:cxnLst/>
            <a:rect l="l" t="t" r="r" b="b"/>
            <a:pathLst>
              <a:path w="1188720" h="983614">
                <a:moveTo>
                  <a:pt x="1016574" y="0"/>
                </a:moveTo>
                <a:lnTo>
                  <a:pt x="171964" y="0"/>
                </a:lnTo>
                <a:lnTo>
                  <a:pt x="153703" y="1524"/>
                </a:lnTo>
                <a:lnTo>
                  <a:pt x="105004" y="13722"/>
                </a:lnTo>
                <a:lnTo>
                  <a:pt x="62393" y="39641"/>
                </a:lnTo>
                <a:lnTo>
                  <a:pt x="28914" y="76234"/>
                </a:lnTo>
                <a:lnTo>
                  <a:pt x="7608" y="121975"/>
                </a:lnTo>
                <a:lnTo>
                  <a:pt x="0" y="172290"/>
                </a:lnTo>
                <a:lnTo>
                  <a:pt x="0" y="812667"/>
                </a:lnTo>
                <a:lnTo>
                  <a:pt x="7608" y="862982"/>
                </a:lnTo>
                <a:lnTo>
                  <a:pt x="30435" y="908724"/>
                </a:lnTo>
                <a:lnTo>
                  <a:pt x="63915" y="945316"/>
                </a:lnTo>
                <a:lnTo>
                  <a:pt x="121744" y="975810"/>
                </a:lnTo>
                <a:lnTo>
                  <a:pt x="155224" y="983434"/>
                </a:lnTo>
                <a:lnTo>
                  <a:pt x="1034835" y="983434"/>
                </a:lnTo>
                <a:lnTo>
                  <a:pt x="1083533" y="969712"/>
                </a:lnTo>
                <a:lnTo>
                  <a:pt x="1104231" y="959039"/>
                </a:lnTo>
                <a:lnTo>
                  <a:pt x="171964" y="959039"/>
                </a:lnTo>
                <a:lnTo>
                  <a:pt x="156747" y="957515"/>
                </a:lnTo>
                <a:lnTo>
                  <a:pt x="114136" y="946842"/>
                </a:lnTo>
                <a:lnTo>
                  <a:pt x="68480" y="914822"/>
                </a:lnTo>
                <a:lnTo>
                  <a:pt x="42609" y="881279"/>
                </a:lnTo>
                <a:lnTo>
                  <a:pt x="25869" y="826390"/>
                </a:lnTo>
                <a:lnTo>
                  <a:pt x="25869" y="157044"/>
                </a:lnTo>
                <a:lnTo>
                  <a:pt x="38045" y="114352"/>
                </a:lnTo>
                <a:lnTo>
                  <a:pt x="59350" y="79284"/>
                </a:lnTo>
                <a:lnTo>
                  <a:pt x="91309" y="50314"/>
                </a:lnTo>
                <a:lnTo>
                  <a:pt x="129354" y="32017"/>
                </a:lnTo>
                <a:lnTo>
                  <a:pt x="158268" y="25919"/>
                </a:lnTo>
                <a:lnTo>
                  <a:pt x="1106361" y="25919"/>
                </a:lnTo>
                <a:lnTo>
                  <a:pt x="1082012" y="13722"/>
                </a:lnTo>
                <a:lnTo>
                  <a:pt x="1066793" y="7622"/>
                </a:lnTo>
                <a:lnTo>
                  <a:pt x="1050053" y="3049"/>
                </a:lnTo>
                <a:lnTo>
                  <a:pt x="1016574" y="0"/>
                </a:lnTo>
                <a:close/>
              </a:path>
              <a:path w="1188720" h="983614">
                <a:moveTo>
                  <a:pt x="1106361" y="25919"/>
                </a:moveTo>
                <a:lnTo>
                  <a:pt x="1031792" y="25919"/>
                </a:lnTo>
                <a:lnTo>
                  <a:pt x="1047010" y="28968"/>
                </a:lnTo>
                <a:lnTo>
                  <a:pt x="1060706" y="32017"/>
                </a:lnTo>
                <a:lnTo>
                  <a:pt x="1098751" y="51840"/>
                </a:lnTo>
                <a:lnTo>
                  <a:pt x="1129188" y="79284"/>
                </a:lnTo>
                <a:lnTo>
                  <a:pt x="1152015" y="115877"/>
                </a:lnTo>
                <a:lnTo>
                  <a:pt x="1162668" y="158568"/>
                </a:lnTo>
                <a:lnTo>
                  <a:pt x="1162668" y="826390"/>
                </a:lnTo>
                <a:lnTo>
                  <a:pt x="1150494" y="869081"/>
                </a:lnTo>
                <a:lnTo>
                  <a:pt x="1129188" y="905675"/>
                </a:lnTo>
                <a:lnTo>
                  <a:pt x="1085056" y="940743"/>
                </a:lnTo>
                <a:lnTo>
                  <a:pt x="1045488" y="955989"/>
                </a:lnTo>
                <a:lnTo>
                  <a:pt x="1015052" y="959039"/>
                </a:lnTo>
                <a:lnTo>
                  <a:pt x="1104231" y="959039"/>
                </a:lnTo>
                <a:lnTo>
                  <a:pt x="1138320" y="933119"/>
                </a:lnTo>
                <a:lnTo>
                  <a:pt x="1167234" y="893476"/>
                </a:lnTo>
                <a:lnTo>
                  <a:pt x="1185495" y="846211"/>
                </a:lnTo>
                <a:lnTo>
                  <a:pt x="1187018" y="827914"/>
                </a:lnTo>
                <a:lnTo>
                  <a:pt x="1188539" y="811142"/>
                </a:lnTo>
                <a:lnTo>
                  <a:pt x="1188539" y="172290"/>
                </a:lnTo>
                <a:lnTo>
                  <a:pt x="1187018" y="153995"/>
                </a:lnTo>
                <a:lnTo>
                  <a:pt x="1174842" y="105204"/>
                </a:lnTo>
                <a:lnTo>
                  <a:pt x="1148972" y="62511"/>
                </a:lnTo>
                <a:lnTo>
                  <a:pt x="1112448" y="28968"/>
                </a:lnTo>
                <a:lnTo>
                  <a:pt x="1106361" y="25919"/>
                </a:lnTo>
                <a:close/>
              </a:path>
            </a:pathLst>
          </a:custGeom>
          <a:solidFill>
            <a:srgbClr val="FFFFFF"/>
          </a:solidFill>
        </p:spPr>
        <p:txBody>
          <a:bodyPr wrap="square" lIns="0" tIns="0" rIns="0" bIns="0" rtlCol="0"/>
          <a:lstStyle/>
          <a:p>
            <a:endParaRPr/>
          </a:p>
        </p:txBody>
      </p:sp>
      <p:sp>
        <p:nvSpPr>
          <p:cNvPr id="10" name="object 10"/>
          <p:cNvSpPr/>
          <p:nvPr/>
        </p:nvSpPr>
        <p:spPr>
          <a:xfrm>
            <a:off x="2628179" y="3771570"/>
            <a:ext cx="5723558" cy="791323"/>
          </a:xfrm>
          <a:prstGeom prst="rect">
            <a:avLst/>
          </a:prstGeom>
          <a:blipFill>
            <a:blip r:embed="rId4" cstate="print"/>
            <a:stretch>
              <a:fillRect/>
            </a:stretch>
          </a:blipFill>
        </p:spPr>
        <p:txBody>
          <a:bodyPr wrap="square" lIns="0" tIns="0" rIns="0" bIns="0" rtlCol="0"/>
          <a:lstStyle/>
          <a:p>
            <a:endParaRPr/>
          </a:p>
        </p:txBody>
      </p:sp>
      <p:sp>
        <p:nvSpPr>
          <p:cNvPr id="11" name="object 11"/>
          <p:cNvSpPr txBox="1"/>
          <p:nvPr/>
        </p:nvSpPr>
        <p:spPr>
          <a:xfrm>
            <a:off x="2721480" y="4040675"/>
            <a:ext cx="4359910" cy="267335"/>
          </a:xfrm>
          <a:prstGeom prst="rect">
            <a:avLst/>
          </a:prstGeom>
        </p:spPr>
        <p:txBody>
          <a:bodyPr vert="horz" wrap="square" lIns="0" tIns="0" rIns="0" bIns="0" rtlCol="0">
            <a:spAutoFit/>
          </a:bodyPr>
          <a:lstStyle/>
          <a:p>
            <a:pPr>
              <a:lnSpc>
                <a:spcPts val="1995"/>
              </a:lnSpc>
            </a:pPr>
            <a:r>
              <a:rPr sz="2100" dirty="0">
                <a:latin typeface="Calibri"/>
                <a:cs typeface="Calibri"/>
              </a:rPr>
              <a:t>• </a:t>
            </a:r>
            <a:r>
              <a:rPr sz="2100" spc="-5" dirty="0">
                <a:latin typeface="Calibri"/>
                <a:cs typeface="Calibri"/>
              </a:rPr>
              <a:t>Chỉ </a:t>
            </a:r>
            <a:r>
              <a:rPr sz="2100" spc="-25" dirty="0">
                <a:latin typeface="Calibri"/>
                <a:cs typeface="Calibri"/>
              </a:rPr>
              <a:t>ra </a:t>
            </a:r>
            <a:r>
              <a:rPr sz="2100" spc="-5" dirty="0">
                <a:latin typeface="Calibri"/>
                <a:cs typeface="Calibri"/>
              </a:rPr>
              <a:t>loại đơn vị cho dữ liệu nhập</a:t>
            </a:r>
            <a:r>
              <a:rPr sz="2100" spc="-215" dirty="0">
                <a:latin typeface="Calibri"/>
                <a:cs typeface="Calibri"/>
              </a:rPr>
              <a:t> </a:t>
            </a:r>
            <a:r>
              <a:rPr sz="2100" spc="-15" dirty="0">
                <a:latin typeface="Calibri"/>
                <a:cs typeface="Calibri"/>
              </a:rPr>
              <a:t>vào</a:t>
            </a:r>
            <a:endParaRPr sz="2100">
              <a:latin typeface="Calibri"/>
              <a:cs typeface="Calibri"/>
            </a:endParaRPr>
          </a:p>
        </p:txBody>
      </p:sp>
      <p:sp>
        <p:nvSpPr>
          <p:cNvPr id="12" name="object 12"/>
          <p:cNvSpPr/>
          <p:nvPr/>
        </p:nvSpPr>
        <p:spPr>
          <a:xfrm>
            <a:off x="1479207" y="3687712"/>
            <a:ext cx="1161415" cy="957580"/>
          </a:xfrm>
          <a:custGeom>
            <a:avLst/>
            <a:gdLst/>
            <a:ahLst/>
            <a:cxnLst/>
            <a:rect l="l" t="t" r="r" b="b"/>
            <a:pathLst>
              <a:path w="1161414" h="957579">
                <a:moveTo>
                  <a:pt x="1002878" y="0"/>
                </a:moveTo>
                <a:lnTo>
                  <a:pt x="158268" y="0"/>
                </a:lnTo>
                <a:lnTo>
                  <a:pt x="107914" y="8160"/>
                </a:lnTo>
                <a:lnTo>
                  <a:pt x="64427" y="30884"/>
                </a:lnTo>
                <a:lnTo>
                  <a:pt x="30290" y="65537"/>
                </a:lnTo>
                <a:lnTo>
                  <a:pt x="7986" y="109485"/>
                </a:lnTo>
                <a:lnTo>
                  <a:pt x="0" y="160093"/>
                </a:lnTo>
                <a:lnTo>
                  <a:pt x="0" y="798945"/>
                </a:lnTo>
                <a:lnTo>
                  <a:pt x="7986" y="849394"/>
                </a:lnTo>
                <a:lnTo>
                  <a:pt x="30290" y="892964"/>
                </a:lnTo>
                <a:lnTo>
                  <a:pt x="64427" y="927167"/>
                </a:lnTo>
                <a:lnTo>
                  <a:pt x="107914" y="949513"/>
                </a:lnTo>
                <a:lnTo>
                  <a:pt x="158268" y="957515"/>
                </a:lnTo>
                <a:lnTo>
                  <a:pt x="1002878" y="957515"/>
                </a:lnTo>
                <a:lnTo>
                  <a:pt x="1052647" y="949513"/>
                </a:lnTo>
                <a:lnTo>
                  <a:pt x="1096062" y="927167"/>
                </a:lnTo>
                <a:lnTo>
                  <a:pt x="1130418" y="892964"/>
                </a:lnTo>
                <a:lnTo>
                  <a:pt x="1153014" y="849394"/>
                </a:lnTo>
                <a:lnTo>
                  <a:pt x="1161147" y="798945"/>
                </a:lnTo>
                <a:lnTo>
                  <a:pt x="1161147" y="160093"/>
                </a:lnTo>
                <a:lnTo>
                  <a:pt x="1153014" y="109485"/>
                </a:lnTo>
                <a:lnTo>
                  <a:pt x="1130418" y="65537"/>
                </a:lnTo>
                <a:lnTo>
                  <a:pt x="1096062" y="30884"/>
                </a:lnTo>
                <a:lnTo>
                  <a:pt x="1052647" y="8160"/>
                </a:lnTo>
                <a:lnTo>
                  <a:pt x="1002878" y="0"/>
                </a:lnTo>
                <a:close/>
              </a:path>
            </a:pathLst>
          </a:custGeom>
          <a:solidFill>
            <a:srgbClr val="4F80BC"/>
          </a:solidFill>
        </p:spPr>
        <p:txBody>
          <a:bodyPr wrap="square" lIns="0" tIns="0" rIns="0" bIns="0" rtlCol="0"/>
          <a:lstStyle/>
          <a:p>
            <a:endParaRPr/>
          </a:p>
        </p:txBody>
      </p:sp>
      <p:sp>
        <p:nvSpPr>
          <p:cNvPr id="13" name="object 13"/>
          <p:cNvSpPr/>
          <p:nvPr/>
        </p:nvSpPr>
        <p:spPr>
          <a:xfrm>
            <a:off x="1465511" y="3675514"/>
            <a:ext cx="1188720" cy="983615"/>
          </a:xfrm>
          <a:custGeom>
            <a:avLst/>
            <a:gdLst/>
            <a:ahLst/>
            <a:cxnLst/>
            <a:rect l="l" t="t" r="r" b="b"/>
            <a:pathLst>
              <a:path w="1188720" h="983614">
                <a:moveTo>
                  <a:pt x="1016574" y="0"/>
                </a:moveTo>
                <a:lnTo>
                  <a:pt x="171964" y="0"/>
                </a:lnTo>
                <a:lnTo>
                  <a:pt x="136963" y="3050"/>
                </a:lnTo>
                <a:lnTo>
                  <a:pt x="89786" y="21346"/>
                </a:lnTo>
                <a:lnTo>
                  <a:pt x="50219" y="50316"/>
                </a:lnTo>
                <a:lnTo>
                  <a:pt x="21305" y="89957"/>
                </a:lnTo>
                <a:lnTo>
                  <a:pt x="3042" y="138748"/>
                </a:lnTo>
                <a:lnTo>
                  <a:pt x="0" y="172292"/>
                </a:lnTo>
                <a:lnTo>
                  <a:pt x="0" y="811143"/>
                </a:lnTo>
                <a:lnTo>
                  <a:pt x="7608" y="862984"/>
                </a:lnTo>
                <a:lnTo>
                  <a:pt x="39566" y="920922"/>
                </a:lnTo>
                <a:lnTo>
                  <a:pt x="76090" y="954465"/>
                </a:lnTo>
                <a:lnTo>
                  <a:pt x="121744" y="975812"/>
                </a:lnTo>
                <a:lnTo>
                  <a:pt x="171964" y="983435"/>
                </a:lnTo>
                <a:lnTo>
                  <a:pt x="1016574" y="983435"/>
                </a:lnTo>
                <a:lnTo>
                  <a:pt x="1068316" y="975812"/>
                </a:lnTo>
                <a:lnTo>
                  <a:pt x="1105599" y="957516"/>
                </a:lnTo>
                <a:lnTo>
                  <a:pt x="156747" y="957516"/>
                </a:lnTo>
                <a:lnTo>
                  <a:pt x="141528" y="954465"/>
                </a:lnTo>
                <a:lnTo>
                  <a:pt x="89786" y="933121"/>
                </a:lnTo>
                <a:lnTo>
                  <a:pt x="59350" y="904151"/>
                </a:lnTo>
                <a:lnTo>
                  <a:pt x="36522" y="867558"/>
                </a:lnTo>
                <a:lnTo>
                  <a:pt x="25869" y="824866"/>
                </a:lnTo>
                <a:lnTo>
                  <a:pt x="25869" y="157045"/>
                </a:lnTo>
                <a:lnTo>
                  <a:pt x="38045" y="114353"/>
                </a:lnTo>
                <a:lnTo>
                  <a:pt x="59350" y="77760"/>
                </a:lnTo>
                <a:lnTo>
                  <a:pt x="103483" y="42692"/>
                </a:lnTo>
                <a:lnTo>
                  <a:pt x="143050" y="27444"/>
                </a:lnTo>
                <a:lnTo>
                  <a:pt x="158268" y="25920"/>
                </a:lnTo>
                <a:lnTo>
                  <a:pt x="1107376" y="25920"/>
                </a:lnTo>
                <a:lnTo>
                  <a:pt x="1097230" y="19822"/>
                </a:lnTo>
                <a:lnTo>
                  <a:pt x="1066793" y="7623"/>
                </a:lnTo>
                <a:lnTo>
                  <a:pt x="1050053" y="3050"/>
                </a:lnTo>
                <a:lnTo>
                  <a:pt x="1016574" y="0"/>
                </a:lnTo>
                <a:close/>
              </a:path>
              <a:path w="1188720" h="983614">
                <a:moveTo>
                  <a:pt x="1107376" y="25920"/>
                </a:moveTo>
                <a:lnTo>
                  <a:pt x="1031792" y="25920"/>
                </a:lnTo>
                <a:lnTo>
                  <a:pt x="1047010" y="28969"/>
                </a:lnTo>
                <a:lnTo>
                  <a:pt x="1060706" y="32019"/>
                </a:lnTo>
                <a:lnTo>
                  <a:pt x="1098751" y="50316"/>
                </a:lnTo>
                <a:lnTo>
                  <a:pt x="1138320" y="89957"/>
                </a:lnTo>
                <a:lnTo>
                  <a:pt x="1156581" y="129600"/>
                </a:lnTo>
                <a:lnTo>
                  <a:pt x="1162668" y="158569"/>
                </a:lnTo>
                <a:lnTo>
                  <a:pt x="1162668" y="826391"/>
                </a:lnTo>
                <a:lnTo>
                  <a:pt x="1150494" y="869082"/>
                </a:lnTo>
                <a:lnTo>
                  <a:pt x="1129188" y="904151"/>
                </a:lnTo>
                <a:lnTo>
                  <a:pt x="1097230" y="933121"/>
                </a:lnTo>
                <a:lnTo>
                  <a:pt x="1059185" y="951416"/>
                </a:lnTo>
                <a:lnTo>
                  <a:pt x="1030270" y="957516"/>
                </a:lnTo>
                <a:lnTo>
                  <a:pt x="1105599" y="957516"/>
                </a:lnTo>
                <a:lnTo>
                  <a:pt x="1138320" y="931595"/>
                </a:lnTo>
                <a:lnTo>
                  <a:pt x="1174842" y="876706"/>
                </a:lnTo>
                <a:lnTo>
                  <a:pt x="1188539" y="811143"/>
                </a:lnTo>
                <a:lnTo>
                  <a:pt x="1188539" y="172292"/>
                </a:lnTo>
                <a:lnTo>
                  <a:pt x="1180929" y="120451"/>
                </a:lnTo>
                <a:lnTo>
                  <a:pt x="1158102" y="74711"/>
                </a:lnTo>
                <a:lnTo>
                  <a:pt x="1112448" y="28969"/>
                </a:lnTo>
                <a:lnTo>
                  <a:pt x="1107376" y="25920"/>
                </a:lnTo>
                <a:close/>
              </a:path>
            </a:pathLst>
          </a:custGeom>
          <a:solidFill>
            <a:srgbClr val="FFFFFF"/>
          </a:solidFill>
        </p:spPr>
        <p:txBody>
          <a:bodyPr wrap="square" lIns="0" tIns="0" rIns="0" bIns="0" rtlCol="0"/>
          <a:lstStyle/>
          <a:p>
            <a:endParaRPr/>
          </a:p>
        </p:txBody>
      </p:sp>
      <p:sp>
        <p:nvSpPr>
          <p:cNvPr id="14" name="object 14"/>
          <p:cNvSpPr/>
          <p:nvPr/>
        </p:nvSpPr>
        <p:spPr>
          <a:xfrm>
            <a:off x="2628179" y="4776353"/>
            <a:ext cx="5723558" cy="792847"/>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1479207" y="4694018"/>
            <a:ext cx="1161415" cy="957580"/>
          </a:xfrm>
          <a:custGeom>
            <a:avLst/>
            <a:gdLst/>
            <a:ahLst/>
            <a:cxnLst/>
            <a:rect l="l" t="t" r="r" b="b"/>
            <a:pathLst>
              <a:path w="1161414" h="957579">
                <a:moveTo>
                  <a:pt x="1002878" y="0"/>
                </a:moveTo>
                <a:lnTo>
                  <a:pt x="158268" y="0"/>
                </a:lnTo>
                <a:lnTo>
                  <a:pt x="107914" y="8160"/>
                </a:lnTo>
                <a:lnTo>
                  <a:pt x="64427" y="30884"/>
                </a:lnTo>
                <a:lnTo>
                  <a:pt x="30290" y="65537"/>
                </a:lnTo>
                <a:lnTo>
                  <a:pt x="7986" y="109485"/>
                </a:lnTo>
                <a:lnTo>
                  <a:pt x="0" y="160093"/>
                </a:lnTo>
                <a:lnTo>
                  <a:pt x="0" y="797420"/>
                </a:lnTo>
                <a:lnTo>
                  <a:pt x="7986" y="848028"/>
                </a:lnTo>
                <a:lnTo>
                  <a:pt x="30290" y="891977"/>
                </a:lnTo>
                <a:lnTo>
                  <a:pt x="64427" y="926630"/>
                </a:lnTo>
                <a:lnTo>
                  <a:pt x="107914" y="949355"/>
                </a:lnTo>
                <a:lnTo>
                  <a:pt x="158268" y="957515"/>
                </a:lnTo>
                <a:lnTo>
                  <a:pt x="1002878" y="957515"/>
                </a:lnTo>
                <a:lnTo>
                  <a:pt x="1052647" y="949355"/>
                </a:lnTo>
                <a:lnTo>
                  <a:pt x="1096062" y="926630"/>
                </a:lnTo>
                <a:lnTo>
                  <a:pt x="1130418" y="891977"/>
                </a:lnTo>
                <a:lnTo>
                  <a:pt x="1153014" y="848028"/>
                </a:lnTo>
                <a:lnTo>
                  <a:pt x="1161147" y="797420"/>
                </a:lnTo>
                <a:lnTo>
                  <a:pt x="1161147" y="160093"/>
                </a:lnTo>
                <a:lnTo>
                  <a:pt x="1153014" y="109485"/>
                </a:lnTo>
                <a:lnTo>
                  <a:pt x="1130418" y="65537"/>
                </a:lnTo>
                <a:lnTo>
                  <a:pt x="1096062" y="30884"/>
                </a:lnTo>
                <a:lnTo>
                  <a:pt x="1052647" y="8160"/>
                </a:lnTo>
                <a:lnTo>
                  <a:pt x="1002878" y="0"/>
                </a:lnTo>
                <a:close/>
              </a:path>
            </a:pathLst>
          </a:custGeom>
          <a:solidFill>
            <a:srgbClr val="4F80BC"/>
          </a:solidFill>
        </p:spPr>
        <p:txBody>
          <a:bodyPr wrap="square" lIns="0" tIns="0" rIns="0" bIns="0" rtlCol="0"/>
          <a:lstStyle/>
          <a:p>
            <a:endParaRPr/>
          </a:p>
        </p:txBody>
      </p:sp>
      <p:sp>
        <p:nvSpPr>
          <p:cNvPr id="16" name="object 16"/>
          <p:cNvSpPr/>
          <p:nvPr/>
        </p:nvSpPr>
        <p:spPr>
          <a:xfrm>
            <a:off x="1465511" y="4681820"/>
            <a:ext cx="1188720" cy="982344"/>
          </a:xfrm>
          <a:custGeom>
            <a:avLst/>
            <a:gdLst/>
            <a:ahLst/>
            <a:cxnLst/>
            <a:rect l="l" t="t" r="r" b="b"/>
            <a:pathLst>
              <a:path w="1188720" h="982345">
                <a:moveTo>
                  <a:pt x="1033313" y="0"/>
                </a:moveTo>
                <a:lnTo>
                  <a:pt x="153703" y="0"/>
                </a:lnTo>
                <a:lnTo>
                  <a:pt x="136963" y="3049"/>
                </a:lnTo>
                <a:lnTo>
                  <a:pt x="89786" y="19822"/>
                </a:lnTo>
                <a:lnTo>
                  <a:pt x="50219" y="50316"/>
                </a:lnTo>
                <a:lnTo>
                  <a:pt x="21305" y="89957"/>
                </a:lnTo>
                <a:lnTo>
                  <a:pt x="3042" y="137223"/>
                </a:lnTo>
                <a:lnTo>
                  <a:pt x="1521" y="155520"/>
                </a:lnTo>
                <a:lnTo>
                  <a:pt x="0" y="172292"/>
                </a:lnTo>
                <a:lnTo>
                  <a:pt x="0" y="811143"/>
                </a:lnTo>
                <a:lnTo>
                  <a:pt x="1521" y="827915"/>
                </a:lnTo>
                <a:lnTo>
                  <a:pt x="13695" y="878230"/>
                </a:lnTo>
                <a:lnTo>
                  <a:pt x="39566" y="920922"/>
                </a:lnTo>
                <a:lnTo>
                  <a:pt x="76090" y="952941"/>
                </a:lnTo>
                <a:lnTo>
                  <a:pt x="121744" y="975812"/>
                </a:lnTo>
                <a:lnTo>
                  <a:pt x="155224" y="981910"/>
                </a:lnTo>
                <a:lnTo>
                  <a:pt x="1034835" y="981910"/>
                </a:lnTo>
                <a:lnTo>
                  <a:pt x="1051575" y="978861"/>
                </a:lnTo>
                <a:lnTo>
                  <a:pt x="1068316" y="974286"/>
                </a:lnTo>
                <a:lnTo>
                  <a:pt x="1098751" y="962089"/>
                </a:lnTo>
                <a:lnTo>
                  <a:pt x="1105601" y="957515"/>
                </a:lnTo>
                <a:lnTo>
                  <a:pt x="171964" y="957515"/>
                </a:lnTo>
                <a:lnTo>
                  <a:pt x="141528" y="954465"/>
                </a:lnTo>
                <a:lnTo>
                  <a:pt x="101960" y="939219"/>
                </a:lnTo>
                <a:lnTo>
                  <a:pt x="68480" y="913298"/>
                </a:lnTo>
                <a:lnTo>
                  <a:pt x="42609" y="879755"/>
                </a:lnTo>
                <a:lnTo>
                  <a:pt x="28914" y="840113"/>
                </a:lnTo>
                <a:lnTo>
                  <a:pt x="25869" y="824866"/>
                </a:lnTo>
                <a:lnTo>
                  <a:pt x="25869" y="155520"/>
                </a:lnTo>
                <a:lnTo>
                  <a:pt x="44132" y="100630"/>
                </a:lnTo>
                <a:lnTo>
                  <a:pt x="68480" y="67087"/>
                </a:lnTo>
                <a:lnTo>
                  <a:pt x="115657" y="36593"/>
                </a:lnTo>
                <a:lnTo>
                  <a:pt x="173487" y="24395"/>
                </a:lnTo>
                <a:lnTo>
                  <a:pt x="1104838" y="24395"/>
                </a:lnTo>
                <a:lnTo>
                  <a:pt x="1097230" y="19822"/>
                </a:lnTo>
                <a:lnTo>
                  <a:pt x="1082012" y="12198"/>
                </a:lnTo>
                <a:lnTo>
                  <a:pt x="1066793" y="7623"/>
                </a:lnTo>
                <a:lnTo>
                  <a:pt x="1050053" y="3049"/>
                </a:lnTo>
                <a:lnTo>
                  <a:pt x="1033313" y="0"/>
                </a:lnTo>
                <a:close/>
              </a:path>
              <a:path w="1188720" h="982345">
                <a:moveTo>
                  <a:pt x="1104838" y="24395"/>
                </a:moveTo>
                <a:lnTo>
                  <a:pt x="1016574" y="24395"/>
                </a:lnTo>
                <a:lnTo>
                  <a:pt x="1047010" y="27444"/>
                </a:lnTo>
                <a:lnTo>
                  <a:pt x="1074403" y="36593"/>
                </a:lnTo>
                <a:lnTo>
                  <a:pt x="1120057" y="68611"/>
                </a:lnTo>
                <a:lnTo>
                  <a:pt x="1145928" y="102156"/>
                </a:lnTo>
                <a:lnTo>
                  <a:pt x="1159624" y="143323"/>
                </a:lnTo>
                <a:lnTo>
                  <a:pt x="1162668" y="157045"/>
                </a:lnTo>
                <a:lnTo>
                  <a:pt x="1162668" y="826391"/>
                </a:lnTo>
                <a:lnTo>
                  <a:pt x="1159624" y="840113"/>
                </a:lnTo>
                <a:lnTo>
                  <a:pt x="1156581" y="855360"/>
                </a:lnTo>
                <a:lnTo>
                  <a:pt x="1150494" y="867558"/>
                </a:lnTo>
                <a:lnTo>
                  <a:pt x="1144407" y="881280"/>
                </a:lnTo>
                <a:lnTo>
                  <a:pt x="1136797" y="893478"/>
                </a:lnTo>
                <a:lnTo>
                  <a:pt x="1109404" y="923971"/>
                </a:lnTo>
                <a:lnTo>
                  <a:pt x="1072880" y="945318"/>
                </a:lnTo>
                <a:lnTo>
                  <a:pt x="1015052" y="957515"/>
                </a:lnTo>
                <a:lnTo>
                  <a:pt x="1105601" y="957515"/>
                </a:lnTo>
                <a:lnTo>
                  <a:pt x="1138320" y="931595"/>
                </a:lnTo>
                <a:lnTo>
                  <a:pt x="1167234" y="891952"/>
                </a:lnTo>
                <a:lnTo>
                  <a:pt x="1185495" y="844687"/>
                </a:lnTo>
                <a:lnTo>
                  <a:pt x="1188539" y="170768"/>
                </a:lnTo>
                <a:lnTo>
                  <a:pt x="1187018" y="153995"/>
                </a:lnTo>
                <a:lnTo>
                  <a:pt x="1174842" y="103680"/>
                </a:lnTo>
                <a:lnTo>
                  <a:pt x="1148972" y="60989"/>
                </a:lnTo>
                <a:lnTo>
                  <a:pt x="1112448" y="28969"/>
                </a:lnTo>
                <a:lnTo>
                  <a:pt x="1104838" y="24395"/>
                </a:lnTo>
                <a:close/>
              </a:path>
            </a:pathLst>
          </a:custGeom>
          <a:solidFill>
            <a:srgbClr val="FFFFFF"/>
          </a:solidFill>
        </p:spPr>
        <p:txBody>
          <a:bodyPr wrap="square" lIns="0" tIns="0" rIns="0" bIns="0" rtlCol="0"/>
          <a:lstStyle/>
          <a:p>
            <a:endParaRPr/>
          </a:p>
        </p:txBody>
      </p:sp>
      <p:sp>
        <p:nvSpPr>
          <p:cNvPr id="17" name="object 17"/>
          <p:cNvSpPr/>
          <p:nvPr/>
        </p:nvSpPr>
        <p:spPr>
          <a:xfrm>
            <a:off x="2628179" y="5782659"/>
            <a:ext cx="5723558" cy="791321"/>
          </a:xfrm>
          <a:prstGeom prst="rect">
            <a:avLst/>
          </a:prstGeom>
          <a:blipFill>
            <a:blip r:embed="rId6" cstate="print"/>
            <a:stretch>
              <a:fillRect/>
            </a:stretch>
          </a:blipFill>
        </p:spPr>
        <p:txBody>
          <a:bodyPr wrap="square" lIns="0" tIns="0" rIns="0" bIns="0" rtlCol="0"/>
          <a:lstStyle/>
          <a:p>
            <a:endParaRPr/>
          </a:p>
        </p:txBody>
      </p:sp>
      <p:sp>
        <p:nvSpPr>
          <p:cNvPr id="18" name="object 18"/>
          <p:cNvSpPr txBox="1"/>
          <p:nvPr/>
        </p:nvSpPr>
        <p:spPr>
          <a:xfrm>
            <a:off x="2721480" y="6052268"/>
            <a:ext cx="3073400" cy="267335"/>
          </a:xfrm>
          <a:prstGeom prst="rect">
            <a:avLst/>
          </a:prstGeom>
        </p:spPr>
        <p:txBody>
          <a:bodyPr vert="horz" wrap="square" lIns="0" tIns="0" rIns="0" bIns="0" rtlCol="0">
            <a:spAutoFit/>
          </a:bodyPr>
          <a:lstStyle/>
          <a:p>
            <a:pPr>
              <a:lnSpc>
                <a:spcPts val="1995"/>
              </a:lnSpc>
              <a:tabLst>
                <a:tab pos="454659" algn="l"/>
                <a:tab pos="1457325" algn="l"/>
                <a:tab pos="2792730" algn="l"/>
              </a:tabLst>
            </a:pPr>
            <a:r>
              <a:rPr sz="2100" dirty="0">
                <a:latin typeface="Calibri"/>
                <a:cs typeface="Calibri"/>
              </a:rPr>
              <a:t>•	</a:t>
            </a:r>
            <a:r>
              <a:rPr sz="2100" spc="-5" dirty="0">
                <a:latin typeface="Calibri"/>
                <a:cs typeface="Calibri"/>
              </a:rPr>
              <a:t>n</a:t>
            </a:r>
            <a:r>
              <a:rPr sz="2100" dirty="0">
                <a:latin typeface="Calibri"/>
                <a:cs typeface="Calibri"/>
              </a:rPr>
              <a:t>h </a:t>
            </a:r>
            <a:r>
              <a:rPr sz="2100" spc="-5" dirty="0">
                <a:latin typeface="Calibri"/>
                <a:cs typeface="Calibri"/>
              </a:rPr>
              <a:t>dạn</a:t>
            </a:r>
            <a:r>
              <a:rPr sz="2100" dirty="0">
                <a:latin typeface="Calibri"/>
                <a:cs typeface="Calibri"/>
              </a:rPr>
              <a:t>g	</a:t>
            </a:r>
            <a:r>
              <a:rPr sz="2100" spc="-15" dirty="0">
                <a:latin typeface="Calibri"/>
                <a:cs typeface="Calibri"/>
              </a:rPr>
              <a:t>c</a:t>
            </a:r>
            <a:r>
              <a:rPr sz="2100" dirty="0">
                <a:latin typeface="Calibri"/>
                <a:cs typeface="Calibri"/>
              </a:rPr>
              <a:t>ăn </a:t>
            </a:r>
            <a:r>
              <a:rPr sz="2100" spc="-5" dirty="0">
                <a:latin typeface="Calibri"/>
                <a:cs typeface="Calibri"/>
              </a:rPr>
              <a:t> ề</a:t>
            </a:r>
            <a:r>
              <a:rPr sz="2100" dirty="0">
                <a:latin typeface="Calibri"/>
                <a:cs typeface="Calibri"/>
              </a:rPr>
              <a:t>,</a:t>
            </a:r>
            <a:r>
              <a:rPr sz="2100" spc="5" dirty="0">
                <a:latin typeface="Calibri"/>
                <a:cs typeface="Calibri"/>
              </a:rPr>
              <a:t> </a:t>
            </a:r>
            <a:r>
              <a:rPr sz="2100" dirty="0">
                <a:latin typeface="Calibri"/>
                <a:cs typeface="Calibri"/>
              </a:rPr>
              <a:t>t</a:t>
            </a:r>
            <a:r>
              <a:rPr sz="2100" spc="220" dirty="0">
                <a:latin typeface="Calibri"/>
                <a:cs typeface="Calibri"/>
              </a:rPr>
              <a:t> </a:t>
            </a:r>
            <a:r>
              <a:rPr sz="2100" dirty="0">
                <a:latin typeface="Calibri"/>
                <a:cs typeface="Calibri"/>
              </a:rPr>
              <a:t>ợ	</a:t>
            </a:r>
            <a:r>
              <a:rPr sz="2100" spc="-5" dirty="0">
                <a:latin typeface="Calibri"/>
                <a:cs typeface="Calibri"/>
              </a:rPr>
              <a:t>úp</a:t>
            </a:r>
            <a:endParaRPr sz="2100">
              <a:latin typeface="Calibri"/>
              <a:cs typeface="Calibri"/>
            </a:endParaRPr>
          </a:p>
        </p:txBody>
      </p:sp>
      <p:sp>
        <p:nvSpPr>
          <p:cNvPr id="19" name="object 19"/>
          <p:cNvSpPr/>
          <p:nvPr/>
        </p:nvSpPr>
        <p:spPr>
          <a:xfrm>
            <a:off x="1479207" y="5700325"/>
            <a:ext cx="1161415" cy="957580"/>
          </a:xfrm>
          <a:custGeom>
            <a:avLst/>
            <a:gdLst/>
            <a:ahLst/>
            <a:cxnLst/>
            <a:rect l="l" t="t" r="r" b="b"/>
            <a:pathLst>
              <a:path w="1161414" h="957579">
                <a:moveTo>
                  <a:pt x="1002878" y="0"/>
                </a:moveTo>
                <a:lnTo>
                  <a:pt x="158268" y="0"/>
                </a:lnTo>
                <a:lnTo>
                  <a:pt x="107914" y="8001"/>
                </a:lnTo>
                <a:lnTo>
                  <a:pt x="64427" y="30347"/>
                </a:lnTo>
                <a:lnTo>
                  <a:pt x="30290" y="64549"/>
                </a:lnTo>
                <a:lnTo>
                  <a:pt x="7986" y="108119"/>
                </a:lnTo>
                <a:lnTo>
                  <a:pt x="0" y="158568"/>
                </a:lnTo>
                <a:lnTo>
                  <a:pt x="0" y="797420"/>
                </a:lnTo>
                <a:lnTo>
                  <a:pt x="7986" y="848028"/>
                </a:lnTo>
                <a:lnTo>
                  <a:pt x="30290" y="891976"/>
                </a:lnTo>
                <a:lnTo>
                  <a:pt x="64427" y="926630"/>
                </a:lnTo>
                <a:lnTo>
                  <a:pt x="107914" y="949354"/>
                </a:lnTo>
                <a:lnTo>
                  <a:pt x="158268" y="957514"/>
                </a:lnTo>
                <a:lnTo>
                  <a:pt x="1002878" y="957514"/>
                </a:lnTo>
                <a:lnTo>
                  <a:pt x="1052647" y="949354"/>
                </a:lnTo>
                <a:lnTo>
                  <a:pt x="1096062" y="926630"/>
                </a:lnTo>
                <a:lnTo>
                  <a:pt x="1130418" y="891976"/>
                </a:lnTo>
                <a:lnTo>
                  <a:pt x="1153014" y="848028"/>
                </a:lnTo>
                <a:lnTo>
                  <a:pt x="1161147" y="797420"/>
                </a:lnTo>
                <a:lnTo>
                  <a:pt x="1161147" y="158568"/>
                </a:lnTo>
                <a:lnTo>
                  <a:pt x="1153014" y="108119"/>
                </a:lnTo>
                <a:lnTo>
                  <a:pt x="1130418" y="64549"/>
                </a:lnTo>
                <a:lnTo>
                  <a:pt x="1096062" y="30347"/>
                </a:lnTo>
                <a:lnTo>
                  <a:pt x="1052647" y="8001"/>
                </a:lnTo>
                <a:lnTo>
                  <a:pt x="1002878" y="0"/>
                </a:lnTo>
                <a:close/>
              </a:path>
            </a:pathLst>
          </a:custGeom>
          <a:solidFill>
            <a:srgbClr val="4F80BC"/>
          </a:solidFill>
        </p:spPr>
        <p:txBody>
          <a:bodyPr wrap="square" lIns="0" tIns="0" rIns="0" bIns="0" rtlCol="0"/>
          <a:lstStyle/>
          <a:p>
            <a:endParaRPr/>
          </a:p>
        </p:txBody>
      </p:sp>
      <p:sp>
        <p:nvSpPr>
          <p:cNvPr id="20" name="object 20"/>
          <p:cNvSpPr/>
          <p:nvPr/>
        </p:nvSpPr>
        <p:spPr>
          <a:xfrm>
            <a:off x="1465511" y="5686602"/>
            <a:ext cx="1188720" cy="983615"/>
          </a:xfrm>
          <a:custGeom>
            <a:avLst/>
            <a:gdLst/>
            <a:ahLst/>
            <a:cxnLst/>
            <a:rect l="l" t="t" r="r" b="b"/>
            <a:pathLst>
              <a:path w="1188720" h="983615">
                <a:moveTo>
                  <a:pt x="1016574" y="0"/>
                </a:moveTo>
                <a:lnTo>
                  <a:pt x="171964" y="0"/>
                </a:lnTo>
                <a:lnTo>
                  <a:pt x="153703" y="1523"/>
                </a:lnTo>
                <a:lnTo>
                  <a:pt x="105004" y="13722"/>
                </a:lnTo>
                <a:lnTo>
                  <a:pt x="62393" y="39641"/>
                </a:lnTo>
                <a:lnTo>
                  <a:pt x="28914" y="76234"/>
                </a:lnTo>
                <a:lnTo>
                  <a:pt x="7608" y="121975"/>
                </a:lnTo>
                <a:lnTo>
                  <a:pt x="0" y="172290"/>
                </a:lnTo>
                <a:lnTo>
                  <a:pt x="0" y="812667"/>
                </a:lnTo>
                <a:lnTo>
                  <a:pt x="7608" y="862982"/>
                </a:lnTo>
                <a:lnTo>
                  <a:pt x="30435" y="908724"/>
                </a:lnTo>
                <a:lnTo>
                  <a:pt x="63915" y="945317"/>
                </a:lnTo>
                <a:lnTo>
                  <a:pt x="121744" y="975811"/>
                </a:lnTo>
                <a:lnTo>
                  <a:pt x="155224" y="983434"/>
                </a:lnTo>
                <a:lnTo>
                  <a:pt x="1034835" y="983434"/>
                </a:lnTo>
                <a:lnTo>
                  <a:pt x="1083533" y="969712"/>
                </a:lnTo>
                <a:lnTo>
                  <a:pt x="1104230" y="959039"/>
                </a:lnTo>
                <a:lnTo>
                  <a:pt x="171964" y="959039"/>
                </a:lnTo>
                <a:lnTo>
                  <a:pt x="156747" y="957514"/>
                </a:lnTo>
                <a:lnTo>
                  <a:pt x="114136" y="946841"/>
                </a:lnTo>
                <a:lnTo>
                  <a:pt x="68480" y="914822"/>
                </a:lnTo>
                <a:lnTo>
                  <a:pt x="42609" y="881279"/>
                </a:lnTo>
                <a:lnTo>
                  <a:pt x="25869" y="826390"/>
                </a:lnTo>
                <a:lnTo>
                  <a:pt x="25869" y="157044"/>
                </a:lnTo>
                <a:lnTo>
                  <a:pt x="38045" y="114352"/>
                </a:lnTo>
                <a:lnTo>
                  <a:pt x="59350" y="79283"/>
                </a:lnTo>
                <a:lnTo>
                  <a:pt x="91309" y="50314"/>
                </a:lnTo>
                <a:lnTo>
                  <a:pt x="129354" y="32017"/>
                </a:lnTo>
                <a:lnTo>
                  <a:pt x="158268" y="25919"/>
                </a:lnTo>
                <a:lnTo>
                  <a:pt x="1106361" y="25919"/>
                </a:lnTo>
                <a:lnTo>
                  <a:pt x="1082012" y="13722"/>
                </a:lnTo>
                <a:lnTo>
                  <a:pt x="1066793" y="7622"/>
                </a:lnTo>
                <a:lnTo>
                  <a:pt x="1050053" y="3049"/>
                </a:lnTo>
                <a:lnTo>
                  <a:pt x="1016574" y="0"/>
                </a:lnTo>
                <a:close/>
              </a:path>
              <a:path w="1188720" h="983615">
                <a:moveTo>
                  <a:pt x="1106361" y="25919"/>
                </a:moveTo>
                <a:lnTo>
                  <a:pt x="1031792" y="25919"/>
                </a:lnTo>
                <a:lnTo>
                  <a:pt x="1047010" y="28968"/>
                </a:lnTo>
                <a:lnTo>
                  <a:pt x="1060706" y="32017"/>
                </a:lnTo>
                <a:lnTo>
                  <a:pt x="1098751" y="51838"/>
                </a:lnTo>
                <a:lnTo>
                  <a:pt x="1129188" y="79283"/>
                </a:lnTo>
                <a:lnTo>
                  <a:pt x="1152015" y="115877"/>
                </a:lnTo>
                <a:lnTo>
                  <a:pt x="1162668" y="158568"/>
                </a:lnTo>
                <a:lnTo>
                  <a:pt x="1162668" y="826390"/>
                </a:lnTo>
                <a:lnTo>
                  <a:pt x="1150494" y="869081"/>
                </a:lnTo>
                <a:lnTo>
                  <a:pt x="1129188" y="905674"/>
                </a:lnTo>
                <a:lnTo>
                  <a:pt x="1085056" y="940742"/>
                </a:lnTo>
                <a:lnTo>
                  <a:pt x="1045488" y="955989"/>
                </a:lnTo>
                <a:lnTo>
                  <a:pt x="1015052" y="959039"/>
                </a:lnTo>
                <a:lnTo>
                  <a:pt x="1104230" y="959039"/>
                </a:lnTo>
                <a:lnTo>
                  <a:pt x="1138320" y="933119"/>
                </a:lnTo>
                <a:lnTo>
                  <a:pt x="1167234" y="893477"/>
                </a:lnTo>
                <a:lnTo>
                  <a:pt x="1185495" y="846211"/>
                </a:lnTo>
                <a:lnTo>
                  <a:pt x="1187018" y="827914"/>
                </a:lnTo>
                <a:lnTo>
                  <a:pt x="1188539" y="811142"/>
                </a:lnTo>
                <a:lnTo>
                  <a:pt x="1188539" y="172290"/>
                </a:lnTo>
                <a:lnTo>
                  <a:pt x="1187018" y="153995"/>
                </a:lnTo>
                <a:lnTo>
                  <a:pt x="1174842" y="105204"/>
                </a:lnTo>
                <a:lnTo>
                  <a:pt x="1148972" y="62511"/>
                </a:lnTo>
                <a:lnTo>
                  <a:pt x="1112448" y="28968"/>
                </a:lnTo>
                <a:lnTo>
                  <a:pt x="1106361" y="25919"/>
                </a:lnTo>
                <a:close/>
              </a:path>
            </a:pathLst>
          </a:custGeom>
          <a:solidFill>
            <a:srgbClr val="FFFFFF"/>
          </a:solidFill>
        </p:spPr>
        <p:txBody>
          <a:bodyPr wrap="square" lIns="0" tIns="0" rIns="0" bIns="0" rtlCol="0"/>
          <a:lstStyle/>
          <a:p>
            <a:endParaRPr/>
          </a:p>
        </p:txBody>
      </p:sp>
      <p:sp>
        <p:nvSpPr>
          <p:cNvPr id="21" name="object 21"/>
          <p:cNvSpPr txBox="1"/>
          <p:nvPr/>
        </p:nvSpPr>
        <p:spPr>
          <a:xfrm>
            <a:off x="1893614" y="1429338"/>
            <a:ext cx="334645" cy="5054600"/>
          </a:xfrm>
          <a:prstGeom prst="rect">
            <a:avLst/>
          </a:prstGeom>
        </p:spPr>
        <p:txBody>
          <a:bodyPr vert="horz" wrap="square" lIns="0" tIns="287020" rIns="0" bIns="0" rtlCol="0">
            <a:spAutoFit/>
          </a:bodyPr>
          <a:lstStyle/>
          <a:p>
            <a:pPr marL="12700">
              <a:lnSpc>
                <a:spcPct val="100000"/>
              </a:lnSpc>
              <a:spcBef>
                <a:spcPts val="2260"/>
              </a:spcBef>
            </a:pPr>
            <a:r>
              <a:rPr sz="4800" dirty="0">
                <a:solidFill>
                  <a:srgbClr val="FFFFFF"/>
                </a:solidFill>
                <a:latin typeface="Calibri"/>
                <a:cs typeface="Calibri"/>
              </a:rPr>
              <a:t>1</a:t>
            </a:r>
            <a:endParaRPr sz="4800">
              <a:latin typeface="Calibri"/>
              <a:cs typeface="Calibri"/>
            </a:endParaRPr>
          </a:p>
          <a:p>
            <a:pPr marL="12700">
              <a:lnSpc>
                <a:spcPct val="100000"/>
              </a:lnSpc>
              <a:spcBef>
                <a:spcPts val="2155"/>
              </a:spcBef>
            </a:pPr>
            <a:r>
              <a:rPr sz="4800" dirty="0">
                <a:solidFill>
                  <a:srgbClr val="FFFFFF"/>
                </a:solidFill>
                <a:latin typeface="Calibri"/>
                <a:cs typeface="Calibri"/>
              </a:rPr>
              <a:t>2</a:t>
            </a:r>
            <a:endParaRPr sz="4800">
              <a:latin typeface="Calibri"/>
              <a:cs typeface="Calibri"/>
            </a:endParaRPr>
          </a:p>
          <a:p>
            <a:pPr marL="12700">
              <a:lnSpc>
                <a:spcPct val="100000"/>
              </a:lnSpc>
              <a:spcBef>
                <a:spcPts val="2160"/>
              </a:spcBef>
            </a:pPr>
            <a:r>
              <a:rPr sz="4800" dirty="0">
                <a:solidFill>
                  <a:srgbClr val="FFFFFF"/>
                </a:solidFill>
                <a:latin typeface="Calibri"/>
                <a:cs typeface="Calibri"/>
              </a:rPr>
              <a:t>3</a:t>
            </a:r>
            <a:endParaRPr sz="4800">
              <a:latin typeface="Calibri"/>
              <a:cs typeface="Calibri"/>
            </a:endParaRPr>
          </a:p>
          <a:p>
            <a:pPr marL="12700">
              <a:lnSpc>
                <a:spcPct val="100000"/>
              </a:lnSpc>
              <a:spcBef>
                <a:spcPts val="2160"/>
              </a:spcBef>
            </a:pPr>
            <a:r>
              <a:rPr sz="4800" dirty="0">
                <a:solidFill>
                  <a:srgbClr val="FFFFFF"/>
                </a:solidFill>
                <a:latin typeface="Calibri"/>
                <a:cs typeface="Calibri"/>
              </a:rPr>
              <a:t>4</a:t>
            </a:r>
            <a:endParaRPr sz="4800">
              <a:latin typeface="Calibri"/>
              <a:cs typeface="Calibri"/>
            </a:endParaRPr>
          </a:p>
          <a:p>
            <a:pPr marL="12700">
              <a:lnSpc>
                <a:spcPct val="100000"/>
              </a:lnSpc>
              <a:spcBef>
                <a:spcPts val="2160"/>
              </a:spcBef>
            </a:pPr>
            <a:r>
              <a:rPr sz="4800" dirty="0">
                <a:solidFill>
                  <a:srgbClr val="FFFFFF"/>
                </a:solidFill>
                <a:latin typeface="Calibri"/>
                <a:cs typeface="Calibri"/>
              </a:rPr>
              <a:t>5</a:t>
            </a:r>
            <a:endParaRPr sz="4800">
              <a:latin typeface="Calibri"/>
              <a:cs typeface="Calibri"/>
            </a:endParaRPr>
          </a:p>
        </p:txBody>
      </p:sp>
      <p:sp>
        <p:nvSpPr>
          <p:cNvPr id="22" name="object 22"/>
          <p:cNvSpPr txBox="1">
            <a:spLocks noGrp="1"/>
          </p:cNvSpPr>
          <p:nvPr>
            <p:ph type="title" idx="4294967295"/>
          </p:nvPr>
        </p:nvSpPr>
        <p:spPr>
          <a:xfrm>
            <a:off x="1008114" y="835971"/>
            <a:ext cx="8042170" cy="452119"/>
          </a:xfrm>
          <a:prstGeom prst="rect">
            <a:avLst/>
          </a:prstGeom>
        </p:spPr>
        <p:txBody>
          <a:bodyPr vert="horz" wrap="square" lIns="0" tIns="12065" rIns="0" bIns="0" rtlCol="0">
            <a:spAutoFit/>
          </a:bodyPr>
          <a:lstStyle/>
          <a:p>
            <a:pPr marL="3510915">
              <a:lnSpc>
                <a:spcPct val="100000"/>
              </a:lnSpc>
              <a:spcBef>
                <a:spcPts val="95"/>
              </a:spcBef>
            </a:pPr>
            <a:r>
              <a:rPr spc="-10" dirty="0"/>
              <a:t>Thiết kế trường nhập</a:t>
            </a:r>
            <a:r>
              <a:rPr spc="5" dirty="0"/>
              <a:t> </a:t>
            </a:r>
            <a:r>
              <a:rPr spc="-10" dirty="0"/>
              <a:t>liệu</a:t>
            </a:r>
          </a:p>
        </p:txBody>
      </p:sp>
      <p:sp>
        <p:nvSpPr>
          <p:cNvPr id="23" name="object 23"/>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24" name="object 24"/>
          <p:cNvSpPr/>
          <p:nvPr/>
        </p:nvSpPr>
        <p:spPr>
          <a:xfrm>
            <a:off x="2614484" y="1745237"/>
            <a:ext cx="5750951" cy="820291"/>
          </a:xfrm>
          <a:prstGeom prst="rect">
            <a:avLst/>
          </a:prstGeom>
          <a:blipFill>
            <a:blip r:embed="rId7" cstate="print"/>
            <a:stretch>
              <a:fillRect/>
            </a:stretch>
          </a:blipFill>
        </p:spPr>
        <p:txBody>
          <a:bodyPr wrap="square" lIns="0" tIns="0" rIns="0" bIns="0" rtlCol="0"/>
          <a:lstStyle/>
          <a:p>
            <a:endParaRPr/>
          </a:p>
        </p:txBody>
      </p:sp>
      <p:sp>
        <p:nvSpPr>
          <p:cNvPr id="25" name="object 25"/>
          <p:cNvSpPr/>
          <p:nvPr/>
        </p:nvSpPr>
        <p:spPr>
          <a:xfrm>
            <a:off x="2614484" y="2751543"/>
            <a:ext cx="5750951" cy="818767"/>
          </a:xfrm>
          <a:prstGeom prst="rect">
            <a:avLst/>
          </a:prstGeom>
          <a:blipFill>
            <a:blip r:embed="rId8" cstate="print"/>
            <a:stretch>
              <a:fillRect/>
            </a:stretch>
          </a:blipFill>
        </p:spPr>
        <p:txBody>
          <a:bodyPr wrap="square" lIns="0" tIns="0" rIns="0" bIns="0" rtlCol="0"/>
          <a:lstStyle/>
          <a:p>
            <a:endParaRPr/>
          </a:p>
        </p:txBody>
      </p:sp>
      <p:sp>
        <p:nvSpPr>
          <p:cNvPr id="26" name="object 26"/>
          <p:cNvSpPr/>
          <p:nvPr/>
        </p:nvSpPr>
        <p:spPr>
          <a:xfrm>
            <a:off x="2614484" y="3757849"/>
            <a:ext cx="5750951" cy="818767"/>
          </a:xfrm>
          <a:prstGeom prst="rect">
            <a:avLst/>
          </a:prstGeom>
          <a:blipFill>
            <a:blip r:embed="rId9" cstate="print"/>
            <a:stretch>
              <a:fillRect/>
            </a:stretch>
          </a:blipFill>
        </p:spPr>
        <p:txBody>
          <a:bodyPr wrap="square" lIns="0" tIns="0" rIns="0" bIns="0" rtlCol="0"/>
          <a:lstStyle/>
          <a:p>
            <a:endParaRPr/>
          </a:p>
        </p:txBody>
      </p:sp>
      <p:sp>
        <p:nvSpPr>
          <p:cNvPr id="27" name="object 27"/>
          <p:cNvSpPr/>
          <p:nvPr/>
        </p:nvSpPr>
        <p:spPr>
          <a:xfrm>
            <a:off x="2614484" y="4762630"/>
            <a:ext cx="5750951" cy="820291"/>
          </a:xfrm>
          <a:prstGeom prst="rect">
            <a:avLst/>
          </a:prstGeom>
          <a:blipFill>
            <a:blip r:embed="rId10" cstate="print"/>
            <a:stretch>
              <a:fillRect/>
            </a:stretch>
          </a:blipFill>
        </p:spPr>
        <p:txBody>
          <a:bodyPr wrap="square" lIns="0" tIns="0" rIns="0" bIns="0" rtlCol="0"/>
          <a:lstStyle/>
          <a:p>
            <a:endParaRPr/>
          </a:p>
        </p:txBody>
      </p:sp>
      <p:sp>
        <p:nvSpPr>
          <p:cNvPr id="28" name="object 28"/>
          <p:cNvSpPr/>
          <p:nvPr/>
        </p:nvSpPr>
        <p:spPr>
          <a:xfrm>
            <a:off x="2614484" y="5768936"/>
            <a:ext cx="5750951" cy="818767"/>
          </a:xfrm>
          <a:prstGeom prst="rect">
            <a:avLst/>
          </a:prstGeom>
          <a:blipFill>
            <a:blip r:embed="rId11" cstate="print"/>
            <a:stretch>
              <a:fillRect/>
            </a:stretch>
          </a:blipFill>
        </p:spPr>
        <p:txBody>
          <a:bodyPr wrap="square" lIns="0" tIns="0" rIns="0" bIns="0" rtlCol="0"/>
          <a:lstStyle/>
          <a:p>
            <a:endParaRPr/>
          </a:p>
        </p:txBody>
      </p:sp>
      <p:sp>
        <p:nvSpPr>
          <p:cNvPr id="29" name="object 29"/>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30" name="object 30"/>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26</a:t>
            </a:fld>
            <a:endParaRPr spc="-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091143" y="2575059"/>
            <a:ext cx="121745" cy="12896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298450" marR="71755">
              <a:lnSpc>
                <a:spcPct val="100000"/>
              </a:lnSpc>
              <a:spcBef>
                <a:spcPts val="100"/>
              </a:spcBef>
            </a:pPr>
            <a:r>
              <a:rPr spc="-5" dirty="0"/>
              <a:t>Kiểm soát dữ liệu nhập vào </a:t>
            </a:r>
            <a:r>
              <a:rPr dirty="0"/>
              <a:t>để </a:t>
            </a:r>
            <a:r>
              <a:rPr spc="-5" dirty="0"/>
              <a:t>giảm lỗi gây </a:t>
            </a:r>
            <a:r>
              <a:rPr spc="-25" dirty="0"/>
              <a:t>ra </a:t>
            </a:r>
            <a:r>
              <a:rPr spc="-5" dirty="0"/>
              <a:t>khi nhập  dữ</a:t>
            </a:r>
            <a:r>
              <a:rPr spc="-20" dirty="0"/>
              <a:t> </a:t>
            </a:r>
            <a:r>
              <a:rPr spc="-5" dirty="0"/>
              <a:t>liệu</a:t>
            </a:r>
          </a:p>
          <a:p>
            <a:pPr marL="298450" marR="5080">
              <a:lnSpc>
                <a:spcPct val="100000"/>
              </a:lnSpc>
              <a:spcBef>
                <a:spcPts val="580"/>
              </a:spcBef>
            </a:pPr>
            <a:r>
              <a:rPr spc="-5" dirty="0"/>
              <a:t>PTV phải dự đoán trước các lỗi có thể xẩy </a:t>
            </a:r>
            <a:r>
              <a:rPr spc="-25" dirty="0"/>
              <a:t>ra </a:t>
            </a:r>
            <a:r>
              <a:rPr spc="-5" dirty="0"/>
              <a:t>và thiết </a:t>
            </a:r>
            <a:r>
              <a:rPr dirty="0"/>
              <a:t>kế  </a:t>
            </a:r>
            <a:r>
              <a:rPr spc="-5" dirty="0"/>
              <a:t>giao diện </a:t>
            </a:r>
            <a:r>
              <a:rPr dirty="0"/>
              <a:t>để </a:t>
            </a:r>
            <a:r>
              <a:rPr spc="-5" dirty="0"/>
              <a:t>tránh, phát hiện và sửa</a:t>
            </a:r>
            <a:r>
              <a:rPr spc="-90" dirty="0"/>
              <a:t> </a:t>
            </a:r>
            <a:r>
              <a:rPr spc="-5" dirty="0"/>
              <a:t>lỗi</a:t>
            </a:r>
          </a:p>
        </p:txBody>
      </p:sp>
      <p:sp>
        <p:nvSpPr>
          <p:cNvPr id="5" name="object 5"/>
          <p:cNvSpPr txBox="1">
            <a:spLocks noGrp="1"/>
          </p:cNvSpPr>
          <p:nvPr>
            <p:ph type="title" idx="4294967295"/>
          </p:nvPr>
        </p:nvSpPr>
        <p:spPr>
          <a:xfrm>
            <a:off x="4925457" y="835971"/>
            <a:ext cx="4125595" cy="452120"/>
          </a:xfrm>
          <a:prstGeom prst="rect">
            <a:avLst/>
          </a:prstGeom>
        </p:spPr>
        <p:txBody>
          <a:bodyPr vert="horz" wrap="square" lIns="0" tIns="12065" rIns="0" bIns="0" rtlCol="0">
            <a:spAutoFit/>
          </a:bodyPr>
          <a:lstStyle/>
          <a:p>
            <a:pPr marL="12700">
              <a:lnSpc>
                <a:spcPct val="100000"/>
              </a:lnSpc>
              <a:spcBef>
                <a:spcPts val="95"/>
              </a:spcBef>
            </a:pPr>
            <a:r>
              <a:rPr spc="-10" dirty="0"/>
              <a:t>Kiểm soát nhập </a:t>
            </a:r>
            <a:r>
              <a:rPr spc="-5" dirty="0"/>
              <a:t>dữ </a:t>
            </a:r>
            <a:r>
              <a:rPr spc="-10" dirty="0"/>
              <a:t>liệu</a:t>
            </a:r>
          </a:p>
        </p:txBody>
      </p:sp>
      <p:sp>
        <p:nvSpPr>
          <p:cNvPr id="6" name="object 6"/>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8" name="object 8"/>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27</a:t>
            </a:fld>
            <a:endParaRPr spc="-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699036" y="835971"/>
            <a:ext cx="6349365" cy="452120"/>
          </a:xfrm>
          <a:prstGeom prst="rect">
            <a:avLst/>
          </a:prstGeom>
        </p:spPr>
        <p:txBody>
          <a:bodyPr vert="horz" wrap="square" lIns="0" tIns="12065" rIns="0" bIns="0" rtlCol="0">
            <a:spAutoFit/>
          </a:bodyPr>
          <a:lstStyle/>
          <a:p>
            <a:pPr marL="12700">
              <a:lnSpc>
                <a:spcPct val="100000"/>
              </a:lnSpc>
              <a:spcBef>
                <a:spcPts val="95"/>
              </a:spcBef>
            </a:pPr>
            <a:r>
              <a:rPr spc="-10" dirty="0"/>
              <a:t>Các </a:t>
            </a:r>
            <a:r>
              <a:rPr spc="-5" dirty="0"/>
              <a:t>lỗi </a:t>
            </a:r>
            <a:r>
              <a:rPr spc="-10" dirty="0"/>
              <a:t>thường gặp khi nhập </a:t>
            </a:r>
            <a:r>
              <a:rPr spc="-5" dirty="0"/>
              <a:t>dữ</a:t>
            </a:r>
            <a:r>
              <a:rPr spc="50" dirty="0"/>
              <a:t> </a:t>
            </a:r>
            <a:r>
              <a:rPr spc="-10" dirty="0"/>
              <a:t>liệu</a:t>
            </a:r>
          </a:p>
        </p:txBody>
      </p:sp>
      <p:sp>
        <p:nvSpPr>
          <p:cNvPr id="3" name="object 3"/>
          <p:cNvSpPr/>
          <p:nvPr/>
        </p:nvSpPr>
        <p:spPr>
          <a:xfrm>
            <a:off x="1737916" y="1980041"/>
            <a:ext cx="7254875" cy="876935"/>
          </a:xfrm>
          <a:custGeom>
            <a:avLst/>
            <a:gdLst/>
            <a:ahLst/>
            <a:cxnLst/>
            <a:rect l="l" t="t" r="r" b="b"/>
            <a:pathLst>
              <a:path w="7254875" h="876935">
                <a:moveTo>
                  <a:pt x="7248419" y="0"/>
                </a:moveTo>
                <a:lnTo>
                  <a:pt x="6087" y="0"/>
                </a:lnTo>
                <a:lnTo>
                  <a:pt x="0" y="6099"/>
                </a:lnTo>
                <a:lnTo>
                  <a:pt x="0" y="870607"/>
                </a:lnTo>
                <a:lnTo>
                  <a:pt x="6087" y="876706"/>
                </a:lnTo>
                <a:lnTo>
                  <a:pt x="7248419" y="876706"/>
                </a:lnTo>
                <a:lnTo>
                  <a:pt x="7254506" y="870607"/>
                </a:lnTo>
                <a:lnTo>
                  <a:pt x="7254506" y="862984"/>
                </a:lnTo>
                <a:lnTo>
                  <a:pt x="25871" y="862984"/>
                </a:lnTo>
                <a:lnTo>
                  <a:pt x="12174" y="850786"/>
                </a:lnTo>
                <a:lnTo>
                  <a:pt x="25871" y="850786"/>
                </a:lnTo>
                <a:lnTo>
                  <a:pt x="25871" y="25920"/>
                </a:lnTo>
                <a:lnTo>
                  <a:pt x="12174" y="25920"/>
                </a:lnTo>
                <a:lnTo>
                  <a:pt x="25871" y="12198"/>
                </a:lnTo>
                <a:lnTo>
                  <a:pt x="7254506" y="12198"/>
                </a:lnTo>
                <a:lnTo>
                  <a:pt x="7254506" y="6099"/>
                </a:lnTo>
                <a:lnTo>
                  <a:pt x="7248419" y="0"/>
                </a:lnTo>
                <a:close/>
              </a:path>
              <a:path w="7254875" h="876935">
                <a:moveTo>
                  <a:pt x="25871" y="850786"/>
                </a:moveTo>
                <a:lnTo>
                  <a:pt x="12174" y="850786"/>
                </a:lnTo>
                <a:lnTo>
                  <a:pt x="25871" y="862984"/>
                </a:lnTo>
                <a:lnTo>
                  <a:pt x="25871" y="850786"/>
                </a:lnTo>
                <a:close/>
              </a:path>
              <a:path w="7254875" h="876935">
                <a:moveTo>
                  <a:pt x="7228636" y="850786"/>
                </a:moveTo>
                <a:lnTo>
                  <a:pt x="25871" y="850786"/>
                </a:lnTo>
                <a:lnTo>
                  <a:pt x="25871" y="862984"/>
                </a:lnTo>
                <a:lnTo>
                  <a:pt x="7228636" y="862984"/>
                </a:lnTo>
                <a:lnTo>
                  <a:pt x="7228636" y="850786"/>
                </a:lnTo>
                <a:close/>
              </a:path>
              <a:path w="7254875" h="876935">
                <a:moveTo>
                  <a:pt x="7228636" y="12198"/>
                </a:moveTo>
                <a:lnTo>
                  <a:pt x="7228636" y="862984"/>
                </a:lnTo>
                <a:lnTo>
                  <a:pt x="7240811" y="850786"/>
                </a:lnTo>
                <a:lnTo>
                  <a:pt x="7254506" y="850786"/>
                </a:lnTo>
                <a:lnTo>
                  <a:pt x="7254506" y="25920"/>
                </a:lnTo>
                <a:lnTo>
                  <a:pt x="7240811" y="25920"/>
                </a:lnTo>
                <a:lnTo>
                  <a:pt x="7228636" y="12198"/>
                </a:lnTo>
                <a:close/>
              </a:path>
              <a:path w="7254875" h="876935">
                <a:moveTo>
                  <a:pt x="7254506" y="850786"/>
                </a:moveTo>
                <a:lnTo>
                  <a:pt x="7240811" y="850786"/>
                </a:lnTo>
                <a:lnTo>
                  <a:pt x="7228636" y="862984"/>
                </a:lnTo>
                <a:lnTo>
                  <a:pt x="7254506" y="862984"/>
                </a:lnTo>
                <a:lnTo>
                  <a:pt x="7254506" y="850786"/>
                </a:lnTo>
                <a:close/>
              </a:path>
              <a:path w="7254875" h="876935">
                <a:moveTo>
                  <a:pt x="25871" y="12198"/>
                </a:moveTo>
                <a:lnTo>
                  <a:pt x="12174" y="25920"/>
                </a:lnTo>
                <a:lnTo>
                  <a:pt x="25871" y="25920"/>
                </a:lnTo>
                <a:lnTo>
                  <a:pt x="25871" y="12198"/>
                </a:lnTo>
                <a:close/>
              </a:path>
              <a:path w="7254875" h="876935">
                <a:moveTo>
                  <a:pt x="7228636" y="12198"/>
                </a:moveTo>
                <a:lnTo>
                  <a:pt x="25871" y="12198"/>
                </a:lnTo>
                <a:lnTo>
                  <a:pt x="25871" y="25920"/>
                </a:lnTo>
                <a:lnTo>
                  <a:pt x="7228636" y="25920"/>
                </a:lnTo>
                <a:lnTo>
                  <a:pt x="7228636" y="12198"/>
                </a:lnTo>
                <a:close/>
              </a:path>
              <a:path w="7254875" h="876935">
                <a:moveTo>
                  <a:pt x="7254506" y="12198"/>
                </a:moveTo>
                <a:lnTo>
                  <a:pt x="7228636" y="12198"/>
                </a:lnTo>
                <a:lnTo>
                  <a:pt x="7240811" y="25920"/>
                </a:lnTo>
                <a:lnTo>
                  <a:pt x="7254506" y="25920"/>
                </a:lnTo>
                <a:lnTo>
                  <a:pt x="7254506" y="12198"/>
                </a:lnTo>
                <a:close/>
              </a:path>
            </a:pathLst>
          </a:custGeom>
          <a:solidFill>
            <a:srgbClr val="4F80BC"/>
          </a:solidFill>
        </p:spPr>
        <p:txBody>
          <a:bodyPr wrap="square" lIns="0" tIns="0" rIns="0" bIns="0" rtlCol="0"/>
          <a:lstStyle/>
          <a:p>
            <a:endParaRPr/>
          </a:p>
        </p:txBody>
      </p:sp>
      <p:sp>
        <p:nvSpPr>
          <p:cNvPr id="4" name="object 4"/>
          <p:cNvSpPr/>
          <p:nvPr/>
        </p:nvSpPr>
        <p:spPr>
          <a:xfrm>
            <a:off x="2112283" y="1697972"/>
            <a:ext cx="5060315" cy="590550"/>
          </a:xfrm>
          <a:custGeom>
            <a:avLst/>
            <a:gdLst/>
            <a:ahLst/>
            <a:cxnLst/>
            <a:rect l="l" t="t" r="r" b="b"/>
            <a:pathLst>
              <a:path w="5060315" h="590550">
                <a:moveTo>
                  <a:pt x="4961128" y="0"/>
                </a:moveTo>
                <a:lnTo>
                  <a:pt x="98919" y="0"/>
                </a:lnTo>
                <a:lnTo>
                  <a:pt x="60350" y="7742"/>
                </a:lnTo>
                <a:lnTo>
                  <a:pt x="28915" y="28778"/>
                </a:lnTo>
                <a:lnTo>
                  <a:pt x="7751" y="59820"/>
                </a:lnTo>
                <a:lnTo>
                  <a:pt x="0" y="97580"/>
                </a:lnTo>
                <a:lnTo>
                  <a:pt x="0" y="490955"/>
                </a:lnTo>
                <a:lnTo>
                  <a:pt x="7751" y="529597"/>
                </a:lnTo>
                <a:lnTo>
                  <a:pt x="28915" y="561091"/>
                </a:lnTo>
                <a:lnTo>
                  <a:pt x="60350" y="582294"/>
                </a:lnTo>
                <a:lnTo>
                  <a:pt x="98919" y="590061"/>
                </a:lnTo>
                <a:lnTo>
                  <a:pt x="4961128" y="590061"/>
                </a:lnTo>
                <a:lnTo>
                  <a:pt x="4999696" y="582294"/>
                </a:lnTo>
                <a:lnTo>
                  <a:pt x="5031131" y="561091"/>
                </a:lnTo>
                <a:lnTo>
                  <a:pt x="5052294" y="529597"/>
                </a:lnTo>
                <a:lnTo>
                  <a:pt x="5060045" y="490955"/>
                </a:lnTo>
                <a:lnTo>
                  <a:pt x="5060045" y="97580"/>
                </a:lnTo>
                <a:lnTo>
                  <a:pt x="5052294" y="59820"/>
                </a:lnTo>
                <a:lnTo>
                  <a:pt x="5031131" y="28778"/>
                </a:lnTo>
                <a:lnTo>
                  <a:pt x="4999696" y="7742"/>
                </a:lnTo>
                <a:lnTo>
                  <a:pt x="4961128" y="0"/>
                </a:lnTo>
                <a:close/>
              </a:path>
            </a:pathLst>
          </a:custGeom>
          <a:solidFill>
            <a:srgbClr val="4F80BC"/>
          </a:solidFill>
        </p:spPr>
        <p:txBody>
          <a:bodyPr wrap="square" lIns="0" tIns="0" rIns="0" bIns="0" rtlCol="0"/>
          <a:lstStyle/>
          <a:p>
            <a:endParaRPr/>
          </a:p>
        </p:txBody>
      </p:sp>
      <p:sp>
        <p:nvSpPr>
          <p:cNvPr id="5" name="object 5"/>
          <p:cNvSpPr/>
          <p:nvPr/>
        </p:nvSpPr>
        <p:spPr>
          <a:xfrm>
            <a:off x="2100108" y="1684249"/>
            <a:ext cx="5084445" cy="616585"/>
          </a:xfrm>
          <a:custGeom>
            <a:avLst/>
            <a:gdLst/>
            <a:ahLst/>
            <a:cxnLst/>
            <a:rect l="l" t="t" r="r" b="b"/>
            <a:pathLst>
              <a:path w="5084445" h="616585">
                <a:moveTo>
                  <a:pt x="4973302" y="0"/>
                </a:moveTo>
                <a:lnTo>
                  <a:pt x="109570" y="0"/>
                </a:lnTo>
                <a:lnTo>
                  <a:pt x="88266" y="3049"/>
                </a:lnTo>
                <a:lnTo>
                  <a:pt x="66960" y="9147"/>
                </a:lnTo>
                <a:lnTo>
                  <a:pt x="56307" y="13722"/>
                </a:lnTo>
                <a:lnTo>
                  <a:pt x="48698" y="19820"/>
                </a:lnTo>
                <a:lnTo>
                  <a:pt x="39568" y="25919"/>
                </a:lnTo>
                <a:lnTo>
                  <a:pt x="12174" y="59462"/>
                </a:lnTo>
                <a:lnTo>
                  <a:pt x="0" y="100629"/>
                </a:lnTo>
                <a:lnTo>
                  <a:pt x="0" y="516874"/>
                </a:lnTo>
                <a:lnTo>
                  <a:pt x="1521" y="529071"/>
                </a:lnTo>
                <a:lnTo>
                  <a:pt x="4565" y="539744"/>
                </a:lnTo>
                <a:lnTo>
                  <a:pt x="9131" y="548893"/>
                </a:lnTo>
                <a:lnTo>
                  <a:pt x="13696" y="559567"/>
                </a:lnTo>
                <a:lnTo>
                  <a:pt x="18262" y="568714"/>
                </a:lnTo>
                <a:lnTo>
                  <a:pt x="25871" y="576338"/>
                </a:lnTo>
                <a:lnTo>
                  <a:pt x="31958" y="583961"/>
                </a:lnTo>
                <a:lnTo>
                  <a:pt x="68482" y="608356"/>
                </a:lnTo>
                <a:lnTo>
                  <a:pt x="100440" y="615980"/>
                </a:lnTo>
                <a:lnTo>
                  <a:pt x="4985476" y="615980"/>
                </a:lnTo>
                <a:lnTo>
                  <a:pt x="5028087" y="602258"/>
                </a:lnTo>
                <a:lnTo>
                  <a:pt x="5043306" y="591585"/>
                </a:lnTo>
                <a:lnTo>
                  <a:pt x="111093" y="591585"/>
                </a:lnTo>
                <a:lnTo>
                  <a:pt x="100440" y="590061"/>
                </a:lnTo>
                <a:lnTo>
                  <a:pt x="92830" y="588535"/>
                </a:lnTo>
                <a:lnTo>
                  <a:pt x="83700" y="587011"/>
                </a:lnTo>
                <a:lnTo>
                  <a:pt x="68482" y="580911"/>
                </a:lnTo>
                <a:lnTo>
                  <a:pt x="62395" y="576338"/>
                </a:lnTo>
                <a:lnTo>
                  <a:pt x="54785" y="571764"/>
                </a:lnTo>
                <a:lnTo>
                  <a:pt x="48698" y="565665"/>
                </a:lnTo>
                <a:lnTo>
                  <a:pt x="39568" y="553467"/>
                </a:lnTo>
                <a:lnTo>
                  <a:pt x="35002" y="545844"/>
                </a:lnTo>
                <a:lnTo>
                  <a:pt x="28915" y="530597"/>
                </a:lnTo>
                <a:lnTo>
                  <a:pt x="25871" y="521449"/>
                </a:lnTo>
                <a:lnTo>
                  <a:pt x="25871" y="513825"/>
                </a:lnTo>
                <a:lnTo>
                  <a:pt x="24349" y="504677"/>
                </a:lnTo>
                <a:lnTo>
                  <a:pt x="24349" y="111302"/>
                </a:lnTo>
                <a:lnTo>
                  <a:pt x="25871" y="102154"/>
                </a:lnTo>
                <a:lnTo>
                  <a:pt x="27392" y="94531"/>
                </a:lnTo>
                <a:lnTo>
                  <a:pt x="28915" y="85383"/>
                </a:lnTo>
                <a:lnTo>
                  <a:pt x="35002" y="70135"/>
                </a:lnTo>
                <a:lnTo>
                  <a:pt x="39568" y="64037"/>
                </a:lnTo>
                <a:lnTo>
                  <a:pt x="44132" y="56413"/>
                </a:lnTo>
                <a:lnTo>
                  <a:pt x="50219" y="50314"/>
                </a:lnTo>
                <a:lnTo>
                  <a:pt x="56307" y="45740"/>
                </a:lnTo>
                <a:lnTo>
                  <a:pt x="62395" y="39641"/>
                </a:lnTo>
                <a:lnTo>
                  <a:pt x="70003" y="36592"/>
                </a:lnTo>
                <a:lnTo>
                  <a:pt x="77613" y="32017"/>
                </a:lnTo>
                <a:lnTo>
                  <a:pt x="85222" y="28968"/>
                </a:lnTo>
                <a:lnTo>
                  <a:pt x="94353" y="27444"/>
                </a:lnTo>
                <a:lnTo>
                  <a:pt x="101961" y="25919"/>
                </a:lnTo>
                <a:lnTo>
                  <a:pt x="5043305" y="25919"/>
                </a:lnTo>
                <a:lnTo>
                  <a:pt x="5035696" y="19820"/>
                </a:lnTo>
                <a:lnTo>
                  <a:pt x="5026566" y="13722"/>
                </a:lnTo>
                <a:lnTo>
                  <a:pt x="5015913" y="9147"/>
                </a:lnTo>
                <a:lnTo>
                  <a:pt x="5006781" y="4573"/>
                </a:lnTo>
                <a:lnTo>
                  <a:pt x="4996129" y="3049"/>
                </a:lnTo>
                <a:lnTo>
                  <a:pt x="4983954" y="1523"/>
                </a:lnTo>
                <a:lnTo>
                  <a:pt x="4973302" y="0"/>
                </a:lnTo>
                <a:close/>
              </a:path>
              <a:path w="5084445" h="616585">
                <a:moveTo>
                  <a:pt x="5043305" y="25919"/>
                </a:moveTo>
                <a:lnTo>
                  <a:pt x="4983954" y="25919"/>
                </a:lnTo>
                <a:lnTo>
                  <a:pt x="4991563" y="27444"/>
                </a:lnTo>
                <a:lnTo>
                  <a:pt x="5000694" y="30493"/>
                </a:lnTo>
                <a:lnTo>
                  <a:pt x="5040261" y="57938"/>
                </a:lnTo>
                <a:lnTo>
                  <a:pt x="5058524" y="94531"/>
                </a:lnTo>
                <a:lnTo>
                  <a:pt x="5058524" y="103678"/>
                </a:lnTo>
                <a:lnTo>
                  <a:pt x="5060045" y="112828"/>
                </a:lnTo>
                <a:lnTo>
                  <a:pt x="5060045" y="504677"/>
                </a:lnTo>
                <a:lnTo>
                  <a:pt x="5058524" y="515349"/>
                </a:lnTo>
                <a:lnTo>
                  <a:pt x="5057001" y="522973"/>
                </a:lnTo>
                <a:lnTo>
                  <a:pt x="5055480" y="532122"/>
                </a:lnTo>
                <a:lnTo>
                  <a:pt x="5034174" y="567189"/>
                </a:lnTo>
                <a:lnTo>
                  <a:pt x="5020478" y="576338"/>
                </a:lnTo>
                <a:lnTo>
                  <a:pt x="5014390" y="580911"/>
                </a:lnTo>
                <a:lnTo>
                  <a:pt x="4999173" y="587011"/>
                </a:lnTo>
                <a:lnTo>
                  <a:pt x="4990042" y="590061"/>
                </a:lnTo>
                <a:lnTo>
                  <a:pt x="4982433" y="590061"/>
                </a:lnTo>
                <a:lnTo>
                  <a:pt x="4973302" y="591585"/>
                </a:lnTo>
                <a:lnTo>
                  <a:pt x="5043306" y="591585"/>
                </a:lnTo>
                <a:lnTo>
                  <a:pt x="5044827" y="590061"/>
                </a:lnTo>
                <a:lnTo>
                  <a:pt x="5052435" y="583961"/>
                </a:lnTo>
                <a:lnTo>
                  <a:pt x="5076785" y="547368"/>
                </a:lnTo>
                <a:lnTo>
                  <a:pt x="5084394" y="515349"/>
                </a:lnTo>
                <a:lnTo>
                  <a:pt x="5084394" y="99105"/>
                </a:lnTo>
                <a:lnTo>
                  <a:pt x="5066132" y="48789"/>
                </a:lnTo>
                <a:lnTo>
                  <a:pt x="5058524" y="41167"/>
                </a:lnTo>
                <a:lnTo>
                  <a:pt x="5052435" y="32017"/>
                </a:lnTo>
                <a:lnTo>
                  <a:pt x="5043305" y="25919"/>
                </a:lnTo>
                <a:close/>
              </a:path>
            </a:pathLst>
          </a:custGeom>
          <a:solidFill>
            <a:srgbClr val="FFFFFF"/>
          </a:solidFill>
        </p:spPr>
        <p:txBody>
          <a:bodyPr wrap="square" lIns="0" tIns="0" rIns="0" bIns="0" rtlCol="0"/>
          <a:lstStyle/>
          <a:p>
            <a:endParaRPr/>
          </a:p>
        </p:txBody>
      </p:sp>
      <p:sp>
        <p:nvSpPr>
          <p:cNvPr id="6" name="object 6"/>
          <p:cNvSpPr txBox="1"/>
          <p:nvPr/>
        </p:nvSpPr>
        <p:spPr>
          <a:xfrm>
            <a:off x="2312493" y="1871817"/>
            <a:ext cx="3155315" cy="811530"/>
          </a:xfrm>
          <a:prstGeom prst="rect">
            <a:avLst/>
          </a:prstGeom>
        </p:spPr>
        <p:txBody>
          <a:bodyPr vert="horz" wrap="square" lIns="0" tIns="0" rIns="0" bIns="0" rtlCol="0">
            <a:spAutoFit/>
          </a:bodyPr>
          <a:lstStyle/>
          <a:p>
            <a:pPr marL="20320">
              <a:lnSpc>
                <a:spcPts val="1905"/>
              </a:lnSpc>
            </a:pPr>
            <a:r>
              <a:rPr sz="2000" spc="-5" dirty="0">
                <a:solidFill>
                  <a:srgbClr val="FFFFFF"/>
                </a:solidFill>
                <a:latin typeface="Calibri"/>
                <a:cs typeface="Calibri"/>
              </a:rPr>
              <a:t>Nối </a:t>
            </a:r>
            <a:r>
              <a:rPr sz="2000" dirty="0">
                <a:solidFill>
                  <a:srgbClr val="FFFFFF"/>
                </a:solidFill>
                <a:latin typeface="Calibri"/>
                <a:cs typeface="Calibri"/>
              </a:rPr>
              <a:t>dữ</a:t>
            </a:r>
            <a:r>
              <a:rPr sz="2000" spc="-25" dirty="0">
                <a:solidFill>
                  <a:srgbClr val="FFFFFF"/>
                </a:solidFill>
                <a:latin typeface="Calibri"/>
                <a:cs typeface="Calibri"/>
              </a:rPr>
              <a:t> </a:t>
            </a:r>
            <a:r>
              <a:rPr sz="2000" spc="-5" dirty="0">
                <a:solidFill>
                  <a:srgbClr val="FFFFFF"/>
                </a:solidFill>
                <a:latin typeface="Calibri"/>
                <a:cs typeface="Calibri"/>
              </a:rPr>
              <a:t>liệu</a:t>
            </a:r>
            <a:endParaRPr sz="2000">
              <a:latin typeface="Calibri"/>
              <a:cs typeface="Calibri"/>
            </a:endParaRPr>
          </a:p>
          <a:p>
            <a:pPr>
              <a:lnSpc>
                <a:spcPct val="100000"/>
              </a:lnSpc>
              <a:spcBef>
                <a:spcPts val="25"/>
              </a:spcBef>
            </a:pPr>
            <a:endParaRPr sz="1700">
              <a:latin typeface="Times New Roman"/>
              <a:cs typeface="Times New Roman"/>
            </a:endParaRPr>
          </a:p>
          <a:p>
            <a:pPr>
              <a:lnSpc>
                <a:spcPct val="100000"/>
              </a:lnSpc>
            </a:pPr>
            <a:r>
              <a:rPr sz="2000" dirty="0">
                <a:latin typeface="Calibri"/>
                <a:cs typeface="Calibri"/>
              </a:rPr>
              <a:t>• </a:t>
            </a:r>
            <a:r>
              <a:rPr sz="2000" spc="-5" dirty="0">
                <a:latin typeface="Calibri"/>
                <a:cs typeface="Calibri"/>
              </a:rPr>
              <a:t>Thêm thừa ký tự </a:t>
            </a:r>
            <a:r>
              <a:rPr sz="2000" spc="-10" dirty="0">
                <a:latin typeface="Calibri"/>
                <a:cs typeface="Calibri"/>
              </a:rPr>
              <a:t>vào</a:t>
            </a:r>
            <a:r>
              <a:rPr sz="2000" spc="-170" dirty="0">
                <a:latin typeface="Calibri"/>
                <a:cs typeface="Calibri"/>
              </a:rPr>
              <a:t> </a:t>
            </a:r>
            <a:r>
              <a:rPr sz="2000" spc="-5" dirty="0">
                <a:latin typeface="Calibri"/>
                <a:cs typeface="Calibri"/>
              </a:rPr>
              <a:t>trường</a:t>
            </a:r>
            <a:endParaRPr sz="2000">
              <a:latin typeface="Calibri"/>
              <a:cs typeface="Calibri"/>
            </a:endParaRPr>
          </a:p>
        </p:txBody>
      </p:sp>
      <p:sp>
        <p:nvSpPr>
          <p:cNvPr id="7" name="object 7"/>
          <p:cNvSpPr/>
          <p:nvPr/>
        </p:nvSpPr>
        <p:spPr>
          <a:xfrm>
            <a:off x="1737916" y="3234875"/>
            <a:ext cx="7254875" cy="875665"/>
          </a:xfrm>
          <a:custGeom>
            <a:avLst/>
            <a:gdLst/>
            <a:ahLst/>
            <a:cxnLst/>
            <a:rect l="l" t="t" r="r" b="b"/>
            <a:pathLst>
              <a:path w="7254875" h="875664">
                <a:moveTo>
                  <a:pt x="7248419" y="0"/>
                </a:moveTo>
                <a:lnTo>
                  <a:pt x="6087" y="0"/>
                </a:lnTo>
                <a:lnTo>
                  <a:pt x="0" y="4574"/>
                </a:lnTo>
                <a:lnTo>
                  <a:pt x="0" y="870606"/>
                </a:lnTo>
                <a:lnTo>
                  <a:pt x="6087" y="875181"/>
                </a:lnTo>
                <a:lnTo>
                  <a:pt x="7248419" y="875181"/>
                </a:lnTo>
                <a:lnTo>
                  <a:pt x="7254506" y="870606"/>
                </a:lnTo>
                <a:lnTo>
                  <a:pt x="7254506" y="862982"/>
                </a:lnTo>
                <a:lnTo>
                  <a:pt x="25871" y="862982"/>
                </a:lnTo>
                <a:lnTo>
                  <a:pt x="12174" y="850785"/>
                </a:lnTo>
                <a:lnTo>
                  <a:pt x="25871" y="850785"/>
                </a:lnTo>
                <a:lnTo>
                  <a:pt x="25871" y="24395"/>
                </a:lnTo>
                <a:lnTo>
                  <a:pt x="12174" y="24395"/>
                </a:lnTo>
                <a:lnTo>
                  <a:pt x="25871" y="12197"/>
                </a:lnTo>
                <a:lnTo>
                  <a:pt x="7254506" y="12197"/>
                </a:lnTo>
                <a:lnTo>
                  <a:pt x="7254506" y="4574"/>
                </a:lnTo>
                <a:lnTo>
                  <a:pt x="7248419" y="0"/>
                </a:lnTo>
                <a:close/>
              </a:path>
              <a:path w="7254875" h="875664">
                <a:moveTo>
                  <a:pt x="25871" y="850785"/>
                </a:moveTo>
                <a:lnTo>
                  <a:pt x="12174" y="850785"/>
                </a:lnTo>
                <a:lnTo>
                  <a:pt x="25871" y="862982"/>
                </a:lnTo>
                <a:lnTo>
                  <a:pt x="25871" y="850785"/>
                </a:lnTo>
                <a:close/>
              </a:path>
              <a:path w="7254875" h="875664">
                <a:moveTo>
                  <a:pt x="7228636" y="850785"/>
                </a:moveTo>
                <a:lnTo>
                  <a:pt x="25871" y="850785"/>
                </a:lnTo>
                <a:lnTo>
                  <a:pt x="25871" y="862982"/>
                </a:lnTo>
                <a:lnTo>
                  <a:pt x="7228636" y="862982"/>
                </a:lnTo>
                <a:lnTo>
                  <a:pt x="7228636" y="850785"/>
                </a:lnTo>
                <a:close/>
              </a:path>
              <a:path w="7254875" h="875664">
                <a:moveTo>
                  <a:pt x="7228636" y="12197"/>
                </a:moveTo>
                <a:lnTo>
                  <a:pt x="7228636" y="862982"/>
                </a:lnTo>
                <a:lnTo>
                  <a:pt x="7240811" y="850785"/>
                </a:lnTo>
                <a:lnTo>
                  <a:pt x="7254506" y="850785"/>
                </a:lnTo>
                <a:lnTo>
                  <a:pt x="7254506" y="24395"/>
                </a:lnTo>
                <a:lnTo>
                  <a:pt x="7240811" y="24395"/>
                </a:lnTo>
                <a:lnTo>
                  <a:pt x="7228636" y="12197"/>
                </a:lnTo>
                <a:close/>
              </a:path>
              <a:path w="7254875" h="875664">
                <a:moveTo>
                  <a:pt x="7254506" y="850785"/>
                </a:moveTo>
                <a:lnTo>
                  <a:pt x="7240811" y="850785"/>
                </a:lnTo>
                <a:lnTo>
                  <a:pt x="7228636" y="862982"/>
                </a:lnTo>
                <a:lnTo>
                  <a:pt x="7254506" y="862982"/>
                </a:lnTo>
                <a:lnTo>
                  <a:pt x="7254506" y="850785"/>
                </a:lnTo>
                <a:close/>
              </a:path>
              <a:path w="7254875" h="875664">
                <a:moveTo>
                  <a:pt x="25871" y="12197"/>
                </a:moveTo>
                <a:lnTo>
                  <a:pt x="12174" y="24395"/>
                </a:lnTo>
                <a:lnTo>
                  <a:pt x="25871" y="24395"/>
                </a:lnTo>
                <a:lnTo>
                  <a:pt x="25871" y="12197"/>
                </a:lnTo>
                <a:close/>
              </a:path>
              <a:path w="7254875" h="875664">
                <a:moveTo>
                  <a:pt x="7228636" y="12197"/>
                </a:moveTo>
                <a:lnTo>
                  <a:pt x="25871" y="12197"/>
                </a:lnTo>
                <a:lnTo>
                  <a:pt x="25871" y="24395"/>
                </a:lnTo>
                <a:lnTo>
                  <a:pt x="7228636" y="24395"/>
                </a:lnTo>
                <a:lnTo>
                  <a:pt x="7228636" y="12197"/>
                </a:lnTo>
                <a:close/>
              </a:path>
              <a:path w="7254875" h="875664">
                <a:moveTo>
                  <a:pt x="7254506" y="12197"/>
                </a:moveTo>
                <a:lnTo>
                  <a:pt x="7228636" y="12197"/>
                </a:lnTo>
                <a:lnTo>
                  <a:pt x="7240811" y="24395"/>
                </a:lnTo>
                <a:lnTo>
                  <a:pt x="7254506" y="24395"/>
                </a:lnTo>
                <a:lnTo>
                  <a:pt x="7254506" y="12197"/>
                </a:lnTo>
                <a:close/>
              </a:path>
            </a:pathLst>
          </a:custGeom>
          <a:solidFill>
            <a:srgbClr val="4F80BC"/>
          </a:solidFill>
        </p:spPr>
        <p:txBody>
          <a:bodyPr wrap="square" lIns="0" tIns="0" rIns="0" bIns="0" rtlCol="0"/>
          <a:lstStyle/>
          <a:p>
            <a:endParaRPr/>
          </a:p>
        </p:txBody>
      </p:sp>
      <p:sp>
        <p:nvSpPr>
          <p:cNvPr id="8" name="object 8"/>
          <p:cNvSpPr/>
          <p:nvPr/>
        </p:nvSpPr>
        <p:spPr>
          <a:xfrm>
            <a:off x="2112283" y="2951279"/>
            <a:ext cx="5060315" cy="591820"/>
          </a:xfrm>
          <a:custGeom>
            <a:avLst/>
            <a:gdLst/>
            <a:ahLst/>
            <a:cxnLst/>
            <a:rect l="l" t="t" r="r" b="b"/>
            <a:pathLst>
              <a:path w="5060315" h="591820">
                <a:moveTo>
                  <a:pt x="4961128" y="0"/>
                </a:moveTo>
                <a:lnTo>
                  <a:pt x="98919" y="0"/>
                </a:lnTo>
                <a:lnTo>
                  <a:pt x="60350" y="7766"/>
                </a:lnTo>
                <a:lnTo>
                  <a:pt x="28915" y="28969"/>
                </a:lnTo>
                <a:lnTo>
                  <a:pt x="7751" y="60465"/>
                </a:lnTo>
                <a:lnTo>
                  <a:pt x="0" y="99106"/>
                </a:lnTo>
                <a:lnTo>
                  <a:pt x="0" y="492480"/>
                </a:lnTo>
                <a:lnTo>
                  <a:pt x="7751" y="531122"/>
                </a:lnTo>
                <a:lnTo>
                  <a:pt x="28915" y="562616"/>
                </a:lnTo>
                <a:lnTo>
                  <a:pt x="60350" y="583819"/>
                </a:lnTo>
                <a:lnTo>
                  <a:pt x="98919" y="591586"/>
                </a:lnTo>
                <a:lnTo>
                  <a:pt x="4961128" y="591586"/>
                </a:lnTo>
                <a:lnTo>
                  <a:pt x="4999696" y="583819"/>
                </a:lnTo>
                <a:lnTo>
                  <a:pt x="5031131" y="562616"/>
                </a:lnTo>
                <a:lnTo>
                  <a:pt x="5052294" y="531122"/>
                </a:lnTo>
                <a:lnTo>
                  <a:pt x="5060045" y="492480"/>
                </a:lnTo>
                <a:lnTo>
                  <a:pt x="5060045" y="99106"/>
                </a:lnTo>
                <a:lnTo>
                  <a:pt x="5052294" y="60465"/>
                </a:lnTo>
                <a:lnTo>
                  <a:pt x="5031131" y="28969"/>
                </a:lnTo>
                <a:lnTo>
                  <a:pt x="4999696" y="7766"/>
                </a:lnTo>
                <a:lnTo>
                  <a:pt x="4961128" y="0"/>
                </a:lnTo>
                <a:close/>
              </a:path>
            </a:pathLst>
          </a:custGeom>
          <a:solidFill>
            <a:srgbClr val="4F80BC"/>
          </a:solidFill>
        </p:spPr>
        <p:txBody>
          <a:bodyPr wrap="square" lIns="0" tIns="0" rIns="0" bIns="0" rtlCol="0"/>
          <a:lstStyle/>
          <a:p>
            <a:endParaRPr/>
          </a:p>
        </p:txBody>
      </p:sp>
      <p:sp>
        <p:nvSpPr>
          <p:cNvPr id="9" name="object 9"/>
          <p:cNvSpPr/>
          <p:nvPr/>
        </p:nvSpPr>
        <p:spPr>
          <a:xfrm>
            <a:off x="2100108" y="2939082"/>
            <a:ext cx="5084445" cy="616585"/>
          </a:xfrm>
          <a:custGeom>
            <a:avLst/>
            <a:gdLst/>
            <a:ahLst/>
            <a:cxnLst/>
            <a:rect l="l" t="t" r="r" b="b"/>
            <a:pathLst>
              <a:path w="5084445" h="616585">
                <a:moveTo>
                  <a:pt x="4983954" y="0"/>
                </a:moveTo>
                <a:lnTo>
                  <a:pt x="98919" y="0"/>
                </a:lnTo>
                <a:lnTo>
                  <a:pt x="88266" y="3049"/>
                </a:lnTo>
                <a:lnTo>
                  <a:pt x="77613" y="4574"/>
                </a:lnTo>
                <a:lnTo>
                  <a:pt x="56307" y="13722"/>
                </a:lnTo>
                <a:lnTo>
                  <a:pt x="48698" y="19820"/>
                </a:lnTo>
                <a:lnTo>
                  <a:pt x="39568" y="25919"/>
                </a:lnTo>
                <a:lnTo>
                  <a:pt x="12174" y="57938"/>
                </a:lnTo>
                <a:lnTo>
                  <a:pt x="0" y="100630"/>
                </a:lnTo>
                <a:lnTo>
                  <a:pt x="0" y="516874"/>
                </a:lnTo>
                <a:lnTo>
                  <a:pt x="18262" y="567190"/>
                </a:lnTo>
                <a:lnTo>
                  <a:pt x="25871" y="576338"/>
                </a:lnTo>
                <a:lnTo>
                  <a:pt x="31958" y="583962"/>
                </a:lnTo>
                <a:lnTo>
                  <a:pt x="41089" y="591586"/>
                </a:lnTo>
                <a:lnTo>
                  <a:pt x="48698" y="597684"/>
                </a:lnTo>
                <a:lnTo>
                  <a:pt x="57829" y="602259"/>
                </a:lnTo>
                <a:lnTo>
                  <a:pt x="68482" y="606832"/>
                </a:lnTo>
                <a:lnTo>
                  <a:pt x="77613" y="611407"/>
                </a:lnTo>
                <a:lnTo>
                  <a:pt x="88266" y="614456"/>
                </a:lnTo>
                <a:lnTo>
                  <a:pt x="100440" y="615981"/>
                </a:lnTo>
                <a:lnTo>
                  <a:pt x="4985476" y="615981"/>
                </a:lnTo>
                <a:lnTo>
                  <a:pt x="4996129" y="612931"/>
                </a:lnTo>
                <a:lnTo>
                  <a:pt x="5006781" y="611407"/>
                </a:lnTo>
                <a:lnTo>
                  <a:pt x="5028087" y="602259"/>
                </a:lnTo>
                <a:lnTo>
                  <a:pt x="5037218" y="596159"/>
                </a:lnTo>
                <a:lnTo>
                  <a:pt x="5044827" y="590061"/>
                </a:lnTo>
                <a:lnTo>
                  <a:pt x="100440" y="590061"/>
                </a:lnTo>
                <a:lnTo>
                  <a:pt x="92830" y="588537"/>
                </a:lnTo>
                <a:lnTo>
                  <a:pt x="83700" y="587011"/>
                </a:lnTo>
                <a:lnTo>
                  <a:pt x="76090" y="583962"/>
                </a:lnTo>
                <a:lnTo>
                  <a:pt x="68482" y="579387"/>
                </a:lnTo>
                <a:lnTo>
                  <a:pt x="62395" y="576338"/>
                </a:lnTo>
                <a:lnTo>
                  <a:pt x="54785" y="570240"/>
                </a:lnTo>
                <a:lnTo>
                  <a:pt x="44132" y="559567"/>
                </a:lnTo>
                <a:lnTo>
                  <a:pt x="39568" y="551943"/>
                </a:lnTo>
                <a:lnTo>
                  <a:pt x="35002" y="545844"/>
                </a:lnTo>
                <a:lnTo>
                  <a:pt x="31958" y="538220"/>
                </a:lnTo>
                <a:lnTo>
                  <a:pt x="28915" y="529073"/>
                </a:lnTo>
                <a:lnTo>
                  <a:pt x="25871" y="521449"/>
                </a:lnTo>
                <a:lnTo>
                  <a:pt x="25871" y="512301"/>
                </a:lnTo>
                <a:lnTo>
                  <a:pt x="24349" y="504677"/>
                </a:lnTo>
                <a:lnTo>
                  <a:pt x="24349" y="111304"/>
                </a:lnTo>
                <a:lnTo>
                  <a:pt x="35002" y="70137"/>
                </a:lnTo>
                <a:lnTo>
                  <a:pt x="62395" y="39641"/>
                </a:lnTo>
                <a:lnTo>
                  <a:pt x="94353" y="27444"/>
                </a:lnTo>
                <a:lnTo>
                  <a:pt x="101961" y="25919"/>
                </a:lnTo>
                <a:lnTo>
                  <a:pt x="5045130" y="25919"/>
                </a:lnTo>
                <a:lnTo>
                  <a:pt x="5043305" y="24395"/>
                </a:lnTo>
                <a:lnTo>
                  <a:pt x="5035696" y="18296"/>
                </a:lnTo>
                <a:lnTo>
                  <a:pt x="5026566" y="13722"/>
                </a:lnTo>
                <a:lnTo>
                  <a:pt x="5015913" y="9147"/>
                </a:lnTo>
                <a:lnTo>
                  <a:pt x="5006781" y="4574"/>
                </a:lnTo>
                <a:lnTo>
                  <a:pt x="4996129" y="1525"/>
                </a:lnTo>
                <a:lnTo>
                  <a:pt x="4983954" y="0"/>
                </a:lnTo>
                <a:close/>
              </a:path>
              <a:path w="5084445" h="616585">
                <a:moveTo>
                  <a:pt x="5045130" y="25919"/>
                </a:moveTo>
                <a:lnTo>
                  <a:pt x="4983954" y="25919"/>
                </a:lnTo>
                <a:lnTo>
                  <a:pt x="4991563" y="27444"/>
                </a:lnTo>
                <a:lnTo>
                  <a:pt x="5000694" y="28969"/>
                </a:lnTo>
                <a:lnTo>
                  <a:pt x="5008303" y="32019"/>
                </a:lnTo>
                <a:lnTo>
                  <a:pt x="5015913" y="36592"/>
                </a:lnTo>
                <a:lnTo>
                  <a:pt x="5022000" y="39641"/>
                </a:lnTo>
                <a:lnTo>
                  <a:pt x="5028087" y="45741"/>
                </a:lnTo>
                <a:lnTo>
                  <a:pt x="5034174" y="50314"/>
                </a:lnTo>
                <a:lnTo>
                  <a:pt x="5040261" y="56414"/>
                </a:lnTo>
                <a:lnTo>
                  <a:pt x="5044827" y="64037"/>
                </a:lnTo>
                <a:lnTo>
                  <a:pt x="5049393" y="70137"/>
                </a:lnTo>
                <a:lnTo>
                  <a:pt x="5052435" y="77759"/>
                </a:lnTo>
                <a:lnTo>
                  <a:pt x="5055480" y="86908"/>
                </a:lnTo>
                <a:lnTo>
                  <a:pt x="5058524" y="94531"/>
                </a:lnTo>
                <a:lnTo>
                  <a:pt x="5058524" y="103680"/>
                </a:lnTo>
                <a:lnTo>
                  <a:pt x="5060045" y="111304"/>
                </a:lnTo>
                <a:lnTo>
                  <a:pt x="5060045" y="504677"/>
                </a:lnTo>
                <a:lnTo>
                  <a:pt x="5049393" y="545844"/>
                </a:lnTo>
                <a:lnTo>
                  <a:pt x="5022000" y="576338"/>
                </a:lnTo>
                <a:lnTo>
                  <a:pt x="4990042" y="588537"/>
                </a:lnTo>
                <a:lnTo>
                  <a:pt x="4982433" y="590061"/>
                </a:lnTo>
                <a:lnTo>
                  <a:pt x="5044827" y="590061"/>
                </a:lnTo>
                <a:lnTo>
                  <a:pt x="5060045" y="574814"/>
                </a:lnTo>
                <a:lnTo>
                  <a:pt x="5082872" y="526023"/>
                </a:lnTo>
                <a:lnTo>
                  <a:pt x="5084394" y="515350"/>
                </a:lnTo>
                <a:lnTo>
                  <a:pt x="5084394" y="99105"/>
                </a:lnTo>
                <a:lnTo>
                  <a:pt x="5066132" y="48790"/>
                </a:lnTo>
                <a:lnTo>
                  <a:pt x="5058524" y="39641"/>
                </a:lnTo>
                <a:lnTo>
                  <a:pt x="5052435" y="32019"/>
                </a:lnTo>
                <a:lnTo>
                  <a:pt x="5045130" y="25919"/>
                </a:lnTo>
                <a:close/>
              </a:path>
            </a:pathLst>
          </a:custGeom>
          <a:solidFill>
            <a:srgbClr val="FFFFFF"/>
          </a:solidFill>
        </p:spPr>
        <p:txBody>
          <a:bodyPr wrap="square" lIns="0" tIns="0" rIns="0" bIns="0" rtlCol="0"/>
          <a:lstStyle/>
          <a:p>
            <a:endParaRPr/>
          </a:p>
        </p:txBody>
      </p:sp>
      <p:sp>
        <p:nvSpPr>
          <p:cNvPr id="10" name="object 10"/>
          <p:cNvSpPr txBox="1"/>
          <p:nvPr/>
        </p:nvSpPr>
        <p:spPr>
          <a:xfrm>
            <a:off x="2312493" y="3126099"/>
            <a:ext cx="3102610" cy="811530"/>
          </a:xfrm>
          <a:prstGeom prst="rect">
            <a:avLst/>
          </a:prstGeom>
        </p:spPr>
        <p:txBody>
          <a:bodyPr vert="horz" wrap="square" lIns="0" tIns="0" rIns="0" bIns="0" rtlCol="0">
            <a:spAutoFit/>
          </a:bodyPr>
          <a:lstStyle/>
          <a:p>
            <a:pPr marL="20320">
              <a:lnSpc>
                <a:spcPts val="1905"/>
              </a:lnSpc>
            </a:pPr>
            <a:r>
              <a:rPr sz="2000" spc="-10" dirty="0">
                <a:solidFill>
                  <a:srgbClr val="FFFFFF"/>
                </a:solidFill>
                <a:latin typeface="Calibri"/>
                <a:cs typeface="Calibri"/>
              </a:rPr>
              <a:t>Cắt </a:t>
            </a:r>
            <a:r>
              <a:rPr sz="2000" dirty="0">
                <a:solidFill>
                  <a:srgbClr val="FFFFFF"/>
                </a:solidFill>
                <a:latin typeface="Calibri"/>
                <a:cs typeface="Calibri"/>
              </a:rPr>
              <a:t>bớt dữ</a:t>
            </a:r>
            <a:r>
              <a:rPr sz="2000" spc="-40" dirty="0">
                <a:solidFill>
                  <a:srgbClr val="FFFFFF"/>
                </a:solidFill>
                <a:latin typeface="Calibri"/>
                <a:cs typeface="Calibri"/>
              </a:rPr>
              <a:t> </a:t>
            </a:r>
            <a:r>
              <a:rPr sz="2000" spc="-5" dirty="0">
                <a:solidFill>
                  <a:srgbClr val="FFFFFF"/>
                </a:solidFill>
                <a:latin typeface="Calibri"/>
                <a:cs typeface="Calibri"/>
              </a:rPr>
              <a:t>liệu</a:t>
            </a:r>
            <a:endParaRPr sz="2000">
              <a:latin typeface="Calibri"/>
              <a:cs typeface="Calibri"/>
            </a:endParaRPr>
          </a:p>
          <a:p>
            <a:pPr>
              <a:lnSpc>
                <a:spcPct val="100000"/>
              </a:lnSpc>
              <a:spcBef>
                <a:spcPts val="25"/>
              </a:spcBef>
            </a:pPr>
            <a:endParaRPr sz="1700">
              <a:latin typeface="Times New Roman"/>
              <a:cs typeface="Times New Roman"/>
            </a:endParaRPr>
          </a:p>
          <a:p>
            <a:pPr>
              <a:lnSpc>
                <a:spcPct val="100000"/>
              </a:lnSpc>
            </a:pPr>
            <a:r>
              <a:rPr sz="2000" dirty="0">
                <a:latin typeface="Calibri"/>
                <a:cs typeface="Calibri"/>
              </a:rPr>
              <a:t>• Làm </a:t>
            </a:r>
            <a:r>
              <a:rPr sz="2000" spc="-10" dirty="0">
                <a:latin typeface="Calibri"/>
                <a:cs typeface="Calibri"/>
              </a:rPr>
              <a:t>mất </a:t>
            </a:r>
            <a:r>
              <a:rPr sz="2000" spc="-5" dirty="0">
                <a:latin typeface="Calibri"/>
                <a:cs typeface="Calibri"/>
              </a:rPr>
              <a:t>ký tự </a:t>
            </a:r>
            <a:r>
              <a:rPr sz="2000" spc="-10" dirty="0">
                <a:latin typeface="Calibri"/>
                <a:cs typeface="Calibri"/>
              </a:rPr>
              <a:t>trong</a:t>
            </a:r>
            <a:r>
              <a:rPr sz="2000" spc="-185" dirty="0">
                <a:latin typeface="Calibri"/>
                <a:cs typeface="Calibri"/>
              </a:rPr>
              <a:t> </a:t>
            </a:r>
            <a:r>
              <a:rPr sz="2000" spc="-5" dirty="0">
                <a:latin typeface="Calibri"/>
                <a:cs typeface="Calibri"/>
              </a:rPr>
              <a:t>trường</a:t>
            </a:r>
            <a:endParaRPr sz="2000">
              <a:latin typeface="Calibri"/>
              <a:cs typeface="Calibri"/>
            </a:endParaRPr>
          </a:p>
        </p:txBody>
      </p:sp>
      <p:sp>
        <p:nvSpPr>
          <p:cNvPr id="11" name="object 11"/>
          <p:cNvSpPr/>
          <p:nvPr/>
        </p:nvSpPr>
        <p:spPr>
          <a:xfrm>
            <a:off x="1737916" y="4488183"/>
            <a:ext cx="7254875" cy="876935"/>
          </a:xfrm>
          <a:custGeom>
            <a:avLst/>
            <a:gdLst/>
            <a:ahLst/>
            <a:cxnLst/>
            <a:rect l="l" t="t" r="r" b="b"/>
            <a:pathLst>
              <a:path w="7254875" h="876935">
                <a:moveTo>
                  <a:pt x="7248419" y="0"/>
                </a:moveTo>
                <a:lnTo>
                  <a:pt x="6087" y="0"/>
                </a:lnTo>
                <a:lnTo>
                  <a:pt x="0" y="6098"/>
                </a:lnTo>
                <a:lnTo>
                  <a:pt x="0" y="870606"/>
                </a:lnTo>
                <a:lnTo>
                  <a:pt x="6087" y="876705"/>
                </a:lnTo>
                <a:lnTo>
                  <a:pt x="7248419" y="876705"/>
                </a:lnTo>
                <a:lnTo>
                  <a:pt x="7254506" y="870606"/>
                </a:lnTo>
                <a:lnTo>
                  <a:pt x="7254506" y="864508"/>
                </a:lnTo>
                <a:lnTo>
                  <a:pt x="25871" y="864508"/>
                </a:lnTo>
                <a:lnTo>
                  <a:pt x="12174" y="850785"/>
                </a:lnTo>
                <a:lnTo>
                  <a:pt x="25871" y="850785"/>
                </a:lnTo>
                <a:lnTo>
                  <a:pt x="25871" y="25919"/>
                </a:lnTo>
                <a:lnTo>
                  <a:pt x="12174" y="25919"/>
                </a:lnTo>
                <a:lnTo>
                  <a:pt x="25871" y="13722"/>
                </a:lnTo>
                <a:lnTo>
                  <a:pt x="7254506" y="13722"/>
                </a:lnTo>
                <a:lnTo>
                  <a:pt x="7254506" y="6098"/>
                </a:lnTo>
                <a:lnTo>
                  <a:pt x="7248419" y="0"/>
                </a:lnTo>
                <a:close/>
              </a:path>
              <a:path w="7254875" h="876935">
                <a:moveTo>
                  <a:pt x="25871" y="850785"/>
                </a:moveTo>
                <a:lnTo>
                  <a:pt x="12174" y="850785"/>
                </a:lnTo>
                <a:lnTo>
                  <a:pt x="25871" y="864508"/>
                </a:lnTo>
                <a:lnTo>
                  <a:pt x="25871" y="850785"/>
                </a:lnTo>
                <a:close/>
              </a:path>
              <a:path w="7254875" h="876935">
                <a:moveTo>
                  <a:pt x="7228636" y="850785"/>
                </a:moveTo>
                <a:lnTo>
                  <a:pt x="25871" y="850785"/>
                </a:lnTo>
                <a:lnTo>
                  <a:pt x="25871" y="864508"/>
                </a:lnTo>
                <a:lnTo>
                  <a:pt x="7228636" y="864508"/>
                </a:lnTo>
                <a:lnTo>
                  <a:pt x="7228636" y="850785"/>
                </a:lnTo>
                <a:close/>
              </a:path>
              <a:path w="7254875" h="876935">
                <a:moveTo>
                  <a:pt x="7228636" y="13722"/>
                </a:moveTo>
                <a:lnTo>
                  <a:pt x="7228636" y="864508"/>
                </a:lnTo>
                <a:lnTo>
                  <a:pt x="7240811" y="850785"/>
                </a:lnTo>
                <a:lnTo>
                  <a:pt x="7254506" y="850785"/>
                </a:lnTo>
                <a:lnTo>
                  <a:pt x="7254506" y="25919"/>
                </a:lnTo>
                <a:lnTo>
                  <a:pt x="7240811" y="25919"/>
                </a:lnTo>
                <a:lnTo>
                  <a:pt x="7228636" y="13722"/>
                </a:lnTo>
                <a:close/>
              </a:path>
              <a:path w="7254875" h="876935">
                <a:moveTo>
                  <a:pt x="7254506" y="850785"/>
                </a:moveTo>
                <a:lnTo>
                  <a:pt x="7240811" y="850785"/>
                </a:lnTo>
                <a:lnTo>
                  <a:pt x="7228636" y="864508"/>
                </a:lnTo>
                <a:lnTo>
                  <a:pt x="7254506" y="864508"/>
                </a:lnTo>
                <a:lnTo>
                  <a:pt x="7254506" y="850785"/>
                </a:lnTo>
                <a:close/>
              </a:path>
              <a:path w="7254875" h="876935">
                <a:moveTo>
                  <a:pt x="25871" y="13722"/>
                </a:moveTo>
                <a:lnTo>
                  <a:pt x="12174" y="25919"/>
                </a:lnTo>
                <a:lnTo>
                  <a:pt x="25871" y="25919"/>
                </a:lnTo>
                <a:lnTo>
                  <a:pt x="25871" y="13722"/>
                </a:lnTo>
                <a:close/>
              </a:path>
              <a:path w="7254875" h="876935">
                <a:moveTo>
                  <a:pt x="7228636" y="13722"/>
                </a:moveTo>
                <a:lnTo>
                  <a:pt x="25871" y="13722"/>
                </a:lnTo>
                <a:lnTo>
                  <a:pt x="25871" y="25919"/>
                </a:lnTo>
                <a:lnTo>
                  <a:pt x="7228636" y="25919"/>
                </a:lnTo>
                <a:lnTo>
                  <a:pt x="7228636" y="13722"/>
                </a:lnTo>
                <a:close/>
              </a:path>
              <a:path w="7254875" h="876935">
                <a:moveTo>
                  <a:pt x="7254506" y="13722"/>
                </a:moveTo>
                <a:lnTo>
                  <a:pt x="7228636" y="13722"/>
                </a:lnTo>
                <a:lnTo>
                  <a:pt x="7240811" y="25919"/>
                </a:lnTo>
                <a:lnTo>
                  <a:pt x="7254506" y="25919"/>
                </a:lnTo>
                <a:lnTo>
                  <a:pt x="7254506" y="13722"/>
                </a:lnTo>
                <a:close/>
              </a:path>
            </a:pathLst>
          </a:custGeom>
          <a:solidFill>
            <a:srgbClr val="4F80BC"/>
          </a:solidFill>
        </p:spPr>
        <p:txBody>
          <a:bodyPr wrap="square" lIns="0" tIns="0" rIns="0" bIns="0" rtlCol="0"/>
          <a:lstStyle/>
          <a:p>
            <a:endParaRPr/>
          </a:p>
        </p:txBody>
      </p:sp>
      <p:sp>
        <p:nvSpPr>
          <p:cNvPr id="12" name="object 12"/>
          <p:cNvSpPr/>
          <p:nvPr/>
        </p:nvSpPr>
        <p:spPr>
          <a:xfrm>
            <a:off x="2112283" y="4206113"/>
            <a:ext cx="5060315" cy="590550"/>
          </a:xfrm>
          <a:custGeom>
            <a:avLst/>
            <a:gdLst/>
            <a:ahLst/>
            <a:cxnLst/>
            <a:rect l="l" t="t" r="r" b="b"/>
            <a:pathLst>
              <a:path w="5060315" h="590550">
                <a:moveTo>
                  <a:pt x="4961128" y="0"/>
                </a:moveTo>
                <a:lnTo>
                  <a:pt x="98919" y="0"/>
                </a:lnTo>
                <a:lnTo>
                  <a:pt x="60350" y="7742"/>
                </a:lnTo>
                <a:lnTo>
                  <a:pt x="28915" y="28778"/>
                </a:lnTo>
                <a:lnTo>
                  <a:pt x="7751" y="59820"/>
                </a:lnTo>
                <a:lnTo>
                  <a:pt x="0" y="97580"/>
                </a:lnTo>
                <a:lnTo>
                  <a:pt x="0" y="492479"/>
                </a:lnTo>
                <a:lnTo>
                  <a:pt x="7751" y="530240"/>
                </a:lnTo>
                <a:lnTo>
                  <a:pt x="28915" y="561282"/>
                </a:lnTo>
                <a:lnTo>
                  <a:pt x="60350" y="582318"/>
                </a:lnTo>
                <a:lnTo>
                  <a:pt x="98919" y="590061"/>
                </a:lnTo>
                <a:lnTo>
                  <a:pt x="4961128" y="590061"/>
                </a:lnTo>
                <a:lnTo>
                  <a:pt x="4999696" y="582318"/>
                </a:lnTo>
                <a:lnTo>
                  <a:pt x="5031131" y="561282"/>
                </a:lnTo>
                <a:lnTo>
                  <a:pt x="5052294" y="530240"/>
                </a:lnTo>
                <a:lnTo>
                  <a:pt x="5060045" y="492479"/>
                </a:lnTo>
                <a:lnTo>
                  <a:pt x="5060045" y="97580"/>
                </a:lnTo>
                <a:lnTo>
                  <a:pt x="5052294" y="59820"/>
                </a:lnTo>
                <a:lnTo>
                  <a:pt x="5031131" y="28778"/>
                </a:lnTo>
                <a:lnTo>
                  <a:pt x="4999696" y="7742"/>
                </a:lnTo>
                <a:lnTo>
                  <a:pt x="4961128" y="0"/>
                </a:lnTo>
                <a:close/>
              </a:path>
            </a:pathLst>
          </a:custGeom>
          <a:solidFill>
            <a:srgbClr val="4F80BC"/>
          </a:solidFill>
        </p:spPr>
        <p:txBody>
          <a:bodyPr wrap="square" lIns="0" tIns="0" rIns="0" bIns="0" rtlCol="0"/>
          <a:lstStyle/>
          <a:p>
            <a:endParaRPr/>
          </a:p>
        </p:txBody>
      </p:sp>
      <p:sp>
        <p:nvSpPr>
          <p:cNvPr id="13" name="object 13"/>
          <p:cNvSpPr/>
          <p:nvPr/>
        </p:nvSpPr>
        <p:spPr>
          <a:xfrm>
            <a:off x="2100108" y="4193914"/>
            <a:ext cx="5084445" cy="616585"/>
          </a:xfrm>
          <a:custGeom>
            <a:avLst/>
            <a:gdLst/>
            <a:ahLst/>
            <a:cxnLst/>
            <a:rect l="l" t="t" r="r" b="b"/>
            <a:pathLst>
              <a:path w="5084445" h="616585">
                <a:moveTo>
                  <a:pt x="4983954" y="0"/>
                </a:moveTo>
                <a:lnTo>
                  <a:pt x="98919" y="0"/>
                </a:lnTo>
                <a:lnTo>
                  <a:pt x="88266" y="1525"/>
                </a:lnTo>
                <a:lnTo>
                  <a:pt x="66960" y="7623"/>
                </a:lnTo>
                <a:lnTo>
                  <a:pt x="56307" y="13722"/>
                </a:lnTo>
                <a:lnTo>
                  <a:pt x="48698" y="18296"/>
                </a:lnTo>
                <a:lnTo>
                  <a:pt x="39568" y="25920"/>
                </a:lnTo>
                <a:lnTo>
                  <a:pt x="31958" y="32019"/>
                </a:lnTo>
                <a:lnTo>
                  <a:pt x="7609" y="67087"/>
                </a:lnTo>
                <a:lnTo>
                  <a:pt x="0" y="99106"/>
                </a:lnTo>
                <a:lnTo>
                  <a:pt x="0" y="516876"/>
                </a:lnTo>
                <a:lnTo>
                  <a:pt x="18262" y="567190"/>
                </a:lnTo>
                <a:lnTo>
                  <a:pt x="25871" y="574814"/>
                </a:lnTo>
                <a:lnTo>
                  <a:pt x="31958" y="583962"/>
                </a:lnTo>
                <a:lnTo>
                  <a:pt x="41089" y="590062"/>
                </a:lnTo>
                <a:lnTo>
                  <a:pt x="48698" y="596160"/>
                </a:lnTo>
                <a:lnTo>
                  <a:pt x="57829" y="602259"/>
                </a:lnTo>
                <a:lnTo>
                  <a:pt x="68482" y="606833"/>
                </a:lnTo>
                <a:lnTo>
                  <a:pt x="77613" y="611407"/>
                </a:lnTo>
                <a:lnTo>
                  <a:pt x="88266" y="612932"/>
                </a:lnTo>
                <a:lnTo>
                  <a:pt x="100440" y="614456"/>
                </a:lnTo>
                <a:lnTo>
                  <a:pt x="111093" y="615981"/>
                </a:lnTo>
                <a:lnTo>
                  <a:pt x="4974823" y="615981"/>
                </a:lnTo>
                <a:lnTo>
                  <a:pt x="5017434" y="606833"/>
                </a:lnTo>
                <a:lnTo>
                  <a:pt x="5044827" y="590062"/>
                </a:lnTo>
                <a:lnTo>
                  <a:pt x="100440" y="590062"/>
                </a:lnTo>
                <a:lnTo>
                  <a:pt x="92830" y="588537"/>
                </a:lnTo>
                <a:lnTo>
                  <a:pt x="83700" y="585487"/>
                </a:lnTo>
                <a:lnTo>
                  <a:pt x="68482" y="579389"/>
                </a:lnTo>
                <a:lnTo>
                  <a:pt x="62395" y="574814"/>
                </a:lnTo>
                <a:lnTo>
                  <a:pt x="54785" y="570240"/>
                </a:lnTo>
                <a:lnTo>
                  <a:pt x="50219" y="564141"/>
                </a:lnTo>
                <a:lnTo>
                  <a:pt x="44132" y="558043"/>
                </a:lnTo>
                <a:lnTo>
                  <a:pt x="39568" y="551944"/>
                </a:lnTo>
                <a:lnTo>
                  <a:pt x="35002" y="544320"/>
                </a:lnTo>
                <a:lnTo>
                  <a:pt x="25871" y="521450"/>
                </a:lnTo>
                <a:lnTo>
                  <a:pt x="25871" y="512301"/>
                </a:lnTo>
                <a:lnTo>
                  <a:pt x="24349" y="503153"/>
                </a:lnTo>
                <a:lnTo>
                  <a:pt x="24349" y="109778"/>
                </a:lnTo>
                <a:lnTo>
                  <a:pt x="25871" y="100630"/>
                </a:lnTo>
                <a:lnTo>
                  <a:pt x="27392" y="93007"/>
                </a:lnTo>
                <a:lnTo>
                  <a:pt x="28915" y="83859"/>
                </a:lnTo>
                <a:lnTo>
                  <a:pt x="35002" y="68611"/>
                </a:lnTo>
                <a:lnTo>
                  <a:pt x="39568" y="62513"/>
                </a:lnTo>
                <a:lnTo>
                  <a:pt x="44132" y="54889"/>
                </a:lnTo>
                <a:lnTo>
                  <a:pt x="50219" y="48790"/>
                </a:lnTo>
                <a:lnTo>
                  <a:pt x="62395" y="39643"/>
                </a:lnTo>
                <a:lnTo>
                  <a:pt x="77613" y="30495"/>
                </a:lnTo>
                <a:lnTo>
                  <a:pt x="85222" y="28969"/>
                </a:lnTo>
                <a:lnTo>
                  <a:pt x="94353" y="25920"/>
                </a:lnTo>
                <a:lnTo>
                  <a:pt x="101961" y="24395"/>
                </a:lnTo>
                <a:lnTo>
                  <a:pt x="5043305" y="24395"/>
                </a:lnTo>
                <a:lnTo>
                  <a:pt x="5035696" y="18296"/>
                </a:lnTo>
                <a:lnTo>
                  <a:pt x="5026566" y="12198"/>
                </a:lnTo>
                <a:lnTo>
                  <a:pt x="5015913" y="7623"/>
                </a:lnTo>
                <a:lnTo>
                  <a:pt x="5006781" y="4574"/>
                </a:lnTo>
                <a:lnTo>
                  <a:pt x="4996129" y="1525"/>
                </a:lnTo>
                <a:lnTo>
                  <a:pt x="4983954" y="0"/>
                </a:lnTo>
                <a:close/>
              </a:path>
              <a:path w="5084445" h="616585">
                <a:moveTo>
                  <a:pt x="5043305" y="24395"/>
                </a:moveTo>
                <a:lnTo>
                  <a:pt x="4973302" y="24395"/>
                </a:lnTo>
                <a:lnTo>
                  <a:pt x="4983954" y="25920"/>
                </a:lnTo>
                <a:lnTo>
                  <a:pt x="4991563" y="25920"/>
                </a:lnTo>
                <a:lnTo>
                  <a:pt x="5000694" y="28969"/>
                </a:lnTo>
                <a:lnTo>
                  <a:pt x="5040261" y="56414"/>
                </a:lnTo>
                <a:lnTo>
                  <a:pt x="5058524" y="94532"/>
                </a:lnTo>
                <a:lnTo>
                  <a:pt x="5058524" y="102156"/>
                </a:lnTo>
                <a:lnTo>
                  <a:pt x="5060045" y="111304"/>
                </a:lnTo>
                <a:lnTo>
                  <a:pt x="5060045" y="504677"/>
                </a:lnTo>
                <a:lnTo>
                  <a:pt x="5058524" y="513826"/>
                </a:lnTo>
                <a:lnTo>
                  <a:pt x="5057001" y="521450"/>
                </a:lnTo>
                <a:lnTo>
                  <a:pt x="5055480" y="530598"/>
                </a:lnTo>
                <a:lnTo>
                  <a:pt x="5034174" y="565666"/>
                </a:lnTo>
                <a:lnTo>
                  <a:pt x="5028087" y="570240"/>
                </a:lnTo>
                <a:lnTo>
                  <a:pt x="5022000" y="576339"/>
                </a:lnTo>
                <a:lnTo>
                  <a:pt x="5014390" y="579389"/>
                </a:lnTo>
                <a:lnTo>
                  <a:pt x="5006781" y="583962"/>
                </a:lnTo>
                <a:lnTo>
                  <a:pt x="4999173" y="587011"/>
                </a:lnTo>
                <a:lnTo>
                  <a:pt x="4990042" y="588537"/>
                </a:lnTo>
                <a:lnTo>
                  <a:pt x="4982433" y="590062"/>
                </a:lnTo>
                <a:lnTo>
                  <a:pt x="5044827" y="590062"/>
                </a:lnTo>
                <a:lnTo>
                  <a:pt x="5072219" y="556517"/>
                </a:lnTo>
                <a:lnTo>
                  <a:pt x="5084394" y="515350"/>
                </a:lnTo>
                <a:lnTo>
                  <a:pt x="5084394" y="99106"/>
                </a:lnTo>
                <a:lnTo>
                  <a:pt x="5082872" y="86908"/>
                </a:lnTo>
                <a:lnTo>
                  <a:pt x="5079829" y="76235"/>
                </a:lnTo>
                <a:lnTo>
                  <a:pt x="5075264" y="67087"/>
                </a:lnTo>
                <a:lnTo>
                  <a:pt x="5070698" y="56414"/>
                </a:lnTo>
                <a:lnTo>
                  <a:pt x="5066132" y="47266"/>
                </a:lnTo>
                <a:lnTo>
                  <a:pt x="5058524" y="39643"/>
                </a:lnTo>
                <a:lnTo>
                  <a:pt x="5052435" y="32019"/>
                </a:lnTo>
                <a:lnTo>
                  <a:pt x="5043305" y="24395"/>
                </a:lnTo>
                <a:close/>
              </a:path>
            </a:pathLst>
          </a:custGeom>
          <a:solidFill>
            <a:srgbClr val="FFFFFF"/>
          </a:solidFill>
        </p:spPr>
        <p:txBody>
          <a:bodyPr wrap="square" lIns="0" tIns="0" rIns="0" bIns="0" rtlCol="0"/>
          <a:lstStyle/>
          <a:p>
            <a:endParaRPr/>
          </a:p>
        </p:txBody>
      </p:sp>
      <p:sp>
        <p:nvSpPr>
          <p:cNvPr id="14" name="object 14"/>
          <p:cNvSpPr txBox="1"/>
          <p:nvPr/>
        </p:nvSpPr>
        <p:spPr>
          <a:xfrm>
            <a:off x="2312493" y="4380380"/>
            <a:ext cx="4168140" cy="811530"/>
          </a:xfrm>
          <a:prstGeom prst="rect">
            <a:avLst/>
          </a:prstGeom>
        </p:spPr>
        <p:txBody>
          <a:bodyPr vert="horz" wrap="square" lIns="0" tIns="0" rIns="0" bIns="0" rtlCol="0">
            <a:spAutoFit/>
          </a:bodyPr>
          <a:lstStyle/>
          <a:p>
            <a:pPr marL="20320">
              <a:lnSpc>
                <a:spcPts val="1905"/>
              </a:lnSpc>
            </a:pPr>
            <a:r>
              <a:rPr sz="2000" spc="-5" dirty="0">
                <a:solidFill>
                  <a:srgbClr val="FFFFFF"/>
                </a:solidFill>
                <a:latin typeface="Calibri"/>
                <a:cs typeface="Calibri"/>
              </a:rPr>
              <a:t>Nhập </a:t>
            </a:r>
            <a:r>
              <a:rPr sz="2000" dirty="0">
                <a:solidFill>
                  <a:srgbClr val="FFFFFF"/>
                </a:solidFill>
                <a:latin typeface="Calibri"/>
                <a:cs typeface="Calibri"/>
              </a:rPr>
              <a:t>dữ</a:t>
            </a:r>
            <a:r>
              <a:rPr sz="2000" spc="-35" dirty="0">
                <a:solidFill>
                  <a:srgbClr val="FFFFFF"/>
                </a:solidFill>
                <a:latin typeface="Calibri"/>
                <a:cs typeface="Calibri"/>
              </a:rPr>
              <a:t> </a:t>
            </a:r>
            <a:r>
              <a:rPr sz="2000" spc="-5" dirty="0">
                <a:solidFill>
                  <a:srgbClr val="FFFFFF"/>
                </a:solidFill>
                <a:latin typeface="Calibri"/>
                <a:cs typeface="Calibri"/>
              </a:rPr>
              <a:t>liệu</a:t>
            </a:r>
            <a:endParaRPr sz="2000">
              <a:latin typeface="Calibri"/>
              <a:cs typeface="Calibri"/>
            </a:endParaRPr>
          </a:p>
          <a:p>
            <a:pPr>
              <a:lnSpc>
                <a:spcPct val="100000"/>
              </a:lnSpc>
              <a:spcBef>
                <a:spcPts val="25"/>
              </a:spcBef>
            </a:pPr>
            <a:endParaRPr sz="1700">
              <a:latin typeface="Times New Roman"/>
              <a:cs typeface="Times New Roman"/>
            </a:endParaRPr>
          </a:p>
          <a:p>
            <a:pPr>
              <a:lnSpc>
                <a:spcPct val="100000"/>
              </a:lnSpc>
            </a:pPr>
            <a:r>
              <a:rPr sz="2000" dirty="0">
                <a:latin typeface="Calibri"/>
                <a:cs typeface="Calibri"/>
              </a:rPr>
              <a:t>• </a:t>
            </a:r>
            <a:r>
              <a:rPr sz="2000" spc="-5" dirty="0">
                <a:latin typeface="Calibri"/>
                <a:cs typeface="Calibri"/>
              </a:rPr>
              <a:t>Nhập </a:t>
            </a:r>
            <a:r>
              <a:rPr sz="2000" dirty="0">
                <a:latin typeface="Calibri"/>
                <a:cs typeface="Calibri"/>
              </a:rPr>
              <a:t>dữ </a:t>
            </a:r>
            <a:r>
              <a:rPr sz="2000" spc="-5" dirty="0">
                <a:latin typeface="Calibri"/>
                <a:cs typeface="Calibri"/>
              </a:rPr>
              <a:t>liệu không </a:t>
            </a:r>
            <a:r>
              <a:rPr sz="2000" dirty="0">
                <a:latin typeface="Calibri"/>
                <a:cs typeface="Calibri"/>
              </a:rPr>
              <a:t>hợp </a:t>
            </a:r>
            <a:r>
              <a:rPr sz="2000" spc="-5" dirty="0">
                <a:latin typeface="Calibri"/>
                <a:cs typeface="Calibri"/>
              </a:rPr>
              <a:t>lệ </a:t>
            </a:r>
            <a:r>
              <a:rPr sz="2000" spc="-10" dirty="0">
                <a:latin typeface="Calibri"/>
                <a:cs typeface="Calibri"/>
              </a:rPr>
              <a:t>vào</a:t>
            </a:r>
            <a:r>
              <a:rPr sz="2000" spc="-200" dirty="0">
                <a:latin typeface="Calibri"/>
                <a:cs typeface="Calibri"/>
              </a:rPr>
              <a:t> </a:t>
            </a:r>
            <a:r>
              <a:rPr sz="2000" spc="-5" dirty="0">
                <a:latin typeface="Calibri"/>
                <a:cs typeface="Calibri"/>
              </a:rPr>
              <a:t>trường</a:t>
            </a:r>
            <a:endParaRPr sz="2000">
              <a:latin typeface="Calibri"/>
              <a:cs typeface="Calibri"/>
            </a:endParaRPr>
          </a:p>
        </p:txBody>
      </p:sp>
      <p:sp>
        <p:nvSpPr>
          <p:cNvPr id="15" name="object 15"/>
          <p:cNvSpPr/>
          <p:nvPr/>
        </p:nvSpPr>
        <p:spPr>
          <a:xfrm>
            <a:off x="1737916" y="5743016"/>
            <a:ext cx="7254875" cy="876935"/>
          </a:xfrm>
          <a:custGeom>
            <a:avLst/>
            <a:gdLst/>
            <a:ahLst/>
            <a:cxnLst/>
            <a:rect l="l" t="t" r="r" b="b"/>
            <a:pathLst>
              <a:path w="7254875" h="876934">
                <a:moveTo>
                  <a:pt x="7248419" y="0"/>
                </a:moveTo>
                <a:lnTo>
                  <a:pt x="6087" y="0"/>
                </a:lnTo>
                <a:lnTo>
                  <a:pt x="0" y="6098"/>
                </a:lnTo>
                <a:lnTo>
                  <a:pt x="0" y="870607"/>
                </a:lnTo>
                <a:lnTo>
                  <a:pt x="6087" y="876706"/>
                </a:lnTo>
                <a:lnTo>
                  <a:pt x="7248419" y="876706"/>
                </a:lnTo>
                <a:lnTo>
                  <a:pt x="7254506" y="870607"/>
                </a:lnTo>
                <a:lnTo>
                  <a:pt x="7254506" y="862983"/>
                </a:lnTo>
                <a:lnTo>
                  <a:pt x="25871" y="862983"/>
                </a:lnTo>
                <a:lnTo>
                  <a:pt x="12174" y="850785"/>
                </a:lnTo>
                <a:lnTo>
                  <a:pt x="25871" y="850785"/>
                </a:lnTo>
                <a:lnTo>
                  <a:pt x="25871" y="25920"/>
                </a:lnTo>
                <a:lnTo>
                  <a:pt x="12174" y="25920"/>
                </a:lnTo>
                <a:lnTo>
                  <a:pt x="25871" y="12198"/>
                </a:lnTo>
                <a:lnTo>
                  <a:pt x="7254506" y="12198"/>
                </a:lnTo>
                <a:lnTo>
                  <a:pt x="7254506" y="6098"/>
                </a:lnTo>
                <a:lnTo>
                  <a:pt x="7248419" y="0"/>
                </a:lnTo>
                <a:close/>
              </a:path>
              <a:path w="7254875" h="876934">
                <a:moveTo>
                  <a:pt x="25871" y="850785"/>
                </a:moveTo>
                <a:lnTo>
                  <a:pt x="12174" y="850785"/>
                </a:lnTo>
                <a:lnTo>
                  <a:pt x="25871" y="862983"/>
                </a:lnTo>
                <a:lnTo>
                  <a:pt x="25871" y="850785"/>
                </a:lnTo>
                <a:close/>
              </a:path>
              <a:path w="7254875" h="876934">
                <a:moveTo>
                  <a:pt x="7228636" y="850785"/>
                </a:moveTo>
                <a:lnTo>
                  <a:pt x="25871" y="850785"/>
                </a:lnTo>
                <a:lnTo>
                  <a:pt x="25871" y="862983"/>
                </a:lnTo>
                <a:lnTo>
                  <a:pt x="7228636" y="862983"/>
                </a:lnTo>
                <a:lnTo>
                  <a:pt x="7228636" y="850785"/>
                </a:lnTo>
                <a:close/>
              </a:path>
              <a:path w="7254875" h="876934">
                <a:moveTo>
                  <a:pt x="7228636" y="12198"/>
                </a:moveTo>
                <a:lnTo>
                  <a:pt x="7228636" y="862983"/>
                </a:lnTo>
                <a:lnTo>
                  <a:pt x="7240811" y="850785"/>
                </a:lnTo>
                <a:lnTo>
                  <a:pt x="7254506" y="850785"/>
                </a:lnTo>
                <a:lnTo>
                  <a:pt x="7254506" y="25920"/>
                </a:lnTo>
                <a:lnTo>
                  <a:pt x="7240811" y="25920"/>
                </a:lnTo>
                <a:lnTo>
                  <a:pt x="7228636" y="12198"/>
                </a:lnTo>
                <a:close/>
              </a:path>
              <a:path w="7254875" h="876934">
                <a:moveTo>
                  <a:pt x="7254506" y="850785"/>
                </a:moveTo>
                <a:lnTo>
                  <a:pt x="7240811" y="850785"/>
                </a:lnTo>
                <a:lnTo>
                  <a:pt x="7228636" y="862983"/>
                </a:lnTo>
                <a:lnTo>
                  <a:pt x="7254506" y="862983"/>
                </a:lnTo>
                <a:lnTo>
                  <a:pt x="7254506" y="850785"/>
                </a:lnTo>
                <a:close/>
              </a:path>
              <a:path w="7254875" h="876934">
                <a:moveTo>
                  <a:pt x="25871" y="12198"/>
                </a:moveTo>
                <a:lnTo>
                  <a:pt x="12174" y="25920"/>
                </a:lnTo>
                <a:lnTo>
                  <a:pt x="25871" y="25920"/>
                </a:lnTo>
                <a:lnTo>
                  <a:pt x="25871" y="12198"/>
                </a:lnTo>
                <a:close/>
              </a:path>
              <a:path w="7254875" h="876934">
                <a:moveTo>
                  <a:pt x="7228636" y="12198"/>
                </a:moveTo>
                <a:lnTo>
                  <a:pt x="25871" y="12198"/>
                </a:lnTo>
                <a:lnTo>
                  <a:pt x="25871" y="25920"/>
                </a:lnTo>
                <a:lnTo>
                  <a:pt x="7228636" y="25920"/>
                </a:lnTo>
                <a:lnTo>
                  <a:pt x="7228636" y="12198"/>
                </a:lnTo>
                <a:close/>
              </a:path>
              <a:path w="7254875" h="876934">
                <a:moveTo>
                  <a:pt x="7254506" y="12198"/>
                </a:moveTo>
                <a:lnTo>
                  <a:pt x="7228636" y="12198"/>
                </a:lnTo>
                <a:lnTo>
                  <a:pt x="7240811" y="25920"/>
                </a:lnTo>
                <a:lnTo>
                  <a:pt x="7254506" y="25920"/>
                </a:lnTo>
                <a:lnTo>
                  <a:pt x="7254506" y="12198"/>
                </a:lnTo>
                <a:close/>
              </a:path>
            </a:pathLst>
          </a:custGeom>
          <a:solidFill>
            <a:srgbClr val="4F80BC"/>
          </a:solidFill>
        </p:spPr>
        <p:txBody>
          <a:bodyPr wrap="square" lIns="0" tIns="0" rIns="0" bIns="0" rtlCol="0"/>
          <a:lstStyle/>
          <a:p>
            <a:endParaRPr/>
          </a:p>
        </p:txBody>
      </p:sp>
      <p:sp>
        <p:nvSpPr>
          <p:cNvPr id="16" name="object 16"/>
          <p:cNvSpPr/>
          <p:nvPr/>
        </p:nvSpPr>
        <p:spPr>
          <a:xfrm>
            <a:off x="2112283" y="5460945"/>
            <a:ext cx="5060315" cy="590550"/>
          </a:xfrm>
          <a:custGeom>
            <a:avLst/>
            <a:gdLst/>
            <a:ahLst/>
            <a:cxnLst/>
            <a:rect l="l" t="t" r="r" b="b"/>
            <a:pathLst>
              <a:path w="5060315" h="590550">
                <a:moveTo>
                  <a:pt x="4961128" y="0"/>
                </a:moveTo>
                <a:lnTo>
                  <a:pt x="98919" y="0"/>
                </a:lnTo>
                <a:lnTo>
                  <a:pt x="60350" y="7528"/>
                </a:lnTo>
                <a:lnTo>
                  <a:pt x="28915" y="28207"/>
                </a:lnTo>
                <a:lnTo>
                  <a:pt x="7751" y="59178"/>
                </a:lnTo>
                <a:lnTo>
                  <a:pt x="0" y="97581"/>
                </a:lnTo>
                <a:lnTo>
                  <a:pt x="0" y="490955"/>
                </a:lnTo>
                <a:lnTo>
                  <a:pt x="7751" y="529597"/>
                </a:lnTo>
                <a:lnTo>
                  <a:pt x="28915" y="561091"/>
                </a:lnTo>
                <a:lnTo>
                  <a:pt x="60350" y="582294"/>
                </a:lnTo>
                <a:lnTo>
                  <a:pt x="98919" y="590061"/>
                </a:lnTo>
                <a:lnTo>
                  <a:pt x="4961128" y="590061"/>
                </a:lnTo>
                <a:lnTo>
                  <a:pt x="4999696" y="582294"/>
                </a:lnTo>
                <a:lnTo>
                  <a:pt x="5031131" y="561091"/>
                </a:lnTo>
                <a:lnTo>
                  <a:pt x="5052294" y="529597"/>
                </a:lnTo>
                <a:lnTo>
                  <a:pt x="5060045" y="490955"/>
                </a:lnTo>
                <a:lnTo>
                  <a:pt x="5060045" y="97581"/>
                </a:lnTo>
                <a:lnTo>
                  <a:pt x="5052294" y="59178"/>
                </a:lnTo>
                <a:lnTo>
                  <a:pt x="5031131" y="28207"/>
                </a:lnTo>
                <a:lnTo>
                  <a:pt x="4999696" y="7528"/>
                </a:lnTo>
                <a:lnTo>
                  <a:pt x="4961128" y="0"/>
                </a:lnTo>
                <a:close/>
              </a:path>
            </a:pathLst>
          </a:custGeom>
          <a:solidFill>
            <a:srgbClr val="4F80BC"/>
          </a:solidFill>
        </p:spPr>
        <p:txBody>
          <a:bodyPr wrap="square" lIns="0" tIns="0" rIns="0" bIns="0" rtlCol="0"/>
          <a:lstStyle/>
          <a:p>
            <a:endParaRPr/>
          </a:p>
        </p:txBody>
      </p:sp>
      <p:sp>
        <p:nvSpPr>
          <p:cNvPr id="17" name="object 17"/>
          <p:cNvSpPr/>
          <p:nvPr/>
        </p:nvSpPr>
        <p:spPr>
          <a:xfrm>
            <a:off x="2100108" y="5447222"/>
            <a:ext cx="5084445" cy="616585"/>
          </a:xfrm>
          <a:custGeom>
            <a:avLst/>
            <a:gdLst/>
            <a:ahLst/>
            <a:cxnLst/>
            <a:rect l="l" t="t" r="r" b="b"/>
            <a:pathLst>
              <a:path w="5084445" h="616585">
                <a:moveTo>
                  <a:pt x="4973302" y="0"/>
                </a:moveTo>
                <a:lnTo>
                  <a:pt x="109570" y="0"/>
                </a:lnTo>
                <a:lnTo>
                  <a:pt x="88266" y="3049"/>
                </a:lnTo>
                <a:lnTo>
                  <a:pt x="47176" y="19822"/>
                </a:lnTo>
                <a:lnTo>
                  <a:pt x="12174" y="59463"/>
                </a:lnTo>
                <a:lnTo>
                  <a:pt x="0" y="100630"/>
                </a:lnTo>
                <a:lnTo>
                  <a:pt x="0" y="516876"/>
                </a:lnTo>
                <a:lnTo>
                  <a:pt x="13696" y="559567"/>
                </a:lnTo>
                <a:lnTo>
                  <a:pt x="25871" y="576338"/>
                </a:lnTo>
                <a:lnTo>
                  <a:pt x="31958" y="583962"/>
                </a:lnTo>
                <a:lnTo>
                  <a:pt x="68482" y="608357"/>
                </a:lnTo>
                <a:lnTo>
                  <a:pt x="100440" y="615981"/>
                </a:lnTo>
                <a:lnTo>
                  <a:pt x="4985476" y="615981"/>
                </a:lnTo>
                <a:lnTo>
                  <a:pt x="5028087" y="602259"/>
                </a:lnTo>
                <a:lnTo>
                  <a:pt x="5043305" y="591586"/>
                </a:lnTo>
                <a:lnTo>
                  <a:pt x="111093" y="591586"/>
                </a:lnTo>
                <a:lnTo>
                  <a:pt x="100440" y="590061"/>
                </a:lnTo>
                <a:lnTo>
                  <a:pt x="92830" y="588537"/>
                </a:lnTo>
                <a:lnTo>
                  <a:pt x="83700" y="587011"/>
                </a:lnTo>
                <a:lnTo>
                  <a:pt x="68482" y="580913"/>
                </a:lnTo>
                <a:lnTo>
                  <a:pt x="62395" y="576338"/>
                </a:lnTo>
                <a:lnTo>
                  <a:pt x="54785" y="571765"/>
                </a:lnTo>
                <a:lnTo>
                  <a:pt x="50219" y="565665"/>
                </a:lnTo>
                <a:lnTo>
                  <a:pt x="28915" y="530598"/>
                </a:lnTo>
                <a:lnTo>
                  <a:pt x="25871" y="521449"/>
                </a:lnTo>
                <a:lnTo>
                  <a:pt x="25871" y="513826"/>
                </a:lnTo>
                <a:lnTo>
                  <a:pt x="24349" y="504677"/>
                </a:lnTo>
                <a:lnTo>
                  <a:pt x="24349" y="111304"/>
                </a:lnTo>
                <a:lnTo>
                  <a:pt x="27392" y="93007"/>
                </a:lnTo>
                <a:lnTo>
                  <a:pt x="44132" y="56414"/>
                </a:lnTo>
                <a:lnTo>
                  <a:pt x="56307" y="45741"/>
                </a:lnTo>
                <a:lnTo>
                  <a:pt x="62395" y="39643"/>
                </a:lnTo>
                <a:lnTo>
                  <a:pt x="70003" y="36593"/>
                </a:lnTo>
                <a:lnTo>
                  <a:pt x="77613" y="32019"/>
                </a:lnTo>
                <a:lnTo>
                  <a:pt x="85222" y="28969"/>
                </a:lnTo>
                <a:lnTo>
                  <a:pt x="94353" y="27444"/>
                </a:lnTo>
                <a:lnTo>
                  <a:pt x="101961" y="25920"/>
                </a:lnTo>
                <a:lnTo>
                  <a:pt x="5044827" y="25920"/>
                </a:lnTo>
                <a:lnTo>
                  <a:pt x="5035696" y="18296"/>
                </a:lnTo>
                <a:lnTo>
                  <a:pt x="5026566" y="13722"/>
                </a:lnTo>
                <a:lnTo>
                  <a:pt x="5015913" y="9149"/>
                </a:lnTo>
                <a:lnTo>
                  <a:pt x="5006781" y="4574"/>
                </a:lnTo>
                <a:lnTo>
                  <a:pt x="4996129" y="3049"/>
                </a:lnTo>
                <a:lnTo>
                  <a:pt x="4983954" y="1525"/>
                </a:lnTo>
                <a:lnTo>
                  <a:pt x="4973302" y="0"/>
                </a:lnTo>
                <a:close/>
              </a:path>
              <a:path w="5084445" h="616585">
                <a:moveTo>
                  <a:pt x="5044827" y="25920"/>
                </a:moveTo>
                <a:lnTo>
                  <a:pt x="4983954" y="25920"/>
                </a:lnTo>
                <a:lnTo>
                  <a:pt x="4991563" y="27444"/>
                </a:lnTo>
                <a:lnTo>
                  <a:pt x="5000694" y="30493"/>
                </a:lnTo>
                <a:lnTo>
                  <a:pt x="5035696" y="51840"/>
                </a:lnTo>
                <a:lnTo>
                  <a:pt x="5058524" y="94532"/>
                </a:lnTo>
                <a:lnTo>
                  <a:pt x="5058524" y="103680"/>
                </a:lnTo>
                <a:lnTo>
                  <a:pt x="5060045" y="112828"/>
                </a:lnTo>
                <a:lnTo>
                  <a:pt x="5060045" y="504677"/>
                </a:lnTo>
                <a:lnTo>
                  <a:pt x="5058524" y="515350"/>
                </a:lnTo>
                <a:lnTo>
                  <a:pt x="5057001" y="522974"/>
                </a:lnTo>
                <a:lnTo>
                  <a:pt x="5055480" y="532122"/>
                </a:lnTo>
                <a:lnTo>
                  <a:pt x="5028087" y="571765"/>
                </a:lnTo>
                <a:lnTo>
                  <a:pt x="4990042" y="590061"/>
                </a:lnTo>
                <a:lnTo>
                  <a:pt x="4982433" y="590061"/>
                </a:lnTo>
                <a:lnTo>
                  <a:pt x="4973302" y="591586"/>
                </a:lnTo>
                <a:lnTo>
                  <a:pt x="5043305" y="591586"/>
                </a:lnTo>
                <a:lnTo>
                  <a:pt x="5044827" y="590061"/>
                </a:lnTo>
                <a:lnTo>
                  <a:pt x="5052435" y="583962"/>
                </a:lnTo>
                <a:lnTo>
                  <a:pt x="5076785" y="547369"/>
                </a:lnTo>
                <a:lnTo>
                  <a:pt x="5084394" y="515350"/>
                </a:lnTo>
                <a:lnTo>
                  <a:pt x="5084394" y="99105"/>
                </a:lnTo>
                <a:lnTo>
                  <a:pt x="5066132" y="48790"/>
                </a:lnTo>
                <a:lnTo>
                  <a:pt x="5058524" y="41167"/>
                </a:lnTo>
                <a:lnTo>
                  <a:pt x="5052435" y="32019"/>
                </a:lnTo>
                <a:lnTo>
                  <a:pt x="5044827" y="25920"/>
                </a:lnTo>
                <a:close/>
              </a:path>
            </a:pathLst>
          </a:custGeom>
          <a:solidFill>
            <a:srgbClr val="FFFFFF"/>
          </a:solidFill>
        </p:spPr>
        <p:txBody>
          <a:bodyPr wrap="square" lIns="0" tIns="0" rIns="0" bIns="0" rtlCol="0"/>
          <a:lstStyle/>
          <a:p>
            <a:endParaRPr/>
          </a:p>
        </p:txBody>
      </p:sp>
      <p:sp>
        <p:nvSpPr>
          <p:cNvPr id="18" name="object 18"/>
          <p:cNvSpPr txBox="1"/>
          <p:nvPr/>
        </p:nvSpPr>
        <p:spPr>
          <a:xfrm>
            <a:off x="2312493" y="5634661"/>
            <a:ext cx="2622550" cy="811530"/>
          </a:xfrm>
          <a:prstGeom prst="rect">
            <a:avLst/>
          </a:prstGeom>
        </p:spPr>
        <p:txBody>
          <a:bodyPr vert="horz" wrap="square" lIns="0" tIns="0" rIns="0" bIns="0" rtlCol="0">
            <a:spAutoFit/>
          </a:bodyPr>
          <a:lstStyle/>
          <a:p>
            <a:pPr marL="20320">
              <a:lnSpc>
                <a:spcPts val="1905"/>
              </a:lnSpc>
            </a:pPr>
            <a:r>
              <a:rPr sz="2000" spc="-5" dirty="0">
                <a:solidFill>
                  <a:srgbClr val="FFFFFF"/>
                </a:solidFill>
                <a:latin typeface="Calibri"/>
                <a:cs typeface="Calibri"/>
              </a:rPr>
              <a:t>Đổi </a:t>
            </a:r>
            <a:r>
              <a:rPr sz="2000" dirty="0">
                <a:solidFill>
                  <a:srgbClr val="FFFFFF"/>
                </a:solidFill>
                <a:latin typeface="Calibri"/>
                <a:cs typeface="Calibri"/>
              </a:rPr>
              <a:t>chỗ dữ</a:t>
            </a:r>
            <a:r>
              <a:rPr sz="2000" spc="-50" dirty="0">
                <a:solidFill>
                  <a:srgbClr val="FFFFFF"/>
                </a:solidFill>
                <a:latin typeface="Calibri"/>
                <a:cs typeface="Calibri"/>
              </a:rPr>
              <a:t> </a:t>
            </a:r>
            <a:r>
              <a:rPr sz="2000" spc="-5" dirty="0">
                <a:solidFill>
                  <a:srgbClr val="FFFFFF"/>
                </a:solidFill>
                <a:latin typeface="Calibri"/>
                <a:cs typeface="Calibri"/>
              </a:rPr>
              <a:t>liệu</a:t>
            </a:r>
            <a:endParaRPr sz="2000">
              <a:latin typeface="Calibri"/>
              <a:cs typeface="Calibri"/>
            </a:endParaRPr>
          </a:p>
          <a:p>
            <a:pPr>
              <a:lnSpc>
                <a:spcPct val="100000"/>
              </a:lnSpc>
              <a:spcBef>
                <a:spcPts val="25"/>
              </a:spcBef>
            </a:pPr>
            <a:endParaRPr sz="1700">
              <a:latin typeface="Times New Roman"/>
              <a:cs typeface="Times New Roman"/>
            </a:endParaRPr>
          </a:p>
          <a:p>
            <a:pPr>
              <a:lnSpc>
                <a:spcPct val="100000"/>
              </a:lnSpc>
            </a:pPr>
            <a:r>
              <a:rPr sz="2000" dirty="0">
                <a:latin typeface="Calibri"/>
                <a:cs typeface="Calibri"/>
              </a:rPr>
              <a:t>• Đảo </a:t>
            </a:r>
            <a:r>
              <a:rPr sz="2000" spc="-5" dirty="0">
                <a:latin typeface="Calibri"/>
                <a:cs typeface="Calibri"/>
              </a:rPr>
              <a:t>ký tự </a:t>
            </a:r>
            <a:r>
              <a:rPr sz="2000" spc="-10" dirty="0">
                <a:latin typeface="Calibri"/>
                <a:cs typeface="Calibri"/>
              </a:rPr>
              <a:t>trong</a:t>
            </a:r>
            <a:r>
              <a:rPr sz="2000" spc="-185" dirty="0">
                <a:latin typeface="Calibri"/>
                <a:cs typeface="Calibri"/>
              </a:rPr>
              <a:t> </a:t>
            </a:r>
            <a:r>
              <a:rPr sz="2000" spc="-5" dirty="0">
                <a:latin typeface="Calibri"/>
                <a:cs typeface="Calibri"/>
              </a:rPr>
              <a:t>trường</a:t>
            </a:r>
            <a:endParaRPr sz="2000">
              <a:latin typeface="Calibri"/>
              <a:cs typeface="Calibri"/>
            </a:endParaRPr>
          </a:p>
        </p:txBody>
      </p:sp>
      <p:sp>
        <p:nvSpPr>
          <p:cNvPr id="19" name="object 19"/>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20" name="object 20"/>
          <p:cNvSpPr/>
          <p:nvPr/>
        </p:nvSpPr>
        <p:spPr>
          <a:xfrm>
            <a:off x="1737916" y="1980043"/>
            <a:ext cx="7252985" cy="875181"/>
          </a:xfrm>
          <a:prstGeom prst="rect">
            <a:avLst/>
          </a:prstGeom>
          <a:blipFill>
            <a:blip r:embed="rId2" cstate="print"/>
            <a:stretch>
              <a:fillRect/>
            </a:stretch>
          </a:blipFill>
        </p:spPr>
        <p:txBody>
          <a:bodyPr wrap="square" lIns="0" tIns="0" rIns="0" bIns="0" rtlCol="0"/>
          <a:lstStyle/>
          <a:p>
            <a:endParaRPr/>
          </a:p>
        </p:txBody>
      </p:sp>
      <p:sp>
        <p:nvSpPr>
          <p:cNvPr id="21" name="object 21"/>
          <p:cNvSpPr/>
          <p:nvPr/>
        </p:nvSpPr>
        <p:spPr>
          <a:xfrm>
            <a:off x="1737916" y="3234875"/>
            <a:ext cx="7252985" cy="875181"/>
          </a:xfrm>
          <a:prstGeom prst="rect">
            <a:avLst/>
          </a:prstGeom>
          <a:blipFill>
            <a:blip r:embed="rId3" cstate="print"/>
            <a:stretch>
              <a:fillRect/>
            </a:stretch>
          </a:blipFill>
        </p:spPr>
        <p:txBody>
          <a:bodyPr wrap="square" lIns="0" tIns="0" rIns="0" bIns="0" rtlCol="0"/>
          <a:lstStyle/>
          <a:p>
            <a:endParaRPr/>
          </a:p>
        </p:txBody>
      </p:sp>
      <p:sp>
        <p:nvSpPr>
          <p:cNvPr id="22" name="object 22"/>
          <p:cNvSpPr/>
          <p:nvPr/>
        </p:nvSpPr>
        <p:spPr>
          <a:xfrm>
            <a:off x="1737916" y="4489707"/>
            <a:ext cx="7252985" cy="875181"/>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1737916" y="5743016"/>
            <a:ext cx="7252985" cy="875181"/>
          </a:xfrm>
          <a:prstGeom prst="rect">
            <a:avLst/>
          </a:prstGeom>
          <a:blipFill>
            <a:blip r:embed="rId5" cstate="print"/>
            <a:stretch>
              <a:fillRect/>
            </a:stretch>
          </a:blipFill>
        </p:spPr>
        <p:txBody>
          <a:bodyPr wrap="square" lIns="0" tIns="0" rIns="0" bIns="0" rtlCol="0"/>
          <a:lstStyle/>
          <a:p>
            <a:endParaRPr/>
          </a:p>
        </p:txBody>
      </p:sp>
      <p:sp>
        <p:nvSpPr>
          <p:cNvPr id="24" name="object 24"/>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25" name="object 25"/>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28</a:t>
            </a:fld>
            <a:endParaRPr spc="-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046012" y="835971"/>
            <a:ext cx="6002655" cy="452120"/>
          </a:xfrm>
          <a:prstGeom prst="rect">
            <a:avLst/>
          </a:prstGeom>
        </p:spPr>
        <p:txBody>
          <a:bodyPr vert="horz" wrap="square" lIns="0" tIns="12065" rIns="0" bIns="0" rtlCol="0">
            <a:spAutoFit/>
          </a:bodyPr>
          <a:lstStyle/>
          <a:p>
            <a:pPr marL="12700">
              <a:lnSpc>
                <a:spcPct val="100000"/>
              </a:lnSpc>
              <a:spcBef>
                <a:spcPts val="95"/>
              </a:spcBef>
            </a:pPr>
            <a:r>
              <a:rPr spc="-10" dirty="0"/>
              <a:t>Kỹ thuật kiểm </a:t>
            </a:r>
            <a:r>
              <a:rPr spc="-5" dirty="0"/>
              <a:t>tra lỗi </a:t>
            </a:r>
            <a:r>
              <a:rPr spc="-10" dirty="0"/>
              <a:t>nhập </a:t>
            </a:r>
            <a:r>
              <a:rPr spc="-5" dirty="0"/>
              <a:t>dữ</a:t>
            </a:r>
            <a:r>
              <a:rPr spc="35" dirty="0"/>
              <a:t> </a:t>
            </a:r>
            <a:r>
              <a:rPr spc="-10" dirty="0"/>
              <a:t>liệu</a:t>
            </a:r>
          </a:p>
        </p:txBody>
      </p:sp>
      <p:sp>
        <p:nvSpPr>
          <p:cNvPr id="3" name="object 3"/>
          <p:cNvSpPr/>
          <p:nvPr/>
        </p:nvSpPr>
        <p:spPr>
          <a:xfrm>
            <a:off x="3043636" y="1810800"/>
            <a:ext cx="3804920" cy="768985"/>
          </a:xfrm>
          <a:custGeom>
            <a:avLst/>
            <a:gdLst/>
            <a:ahLst/>
            <a:cxnLst/>
            <a:rect l="l" t="t" r="r" b="b"/>
            <a:pathLst>
              <a:path w="3804920" h="768985">
                <a:moveTo>
                  <a:pt x="3678234" y="0"/>
                </a:moveTo>
                <a:lnTo>
                  <a:pt x="127833" y="0"/>
                </a:lnTo>
                <a:lnTo>
                  <a:pt x="78326" y="9934"/>
                </a:lnTo>
                <a:lnTo>
                  <a:pt x="37665" y="37164"/>
                </a:lnTo>
                <a:lnTo>
                  <a:pt x="10129" y="77830"/>
                </a:lnTo>
                <a:lnTo>
                  <a:pt x="0" y="128074"/>
                </a:lnTo>
                <a:lnTo>
                  <a:pt x="0" y="640375"/>
                </a:lnTo>
                <a:lnTo>
                  <a:pt x="10129" y="689976"/>
                </a:lnTo>
                <a:lnTo>
                  <a:pt x="37665" y="730715"/>
                </a:lnTo>
                <a:lnTo>
                  <a:pt x="78326" y="758302"/>
                </a:lnTo>
                <a:lnTo>
                  <a:pt x="127833" y="768451"/>
                </a:lnTo>
                <a:lnTo>
                  <a:pt x="3678234" y="768451"/>
                </a:lnTo>
                <a:lnTo>
                  <a:pt x="3727503" y="758302"/>
                </a:lnTo>
                <a:lnTo>
                  <a:pt x="3767641" y="730715"/>
                </a:lnTo>
                <a:lnTo>
                  <a:pt x="3794653" y="689976"/>
                </a:lnTo>
                <a:lnTo>
                  <a:pt x="3804545" y="640375"/>
                </a:lnTo>
                <a:lnTo>
                  <a:pt x="3804545" y="128074"/>
                </a:lnTo>
                <a:lnTo>
                  <a:pt x="3794653" y="77830"/>
                </a:lnTo>
                <a:lnTo>
                  <a:pt x="3767641" y="37164"/>
                </a:lnTo>
                <a:lnTo>
                  <a:pt x="3727503" y="9934"/>
                </a:lnTo>
                <a:lnTo>
                  <a:pt x="3678234" y="0"/>
                </a:lnTo>
                <a:close/>
              </a:path>
            </a:pathLst>
          </a:custGeom>
          <a:solidFill>
            <a:srgbClr val="4F80BC"/>
          </a:solidFill>
        </p:spPr>
        <p:txBody>
          <a:bodyPr wrap="square" lIns="0" tIns="0" rIns="0" bIns="0" rtlCol="0"/>
          <a:lstStyle/>
          <a:p>
            <a:endParaRPr/>
          </a:p>
        </p:txBody>
      </p:sp>
      <p:sp>
        <p:nvSpPr>
          <p:cNvPr id="4" name="object 4"/>
          <p:cNvSpPr/>
          <p:nvPr/>
        </p:nvSpPr>
        <p:spPr>
          <a:xfrm>
            <a:off x="3031462" y="1798601"/>
            <a:ext cx="3830954" cy="793115"/>
          </a:xfrm>
          <a:custGeom>
            <a:avLst/>
            <a:gdLst/>
            <a:ahLst/>
            <a:cxnLst/>
            <a:rect l="l" t="t" r="r" b="b"/>
            <a:pathLst>
              <a:path w="3830954" h="793114">
                <a:moveTo>
                  <a:pt x="3704104" y="0"/>
                </a:moveTo>
                <a:lnTo>
                  <a:pt x="126310" y="0"/>
                </a:lnTo>
                <a:lnTo>
                  <a:pt x="111091" y="3049"/>
                </a:lnTo>
                <a:lnTo>
                  <a:pt x="73046" y="16771"/>
                </a:lnTo>
                <a:lnTo>
                  <a:pt x="41088" y="41167"/>
                </a:lnTo>
                <a:lnTo>
                  <a:pt x="16739" y="73186"/>
                </a:lnTo>
                <a:lnTo>
                  <a:pt x="3042" y="112828"/>
                </a:lnTo>
                <a:lnTo>
                  <a:pt x="0" y="140272"/>
                </a:lnTo>
                <a:lnTo>
                  <a:pt x="0" y="652574"/>
                </a:lnTo>
                <a:lnTo>
                  <a:pt x="1521" y="666296"/>
                </a:lnTo>
                <a:lnTo>
                  <a:pt x="3042" y="681544"/>
                </a:lnTo>
                <a:lnTo>
                  <a:pt x="6087" y="695266"/>
                </a:lnTo>
                <a:lnTo>
                  <a:pt x="12174" y="707463"/>
                </a:lnTo>
                <a:lnTo>
                  <a:pt x="16739" y="719662"/>
                </a:lnTo>
                <a:lnTo>
                  <a:pt x="24348" y="731859"/>
                </a:lnTo>
                <a:lnTo>
                  <a:pt x="33479" y="742532"/>
                </a:lnTo>
                <a:lnTo>
                  <a:pt x="41088" y="751679"/>
                </a:lnTo>
                <a:lnTo>
                  <a:pt x="74569" y="776075"/>
                </a:lnTo>
                <a:lnTo>
                  <a:pt x="112614" y="789797"/>
                </a:lnTo>
                <a:lnTo>
                  <a:pt x="140007" y="792847"/>
                </a:lnTo>
                <a:lnTo>
                  <a:pt x="3690409" y="792847"/>
                </a:lnTo>
                <a:lnTo>
                  <a:pt x="3704104" y="791323"/>
                </a:lnTo>
                <a:lnTo>
                  <a:pt x="3719323" y="789797"/>
                </a:lnTo>
                <a:lnTo>
                  <a:pt x="3731497" y="786748"/>
                </a:lnTo>
                <a:lnTo>
                  <a:pt x="3745194" y="780649"/>
                </a:lnTo>
                <a:lnTo>
                  <a:pt x="3757368" y="776075"/>
                </a:lnTo>
                <a:lnTo>
                  <a:pt x="3768021" y="768451"/>
                </a:lnTo>
                <a:lnTo>
                  <a:pt x="3770455" y="766927"/>
                </a:lnTo>
                <a:lnTo>
                  <a:pt x="127831" y="766927"/>
                </a:lnTo>
                <a:lnTo>
                  <a:pt x="85222" y="753205"/>
                </a:lnTo>
                <a:lnTo>
                  <a:pt x="51741" y="724235"/>
                </a:lnTo>
                <a:lnTo>
                  <a:pt x="30435" y="686117"/>
                </a:lnTo>
                <a:lnTo>
                  <a:pt x="25871" y="663247"/>
                </a:lnTo>
                <a:lnTo>
                  <a:pt x="25871" y="128075"/>
                </a:lnTo>
                <a:lnTo>
                  <a:pt x="39566" y="85383"/>
                </a:lnTo>
                <a:lnTo>
                  <a:pt x="68480" y="50316"/>
                </a:lnTo>
                <a:lnTo>
                  <a:pt x="106527" y="30493"/>
                </a:lnTo>
                <a:lnTo>
                  <a:pt x="141528" y="24395"/>
                </a:lnTo>
                <a:lnTo>
                  <a:pt x="3769796" y="24395"/>
                </a:lnTo>
                <a:lnTo>
                  <a:pt x="3768021" y="22871"/>
                </a:lnTo>
                <a:lnTo>
                  <a:pt x="3743672" y="10673"/>
                </a:lnTo>
                <a:lnTo>
                  <a:pt x="3731497" y="6099"/>
                </a:lnTo>
                <a:lnTo>
                  <a:pt x="3717801" y="1525"/>
                </a:lnTo>
                <a:lnTo>
                  <a:pt x="3704104" y="0"/>
                </a:lnTo>
                <a:close/>
              </a:path>
              <a:path w="3830954" h="793114">
                <a:moveTo>
                  <a:pt x="3769796" y="24395"/>
                </a:moveTo>
                <a:lnTo>
                  <a:pt x="3690409" y="24395"/>
                </a:lnTo>
                <a:lnTo>
                  <a:pt x="3702583" y="25920"/>
                </a:lnTo>
                <a:lnTo>
                  <a:pt x="3713236" y="27444"/>
                </a:lnTo>
                <a:lnTo>
                  <a:pt x="3734541" y="33544"/>
                </a:lnTo>
                <a:lnTo>
                  <a:pt x="3745194" y="39643"/>
                </a:lnTo>
                <a:lnTo>
                  <a:pt x="3754325" y="44216"/>
                </a:lnTo>
                <a:lnTo>
                  <a:pt x="3786282" y="76235"/>
                </a:lnTo>
                <a:lnTo>
                  <a:pt x="3803023" y="117402"/>
                </a:lnTo>
                <a:lnTo>
                  <a:pt x="3804545" y="129600"/>
                </a:lnTo>
                <a:lnTo>
                  <a:pt x="3804545" y="664772"/>
                </a:lnTo>
                <a:lnTo>
                  <a:pt x="3803023" y="675445"/>
                </a:lnTo>
                <a:lnTo>
                  <a:pt x="3799979" y="687642"/>
                </a:lnTo>
                <a:lnTo>
                  <a:pt x="3795414" y="696790"/>
                </a:lnTo>
                <a:lnTo>
                  <a:pt x="3790848" y="707463"/>
                </a:lnTo>
                <a:lnTo>
                  <a:pt x="3752803" y="748630"/>
                </a:lnTo>
                <a:lnTo>
                  <a:pt x="3711714" y="765402"/>
                </a:lnTo>
                <a:lnTo>
                  <a:pt x="3701061" y="766927"/>
                </a:lnTo>
                <a:lnTo>
                  <a:pt x="3770455" y="766927"/>
                </a:lnTo>
                <a:lnTo>
                  <a:pt x="3798458" y="741006"/>
                </a:lnTo>
                <a:lnTo>
                  <a:pt x="3819763" y="705939"/>
                </a:lnTo>
                <a:lnTo>
                  <a:pt x="3830416" y="652574"/>
                </a:lnTo>
                <a:lnTo>
                  <a:pt x="3830416" y="138748"/>
                </a:lnTo>
                <a:lnTo>
                  <a:pt x="3824328" y="97581"/>
                </a:lnTo>
                <a:lnTo>
                  <a:pt x="3806066" y="60989"/>
                </a:lnTo>
                <a:lnTo>
                  <a:pt x="3778674" y="32019"/>
                </a:lnTo>
                <a:lnTo>
                  <a:pt x="3769796" y="24395"/>
                </a:lnTo>
                <a:close/>
              </a:path>
            </a:pathLst>
          </a:custGeom>
          <a:solidFill>
            <a:srgbClr val="FFFFFF"/>
          </a:solidFill>
        </p:spPr>
        <p:txBody>
          <a:bodyPr wrap="square" lIns="0" tIns="0" rIns="0" bIns="0" rtlCol="0"/>
          <a:lstStyle/>
          <a:p>
            <a:endParaRPr/>
          </a:p>
        </p:txBody>
      </p:sp>
      <p:sp>
        <p:nvSpPr>
          <p:cNvPr id="5" name="object 5"/>
          <p:cNvSpPr/>
          <p:nvPr/>
        </p:nvSpPr>
        <p:spPr>
          <a:xfrm>
            <a:off x="3043636" y="2670733"/>
            <a:ext cx="3804920" cy="768985"/>
          </a:xfrm>
          <a:custGeom>
            <a:avLst/>
            <a:gdLst/>
            <a:ahLst/>
            <a:cxnLst/>
            <a:rect l="l" t="t" r="r" b="b"/>
            <a:pathLst>
              <a:path w="3804920" h="768985">
                <a:moveTo>
                  <a:pt x="3678234" y="0"/>
                </a:moveTo>
                <a:lnTo>
                  <a:pt x="127833" y="0"/>
                </a:lnTo>
                <a:lnTo>
                  <a:pt x="78326" y="10148"/>
                </a:lnTo>
                <a:lnTo>
                  <a:pt x="37665" y="37736"/>
                </a:lnTo>
                <a:lnTo>
                  <a:pt x="10129" y="78474"/>
                </a:lnTo>
                <a:lnTo>
                  <a:pt x="0" y="128075"/>
                </a:lnTo>
                <a:lnTo>
                  <a:pt x="0" y="640377"/>
                </a:lnTo>
                <a:lnTo>
                  <a:pt x="10129" y="689977"/>
                </a:lnTo>
                <a:lnTo>
                  <a:pt x="37665" y="730715"/>
                </a:lnTo>
                <a:lnTo>
                  <a:pt x="78326" y="758302"/>
                </a:lnTo>
                <a:lnTo>
                  <a:pt x="127833" y="768451"/>
                </a:lnTo>
                <a:lnTo>
                  <a:pt x="3678234" y="768451"/>
                </a:lnTo>
                <a:lnTo>
                  <a:pt x="3727503" y="758302"/>
                </a:lnTo>
                <a:lnTo>
                  <a:pt x="3767641" y="730715"/>
                </a:lnTo>
                <a:lnTo>
                  <a:pt x="3794653" y="689977"/>
                </a:lnTo>
                <a:lnTo>
                  <a:pt x="3804545" y="640377"/>
                </a:lnTo>
                <a:lnTo>
                  <a:pt x="3804545" y="128075"/>
                </a:lnTo>
                <a:lnTo>
                  <a:pt x="3794653" y="78474"/>
                </a:lnTo>
                <a:lnTo>
                  <a:pt x="3767641" y="37736"/>
                </a:lnTo>
                <a:lnTo>
                  <a:pt x="3727503" y="10148"/>
                </a:lnTo>
                <a:lnTo>
                  <a:pt x="3678234" y="0"/>
                </a:lnTo>
                <a:close/>
              </a:path>
            </a:pathLst>
          </a:custGeom>
          <a:solidFill>
            <a:srgbClr val="4F80BC"/>
          </a:solidFill>
        </p:spPr>
        <p:txBody>
          <a:bodyPr wrap="square" lIns="0" tIns="0" rIns="0" bIns="0" rtlCol="0"/>
          <a:lstStyle/>
          <a:p>
            <a:endParaRPr/>
          </a:p>
        </p:txBody>
      </p:sp>
      <p:sp>
        <p:nvSpPr>
          <p:cNvPr id="6" name="object 6"/>
          <p:cNvSpPr/>
          <p:nvPr/>
        </p:nvSpPr>
        <p:spPr>
          <a:xfrm>
            <a:off x="3031462" y="2658536"/>
            <a:ext cx="3830954" cy="793115"/>
          </a:xfrm>
          <a:custGeom>
            <a:avLst/>
            <a:gdLst/>
            <a:ahLst/>
            <a:cxnLst/>
            <a:rect l="l" t="t" r="r" b="b"/>
            <a:pathLst>
              <a:path w="3830954" h="793114">
                <a:moveTo>
                  <a:pt x="3704104" y="0"/>
                </a:moveTo>
                <a:lnTo>
                  <a:pt x="126310" y="0"/>
                </a:lnTo>
                <a:lnTo>
                  <a:pt x="111091" y="3049"/>
                </a:lnTo>
                <a:lnTo>
                  <a:pt x="73046" y="16771"/>
                </a:lnTo>
                <a:lnTo>
                  <a:pt x="41088" y="41167"/>
                </a:lnTo>
                <a:lnTo>
                  <a:pt x="16739" y="73185"/>
                </a:lnTo>
                <a:lnTo>
                  <a:pt x="3042" y="112828"/>
                </a:lnTo>
                <a:lnTo>
                  <a:pt x="0" y="140272"/>
                </a:lnTo>
                <a:lnTo>
                  <a:pt x="0" y="652574"/>
                </a:lnTo>
                <a:lnTo>
                  <a:pt x="1521" y="667820"/>
                </a:lnTo>
                <a:lnTo>
                  <a:pt x="3042" y="681542"/>
                </a:lnTo>
                <a:lnTo>
                  <a:pt x="6087" y="695265"/>
                </a:lnTo>
                <a:lnTo>
                  <a:pt x="12174" y="707463"/>
                </a:lnTo>
                <a:lnTo>
                  <a:pt x="16739" y="719660"/>
                </a:lnTo>
                <a:lnTo>
                  <a:pt x="24348" y="731859"/>
                </a:lnTo>
                <a:lnTo>
                  <a:pt x="31958" y="742530"/>
                </a:lnTo>
                <a:lnTo>
                  <a:pt x="42611" y="751679"/>
                </a:lnTo>
                <a:lnTo>
                  <a:pt x="51741" y="760827"/>
                </a:lnTo>
                <a:lnTo>
                  <a:pt x="86743" y="782173"/>
                </a:lnTo>
                <a:lnTo>
                  <a:pt x="126310" y="792847"/>
                </a:lnTo>
                <a:lnTo>
                  <a:pt x="3690409" y="792847"/>
                </a:lnTo>
                <a:lnTo>
                  <a:pt x="3704104" y="791321"/>
                </a:lnTo>
                <a:lnTo>
                  <a:pt x="3719323" y="789797"/>
                </a:lnTo>
                <a:lnTo>
                  <a:pt x="3731497" y="786748"/>
                </a:lnTo>
                <a:lnTo>
                  <a:pt x="3745194" y="782173"/>
                </a:lnTo>
                <a:lnTo>
                  <a:pt x="3757368" y="776075"/>
                </a:lnTo>
                <a:lnTo>
                  <a:pt x="3770152" y="766926"/>
                </a:lnTo>
                <a:lnTo>
                  <a:pt x="127831" y="766926"/>
                </a:lnTo>
                <a:lnTo>
                  <a:pt x="117180" y="765402"/>
                </a:lnTo>
                <a:lnTo>
                  <a:pt x="66959" y="741006"/>
                </a:lnTo>
                <a:lnTo>
                  <a:pt x="39566" y="705938"/>
                </a:lnTo>
                <a:lnTo>
                  <a:pt x="25871" y="663247"/>
                </a:lnTo>
                <a:lnTo>
                  <a:pt x="25871" y="128074"/>
                </a:lnTo>
                <a:lnTo>
                  <a:pt x="39566" y="85383"/>
                </a:lnTo>
                <a:lnTo>
                  <a:pt x="68480" y="50314"/>
                </a:lnTo>
                <a:lnTo>
                  <a:pt x="106527" y="30493"/>
                </a:lnTo>
                <a:lnTo>
                  <a:pt x="141528" y="24395"/>
                </a:lnTo>
                <a:lnTo>
                  <a:pt x="3769797" y="24395"/>
                </a:lnTo>
                <a:lnTo>
                  <a:pt x="3768021" y="22870"/>
                </a:lnTo>
                <a:lnTo>
                  <a:pt x="3743672" y="10673"/>
                </a:lnTo>
                <a:lnTo>
                  <a:pt x="3731497" y="6098"/>
                </a:lnTo>
                <a:lnTo>
                  <a:pt x="3717801" y="1524"/>
                </a:lnTo>
                <a:lnTo>
                  <a:pt x="3704104" y="0"/>
                </a:lnTo>
                <a:close/>
              </a:path>
              <a:path w="3830954" h="793114">
                <a:moveTo>
                  <a:pt x="3769797" y="24395"/>
                </a:moveTo>
                <a:lnTo>
                  <a:pt x="3690409" y="24395"/>
                </a:lnTo>
                <a:lnTo>
                  <a:pt x="3702583" y="25919"/>
                </a:lnTo>
                <a:lnTo>
                  <a:pt x="3713236" y="27444"/>
                </a:lnTo>
                <a:lnTo>
                  <a:pt x="3734541" y="33543"/>
                </a:lnTo>
                <a:lnTo>
                  <a:pt x="3745194" y="39641"/>
                </a:lnTo>
                <a:lnTo>
                  <a:pt x="3754325" y="44216"/>
                </a:lnTo>
                <a:lnTo>
                  <a:pt x="3786282" y="76235"/>
                </a:lnTo>
                <a:lnTo>
                  <a:pt x="3803023" y="117402"/>
                </a:lnTo>
                <a:lnTo>
                  <a:pt x="3804545" y="129599"/>
                </a:lnTo>
                <a:lnTo>
                  <a:pt x="3804545" y="664771"/>
                </a:lnTo>
                <a:lnTo>
                  <a:pt x="3790848" y="707463"/>
                </a:lnTo>
                <a:lnTo>
                  <a:pt x="3761934" y="741006"/>
                </a:lnTo>
                <a:lnTo>
                  <a:pt x="3752803" y="748630"/>
                </a:lnTo>
                <a:lnTo>
                  <a:pt x="3743672" y="753203"/>
                </a:lnTo>
                <a:lnTo>
                  <a:pt x="3734541" y="759303"/>
                </a:lnTo>
                <a:lnTo>
                  <a:pt x="3723888" y="762353"/>
                </a:lnTo>
                <a:lnTo>
                  <a:pt x="3711714" y="765402"/>
                </a:lnTo>
                <a:lnTo>
                  <a:pt x="3701061" y="766926"/>
                </a:lnTo>
                <a:lnTo>
                  <a:pt x="3770152" y="766926"/>
                </a:lnTo>
                <a:lnTo>
                  <a:pt x="3798458" y="741006"/>
                </a:lnTo>
                <a:lnTo>
                  <a:pt x="3819763" y="705938"/>
                </a:lnTo>
                <a:lnTo>
                  <a:pt x="3830416" y="652574"/>
                </a:lnTo>
                <a:lnTo>
                  <a:pt x="3830416" y="140272"/>
                </a:lnTo>
                <a:lnTo>
                  <a:pt x="3824328" y="97580"/>
                </a:lnTo>
                <a:lnTo>
                  <a:pt x="3806066" y="60987"/>
                </a:lnTo>
                <a:lnTo>
                  <a:pt x="3778674" y="32017"/>
                </a:lnTo>
                <a:lnTo>
                  <a:pt x="3769797" y="24395"/>
                </a:lnTo>
                <a:close/>
              </a:path>
            </a:pathLst>
          </a:custGeom>
          <a:solidFill>
            <a:srgbClr val="FFFFFF"/>
          </a:solidFill>
        </p:spPr>
        <p:txBody>
          <a:bodyPr wrap="square" lIns="0" tIns="0" rIns="0" bIns="0" rtlCol="0"/>
          <a:lstStyle/>
          <a:p>
            <a:endParaRPr/>
          </a:p>
        </p:txBody>
      </p:sp>
      <p:sp>
        <p:nvSpPr>
          <p:cNvPr id="7" name="object 7"/>
          <p:cNvSpPr/>
          <p:nvPr/>
        </p:nvSpPr>
        <p:spPr>
          <a:xfrm>
            <a:off x="3043636" y="4233557"/>
            <a:ext cx="3804920" cy="768985"/>
          </a:xfrm>
          <a:custGeom>
            <a:avLst/>
            <a:gdLst/>
            <a:ahLst/>
            <a:cxnLst/>
            <a:rect l="l" t="t" r="r" b="b"/>
            <a:pathLst>
              <a:path w="3804920" h="768985">
                <a:moveTo>
                  <a:pt x="3678234" y="0"/>
                </a:moveTo>
                <a:lnTo>
                  <a:pt x="127833" y="0"/>
                </a:lnTo>
                <a:lnTo>
                  <a:pt x="78326" y="10148"/>
                </a:lnTo>
                <a:lnTo>
                  <a:pt x="37665" y="37736"/>
                </a:lnTo>
                <a:lnTo>
                  <a:pt x="10129" y="78474"/>
                </a:lnTo>
                <a:lnTo>
                  <a:pt x="0" y="128075"/>
                </a:lnTo>
                <a:lnTo>
                  <a:pt x="0" y="640375"/>
                </a:lnTo>
                <a:lnTo>
                  <a:pt x="10129" y="689976"/>
                </a:lnTo>
                <a:lnTo>
                  <a:pt x="37665" y="730715"/>
                </a:lnTo>
                <a:lnTo>
                  <a:pt x="78326" y="758302"/>
                </a:lnTo>
                <a:lnTo>
                  <a:pt x="127833" y="768451"/>
                </a:lnTo>
                <a:lnTo>
                  <a:pt x="3678234" y="768451"/>
                </a:lnTo>
                <a:lnTo>
                  <a:pt x="3727503" y="758302"/>
                </a:lnTo>
                <a:lnTo>
                  <a:pt x="3767641" y="730715"/>
                </a:lnTo>
                <a:lnTo>
                  <a:pt x="3794653" y="689976"/>
                </a:lnTo>
                <a:lnTo>
                  <a:pt x="3804545" y="640375"/>
                </a:lnTo>
                <a:lnTo>
                  <a:pt x="3804545" y="128075"/>
                </a:lnTo>
                <a:lnTo>
                  <a:pt x="3794653" y="78474"/>
                </a:lnTo>
                <a:lnTo>
                  <a:pt x="3767641" y="37736"/>
                </a:lnTo>
                <a:lnTo>
                  <a:pt x="3727503" y="10148"/>
                </a:lnTo>
                <a:lnTo>
                  <a:pt x="3678234" y="0"/>
                </a:lnTo>
                <a:close/>
              </a:path>
            </a:pathLst>
          </a:custGeom>
          <a:solidFill>
            <a:srgbClr val="4F80BC"/>
          </a:solidFill>
        </p:spPr>
        <p:txBody>
          <a:bodyPr wrap="square" lIns="0" tIns="0" rIns="0" bIns="0" rtlCol="0"/>
          <a:lstStyle/>
          <a:p>
            <a:endParaRPr/>
          </a:p>
        </p:txBody>
      </p:sp>
      <p:sp>
        <p:nvSpPr>
          <p:cNvPr id="8" name="object 8"/>
          <p:cNvSpPr/>
          <p:nvPr/>
        </p:nvSpPr>
        <p:spPr>
          <a:xfrm>
            <a:off x="3031462" y="4221359"/>
            <a:ext cx="3830954" cy="793115"/>
          </a:xfrm>
          <a:custGeom>
            <a:avLst/>
            <a:gdLst/>
            <a:ahLst/>
            <a:cxnLst/>
            <a:rect l="l" t="t" r="r" b="b"/>
            <a:pathLst>
              <a:path w="3830954" h="793114">
                <a:moveTo>
                  <a:pt x="3704104" y="0"/>
                </a:moveTo>
                <a:lnTo>
                  <a:pt x="126310" y="0"/>
                </a:lnTo>
                <a:lnTo>
                  <a:pt x="111091" y="3050"/>
                </a:lnTo>
                <a:lnTo>
                  <a:pt x="73046" y="16772"/>
                </a:lnTo>
                <a:lnTo>
                  <a:pt x="41088" y="41167"/>
                </a:lnTo>
                <a:lnTo>
                  <a:pt x="16739" y="74711"/>
                </a:lnTo>
                <a:lnTo>
                  <a:pt x="3042" y="112829"/>
                </a:lnTo>
                <a:lnTo>
                  <a:pt x="0" y="140274"/>
                </a:lnTo>
                <a:lnTo>
                  <a:pt x="0" y="652574"/>
                </a:lnTo>
                <a:lnTo>
                  <a:pt x="1521" y="667821"/>
                </a:lnTo>
                <a:lnTo>
                  <a:pt x="3042" y="681544"/>
                </a:lnTo>
                <a:lnTo>
                  <a:pt x="6087" y="695266"/>
                </a:lnTo>
                <a:lnTo>
                  <a:pt x="12174" y="707463"/>
                </a:lnTo>
                <a:lnTo>
                  <a:pt x="16739" y="719662"/>
                </a:lnTo>
                <a:lnTo>
                  <a:pt x="24348" y="731859"/>
                </a:lnTo>
                <a:lnTo>
                  <a:pt x="31958" y="742532"/>
                </a:lnTo>
                <a:lnTo>
                  <a:pt x="42611" y="751679"/>
                </a:lnTo>
                <a:lnTo>
                  <a:pt x="51741" y="760829"/>
                </a:lnTo>
                <a:lnTo>
                  <a:pt x="62393" y="769976"/>
                </a:lnTo>
                <a:lnTo>
                  <a:pt x="86743" y="782175"/>
                </a:lnTo>
                <a:lnTo>
                  <a:pt x="98917" y="786748"/>
                </a:lnTo>
                <a:lnTo>
                  <a:pt x="126310" y="792847"/>
                </a:lnTo>
                <a:lnTo>
                  <a:pt x="3704104" y="792847"/>
                </a:lnTo>
                <a:lnTo>
                  <a:pt x="3745194" y="782175"/>
                </a:lnTo>
                <a:lnTo>
                  <a:pt x="3768020" y="768452"/>
                </a:lnTo>
                <a:lnTo>
                  <a:pt x="140007" y="768452"/>
                </a:lnTo>
                <a:lnTo>
                  <a:pt x="127831" y="766927"/>
                </a:lnTo>
                <a:lnTo>
                  <a:pt x="85222" y="753205"/>
                </a:lnTo>
                <a:lnTo>
                  <a:pt x="51741" y="725760"/>
                </a:lnTo>
                <a:lnTo>
                  <a:pt x="30435" y="686118"/>
                </a:lnTo>
                <a:lnTo>
                  <a:pt x="25871" y="663247"/>
                </a:lnTo>
                <a:lnTo>
                  <a:pt x="25871" y="128075"/>
                </a:lnTo>
                <a:lnTo>
                  <a:pt x="39566" y="85384"/>
                </a:lnTo>
                <a:lnTo>
                  <a:pt x="68480" y="51840"/>
                </a:lnTo>
                <a:lnTo>
                  <a:pt x="76090" y="44217"/>
                </a:lnTo>
                <a:lnTo>
                  <a:pt x="118701" y="27444"/>
                </a:lnTo>
                <a:lnTo>
                  <a:pt x="129354" y="25920"/>
                </a:lnTo>
                <a:lnTo>
                  <a:pt x="3771572" y="25920"/>
                </a:lnTo>
                <a:lnTo>
                  <a:pt x="3768021" y="22871"/>
                </a:lnTo>
                <a:lnTo>
                  <a:pt x="3743672" y="10673"/>
                </a:lnTo>
                <a:lnTo>
                  <a:pt x="3731497" y="6099"/>
                </a:lnTo>
                <a:lnTo>
                  <a:pt x="3704104" y="0"/>
                </a:lnTo>
                <a:close/>
              </a:path>
              <a:path w="3830954" h="793114">
                <a:moveTo>
                  <a:pt x="3771572" y="25920"/>
                </a:moveTo>
                <a:lnTo>
                  <a:pt x="3702583" y="25920"/>
                </a:lnTo>
                <a:lnTo>
                  <a:pt x="3713236" y="27444"/>
                </a:lnTo>
                <a:lnTo>
                  <a:pt x="3723888" y="30495"/>
                </a:lnTo>
                <a:lnTo>
                  <a:pt x="3763455" y="51840"/>
                </a:lnTo>
                <a:lnTo>
                  <a:pt x="3790848" y="85384"/>
                </a:lnTo>
                <a:lnTo>
                  <a:pt x="3804545" y="129600"/>
                </a:lnTo>
                <a:lnTo>
                  <a:pt x="3804545" y="664772"/>
                </a:lnTo>
                <a:lnTo>
                  <a:pt x="3790848" y="707463"/>
                </a:lnTo>
                <a:lnTo>
                  <a:pt x="3761934" y="741008"/>
                </a:lnTo>
                <a:lnTo>
                  <a:pt x="3752803" y="748630"/>
                </a:lnTo>
                <a:lnTo>
                  <a:pt x="3711714" y="765402"/>
                </a:lnTo>
                <a:lnTo>
                  <a:pt x="3688886" y="768452"/>
                </a:lnTo>
                <a:lnTo>
                  <a:pt x="3768020" y="768452"/>
                </a:lnTo>
                <a:lnTo>
                  <a:pt x="3798458" y="741008"/>
                </a:lnTo>
                <a:lnTo>
                  <a:pt x="3819763" y="705939"/>
                </a:lnTo>
                <a:lnTo>
                  <a:pt x="3830416" y="652574"/>
                </a:lnTo>
                <a:lnTo>
                  <a:pt x="3830416" y="140274"/>
                </a:lnTo>
                <a:lnTo>
                  <a:pt x="3824328" y="97581"/>
                </a:lnTo>
                <a:lnTo>
                  <a:pt x="3806066" y="60989"/>
                </a:lnTo>
                <a:lnTo>
                  <a:pt x="3796935" y="50316"/>
                </a:lnTo>
                <a:lnTo>
                  <a:pt x="3789326" y="41167"/>
                </a:lnTo>
                <a:lnTo>
                  <a:pt x="3771572" y="25920"/>
                </a:lnTo>
                <a:close/>
              </a:path>
            </a:pathLst>
          </a:custGeom>
          <a:solidFill>
            <a:srgbClr val="FFFFFF"/>
          </a:solidFill>
        </p:spPr>
        <p:txBody>
          <a:bodyPr wrap="square" lIns="0" tIns="0" rIns="0" bIns="0" rtlCol="0"/>
          <a:lstStyle/>
          <a:p>
            <a:endParaRPr/>
          </a:p>
        </p:txBody>
      </p:sp>
      <p:sp>
        <p:nvSpPr>
          <p:cNvPr id="9" name="object 9"/>
          <p:cNvSpPr/>
          <p:nvPr/>
        </p:nvSpPr>
        <p:spPr>
          <a:xfrm>
            <a:off x="3043636" y="5093491"/>
            <a:ext cx="3804920" cy="768985"/>
          </a:xfrm>
          <a:custGeom>
            <a:avLst/>
            <a:gdLst/>
            <a:ahLst/>
            <a:cxnLst/>
            <a:rect l="l" t="t" r="r" b="b"/>
            <a:pathLst>
              <a:path w="3804920" h="768985">
                <a:moveTo>
                  <a:pt x="3678234" y="0"/>
                </a:moveTo>
                <a:lnTo>
                  <a:pt x="127833" y="0"/>
                </a:lnTo>
                <a:lnTo>
                  <a:pt x="78326" y="10148"/>
                </a:lnTo>
                <a:lnTo>
                  <a:pt x="37665" y="37736"/>
                </a:lnTo>
                <a:lnTo>
                  <a:pt x="10129" y="78474"/>
                </a:lnTo>
                <a:lnTo>
                  <a:pt x="0" y="128075"/>
                </a:lnTo>
                <a:lnTo>
                  <a:pt x="0" y="640377"/>
                </a:lnTo>
                <a:lnTo>
                  <a:pt x="10129" y="689977"/>
                </a:lnTo>
                <a:lnTo>
                  <a:pt x="37665" y="730715"/>
                </a:lnTo>
                <a:lnTo>
                  <a:pt x="78326" y="758302"/>
                </a:lnTo>
                <a:lnTo>
                  <a:pt x="127833" y="768451"/>
                </a:lnTo>
                <a:lnTo>
                  <a:pt x="3678234" y="768451"/>
                </a:lnTo>
                <a:lnTo>
                  <a:pt x="3727503" y="758302"/>
                </a:lnTo>
                <a:lnTo>
                  <a:pt x="3767641" y="730715"/>
                </a:lnTo>
                <a:lnTo>
                  <a:pt x="3794653" y="689977"/>
                </a:lnTo>
                <a:lnTo>
                  <a:pt x="3804545" y="640377"/>
                </a:lnTo>
                <a:lnTo>
                  <a:pt x="3804545" y="128075"/>
                </a:lnTo>
                <a:lnTo>
                  <a:pt x="3794653" y="78474"/>
                </a:lnTo>
                <a:lnTo>
                  <a:pt x="3767641" y="37736"/>
                </a:lnTo>
                <a:lnTo>
                  <a:pt x="3727503" y="10148"/>
                </a:lnTo>
                <a:lnTo>
                  <a:pt x="3678234" y="0"/>
                </a:lnTo>
                <a:close/>
              </a:path>
            </a:pathLst>
          </a:custGeom>
          <a:solidFill>
            <a:srgbClr val="4F80BC"/>
          </a:solidFill>
        </p:spPr>
        <p:txBody>
          <a:bodyPr wrap="square" lIns="0" tIns="0" rIns="0" bIns="0" rtlCol="0"/>
          <a:lstStyle/>
          <a:p>
            <a:endParaRPr/>
          </a:p>
        </p:txBody>
      </p:sp>
      <p:sp>
        <p:nvSpPr>
          <p:cNvPr id="10" name="object 10"/>
          <p:cNvSpPr/>
          <p:nvPr/>
        </p:nvSpPr>
        <p:spPr>
          <a:xfrm>
            <a:off x="3031462" y="5081294"/>
            <a:ext cx="3830954" cy="793115"/>
          </a:xfrm>
          <a:custGeom>
            <a:avLst/>
            <a:gdLst/>
            <a:ahLst/>
            <a:cxnLst/>
            <a:rect l="l" t="t" r="r" b="b"/>
            <a:pathLst>
              <a:path w="3830954" h="793114">
                <a:moveTo>
                  <a:pt x="3704104" y="0"/>
                </a:moveTo>
                <a:lnTo>
                  <a:pt x="140007" y="0"/>
                </a:lnTo>
                <a:lnTo>
                  <a:pt x="126310" y="1524"/>
                </a:lnTo>
                <a:lnTo>
                  <a:pt x="111091" y="3049"/>
                </a:lnTo>
                <a:lnTo>
                  <a:pt x="73046" y="16771"/>
                </a:lnTo>
                <a:lnTo>
                  <a:pt x="41088" y="41167"/>
                </a:lnTo>
                <a:lnTo>
                  <a:pt x="16739" y="74710"/>
                </a:lnTo>
                <a:lnTo>
                  <a:pt x="3042" y="112828"/>
                </a:lnTo>
                <a:lnTo>
                  <a:pt x="0" y="140272"/>
                </a:lnTo>
                <a:lnTo>
                  <a:pt x="0" y="652574"/>
                </a:lnTo>
                <a:lnTo>
                  <a:pt x="1521" y="667820"/>
                </a:lnTo>
                <a:lnTo>
                  <a:pt x="3042" y="681542"/>
                </a:lnTo>
                <a:lnTo>
                  <a:pt x="6087" y="695265"/>
                </a:lnTo>
                <a:lnTo>
                  <a:pt x="12174" y="707463"/>
                </a:lnTo>
                <a:lnTo>
                  <a:pt x="16739" y="719660"/>
                </a:lnTo>
                <a:lnTo>
                  <a:pt x="24348" y="731859"/>
                </a:lnTo>
                <a:lnTo>
                  <a:pt x="33479" y="742532"/>
                </a:lnTo>
                <a:lnTo>
                  <a:pt x="41088" y="751679"/>
                </a:lnTo>
                <a:lnTo>
                  <a:pt x="86743" y="782173"/>
                </a:lnTo>
                <a:lnTo>
                  <a:pt x="126310" y="792847"/>
                </a:lnTo>
                <a:lnTo>
                  <a:pt x="3704104" y="792847"/>
                </a:lnTo>
                <a:lnTo>
                  <a:pt x="3745194" y="782173"/>
                </a:lnTo>
                <a:lnTo>
                  <a:pt x="3768021" y="768451"/>
                </a:lnTo>
                <a:lnTo>
                  <a:pt x="140007" y="768451"/>
                </a:lnTo>
                <a:lnTo>
                  <a:pt x="127831" y="766926"/>
                </a:lnTo>
                <a:lnTo>
                  <a:pt x="85222" y="753203"/>
                </a:lnTo>
                <a:lnTo>
                  <a:pt x="51741" y="725759"/>
                </a:lnTo>
                <a:lnTo>
                  <a:pt x="30435" y="686117"/>
                </a:lnTo>
                <a:lnTo>
                  <a:pt x="25871" y="663247"/>
                </a:lnTo>
                <a:lnTo>
                  <a:pt x="25871" y="128075"/>
                </a:lnTo>
                <a:lnTo>
                  <a:pt x="39566" y="85383"/>
                </a:lnTo>
                <a:lnTo>
                  <a:pt x="68480" y="51840"/>
                </a:lnTo>
                <a:lnTo>
                  <a:pt x="76090" y="44216"/>
                </a:lnTo>
                <a:lnTo>
                  <a:pt x="86743" y="39641"/>
                </a:lnTo>
                <a:lnTo>
                  <a:pt x="95874" y="33543"/>
                </a:lnTo>
                <a:lnTo>
                  <a:pt x="106527" y="30493"/>
                </a:lnTo>
                <a:lnTo>
                  <a:pt x="118701" y="27444"/>
                </a:lnTo>
                <a:lnTo>
                  <a:pt x="129354" y="25919"/>
                </a:lnTo>
                <a:lnTo>
                  <a:pt x="3770150" y="25919"/>
                </a:lnTo>
                <a:lnTo>
                  <a:pt x="3768021" y="24395"/>
                </a:lnTo>
                <a:lnTo>
                  <a:pt x="3755847" y="16771"/>
                </a:lnTo>
                <a:lnTo>
                  <a:pt x="3743672" y="10673"/>
                </a:lnTo>
                <a:lnTo>
                  <a:pt x="3731497" y="6098"/>
                </a:lnTo>
                <a:lnTo>
                  <a:pt x="3704104" y="0"/>
                </a:lnTo>
                <a:close/>
              </a:path>
              <a:path w="3830954" h="793114">
                <a:moveTo>
                  <a:pt x="3770150" y="25919"/>
                </a:moveTo>
                <a:lnTo>
                  <a:pt x="3702583" y="25919"/>
                </a:lnTo>
                <a:lnTo>
                  <a:pt x="3713236" y="27444"/>
                </a:lnTo>
                <a:lnTo>
                  <a:pt x="3723888" y="30493"/>
                </a:lnTo>
                <a:lnTo>
                  <a:pt x="3763455" y="51840"/>
                </a:lnTo>
                <a:lnTo>
                  <a:pt x="3790848" y="86908"/>
                </a:lnTo>
                <a:lnTo>
                  <a:pt x="3795414" y="96056"/>
                </a:lnTo>
                <a:lnTo>
                  <a:pt x="3799979" y="106729"/>
                </a:lnTo>
                <a:lnTo>
                  <a:pt x="3803023" y="117402"/>
                </a:lnTo>
                <a:lnTo>
                  <a:pt x="3804545" y="129599"/>
                </a:lnTo>
                <a:lnTo>
                  <a:pt x="3804545" y="664771"/>
                </a:lnTo>
                <a:lnTo>
                  <a:pt x="3790848" y="707463"/>
                </a:lnTo>
                <a:lnTo>
                  <a:pt x="3761934" y="742532"/>
                </a:lnTo>
                <a:lnTo>
                  <a:pt x="3723888" y="762353"/>
                </a:lnTo>
                <a:lnTo>
                  <a:pt x="3688886" y="768451"/>
                </a:lnTo>
                <a:lnTo>
                  <a:pt x="3768021" y="768451"/>
                </a:lnTo>
                <a:lnTo>
                  <a:pt x="3798458" y="741006"/>
                </a:lnTo>
                <a:lnTo>
                  <a:pt x="3819763" y="707463"/>
                </a:lnTo>
                <a:lnTo>
                  <a:pt x="3830416" y="652574"/>
                </a:lnTo>
                <a:lnTo>
                  <a:pt x="3830416" y="140272"/>
                </a:lnTo>
                <a:lnTo>
                  <a:pt x="3824328" y="97580"/>
                </a:lnTo>
                <a:lnTo>
                  <a:pt x="3806066" y="60987"/>
                </a:lnTo>
                <a:lnTo>
                  <a:pt x="3778674" y="32019"/>
                </a:lnTo>
                <a:lnTo>
                  <a:pt x="3770150" y="25919"/>
                </a:lnTo>
                <a:close/>
              </a:path>
            </a:pathLst>
          </a:custGeom>
          <a:solidFill>
            <a:srgbClr val="FFFFFF"/>
          </a:solidFill>
        </p:spPr>
        <p:txBody>
          <a:bodyPr wrap="square" lIns="0" tIns="0" rIns="0" bIns="0" rtlCol="0"/>
          <a:lstStyle/>
          <a:p>
            <a:endParaRPr/>
          </a:p>
        </p:txBody>
      </p:sp>
      <p:sp>
        <p:nvSpPr>
          <p:cNvPr id="11" name="object 11"/>
          <p:cNvSpPr/>
          <p:nvPr/>
        </p:nvSpPr>
        <p:spPr>
          <a:xfrm>
            <a:off x="3043636" y="5953426"/>
            <a:ext cx="3804920" cy="768985"/>
          </a:xfrm>
          <a:custGeom>
            <a:avLst/>
            <a:gdLst/>
            <a:ahLst/>
            <a:cxnLst/>
            <a:rect l="l" t="t" r="r" b="b"/>
            <a:pathLst>
              <a:path w="3804920" h="768984">
                <a:moveTo>
                  <a:pt x="3678234" y="0"/>
                </a:moveTo>
                <a:lnTo>
                  <a:pt x="127833" y="0"/>
                </a:lnTo>
                <a:lnTo>
                  <a:pt x="78326" y="10148"/>
                </a:lnTo>
                <a:lnTo>
                  <a:pt x="37665" y="37736"/>
                </a:lnTo>
                <a:lnTo>
                  <a:pt x="10129" y="78474"/>
                </a:lnTo>
                <a:lnTo>
                  <a:pt x="0" y="128074"/>
                </a:lnTo>
                <a:lnTo>
                  <a:pt x="0" y="640376"/>
                </a:lnTo>
                <a:lnTo>
                  <a:pt x="10129" y="689976"/>
                </a:lnTo>
                <a:lnTo>
                  <a:pt x="37665" y="730715"/>
                </a:lnTo>
                <a:lnTo>
                  <a:pt x="78326" y="758302"/>
                </a:lnTo>
                <a:lnTo>
                  <a:pt x="127833" y="768451"/>
                </a:lnTo>
                <a:lnTo>
                  <a:pt x="3678234" y="768451"/>
                </a:lnTo>
                <a:lnTo>
                  <a:pt x="3727503" y="758302"/>
                </a:lnTo>
                <a:lnTo>
                  <a:pt x="3767641" y="730715"/>
                </a:lnTo>
                <a:lnTo>
                  <a:pt x="3794653" y="689976"/>
                </a:lnTo>
                <a:lnTo>
                  <a:pt x="3804545" y="640376"/>
                </a:lnTo>
                <a:lnTo>
                  <a:pt x="3804545" y="128074"/>
                </a:lnTo>
                <a:lnTo>
                  <a:pt x="3794653" y="78474"/>
                </a:lnTo>
                <a:lnTo>
                  <a:pt x="3767641" y="37736"/>
                </a:lnTo>
                <a:lnTo>
                  <a:pt x="3727503" y="10148"/>
                </a:lnTo>
                <a:lnTo>
                  <a:pt x="3678234" y="0"/>
                </a:lnTo>
                <a:close/>
              </a:path>
            </a:pathLst>
          </a:custGeom>
          <a:solidFill>
            <a:srgbClr val="4F80BC"/>
          </a:solidFill>
        </p:spPr>
        <p:txBody>
          <a:bodyPr wrap="square" lIns="0" tIns="0" rIns="0" bIns="0" rtlCol="0"/>
          <a:lstStyle/>
          <a:p>
            <a:endParaRPr/>
          </a:p>
        </p:txBody>
      </p:sp>
      <p:sp>
        <p:nvSpPr>
          <p:cNvPr id="12" name="object 12"/>
          <p:cNvSpPr/>
          <p:nvPr/>
        </p:nvSpPr>
        <p:spPr>
          <a:xfrm>
            <a:off x="3031462" y="5941227"/>
            <a:ext cx="3830954" cy="793115"/>
          </a:xfrm>
          <a:custGeom>
            <a:avLst/>
            <a:gdLst/>
            <a:ahLst/>
            <a:cxnLst/>
            <a:rect l="l" t="t" r="r" b="b"/>
            <a:pathLst>
              <a:path w="3830954" h="793115">
                <a:moveTo>
                  <a:pt x="3690409" y="0"/>
                </a:moveTo>
                <a:lnTo>
                  <a:pt x="140007" y="0"/>
                </a:lnTo>
                <a:lnTo>
                  <a:pt x="126310" y="1525"/>
                </a:lnTo>
                <a:lnTo>
                  <a:pt x="111091" y="3049"/>
                </a:lnTo>
                <a:lnTo>
                  <a:pt x="98917" y="6099"/>
                </a:lnTo>
                <a:lnTo>
                  <a:pt x="85222" y="12198"/>
                </a:lnTo>
                <a:lnTo>
                  <a:pt x="73046" y="16771"/>
                </a:lnTo>
                <a:lnTo>
                  <a:pt x="41088" y="41167"/>
                </a:lnTo>
                <a:lnTo>
                  <a:pt x="16739" y="74711"/>
                </a:lnTo>
                <a:lnTo>
                  <a:pt x="3042" y="112828"/>
                </a:lnTo>
                <a:lnTo>
                  <a:pt x="0" y="140272"/>
                </a:lnTo>
                <a:lnTo>
                  <a:pt x="0" y="654099"/>
                </a:lnTo>
                <a:lnTo>
                  <a:pt x="3042" y="681543"/>
                </a:lnTo>
                <a:lnTo>
                  <a:pt x="6087" y="695266"/>
                </a:lnTo>
                <a:lnTo>
                  <a:pt x="12174" y="707463"/>
                </a:lnTo>
                <a:lnTo>
                  <a:pt x="16739" y="719661"/>
                </a:lnTo>
                <a:lnTo>
                  <a:pt x="24348" y="731859"/>
                </a:lnTo>
                <a:lnTo>
                  <a:pt x="31958" y="742532"/>
                </a:lnTo>
                <a:lnTo>
                  <a:pt x="42611" y="753205"/>
                </a:lnTo>
                <a:lnTo>
                  <a:pt x="51741" y="760828"/>
                </a:lnTo>
                <a:lnTo>
                  <a:pt x="62393" y="769976"/>
                </a:lnTo>
                <a:lnTo>
                  <a:pt x="86743" y="782174"/>
                </a:lnTo>
                <a:lnTo>
                  <a:pt x="98917" y="786748"/>
                </a:lnTo>
                <a:lnTo>
                  <a:pt x="112614" y="791322"/>
                </a:lnTo>
                <a:lnTo>
                  <a:pt x="126310" y="792847"/>
                </a:lnTo>
                <a:lnTo>
                  <a:pt x="3704104" y="792847"/>
                </a:lnTo>
                <a:lnTo>
                  <a:pt x="3745194" y="782174"/>
                </a:lnTo>
                <a:lnTo>
                  <a:pt x="3768021" y="768452"/>
                </a:lnTo>
                <a:lnTo>
                  <a:pt x="140007" y="768452"/>
                </a:lnTo>
                <a:lnTo>
                  <a:pt x="127831" y="766927"/>
                </a:lnTo>
                <a:lnTo>
                  <a:pt x="117180" y="765402"/>
                </a:lnTo>
                <a:lnTo>
                  <a:pt x="95874" y="759304"/>
                </a:lnTo>
                <a:lnTo>
                  <a:pt x="85222" y="753205"/>
                </a:lnTo>
                <a:lnTo>
                  <a:pt x="76090" y="748631"/>
                </a:lnTo>
                <a:lnTo>
                  <a:pt x="39566" y="707463"/>
                </a:lnTo>
                <a:lnTo>
                  <a:pt x="25871" y="663247"/>
                </a:lnTo>
                <a:lnTo>
                  <a:pt x="25871" y="128075"/>
                </a:lnTo>
                <a:lnTo>
                  <a:pt x="27392" y="117402"/>
                </a:lnTo>
                <a:lnTo>
                  <a:pt x="30435" y="105205"/>
                </a:lnTo>
                <a:lnTo>
                  <a:pt x="35001" y="96056"/>
                </a:lnTo>
                <a:lnTo>
                  <a:pt x="39566" y="85383"/>
                </a:lnTo>
                <a:lnTo>
                  <a:pt x="51741" y="67087"/>
                </a:lnTo>
                <a:lnTo>
                  <a:pt x="59350" y="59463"/>
                </a:lnTo>
                <a:lnTo>
                  <a:pt x="68480" y="51840"/>
                </a:lnTo>
                <a:lnTo>
                  <a:pt x="76090" y="44216"/>
                </a:lnTo>
                <a:lnTo>
                  <a:pt x="86743" y="39643"/>
                </a:lnTo>
                <a:lnTo>
                  <a:pt x="95874" y="35068"/>
                </a:lnTo>
                <a:lnTo>
                  <a:pt x="106527" y="30493"/>
                </a:lnTo>
                <a:lnTo>
                  <a:pt x="118701" y="27444"/>
                </a:lnTo>
                <a:lnTo>
                  <a:pt x="129354" y="25920"/>
                </a:lnTo>
                <a:lnTo>
                  <a:pt x="3770152" y="25920"/>
                </a:lnTo>
                <a:lnTo>
                  <a:pt x="3768021" y="24395"/>
                </a:lnTo>
                <a:lnTo>
                  <a:pt x="3755847" y="16771"/>
                </a:lnTo>
                <a:lnTo>
                  <a:pt x="3743672" y="10673"/>
                </a:lnTo>
                <a:lnTo>
                  <a:pt x="3731497" y="6099"/>
                </a:lnTo>
                <a:lnTo>
                  <a:pt x="3717801" y="3049"/>
                </a:lnTo>
                <a:lnTo>
                  <a:pt x="3690409" y="0"/>
                </a:lnTo>
                <a:close/>
              </a:path>
              <a:path w="3830954" h="793115">
                <a:moveTo>
                  <a:pt x="3770152" y="25920"/>
                </a:moveTo>
                <a:lnTo>
                  <a:pt x="3702583" y="25920"/>
                </a:lnTo>
                <a:lnTo>
                  <a:pt x="3713236" y="27444"/>
                </a:lnTo>
                <a:lnTo>
                  <a:pt x="3723888" y="30493"/>
                </a:lnTo>
                <a:lnTo>
                  <a:pt x="3745194" y="39643"/>
                </a:lnTo>
                <a:lnTo>
                  <a:pt x="3763455" y="51840"/>
                </a:lnTo>
                <a:lnTo>
                  <a:pt x="3771065" y="59463"/>
                </a:lnTo>
                <a:lnTo>
                  <a:pt x="3778674" y="68611"/>
                </a:lnTo>
                <a:lnTo>
                  <a:pt x="3786282" y="76235"/>
                </a:lnTo>
                <a:lnTo>
                  <a:pt x="3790848" y="86908"/>
                </a:lnTo>
                <a:lnTo>
                  <a:pt x="3795414" y="96056"/>
                </a:lnTo>
                <a:lnTo>
                  <a:pt x="3799979" y="106729"/>
                </a:lnTo>
                <a:lnTo>
                  <a:pt x="3803023" y="118927"/>
                </a:lnTo>
                <a:lnTo>
                  <a:pt x="3804545" y="129600"/>
                </a:lnTo>
                <a:lnTo>
                  <a:pt x="3804545" y="664772"/>
                </a:lnTo>
                <a:lnTo>
                  <a:pt x="3790848" y="707463"/>
                </a:lnTo>
                <a:lnTo>
                  <a:pt x="3761934" y="742532"/>
                </a:lnTo>
                <a:lnTo>
                  <a:pt x="3723888" y="762353"/>
                </a:lnTo>
                <a:lnTo>
                  <a:pt x="3688886" y="768452"/>
                </a:lnTo>
                <a:lnTo>
                  <a:pt x="3768021" y="768452"/>
                </a:lnTo>
                <a:lnTo>
                  <a:pt x="3798458" y="741007"/>
                </a:lnTo>
                <a:lnTo>
                  <a:pt x="3819763" y="707463"/>
                </a:lnTo>
                <a:lnTo>
                  <a:pt x="3830416" y="652574"/>
                </a:lnTo>
                <a:lnTo>
                  <a:pt x="3830416" y="140272"/>
                </a:lnTo>
                <a:lnTo>
                  <a:pt x="3828893" y="126550"/>
                </a:lnTo>
                <a:lnTo>
                  <a:pt x="3827372" y="111304"/>
                </a:lnTo>
                <a:lnTo>
                  <a:pt x="3824328" y="99105"/>
                </a:lnTo>
                <a:lnTo>
                  <a:pt x="3818241" y="85383"/>
                </a:lnTo>
                <a:lnTo>
                  <a:pt x="3806066" y="60989"/>
                </a:lnTo>
                <a:lnTo>
                  <a:pt x="3796935" y="50316"/>
                </a:lnTo>
                <a:lnTo>
                  <a:pt x="3789326" y="41167"/>
                </a:lnTo>
                <a:lnTo>
                  <a:pt x="3778674" y="32019"/>
                </a:lnTo>
                <a:lnTo>
                  <a:pt x="3770152" y="25920"/>
                </a:lnTo>
                <a:close/>
              </a:path>
            </a:pathLst>
          </a:custGeom>
          <a:solidFill>
            <a:srgbClr val="FFFFFF"/>
          </a:solidFill>
        </p:spPr>
        <p:txBody>
          <a:bodyPr wrap="square" lIns="0" tIns="0" rIns="0" bIns="0" rtlCol="0"/>
          <a:lstStyle/>
          <a:p>
            <a:endParaRPr/>
          </a:p>
        </p:txBody>
      </p:sp>
      <p:sp>
        <p:nvSpPr>
          <p:cNvPr id="13" name="object 13"/>
          <p:cNvSpPr txBox="1"/>
          <p:nvPr/>
        </p:nvSpPr>
        <p:spPr>
          <a:xfrm>
            <a:off x="3153110" y="1887651"/>
            <a:ext cx="3194685" cy="4657725"/>
          </a:xfrm>
          <a:prstGeom prst="rect">
            <a:avLst/>
          </a:prstGeom>
        </p:spPr>
        <p:txBody>
          <a:bodyPr vert="horz" wrap="square" lIns="0" tIns="13335" rIns="0" bIns="0" rtlCol="0">
            <a:spAutoFit/>
          </a:bodyPr>
          <a:lstStyle/>
          <a:p>
            <a:pPr marL="50800">
              <a:lnSpc>
                <a:spcPct val="100000"/>
              </a:lnSpc>
              <a:spcBef>
                <a:spcPts val="105"/>
              </a:spcBef>
            </a:pPr>
            <a:r>
              <a:rPr sz="3200" spc="-5" dirty="0">
                <a:solidFill>
                  <a:srgbClr val="FFFFFF"/>
                </a:solidFill>
                <a:latin typeface="Calibri"/>
                <a:cs typeface="Calibri"/>
              </a:rPr>
              <a:t>Phân</a:t>
            </a:r>
            <a:r>
              <a:rPr sz="3200" spc="-20" dirty="0">
                <a:solidFill>
                  <a:srgbClr val="FFFFFF"/>
                </a:solidFill>
                <a:latin typeface="Calibri"/>
                <a:cs typeface="Calibri"/>
              </a:rPr>
              <a:t> </a:t>
            </a:r>
            <a:r>
              <a:rPr sz="3200" spc="-5" dirty="0">
                <a:solidFill>
                  <a:srgbClr val="FFFFFF"/>
                </a:solidFill>
                <a:latin typeface="Calibri"/>
                <a:cs typeface="Calibri"/>
              </a:rPr>
              <a:t>nhóm</a:t>
            </a:r>
            <a:endParaRPr sz="3200">
              <a:latin typeface="Calibri"/>
              <a:cs typeface="Calibri"/>
            </a:endParaRPr>
          </a:p>
          <a:p>
            <a:pPr>
              <a:lnSpc>
                <a:spcPct val="100000"/>
              </a:lnSpc>
            </a:pPr>
            <a:endParaRPr sz="2550">
              <a:latin typeface="Times New Roman"/>
              <a:cs typeface="Times New Roman"/>
            </a:endParaRPr>
          </a:p>
          <a:p>
            <a:pPr marL="50800">
              <a:lnSpc>
                <a:spcPct val="100000"/>
              </a:lnSpc>
            </a:pPr>
            <a:r>
              <a:rPr sz="3200" spc="-25" dirty="0">
                <a:solidFill>
                  <a:srgbClr val="FFFFFF"/>
                </a:solidFill>
                <a:latin typeface="Calibri"/>
                <a:cs typeface="Calibri"/>
              </a:rPr>
              <a:t>Kết</a:t>
            </a:r>
            <a:r>
              <a:rPr sz="3200" spc="-20" dirty="0">
                <a:solidFill>
                  <a:srgbClr val="FFFFFF"/>
                </a:solidFill>
                <a:latin typeface="Calibri"/>
                <a:cs typeface="Calibri"/>
              </a:rPr>
              <a:t> </a:t>
            </a:r>
            <a:r>
              <a:rPr sz="3200" spc="-5" dirty="0">
                <a:solidFill>
                  <a:srgbClr val="FFFFFF"/>
                </a:solidFill>
                <a:latin typeface="Calibri"/>
                <a:cs typeface="Calibri"/>
              </a:rPr>
              <a:t>hợp</a:t>
            </a:r>
            <a:endParaRPr sz="3200">
              <a:latin typeface="Calibri"/>
              <a:cs typeface="Calibri"/>
            </a:endParaRPr>
          </a:p>
          <a:p>
            <a:pPr marL="240665" marR="5080" indent="-228600">
              <a:lnSpc>
                <a:spcPts val="2750"/>
              </a:lnSpc>
              <a:spcBef>
                <a:spcPts val="1685"/>
              </a:spcBef>
              <a:buChar char="•"/>
              <a:tabLst>
                <a:tab pos="241300" algn="l"/>
              </a:tabLst>
            </a:pPr>
            <a:r>
              <a:rPr sz="2500" spc="-5" dirty="0">
                <a:latin typeface="Calibri"/>
                <a:cs typeface="Calibri"/>
              </a:rPr>
              <a:t>Kiểm </a:t>
            </a:r>
            <a:r>
              <a:rPr sz="2500" spc="-20" dirty="0">
                <a:latin typeface="Calibri"/>
                <a:cs typeface="Calibri"/>
              </a:rPr>
              <a:t>tra </a:t>
            </a:r>
            <a:r>
              <a:rPr sz="2500" spc="-35" dirty="0">
                <a:latin typeface="Calibri"/>
                <a:cs typeface="Calibri"/>
              </a:rPr>
              <a:t>kết </a:t>
            </a:r>
            <a:r>
              <a:rPr sz="2500" spc="-10" dirty="0">
                <a:latin typeface="Calibri"/>
                <a:cs typeface="Calibri"/>
              </a:rPr>
              <a:t>hợp </a:t>
            </a:r>
            <a:r>
              <a:rPr sz="2500" spc="-5" dirty="0">
                <a:latin typeface="Calibri"/>
                <a:cs typeface="Calibri"/>
              </a:rPr>
              <a:t>giá trị  </a:t>
            </a:r>
            <a:r>
              <a:rPr sz="2500" spc="-10" dirty="0">
                <a:latin typeface="Calibri"/>
                <a:cs typeface="Calibri"/>
              </a:rPr>
              <a:t>của nhiều</a:t>
            </a:r>
            <a:r>
              <a:rPr sz="2500" spc="-5" dirty="0">
                <a:latin typeface="Calibri"/>
                <a:cs typeface="Calibri"/>
              </a:rPr>
              <a:t> </a:t>
            </a:r>
            <a:r>
              <a:rPr sz="2500" spc="-10" dirty="0">
                <a:latin typeface="Calibri"/>
                <a:cs typeface="Calibri"/>
              </a:rPr>
              <a:t>trường</a:t>
            </a:r>
            <a:endParaRPr sz="2500">
              <a:latin typeface="Calibri"/>
              <a:cs typeface="Calibri"/>
            </a:endParaRPr>
          </a:p>
          <a:p>
            <a:pPr marL="50800">
              <a:lnSpc>
                <a:spcPct val="100000"/>
              </a:lnSpc>
              <a:spcBef>
                <a:spcPts val="1280"/>
              </a:spcBef>
            </a:pPr>
            <a:r>
              <a:rPr sz="3200" spc="-5" dirty="0">
                <a:solidFill>
                  <a:srgbClr val="FFFFFF"/>
                </a:solidFill>
                <a:latin typeface="Calibri"/>
                <a:cs typeface="Calibri"/>
              </a:rPr>
              <a:t>Giá trị mong</a:t>
            </a:r>
            <a:r>
              <a:rPr sz="3200" spc="-75" dirty="0">
                <a:solidFill>
                  <a:srgbClr val="FFFFFF"/>
                </a:solidFill>
                <a:latin typeface="Calibri"/>
                <a:cs typeface="Calibri"/>
              </a:rPr>
              <a:t> </a:t>
            </a:r>
            <a:r>
              <a:rPr sz="3200" spc="-5" dirty="0">
                <a:solidFill>
                  <a:srgbClr val="FFFFFF"/>
                </a:solidFill>
                <a:latin typeface="Calibri"/>
                <a:cs typeface="Calibri"/>
              </a:rPr>
              <a:t>muốn</a:t>
            </a:r>
            <a:endParaRPr sz="3200">
              <a:latin typeface="Calibri"/>
              <a:cs typeface="Calibri"/>
            </a:endParaRPr>
          </a:p>
          <a:p>
            <a:pPr marL="50800" marR="373380">
              <a:lnSpc>
                <a:spcPts val="6770"/>
              </a:lnSpc>
              <a:spcBef>
                <a:spcPts val="720"/>
              </a:spcBef>
            </a:pPr>
            <a:r>
              <a:rPr sz="3200" spc="-5" dirty="0">
                <a:solidFill>
                  <a:srgbClr val="FFFFFF"/>
                </a:solidFill>
                <a:latin typeface="Calibri"/>
                <a:cs typeface="Calibri"/>
              </a:rPr>
              <a:t>Thiếu sót dữ</a:t>
            </a:r>
            <a:r>
              <a:rPr sz="3200" spc="-85" dirty="0">
                <a:solidFill>
                  <a:srgbClr val="FFFFFF"/>
                </a:solidFill>
                <a:latin typeface="Calibri"/>
                <a:cs typeface="Calibri"/>
              </a:rPr>
              <a:t> </a:t>
            </a:r>
            <a:r>
              <a:rPr sz="3200" spc="-5" dirty="0">
                <a:solidFill>
                  <a:srgbClr val="FFFFFF"/>
                </a:solidFill>
                <a:latin typeface="Calibri"/>
                <a:cs typeface="Calibri"/>
              </a:rPr>
              <a:t>liệu  Định</a:t>
            </a:r>
            <a:r>
              <a:rPr sz="3200" spc="-20" dirty="0">
                <a:solidFill>
                  <a:srgbClr val="FFFFFF"/>
                </a:solidFill>
                <a:latin typeface="Calibri"/>
                <a:cs typeface="Calibri"/>
              </a:rPr>
              <a:t> </a:t>
            </a:r>
            <a:r>
              <a:rPr sz="3200" spc="-5" dirty="0">
                <a:solidFill>
                  <a:srgbClr val="FFFFFF"/>
                </a:solidFill>
                <a:latin typeface="Calibri"/>
                <a:cs typeface="Calibri"/>
              </a:rPr>
              <a:t>dạng</a:t>
            </a:r>
            <a:endParaRPr sz="3200">
              <a:latin typeface="Calibri"/>
              <a:cs typeface="Calibri"/>
            </a:endParaRPr>
          </a:p>
        </p:txBody>
      </p:sp>
      <p:sp>
        <p:nvSpPr>
          <p:cNvPr id="14" name="object 14"/>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5" name="object 1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6" name="object 16"/>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29</a:t>
            </a:fld>
            <a:endParaRPr spc="-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046012" y="835971"/>
            <a:ext cx="6002655" cy="452120"/>
          </a:xfrm>
          <a:prstGeom prst="rect">
            <a:avLst/>
          </a:prstGeom>
        </p:spPr>
        <p:txBody>
          <a:bodyPr vert="horz" wrap="square" lIns="0" tIns="12065" rIns="0" bIns="0" rtlCol="0">
            <a:spAutoFit/>
          </a:bodyPr>
          <a:lstStyle/>
          <a:p>
            <a:pPr marL="12700">
              <a:lnSpc>
                <a:spcPct val="100000"/>
              </a:lnSpc>
              <a:spcBef>
                <a:spcPts val="95"/>
              </a:spcBef>
            </a:pPr>
            <a:r>
              <a:rPr spc="-10" dirty="0"/>
              <a:t>Kỹ thuật kiểm </a:t>
            </a:r>
            <a:r>
              <a:rPr spc="-5" dirty="0"/>
              <a:t>tra lỗi </a:t>
            </a:r>
            <a:r>
              <a:rPr spc="-10" dirty="0"/>
              <a:t>nhập </a:t>
            </a:r>
            <a:r>
              <a:rPr spc="-5" dirty="0"/>
              <a:t>dữ</a:t>
            </a:r>
            <a:r>
              <a:rPr spc="35" dirty="0"/>
              <a:t> </a:t>
            </a:r>
            <a:r>
              <a:rPr spc="-10" dirty="0"/>
              <a:t>liệu</a:t>
            </a:r>
          </a:p>
        </p:txBody>
      </p:sp>
      <p:sp>
        <p:nvSpPr>
          <p:cNvPr id="3" name="object 3"/>
          <p:cNvSpPr/>
          <p:nvPr/>
        </p:nvSpPr>
        <p:spPr>
          <a:xfrm>
            <a:off x="3271908" y="2100493"/>
            <a:ext cx="3881120" cy="911860"/>
          </a:xfrm>
          <a:custGeom>
            <a:avLst/>
            <a:gdLst/>
            <a:ahLst/>
            <a:cxnLst/>
            <a:rect l="l" t="t" r="r" b="b"/>
            <a:pathLst>
              <a:path w="3881120" h="911860">
                <a:moveTo>
                  <a:pt x="3729977" y="0"/>
                </a:moveTo>
                <a:lnTo>
                  <a:pt x="152182" y="0"/>
                </a:lnTo>
                <a:lnTo>
                  <a:pt x="104214" y="7806"/>
                </a:lnTo>
                <a:lnTo>
                  <a:pt x="62455" y="29518"/>
                </a:lnTo>
                <a:lnTo>
                  <a:pt x="29462" y="62574"/>
                </a:lnTo>
                <a:lnTo>
                  <a:pt x="7791" y="104412"/>
                </a:lnTo>
                <a:lnTo>
                  <a:pt x="0" y="152471"/>
                </a:lnTo>
                <a:lnTo>
                  <a:pt x="0" y="759303"/>
                </a:lnTo>
                <a:lnTo>
                  <a:pt x="7791" y="807362"/>
                </a:lnTo>
                <a:lnTo>
                  <a:pt x="29462" y="849200"/>
                </a:lnTo>
                <a:lnTo>
                  <a:pt x="62455" y="882256"/>
                </a:lnTo>
                <a:lnTo>
                  <a:pt x="104214" y="903968"/>
                </a:lnTo>
                <a:lnTo>
                  <a:pt x="152182" y="911774"/>
                </a:lnTo>
                <a:lnTo>
                  <a:pt x="3729977" y="911774"/>
                </a:lnTo>
                <a:lnTo>
                  <a:pt x="3777786" y="903968"/>
                </a:lnTo>
                <a:lnTo>
                  <a:pt x="3819167" y="882256"/>
                </a:lnTo>
                <a:lnTo>
                  <a:pt x="3851709" y="849200"/>
                </a:lnTo>
                <a:lnTo>
                  <a:pt x="3873002" y="807362"/>
                </a:lnTo>
                <a:lnTo>
                  <a:pt x="3880636" y="759303"/>
                </a:lnTo>
                <a:lnTo>
                  <a:pt x="3880636" y="152471"/>
                </a:lnTo>
                <a:lnTo>
                  <a:pt x="3873002" y="104412"/>
                </a:lnTo>
                <a:lnTo>
                  <a:pt x="3851709" y="62574"/>
                </a:lnTo>
                <a:lnTo>
                  <a:pt x="3819167" y="29518"/>
                </a:lnTo>
                <a:lnTo>
                  <a:pt x="3777786" y="7806"/>
                </a:lnTo>
                <a:lnTo>
                  <a:pt x="3729977" y="0"/>
                </a:lnTo>
                <a:close/>
              </a:path>
            </a:pathLst>
          </a:custGeom>
          <a:solidFill>
            <a:srgbClr val="4F80BC"/>
          </a:solidFill>
        </p:spPr>
        <p:txBody>
          <a:bodyPr wrap="square" lIns="0" tIns="0" rIns="0" bIns="0" rtlCol="0"/>
          <a:lstStyle/>
          <a:p>
            <a:endParaRPr/>
          </a:p>
        </p:txBody>
      </p:sp>
      <p:sp>
        <p:nvSpPr>
          <p:cNvPr id="4" name="object 4"/>
          <p:cNvSpPr/>
          <p:nvPr/>
        </p:nvSpPr>
        <p:spPr>
          <a:xfrm>
            <a:off x="3259734" y="2088296"/>
            <a:ext cx="3906520" cy="936625"/>
          </a:xfrm>
          <a:custGeom>
            <a:avLst/>
            <a:gdLst/>
            <a:ahLst/>
            <a:cxnLst/>
            <a:rect l="l" t="t" r="r" b="b"/>
            <a:pathLst>
              <a:path w="3906520" h="936625">
                <a:moveTo>
                  <a:pt x="3757368" y="0"/>
                </a:moveTo>
                <a:lnTo>
                  <a:pt x="147615" y="0"/>
                </a:lnTo>
                <a:lnTo>
                  <a:pt x="130876" y="3049"/>
                </a:lnTo>
                <a:lnTo>
                  <a:pt x="85222" y="19820"/>
                </a:lnTo>
                <a:lnTo>
                  <a:pt x="47176" y="48790"/>
                </a:lnTo>
                <a:lnTo>
                  <a:pt x="12174" y="100630"/>
                </a:lnTo>
                <a:lnTo>
                  <a:pt x="0" y="164668"/>
                </a:lnTo>
                <a:lnTo>
                  <a:pt x="0" y="773026"/>
                </a:lnTo>
                <a:lnTo>
                  <a:pt x="7608" y="821815"/>
                </a:lnTo>
                <a:lnTo>
                  <a:pt x="28914" y="864508"/>
                </a:lnTo>
                <a:lnTo>
                  <a:pt x="60872" y="899576"/>
                </a:lnTo>
                <a:lnTo>
                  <a:pt x="101961" y="923971"/>
                </a:lnTo>
                <a:lnTo>
                  <a:pt x="115658" y="930070"/>
                </a:lnTo>
                <a:lnTo>
                  <a:pt x="149138" y="936169"/>
                </a:lnTo>
                <a:lnTo>
                  <a:pt x="3758891" y="936169"/>
                </a:lnTo>
                <a:lnTo>
                  <a:pt x="3775631" y="933119"/>
                </a:lnTo>
                <a:lnTo>
                  <a:pt x="3806066" y="923971"/>
                </a:lnTo>
                <a:lnTo>
                  <a:pt x="3821285" y="916348"/>
                </a:lnTo>
                <a:lnTo>
                  <a:pt x="3829503" y="911773"/>
                </a:lnTo>
                <a:lnTo>
                  <a:pt x="164357" y="911773"/>
                </a:lnTo>
                <a:lnTo>
                  <a:pt x="149138" y="910249"/>
                </a:lnTo>
                <a:lnTo>
                  <a:pt x="135441" y="908724"/>
                </a:lnTo>
                <a:lnTo>
                  <a:pt x="123267" y="905675"/>
                </a:lnTo>
                <a:lnTo>
                  <a:pt x="109570" y="899576"/>
                </a:lnTo>
                <a:lnTo>
                  <a:pt x="97396" y="895002"/>
                </a:lnTo>
                <a:lnTo>
                  <a:pt x="65438" y="870606"/>
                </a:lnTo>
                <a:lnTo>
                  <a:pt x="42611" y="838588"/>
                </a:lnTo>
                <a:lnTo>
                  <a:pt x="25871" y="785223"/>
                </a:lnTo>
                <a:lnTo>
                  <a:pt x="25871" y="149420"/>
                </a:lnTo>
                <a:lnTo>
                  <a:pt x="36523" y="109778"/>
                </a:lnTo>
                <a:lnTo>
                  <a:pt x="57829" y="74710"/>
                </a:lnTo>
                <a:lnTo>
                  <a:pt x="86743" y="48790"/>
                </a:lnTo>
                <a:lnTo>
                  <a:pt x="123267" y="30493"/>
                </a:lnTo>
                <a:lnTo>
                  <a:pt x="165878" y="24395"/>
                </a:lnTo>
                <a:lnTo>
                  <a:pt x="3827981" y="24395"/>
                </a:lnTo>
                <a:lnTo>
                  <a:pt x="3819763" y="19820"/>
                </a:lnTo>
                <a:lnTo>
                  <a:pt x="3804545" y="12197"/>
                </a:lnTo>
                <a:lnTo>
                  <a:pt x="3790849" y="6098"/>
                </a:lnTo>
                <a:lnTo>
                  <a:pt x="3757368" y="0"/>
                </a:lnTo>
                <a:close/>
              </a:path>
              <a:path w="3906520" h="936625">
                <a:moveTo>
                  <a:pt x="3827981" y="24395"/>
                </a:moveTo>
                <a:lnTo>
                  <a:pt x="3742151" y="24395"/>
                </a:lnTo>
                <a:lnTo>
                  <a:pt x="3757368" y="25919"/>
                </a:lnTo>
                <a:lnTo>
                  <a:pt x="3771065" y="27444"/>
                </a:lnTo>
                <a:lnTo>
                  <a:pt x="3783239" y="32019"/>
                </a:lnTo>
                <a:lnTo>
                  <a:pt x="3796936" y="36592"/>
                </a:lnTo>
                <a:lnTo>
                  <a:pt x="3809110" y="42691"/>
                </a:lnTo>
                <a:lnTo>
                  <a:pt x="3841069" y="65562"/>
                </a:lnTo>
                <a:lnTo>
                  <a:pt x="3869983" y="111302"/>
                </a:lnTo>
                <a:lnTo>
                  <a:pt x="3880636" y="150945"/>
                </a:lnTo>
                <a:lnTo>
                  <a:pt x="3880636" y="786748"/>
                </a:lnTo>
                <a:lnTo>
                  <a:pt x="3869983" y="826390"/>
                </a:lnTo>
                <a:lnTo>
                  <a:pt x="3848677" y="861458"/>
                </a:lnTo>
                <a:lnTo>
                  <a:pt x="3819763" y="887378"/>
                </a:lnTo>
                <a:lnTo>
                  <a:pt x="3783239" y="905675"/>
                </a:lnTo>
                <a:lnTo>
                  <a:pt x="3740628" y="911773"/>
                </a:lnTo>
                <a:lnTo>
                  <a:pt x="3829503" y="911773"/>
                </a:lnTo>
                <a:lnTo>
                  <a:pt x="3868461" y="876705"/>
                </a:lnTo>
                <a:lnTo>
                  <a:pt x="3898898" y="820291"/>
                </a:lnTo>
                <a:lnTo>
                  <a:pt x="3906507" y="771500"/>
                </a:lnTo>
                <a:lnTo>
                  <a:pt x="3906507" y="163142"/>
                </a:lnTo>
                <a:lnTo>
                  <a:pt x="3898898" y="114353"/>
                </a:lnTo>
                <a:lnTo>
                  <a:pt x="3877593" y="71661"/>
                </a:lnTo>
                <a:lnTo>
                  <a:pt x="3845634" y="36592"/>
                </a:lnTo>
                <a:lnTo>
                  <a:pt x="3833459" y="27444"/>
                </a:lnTo>
                <a:lnTo>
                  <a:pt x="3827981" y="24395"/>
                </a:lnTo>
                <a:close/>
              </a:path>
            </a:pathLst>
          </a:custGeom>
          <a:solidFill>
            <a:srgbClr val="FFFFFF"/>
          </a:solidFill>
        </p:spPr>
        <p:txBody>
          <a:bodyPr wrap="square" lIns="0" tIns="0" rIns="0" bIns="0" rtlCol="0"/>
          <a:lstStyle/>
          <a:p>
            <a:endParaRPr/>
          </a:p>
        </p:txBody>
      </p:sp>
      <p:sp>
        <p:nvSpPr>
          <p:cNvPr id="5" name="object 5"/>
          <p:cNvSpPr/>
          <p:nvPr/>
        </p:nvSpPr>
        <p:spPr>
          <a:xfrm>
            <a:off x="3271908" y="3122047"/>
            <a:ext cx="3881120" cy="911860"/>
          </a:xfrm>
          <a:custGeom>
            <a:avLst/>
            <a:gdLst/>
            <a:ahLst/>
            <a:cxnLst/>
            <a:rect l="l" t="t" r="r" b="b"/>
            <a:pathLst>
              <a:path w="3881120" h="911860">
                <a:moveTo>
                  <a:pt x="3729977" y="0"/>
                </a:moveTo>
                <a:lnTo>
                  <a:pt x="152182" y="0"/>
                </a:lnTo>
                <a:lnTo>
                  <a:pt x="104214" y="7660"/>
                </a:lnTo>
                <a:lnTo>
                  <a:pt x="62455" y="29078"/>
                </a:lnTo>
                <a:lnTo>
                  <a:pt x="29462" y="61914"/>
                </a:lnTo>
                <a:lnTo>
                  <a:pt x="7791" y="103825"/>
                </a:lnTo>
                <a:lnTo>
                  <a:pt x="0" y="152469"/>
                </a:lnTo>
                <a:lnTo>
                  <a:pt x="0" y="759303"/>
                </a:lnTo>
                <a:lnTo>
                  <a:pt x="7791" y="807362"/>
                </a:lnTo>
                <a:lnTo>
                  <a:pt x="29462" y="849199"/>
                </a:lnTo>
                <a:lnTo>
                  <a:pt x="62455" y="882255"/>
                </a:lnTo>
                <a:lnTo>
                  <a:pt x="104214" y="903967"/>
                </a:lnTo>
                <a:lnTo>
                  <a:pt x="152182" y="911773"/>
                </a:lnTo>
                <a:lnTo>
                  <a:pt x="3729977" y="911773"/>
                </a:lnTo>
                <a:lnTo>
                  <a:pt x="3777786" y="903967"/>
                </a:lnTo>
                <a:lnTo>
                  <a:pt x="3819167" y="882255"/>
                </a:lnTo>
                <a:lnTo>
                  <a:pt x="3851709" y="849199"/>
                </a:lnTo>
                <a:lnTo>
                  <a:pt x="3873002" y="807362"/>
                </a:lnTo>
                <a:lnTo>
                  <a:pt x="3880636" y="759303"/>
                </a:lnTo>
                <a:lnTo>
                  <a:pt x="3880636" y="152469"/>
                </a:lnTo>
                <a:lnTo>
                  <a:pt x="3873002" y="103825"/>
                </a:lnTo>
                <a:lnTo>
                  <a:pt x="3851709" y="61914"/>
                </a:lnTo>
                <a:lnTo>
                  <a:pt x="3819167" y="29078"/>
                </a:lnTo>
                <a:lnTo>
                  <a:pt x="3777786" y="7660"/>
                </a:lnTo>
                <a:lnTo>
                  <a:pt x="3729977" y="0"/>
                </a:lnTo>
                <a:close/>
              </a:path>
            </a:pathLst>
          </a:custGeom>
          <a:solidFill>
            <a:srgbClr val="4F80BC"/>
          </a:solidFill>
        </p:spPr>
        <p:txBody>
          <a:bodyPr wrap="square" lIns="0" tIns="0" rIns="0" bIns="0" rtlCol="0"/>
          <a:lstStyle/>
          <a:p>
            <a:endParaRPr/>
          </a:p>
        </p:txBody>
      </p:sp>
      <p:sp>
        <p:nvSpPr>
          <p:cNvPr id="6" name="object 6"/>
          <p:cNvSpPr/>
          <p:nvPr/>
        </p:nvSpPr>
        <p:spPr>
          <a:xfrm>
            <a:off x="3259734" y="3109848"/>
            <a:ext cx="3906520" cy="936625"/>
          </a:xfrm>
          <a:custGeom>
            <a:avLst/>
            <a:gdLst/>
            <a:ahLst/>
            <a:cxnLst/>
            <a:rect l="l" t="t" r="r" b="b"/>
            <a:pathLst>
              <a:path w="3906520" h="936625">
                <a:moveTo>
                  <a:pt x="3757368" y="0"/>
                </a:moveTo>
                <a:lnTo>
                  <a:pt x="147615" y="0"/>
                </a:lnTo>
                <a:lnTo>
                  <a:pt x="130876" y="3049"/>
                </a:lnTo>
                <a:lnTo>
                  <a:pt x="85222" y="19820"/>
                </a:lnTo>
                <a:lnTo>
                  <a:pt x="47176" y="47265"/>
                </a:lnTo>
                <a:lnTo>
                  <a:pt x="38045" y="59463"/>
                </a:lnTo>
                <a:lnTo>
                  <a:pt x="27392" y="71661"/>
                </a:lnTo>
                <a:lnTo>
                  <a:pt x="19784" y="85383"/>
                </a:lnTo>
                <a:lnTo>
                  <a:pt x="12174" y="100630"/>
                </a:lnTo>
                <a:lnTo>
                  <a:pt x="3044" y="131124"/>
                </a:lnTo>
                <a:lnTo>
                  <a:pt x="0" y="164668"/>
                </a:lnTo>
                <a:lnTo>
                  <a:pt x="0" y="773026"/>
                </a:lnTo>
                <a:lnTo>
                  <a:pt x="7608" y="821816"/>
                </a:lnTo>
                <a:lnTo>
                  <a:pt x="28914" y="864508"/>
                </a:lnTo>
                <a:lnTo>
                  <a:pt x="60872" y="899576"/>
                </a:lnTo>
                <a:lnTo>
                  <a:pt x="101961" y="923971"/>
                </a:lnTo>
                <a:lnTo>
                  <a:pt x="149138" y="936170"/>
                </a:lnTo>
                <a:lnTo>
                  <a:pt x="3758891" y="936170"/>
                </a:lnTo>
                <a:lnTo>
                  <a:pt x="3775631" y="933119"/>
                </a:lnTo>
                <a:lnTo>
                  <a:pt x="3806066" y="923971"/>
                </a:lnTo>
                <a:lnTo>
                  <a:pt x="3821285" y="916348"/>
                </a:lnTo>
                <a:lnTo>
                  <a:pt x="3829502" y="911774"/>
                </a:lnTo>
                <a:lnTo>
                  <a:pt x="164357" y="911774"/>
                </a:lnTo>
                <a:lnTo>
                  <a:pt x="149138" y="910249"/>
                </a:lnTo>
                <a:lnTo>
                  <a:pt x="135441" y="908725"/>
                </a:lnTo>
                <a:lnTo>
                  <a:pt x="123267" y="904151"/>
                </a:lnTo>
                <a:lnTo>
                  <a:pt x="109570" y="899576"/>
                </a:lnTo>
                <a:lnTo>
                  <a:pt x="97396" y="893478"/>
                </a:lnTo>
                <a:lnTo>
                  <a:pt x="86743" y="887379"/>
                </a:lnTo>
                <a:lnTo>
                  <a:pt x="76090" y="878230"/>
                </a:lnTo>
                <a:lnTo>
                  <a:pt x="65438" y="870607"/>
                </a:lnTo>
                <a:lnTo>
                  <a:pt x="36523" y="824866"/>
                </a:lnTo>
                <a:lnTo>
                  <a:pt x="25871" y="785223"/>
                </a:lnTo>
                <a:lnTo>
                  <a:pt x="25871" y="149421"/>
                </a:lnTo>
                <a:lnTo>
                  <a:pt x="36523" y="109778"/>
                </a:lnTo>
                <a:lnTo>
                  <a:pt x="57829" y="74710"/>
                </a:lnTo>
                <a:lnTo>
                  <a:pt x="86743" y="48790"/>
                </a:lnTo>
                <a:lnTo>
                  <a:pt x="123267" y="30493"/>
                </a:lnTo>
                <a:lnTo>
                  <a:pt x="165878" y="24395"/>
                </a:lnTo>
                <a:lnTo>
                  <a:pt x="3828894" y="24395"/>
                </a:lnTo>
                <a:lnTo>
                  <a:pt x="3819763" y="18296"/>
                </a:lnTo>
                <a:lnTo>
                  <a:pt x="3804545" y="12198"/>
                </a:lnTo>
                <a:lnTo>
                  <a:pt x="3790849" y="6098"/>
                </a:lnTo>
                <a:lnTo>
                  <a:pt x="3757368" y="0"/>
                </a:lnTo>
                <a:close/>
              </a:path>
              <a:path w="3906520" h="936625">
                <a:moveTo>
                  <a:pt x="3828894" y="24395"/>
                </a:moveTo>
                <a:lnTo>
                  <a:pt x="3742151" y="24395"/>
                </a:lnTo>
                <a:lnTo>
                  <a:pt x="3757368" y="25920"/>
                </a:lnTo>
                <a:lnTo>
                  <a:pt x="3771065" y="27444"/>
                </a:lnTo>
                <a:lnTo>
                  <a:pt x="3809110" y="41167"/>
                </a:lnTo>
                <a:lnTo>
                  <a:pt x="3841069" y="65562"/>
                </a:lnTo>
                <a:lnTo>
                  <a:pt x="3863896" y="97581"/>
                </a:lnTo>
                <a:lnTo>
                  <a:pt x="3880636" y="150945"/>
                </a:lnTo>
                <a:lnTo>
                  <a:pt x="3880636" y="786748"/>
                </a:lnTo>
                <a:lnTo>
                  <a:pt x="3869983" y="826391"/>
                </a:lnTo>
                <a:lnTo>
                  <a:pt x="3848677" y="861458"/>
                </a:lnTo>
                <a:lnTo>
                  <a:pt x="3819763" y="887379"/>
                </a:lnTo>
                <a:lnTo>
                  <a:pt x="3783239" y="905675"/>
                </a:lnTo>
                <a:lnTo>
                  <a:pt x="3740628" y="911774"/>
                </a:lnTo>
                <a:lnTo>
                  <a:pt x="3829502" y="911774"/>
                </a:lnTo>
                <a:lnTo>
                  <a:pt x="3868461" y="876706"/>
                </a:lnTo>
                <a:lnTo>
                  <a:pt x="3892810" y="835539"/>
                </a:lnTo>
                <a:lnTo>
                  <a:pt x="3906507" y="771502"/>
                </a:lnTo>
                <a:lnTo>
                  <a:pt x="3906507" y="163144"/>
                </a:lnTo>
                <a:lnTo>
                  <a:pt x="3898898" y="114353"/>
                </a:lnTo>
                <a:lnTo>
                  <a:pt x="3877593" y="71661"/>
                </a:lnTo>
                <a:lnTo>
                  <a:pt x="3845634" y="36593"/>
                </a:lnTo>
                <a:lnTo>
                  <a:pt x="3833459" y="27444"/>
                </a:lnTo>
                <a:lnTo>
                  <a:pt x="3828894" y="24395"/>
                </a:lnTo>
                <a:close/>
              </a:path>
            </a:pathLst>
          </a:custGeom>
          <a:solidFill>
            <a:srgbClr val="FFFFFF"/>
          </a:solidFill>
        </p:spPr>
        <p:txBody>
          <a:bodyPr wrap="square" lIns="0" tIns="0" rIns="0" bIns="0" rtlCol="0"/>
          <a:lstStyle/>
          <a:p>
            <a:endParaRPr/>
          </a:p>
        </p:txBody>
      </p:sp>
      <p:sp>
        <p:nvSpPr>
          <p:cNvPr id="7" name="object 7"/>
          <p:cNvSpPr/>
          <p:nvPr/>
        </p:nvSpPr>
        <p:spPr>
          <a:xfrm>
            <a:off x="3271908" y="4143599"/>
            <a:ext cx="3881120" cy="911860"/>
          </a:xfrm>
          <a:custGeom>
            <a:avLst/>
            <a:gdLst/>
            <a:ahLst/>
            <a:cxnLst/>
            <a:rect l="l" t="t" r="r" b="b"/>
            <a:pathLst>
              <a:path w="3881120" h="911860">
                <a:moveTo>
                  <a:pt x="3729977" y="0"/>
                </a:moveTo>
                <a:lnTo>
                  <a:pt x="152182" y="0"/>
                </a:lnTo>
                <a:lnTo>
                  <a:pt x="104214" y="7647"/>
                </a:lnTo>
                <a:lnTo>
                  <a:pt x="62455" y="28981"/>
                </a:lnTo>
                <a:lnTo>
                  <a:pt x="29462" y="61586"/>
                </a:lnTo>
                <a:lnTo>
                  <a:pt x="7791" y="103045"/>
                </a:lnTo>
                <a:lnTo>
                  <a:pt x="0" y="150945"/>
                </a:lnTo>
                <a:lnTo>
                  <a:pt x="0" y="759303"/>
                </a:lnTo>
                <a:lnTo>
                  <a:pt x="7791" y="807362"/>
                </a:lnTo>
                <a:lnTo>
                  <a:pt x="29462" y="849199"/>
                </a:lnTo>
                <a:lnTo>
                  <a:pt x="62455" y="882255"/>
                </a:lnTo>
                <a:lnTo>
                  <a:pt x="104214" y="903967"/>
                </a:lnTo>
                <a:lnTo>
                  <a:pt x="152182" y="911773"/>
                </a:lnTo>
                <a:lnTo>
                  <a:pt x="3729977" y="911773"/>
                </a:lnTo>
                <a:lnTo>
                  <a:pt x="3777786" y="903967"/>
                </a:lnTo>
                <a:lnTo>
                  <a:pt x="3819167" y="882255"/>
                </a:lnTo>
                <a:lnTo>
                  <a:pt x="3851709" y="849199"/>
                </a:lnTo>
                <a:lnTo>
                  <a:pt x="3873002" y="807362"/>
                </a:lnTo>
                <a:lnTo>
                  <a:pt x="3880636" y="759303"/>
                </a:lnTo>
                <a:lnTo>
                  <a:pt x="3880636" y="150945"/>
                </a:lnTo>
                <a:lnTo>
                  <a:pt x="3873002" y="103045"/>
                </a:lnTo>
                <a:lnTo>
                  <a:pt x="3851709" y="61586"/>
                </a:lnTo>
                <a:lnTo>
                  <a:pt x="3819167" y="28981"/>
                </a:lnTo>
                <a:lnTo>
                  <a:pt x="3777786" y="7647"/>
                </a:lnTo>
                <a:lnTo>
                  <a:pt x="3729977" y="0"/>
                </a:lnTo>
                <a:close/>
              </a:path>
            </a:pathLst>
          </a:custGeom>
          <a:solidFill>
            <a:srgbClr val="4F80BC"/>
          </a:solidFill>
        </p:spPr>
        <p:txBody>
          <a:bodyPr wrap="square" lIns="0" tIns="0" rIns="0" bIns="0" rtlCol="0"/>
          <a:lstStyle/>
          <a:p>
            <a:endParaRPr/>
          </a:p>
        </p:txBody>
      </p:sp>
      <p:sp>
        <p:nvSpPr>
          <p:cNvPr id="8" name="object 8"/>
          <p:cNvSpPr/>
          <p:nvPr/>
        </p:nvSpPr>
        <p:spPr>
          <a:xfrm>
            <a:off x="3259734" y="4129877"/>
            <a:ext cx="3906520" cy="937894"/>
          </a:xfrm>
          <a:custGeom>
            <a:avLst/>
            <a:gdLst/>
            <a:ahLst/>
            <a:cxnLst/>
            <a:rect l="l" t="t" r="r" b="b"/>
            <a:pathLst>
              <a:path w="3906520" h="937895">
                <a:moveTo>
                  <a:pt x="3742151" y="0"/>
                </a:moveTo>
                <a:lnTo>
                  <a:pt x="164357" y="0"/>
                </a:lnTo>
                <a:lnTo>
                  <a:pt x="147615" y="1525"/>
                </a:lnTo>
                <a:lnTo>
                  <a:pt x="100440" y="13722"/>
                </a:lnTo>
                <a:lnTo>
                  <a:pt x="59350" y="38117"/>
                </a:lnTo>
                <a:lnTo>
                  <a:pt x="38045" y="60987"/>
                </a:lnTo>
                <a:lnTo>
                  <a:pt x="27392" y="73186"/>
                </a:lnTo>
                <a:lnTo>
                  <a:pt x="19784" y="86908"/>
                </a:lnTo>
                <a:lnTo>
                  <a:pt x="12174" y="102154"/>
                </a:lnTo>
                <a:lnTo>
                  <a:pt x="3044" y="132648"/>
                </a:lnTo>
                <a:lnTo>
                  <a:pt x="1521" y="149421"/>
                </a:lnTo>
                <a:lnTo>
                  <a:pt x="0" y="164668"/>
                </a:lnTo>
                <a:lnTo>
                  <a:pt x="0" y="774550"/>
                </a:lnTo>
                <a:lnTo>
                  <a:pt x="1521" y="791323"/>
                </a:lnTo>
                <a:lnTo>
                  <a:pt x="13696" y="838588"/>
                </a:lnTo>
                <a:lnTo>
                  <a:pt x="38045" y="878230"/>
                </a:lnTo>
                <a:lnTo>
                  <a:pt x="73047" y="910249"/>
                </a:lnTo>
                <a:lnTo>
                  <a:pt x="115658" y="930070"/>
                </a:lnTo>
                <a:lnTo>
                  <a:pt x="149138" y="937694"/>
                </a:lnTo>
                <a:lnTo>
                  <a:pt x="3758891" y="937694"/>
                </a:lnTo>
                <a:lnTo>
                  <a:pt x="3775631" y="934645"/>
                </a:lnTo>
                <a:lnTo>
                  <a:pt x="3790849" y="930070"/>
                </a:lnTo>
                <a:lnTo>
                  <a:pt x="3821285" y="917873"/>
                </a:lnTo>
                <a:lnTo>
                  <a:pt x="3830417" y="911773"/>
                </a:lnTo>
                <a:lnTo>
                  <a:pt x="149138" y="911773"/>
                </a:lnTo>
                <a:lnTo>
                  <a:pt x="135441" y="910249"/>
                </a:lnTo>
                <a:lnTo>
                  <a:pt x="123267" y="905675"/>
                </a:lnTo>
                <a:lnTo>
                  <a:pt x="109570" y="901101"/>
                </a:lnTo>
                <a:lnTo>
                  <a:pt x="97396" y="895002"/>
                </a:lnTo>
                <a:lnTo>
                  <a:pt x="65438" y="870606"/>
                </a:lnTo>
                <a:lnTo>
                  <a:pt x="36523" y="826390"/>
                </a:lnTo>
                <a:lnTo>
                  <a:pt x="25871" y="786748"/>
                </a:lnTo>
                <a:lnTo>
                  <a:pt x="25871" y="150945"/>
                </a:lnTo>
                <a:lnTo>
                  <a:pt x="36523" y="109778"/>
                </a:lnTo>
                <a:lnTo>
                  <a:pt x="57829" y="76235"/>
                </a:lnTo>
                <a:lnTo>
                  <a:pt x="76090" y="57938"/>
                </a:lnTo>
                <a:lnTo>
                  <a:pt x="86743" y="48790"/>
                </a:lnTo>
                <a:lnTo>
                  <a:pt x="111093" y="36592"/>
                </a:lnTo>
                <a:lnTo>
                  <a:pt x="123267" y="32019"/>
                </a:lnTo>
                <a:lnTo>
                  <a:pt x="150660" y="25920"/>
                </a:lnTo>
                <a:lnTo>
                  <a:pt x="3828894" y="25920"/>
                </a:lnTo>
                <a:lnTo>
                  <a:pt x="3819763" y="19820"/>
                </a:lnTo>
                <a:lnTo>
                  <a:pt x="3804545" y="13722"/>
                </a:lnTo>
                <a:lnTo>
                  <a:pt x="3790849" y="7623"/>
                </a:lnTo>
                <a:lnTo>
                  <a:pt x="3774108" y="3049"/>
                </a:lnTo>
                <a:lnTo>
                  <a:pt x="3742151" y="0"/>
                </a:lnTo>
                <a:close/>
              </a:path>
              <a:path w="3906520" h="937895">
                <a:moveTo>
                  <a:pt x="3828894" y="25920"/>
                </a:moveTo>
                <a:lnTo>
                  <a:pt x="3742151" y="25920"/>
                </a:lnTo>
                <a:lnTo>
                  <a:pt x="3757368" y="27444"/>
                </a:lnTo>
                <a:lnTo>
                  <a:pt x="3771065" y="28969"/>
                </a:lnTo>
                <a:lnTo>
                  <a:pt x="3809110" y="42692"/>
                </a:lnTo>
                <a:lnTo>
                  <a:pt x="3841069" y="67087"/>
                </a:lnTo>
                <a:lnTo>
                  <a:pt x="3863896" y="99105"/>
                </a:lnTo>
                <a:lnTo>
                  <a:pt x="3877593" y="137223"/>
                </a:lnTo>
                <a:lnTo>
                  <a:pt x="3880636" y="150945"/>
                </a:lnTo>
                <a:lnTo>
                  <a:pt x="3880636" y="788272"/>
                </a:lnTo>
                <a:lnTo>
                  <a:pt x="3869983" y="827915"/>
                </a:lnTo>
                <a:lnTo>
                  <a:pt x="3848677" y="862984"/>
                </a:lnTo>
                <a:lnTo>
                  <a:pt x="3819763" y="888903"/>
                </a:lnTo>
                <a:lnTo>
                  <a:pt x="3783239" y="905675"/>
                </a:lnTo>
                <a:lnTo>
                  <a:pt x="3755847" y="911773"/>
                </a:lnTo>
                <a:lnTo>
                  <a:pt x="3830417" y="911773"/>
                </a:lnTo>
                <a:lnTo>
                  <a:pt x="3868461" y="878230"/>
                </a:lnTo>
                <a:lnTo>
                  <a:pt x="3892810" y="837063"/>
                </a:lnTo>
                <a:lnTo>
                  <a:pt x="3904985" y="789797"/>
                </a:lnTo>
                <a:lnTo>
                  <a:pt x="3906507" y="773026"/>
                </a:lnTo>
                <a:lnTo>
                  <a:pt x="3906507" y="164668"/>
                </a:lnTo>
                <a:lnTo>
                  <a:pt x="3898898" y="115877"/>
                </a:lnTo>
                <a:lnTo>
                  <a:pt x="3868461" y="59463"/>
                </a:lnTo>
                <a:lnTo>
                  <a:pt x="3833459" y="28969"/>
                </a:lnTo>
                <a:lnTo>
                  <a:pt x="3828894" y="25920"/>
                </a:lnTo>
                <a:close/>
              </a:path>
            </a:pathLst>
          </a:custGeom>
          <a:solidFill>
            <a:srgbClr val="FFFFFF"/>
          </a:solidFill>
        </p:spPr>
        <p:txBody>
          <a:bodyPr wrap="square" lIns="0" tIns="0" rIns="0" bIns="0" rtlCol="0"/>
          <a:lstStyle/>
          <a:p>
            <a:endParaRPr/>
          </a:p>
        </p:txBody>
      </p:sp>
      <p:sp>
        <p:nvSpPr>
          <p:cNvPr id="9" name="object 9"/>
          <p:cNvSpPr/>
          <p:nvPr/>
        </p:nvSpPr>
        <p:spPr>
          <a:xfrm>
            <a:off x="3271908" y="5165152"/>
            <a:ext cx="3881120" cy="911860"/>
          </a:xfrm>
          <a:custGeom>
            <a:avLst/>
            <a:gdLst/>
            <a:ahLst/>
            <a:cxnLst/>
            <a:rect l="l" t="t" r="r" b="b"/>
            <a:pathLst>
              <a:path w="3881120" h="911860">
                <a:moveTo>
                  <a:pt x="3729977" y="0"/>
                </a:moveTo>
                <a:lnTo>
                  <a:pt x="152182" y="0"/>
                </a:lnTo>
                <a:lnTo>
                  <a:pt x="104214" y="7647"/>
                </a:lnTo>
                <a:lnTo>
                  <a:pt x="62455" y="28981"/>
                </a:lnTo>
                <a:lnTo>
                  <a:pt x="29462" y="61586"/>
                </a:lnTo>
                <a:lnTo>
                  <a:pt x="7791" y="103045"/>
                </a:lnTo>
                <a:lnTo>
                  <a:pt x="0" y="150945"/>
                </a:lnTo>
                <a:lnTo>
                  <a:pt x="0" y="759303"/>
                </a:lnTo>
                <a:lnTo>
                  <a:pt x="7791" y="807362"/>
                </a:lnTo>
                <a:lnTo>
                  <a:pt x="29462" y="849200"/>
                </a:lnTo>
                <a:lnTo>
                  <a:pt x="62455" y="882256"/>
                </a:lnTo>
                <a:lnTo>
                  <a:pt x="104214" y="903968"/>
                </a:lnTo>
                <a:lnTo>
                  <a:pt x="152182" y="911774"/>
                </a:lnTo>
                <a:lnTo>
                  <a:pt x="3729977" y="911774"/>
                </a:lnTo>
                <a:lnTo>
                  <a:pt x="3777786" y="903968"/>
                </a:lnTo>
                <a:lnTo>
                  <a:pt x="3819167" y="882256"/>
                </a:lnTo>
                <a:lnTo>
                  <a:pt x="3851709" y="849200"/>
                </a:lnTo>
                <a:lnTo>
                  <a:pt x="3873002" y="807362"/>
                </a:lnTo>
                <a:lnTo>
                  <a:pt x="3880636" y="759303"/>
                </a:lnTo>
                <a:lnTo>
                  <a:pt x="3880636" y="150945"/>
                </a:lnTo>
                <a:lnTo>
                  <a:pt x="3873002" y="103045"/>
                </a:lnTo>
                <a:lnTo>
                  <a:pt x="3851709" y="61586"/>
                </a:lnTo>
                <a:lnTo>
                  <a:pt x="3819167" y="28981"/>
                </a:lnTo>
                <a:lnTo>
                  <a:pt x="3777786" y="7647"/>
                </a:lnTo>
                <a:lnTo>
                  <a:pt x="3729977" y="0"/>
                </a:lnTo>
                <a:close/>
              </a:path>
            </a:pathLst>
          </a:custGeom>
          <a:solidFill>
            <a:srgbClr val="4F80BC"/>
          </a:solidFill>
        </p:spPr>
        <p:txBody>
          <a:bodyPr wrap="square" lIns="0" tIns="0" rIns="0" bIns="0" rtlCol="0"/>
          <a:lstStyle/>
          <a:p>
            <a:endParaRPr/>
          </a:p>
        </p:txBody>
      </p:sp>
      <p:sp>
        <p:nvSpPr>
          <p:cNvPr id="10" name="object 10"/>
          <p:cNvSpPr/>
          <p:nvPr/>
        </p:nvSpPr>
        <p:spPr>
          <a:xfrm>
            <a:off x="3259734" y="5151429"/>
            <a:ext cx="3906520" cy="937894"/>
          </a:xfrm>
          <a:custGeom>
            <a:avLst/>
            <a:gdLst/>
            <a:ahLst/>
            <a:cxnLst/>
            <a:rect l="l" t="t" r="r" b="b"/>
            <a:pathLst>
              <a:path w="3906520" h="937895">
                <a:moveTo>
                  <a:pt x="3742151" y="0"/>
                </a:moveTo>
                <a:lnTo>
                  <a:pt x="164357" y="0"/>
                </a:lnTo>
                <a:lnTo>
                  <a:pt x="147615" y="1525"/>
                </a:lnTo>
                <a:lnTo>
                  <a:pt x="85222" y="19822"/>
                </a:lnTo>
                <a:lnTo>
                  <a:pt x="47176" y="48790"/>
                </a:lnTo>
                <a:lnTo>
                  <a:pt x="38045" y="60989"/>
                </a:lnTo>
                <a:lnTo>
                  <a:pt x="27392" y="73186"/>
                </a:lnTo>
                <a:lnTo>
                  <a:pt x="19784" y="86908"/>
                </a:lnTo>
                <a:lnTo>
                  <a:pt x="12174" y="102156"/>
                </a:lnTo>
                <a:lnTo>
                  <a:pt x="3044" y="132650"/>
                </a:lnTo>
                <a:lnTo>
                  <a:pt x="1521" y="149421"/>
                </a:lnTo>
                <a:lnTo>
                  <a:pt x="0" y="164668"/>
                </a:lnTo>
                <a:lnTo>
                  <a:pt x="0" y="773026"/>
                </a:lnTo>
                <a:lnTo>
                  <a:pt x="3044" y="806569"/>
                </a:lnTo>
                <a:lnTo>
                  <a:pt x="19784" y="852310"/>
                </a:lnTo>
                <a:lnTo>
                  <a:pt x="48698" y="890428"/>
                </a:lnTo>
                <a:lnTo>
                  <a:pt x="86743" y="917873"/>
                </a:lnTo>
                <a:lnTo>
                  <a:pt x="132398" y="934645"/>
                </a:lnTo>
                <a:lnTo>
                  <a:pt x="164357" y="937694"/>
                </a:lnTo>
                <a:lnTo>
                  <a:pt x="3742151" y="937694"/>
                </a:lnTo>
                <a:lnTo>
                  <a:pt x="3775631" y="934645"/>
                </a:lnTo>
                <a:lnTo>
                  <a:pt x="3790849" y="930070"/>
                </a:lnTo>
                <a:lnTo>
                  <a:pt x="3821285" y="917873"/>
                </a:lnTo>
                <a:lnTo>
                  <a:pt x="3830416" y="911774"/>
                </a:lnTo>
                <a:lnTo>
                  <a:pt x="149138" y="911774"/>
                </a:lnTo>
                <a:lnTo>
                  <a:pt x="135441" y="908725"/>
                </a:lnTo>
                <a:lnTo>
                  <a:pt x="97396" y="895003"/>
                </a:lnTo>
                <a:lnTo>
                  <a:pt x="65438" y="870607"/>
                </a:lnTo>
                <a:lnTo>
                  <a:pt x="36523" y="826391"/>
                </a:lnTo>
                <a:lnTo>
                  <a:pt x="25871" y="786748"/>
                </a:lnTo>
                <a:lnTo>
                  <a:pt x="25871" y="150945"/>
                </a:lnTo>
                <a:lnTo>
                  <a:pt x="36523" y="109778"/>
                </a:lnTo>
                <a:lnTo>
                  <a:pt x="57829" y="76235"/>
                </a:lnTo>
                <a:lnTo>
                  <a:pt x="76090" y="57939"/>
                </a:lnTo>
                <a:lnTo>
                  <a:pt x="86743" y="48790"/>
                </a:lnTo>
                <a:lnTo>
                  <a:pt x="111093" y="36593"/>
                </a:lnTo>
                <a:lnTo>
                  <a:pt x="123267" y="32019"/>
                </a:lnTo>
                <a:lnTo>
                  <a:pt x="150660" y="25920"/>
                </a:lnTo>
                <a:lnTo>
                  <a:pt x="3830721" y="25920"/>
                </a:lnTo>
                <a:lnTo>
                  <a:pt x="3819763" y="19822"/>
                </a:lnTo>
                <a:lnTo>
                  <a:pt x="3804545" y="13722"/>
                </a:lnTo>
                <a:lnTo>
                  <a:pt x="3790849" y="7623"/>
                </a:lnTo>
                <a:lnTo>
                  <a:pt x="3774108" y="3050"/>
                </a:lnTo>
                <a:lnTo>
                  <a:pt x="3742151" y="0"/>
                </a:lnTo>
                <a:close/>
              </a:path>
              <a:path w="3906520" h="937895">
                <a:moveTo>
                  <a:pt x="3830721" y="25920"/>
                </a:moveTo>
                <a:lnTo>
                  <a:pt x="3757368" y="25920"/>
                </a:lnTo>
                <a:lnTo>
                  <a:pt x="3771065" y="28969"/>
                </a:lnTo>
                <a:lnTo>
                  <a:pt x="3783239" y="32019"/>
                </a:lnTo>
                <a:lnTo>
                  <a:pt x="3830416" y="57939"/>
                </a:lnTo>
                <a:lnTo>
                  <a:pt x="3857809" y="88433"/>
                </a:lnTo>
                <a:lnTo>
                  <a:pt x="3874549" y="123501"/>
                </a:lnTo>
                <a:lnTo>
                  <a:pt x="3880636" y="150945"/>
                </a:lnTo>
                <a:lnTo>
                  <a:pt x="3880636" y="788273"/>
                </a:lnTo>
                <a:lnTo>
                  <a:pt x="3869983" y="827915"/>
                </a:lnTo>
                <a:lnTo>
                  <a:pt x="3848677" y="861458"/>
                </a:lnTo>
                <a:lnTo>
                  <a:pt x="3819763" y="888903"/>
                </a:lnTo>
                <a:lnTo>
                  <a:pt x="3783239" y="905676"/>
                </a:lnTo>
                <a:lnTo>
                  <a:pt x="3755847" y="911774"/>
                </a:lnTo>
                <a:lnTo>
                  <a:pt x="3830416" y="911774"/>
                </a:lnTo>
                <a:lnTo>
                  <a:pt x="3879114" y="864509"/>
                </a:lnTo>
                <a:lnTo>
                  <a:pt x="3898898" y="821816"/>
                </a:lnTo>
                <a:lnTo>
                  <a:pt x="3906507" y="773026"/>
                </a:lnTo>
                <a:lnTo>
                  <a:pt x="3906507" y="164668"/>
                </a:lnTo>
                <a:lnTo>
                  <a:pt x="3903463" y="131124"/>
                </a:lnTo>
                <a:lnTo>
                  <a:pt x="3898898" y="115878"/>
                </a:lnTo>
                <a:lnTo>
                  <a:pt x="3886723" y="85384"/>
                </a:lnTo>
                <a:lnTo>
                  <a:pt x="3877593" y="73186"/>
                </a:lnTo>
                <a:lnTo>
                  <a:pt x="3868461" y="59463"/>
                </a:lnTo>
                <a:lnTo>
                  <a:pt x="3857809" y="48790"/>
                </a:lnTo>
                <a:lnTo>
                  <a:pt x="3833459" y="27444"/>
                </a:lnTo>
                <a:lnTo>
                  <a:pt x="3830721" y="25920"/>
                </a:lnTo>
                <a:close/>
              </a:path>
            </a:pathLst>
          </a:custGeom>
          <a:solidFill>
            <a:srgbClr val="FFFFFF"/>
          </a:solidFill>
        </p:spPr>
        <p:txBody>
          <a:bodyPr wrap="square" lIns="0" tIns="0" rIns="0" bIns="0" rtlCol="0"/>
          <a:lstStyle/>
          <a:p>
            <a:endParaRPr/>
          </a:p>
        </p:txBody>
      </p:sp>
      <p:sp>
        <p:nvSpPr>
          <p:cNvPr id="11" name="object 11"/>
          <p:cNvSpPr txBox="1"/>
          <p:nvPr/>
        </p:nvSpPr>
        <p:spPr>
          <a:xfrm>
            <a:off x="4409814" y="2195401"/>
            <a:ext cx="1607820" cy="3669665"/>
          </a:xfrm>
          <a:prstGeom prst="rect">
            <a:avLst/>
          </a:prstGeom>
        </p:spPr>
        <p:txBody>
          <a:bodyPr vert="horz" wrap="square" lIns="0" tIns="13335" rIns="0" bIns="0" rtlCol="0">
            <a:spAutoFit/>
          </a:bodyPr>
          <a:lstStyle/>
          <a:p>
            <a:pPr algn="ctr">
              <a:lnSpc>
                <a:spcPct val="100000"/>
              </a:lnSpc>
              <a:spcBef>
                <a:spcPts val="105"/>
              </a:spcBef>
            </a:pPr>
            <a:r>
              <a:rPr sz="3800" spc="-5" dirty="0">
                <a:solidFill>
                  <a:srgbClr val="FFFFFF"/>
                </a:solidFill>
                <a:latin typeface="Calibri"/>
                <a:cs typeface="Calibri"/>
              </a:rPr>
              <a:t>Phạm</a:t>
            </a:r>
            <a:r>
              <a:rPr sz="3800" spc="-95" dirty="0">
                <a:solidFill>
                  <a:srgbClr val="FFFFFF"/>
                </a:solidFill>
                <a:latin typeface="Calibri"/>
                <a:cs typeface="Calibri"/>
              </a:rPr>
              <a:t> </a:t>
            </a:r>
            <a:r>
              <a:rPr sz="3800" spc="-5" dirty="0">
                <a:solidFill>
                  <a:srgbClr val="FFFFFF"/>
                </a:solidFill>
                <a:latin typeface="Calibri"/>
                <a:cs typeface="Calibri"/>
              </a:rPr>
              <a:t>vi</a:t>
            </a:r>
            <a:endParaRPr sz="3800">
              <a:latin typeface="Calibri"/>
              <a:cs typeface="Calibri"/>
            </a:endParaRPr>
          </a:p>
          <a:p>
            <a:pPr marL="12700" marR="5080" indent="635" algn="ctr">
              <a:lnSpc>
                <a:spcPts val="8040"/>
              </a:lnSpc>
              <a:spcBef>
                <a:spcPts val="850"/>
              </a:spcBef>
            </a:pPr>
            <a:r>
              <a:rPr sz="3800" dirty="0">
                <a:solidFill>
                  <a:srgbClr val="FFFFFF"/>
                </a:solidFill>
                <a:latin typeface="Calibri"/>
                <a:cs typeface="Calibri"/>
              </a:rPr>
              <a:t>Hợp </a:t>
            </a:r>
            <a:r>
              <a:rPr sz="3800" spc="-5" dirty="0">
                <a:solidFill>
                  <a:srgbClr val="FFFFFF"/>
                </a:solidFill>
                <a:latin typeface="Calibri"/>
                <a:cs typeface="Calibri"/>
              </a:rPr>
              <a:t>lý  </a:t>
            </a:r>
            <a:r>
              <a:rPr sz="3800" dirty="0">
                <a:solidFill>
                  <a:srgbClr val="FFFFFF"/>
                </a:solidFill>
                <a:latin typeface="Calibri"/>
                <a:cs typeface="Calibri"/>
              </a:rPr>
              <a:t>Số </a:t>
            </a:r>
            <a:r>
              <a:rPr sz="3800" spc="-5" dirty="0">
                <a:solidFill>
                  <a:srgbClr val="FFFFFF"/>
                </a:solidFill>
                <a:latin typeface="Calibri"/>
                <a:cs typeface="Calibri"/>
              </a:rPr>
              <a:t>ký</a:t>
            </a:r>
            <a:r>
              <a:rPr sz="3800" spc="-114" dirty="0">
                <a:solidFill>
                  <a:srgbClr val="FFFFFF"/>
                </a:solidFill>
                <a:latin typeface="Calibri"/>
                <a:cs typeface="Calibri"/>
              </a:rPr>
              <a:t> </a:t>
            </a:r>
            <a:r>
              <a:rPr sz="3800" spc="-5" dirty="0">
                <a:solidFill>
                  <a:srgbClr val="FFFFFF"/>
                </a:solidFill>
                <a:latin typeface="Calibri"/>
                <a:cs typeface="Calibri"/>
              </a:rPr>
              <a:t>tự  Giá</a:t>
            </a:r>
            <a:r>
              <a:rPr sz="3800" spc="-50" dirty="0">
                <a:solidFill>
                  <a:srgbClr val="FFFFFF"/>
                </a:solidFill>
                <a:latin typeface="Calibri"/>
                <a:cs typeface="Calibri"/>
              </a:rPr>
              <a:t> </a:t>
            </a:r>
            <a:r>
              <a:rPr sz="3800" spc="-5" dirty="0">
                <a:solidFill>
                  <a:srgbClr val="FFFFFF"/>
                </a:solidFill>
                <a:latin typeface="Calibri"/>
                <a:cs typeface="Calibri"/>
              </a:rPr>
              <a:t>trị</a:t>
            </a:r>
            <a:endParaRPr sz="3800">
              <a:latin typeface="Calibri"/>
              <a:cs typeface="Calibri"/>
            </a:endParaRPr>
          </a:p>
        </p:txBody>
      </p:sp>
      <p:sp>
        <p:nvSpPr>
          <p:cNvPr id="12" name="object 12"/>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3" name="object 13"/>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4" name="object 14"/>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30</a:t>
            </a:fld>
            <a:endParaRPr spc="-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84401" y="888328"/>
            <a:ext cx="8042170" cy="452119"/>
          </a:xfrm>
          <a:prstGeom prst="rect">
            <a:avLst/>
          </a:prstGeom>
        </p:spPr>
        <p:txBody>
          <a:bodyPr vert="horz" wrap="square" lIns="0" tIns="12065" rIns="0" bIns="0" rtlCol="0">
            <a:spAutoFit/>
          </a:bodyPr>
          <a:lstStyle/>
          <a:p>
            <a:pPr marL="2719705">
              <a:lnSpc>
                <a:spcPct val="100000"/>
              </a:lnSpc>
              <a:spcBef>
                <a:spcPts val="95"/>
              </a:spcBef>
            </a:pPr>
            <a:r>
              <a:rPr spc="-10" dirty="0"/>
              <a:t>Hướng dẫn </a:t>
            </a:r>
            <a:r>
              <a:rPr spc="-5" dirty="0"/>
              <a:t>cung </a:t>
            </a:r>
            <a:r>
              <a:rPr spc="-10" dirty="0"/>
              <a:t>cấp phản</a:t>
            </a:r>
            <a:r>
              <a:rPr spc="-25" dirty="0"/>
              <a:t> </a:t>
            </a:r>
            <a:r>
              <a:rPr spc="-5" dirty="0"/>
              <a:t>hồi</a:t>
            </a:r>
          </a:p>
        </p:txBody>
      </p:sp>
      <p:sp>
        <p:nvSpPr>
          <p:cNvPr id="3" name="object 3"/>
          <p:cNvSpPr/>
          <p:nvPr/>
        </p:nvSpPr>
        <p:spPr>
          <a:xfrm>
            <a:off x="1129189" y="2187402"/>
            <a:ext cx="7711440" cy="1426210"/>
          </a:xfrm>
          <a:custGeom>
            <a:avLst/>
            <a:gdLst/>
            <a:ahLst/>
            <a:cxnLst/>
            <a:rect l="l" t="t" r="r" b="b"/>
            <a:pathLst>
              <a:path w="7711440" h="1426210">
                <a:moveTo>
                  <a:pt x="7704965" y="0"/>
                </a:moveTo>
                <a:lnTo>
                  <a:pt x="6087" y="0"/>
                </a:lnTo>
                <a:lnTo>
                  <a:pt x="0" y="6098"/>
                </a:lnTo>
                <a:lnTo>
                  <a:pt x="0" y="1419500"/>
                </a:lnTo>
                <a:lnTo>
                  <a:pt x="6087" y="1425600"/>
                </a:lnTo>
                <a:lnTo>
                  <a:pt x="7704965" y="1425600"/>
                </a:lnTo>
                <a:lnTo>
                  <a:pt x="7711052" y="1419500"/>
                </a:lnTo>
                <a:lnTo>
                  <a:pt x="7711052" y="1411878"/>
                </a:lnTo>
                <a:lnTo>
                  <a:pt x="25870" y="1411878"/>
                </a:lnTo>
                <a:lnTo>
                  <a:pt x="12174" y="1399679"/>
                </a:lnTo>
                <a:lnTo>
                  <a:pt x="25870" y="1399679"/>
                </a:lnTo>
                <a:lnTo>
                  <a:pt x="25870" y="25919"/>
                </a:lnTo>
                <a:lnTo>
                  <a:pt x="12174" y="25919"/>
                </a:lnTo>
                <a:lnTo>
                  <a:pt x="25870" y="13722"/>
                </a:lnTo>
                <a:lnTo>
                  <a:pt x="7711052" y="13722"/>
                </a:lnTo>
                <a:lnTo>
                  <a:pt x="7711052" y="6098"/>
                </a:lnTo>
                <a:lnTo>
                  <a:pt x="7704965" y="0"/>
                </a:lnTo>
                <a:close/>
              </a:path>
              <a:path w="7711440" h="1426210">
                <a:moveTo>
                  <a:pt x="25870" y="1399679"/>
                </a:moveTo>
                <a:lnTo>
                  <a:pt x="12174" y="1399679"/>
                </a:lnTo>
                <a:lnTo>
                  <a:pt x="25870" y="1411878"/>
                </a:lnTo>
                <a:lnTo>
                  <a:pt x="25870" y="1399679"/>
                </a:lnTo>
                <a:close/>
              </a:path>
              <a:path w="7711440" h="1426210">
                <a:moveTo>
                  <a:pt x="7685181" y="1399679"/>
                </a:moveTo>
                <a:lnTo>
                  <a:pt x="25870" y="1399679"/>
                </a:lnTo>
                <a:lnTo>
                  <a:pt x="25870" y="1411878"/>
                </a:lnTo>
                <a:lnTo>
                  <a:pt x="7685181" y="1411878"/>
                </a:lnTo>
                <a:lnTo>
                  <a:pt x="7685181" y="1399679"/>
                </a:lnTo>
                <a:close/>
              </a:path>
              <a:path w="7711440" h="1426210">
                <a:moveTo>
                  <a:pt x="7685181" y="13722"/>
                </a:moveTo>
                <a:lnTo>
                  <a:pt x="7685181" y="1411878"/>
                </a:lnTo>
                <a:lnTo>
                  <a:pt x="7697356" y="1399679"/>
                </a:lnTo>
                <a:lnTo>
                  <a:pt x="7711052" y="1399679"/>
                </a:lnTo>
                <a:lnTo>
                  <a:pt x="7711052" y="25919"/>
                </a:lnTo>
                <a:lnTo>
                  <a:pt x="7697356" y="25919"/>
                </a:lnTo>
                <a:lnTo>
                  <a:pt x="7685181" y="13722"/>
                </a:lnTo>
                <a:close/>
              </a:path>
              <a:path w="7711440" h="1426210">
                <a:moveTo>
                  <a:pt x="7711052" y="1399679"/>
                </a:moveTo>
                <a:lnTo>
                  <a:pt x="7697356" y="1399679"/>
                </a:lnTo>
                <a:lnTo>
                  <a:pt x="7685181" y="1411878"/>
                </a:lnTo>
                <a:lnTo>
                  <a:pt x="7711052" y="1411878"/>
                </a:lnTo>
                <a:lnTo>
                  <a:pt x="7711052" y="1399679"/>
                </a:lnTo>
                <a:close/>
              </a:path>
              <a:path w="7711440" h="1426210">
                <a:moveTo>
                  <a:pt x="25870" y="13722"/>
                </a:moveTo>
                <a:lnTo>
                  <a:pt x="12174" y="25919"/>
                </a:lnTo>
                <a:lnTo>
                  <a:pt x="25870" y="25919"/>
                </a:lnTo>
                <a:lnTo>
                  <a:pt x="25870" y="13722"/>
                </a:lnTo>
                <a:close/>
              </a:path>
              <a:path w="7711440" h="1426210">
                <a:moveTo>
                  <a:pt x="7685181" y="13722"/>
                </a:moveTo>
                <a:lnTo>
                  <a:pt x="25870" y="13722"/>
                </a:lnTo>
                <a:lnTo>
                  <a:pt x="25870" y="25919"/>
                </a:lnTo>
                <a:lnTo>
                  <a:pt x="7685181" y="25919"/>
                </a:lnTo>
                <a:lnTo>
                  <a:pt x="7685181" y="13722"/>
                </a:lnTo>
                <a:close/>
              </a:path>
              <a:path w="7711440" h="1426210">
                <a:moveTo>
                  <a:pt x="7711052" y="13722"/>
                </a:moveTo>
                <a:lnTo>
                  <a:pt x="7685181" y="13722"/>
                </a:lnTo>
                <a:lnTo>
                  <a:pt x="7697356" y="25919"/>
                </a:lnTo>
                <a:lnTo>
                  <a:pt x="7711052" y="25919"/>
                </a:lnTo>
                <a:lnTo>
                  <a:pt x="7711052" y="13722"/>
                </a:lnTo>
                <a:close/>
              </a:path>
            </a:pathLst>
          </a:custGeom>
          <a:solidFill>
            <a:srgbClr val="4F80BC"/>
          </a:solidFill>
        </p:spPr>
        <p:txBody>
          <a:bodyPr wrap="square" lIns="0" tIns="0" rIns="0" bIns="0" rtlCol="0"/>
          <a:lstStyle/>
          <a:p>
            <a:endParaRPr/>
          </a:p>
        </p:txBody>
      </p:sp>
      <p:sp>
        <p:nvSpPr>
          <p:cNvPr id="4" name="object 4"/>
          <p:cNvSpPr/>
          <p:nvPr/>
        </p:nvSpPr>
        <p:spPr>
          <a:xfrm>
            <a:off x="1526383" y="1845868"/>
            <a:ext cx="5379720" cy="709295"/>
          </a:xfrm>
          <a:custGeom>
            <a:avLst/>
            <a:gdLst/>
            <a:ahLst/>
            <a:cxnLst/>
            <a:rect l="l" t="t" r="r" b="b"/>
            <a:pathLst>
              <a:path w="5379720" h="709294">
                <a:moveTo>
                  <a:pt x="5260925" y="0"/>
                </a:moveTo>
                <a:lnTo>
                  <a:pt x="117180" y="0"/>
                </a:lnTo>
                <a:lnTo>
                  <a:pt x="71906" y="9362"/>
                </a:lnTo>
                <a:lnTo>
                  <a:pt x="34621" y="34877"/>
                </a:lnTo>
                <a:lnTo>
                  <a:pt x="9321" y="72685"/>
                </a:lnTo>
                <a:lnTo>
                  <a:pt x="0" y="118926"/>
                </a:lnTo>
                <a:lnTo>
                  <a:pt x="0" y="591585"/>
                </a:lnTo>
                <a:lnTo>
                  <a:pt x="9321" y="636945"/>
                </a:lnTo>
                <a:lnTo>
                  <a:pt x="34621" y="674300"/>
                </a:lnTo>
                <a:lnTo>
                  <a:pt x="71906" y="699648"/>
                </a:lnTo>
                <a:lnTo>
                  <a:pt x="117180" y="708987"/>
                </a:lnTo>
                <a:lnTo>
                  <a:pt x="5260925" y="708987"/>
                </a:lnTo>
                <a:lnTo>
                  <a:pt x="5307079" y="699648"/>
                </a:lnTo>
                <a:lnTo>
                  <a:pt x="5344815" y="674300"/>
                </a:lnTo>
                <a:lnTo>
                  <a:pt x="5370282" y="636945"/>
                </a:lnTo>
                <a:lnTo>
                  <a:pt x="5379627" y="591585"/>
                </a:lnTo>
                <a:lnTo>
                  <a:pt x="5379627" y="118926"/>
                </a:lnTo>
                <a:lnTo>
                  <a:pt x="5370282" y="72685"/>
                </a:lnTo>
                <a:lnTo>
                  <a:pt x="5344815" y="34877"/>
                </a:lnTo>
                <a:lnTo>
                  <a:pt x="5307079" y="9362"/>
                </a:lnTo>
                <a:lnTo>
                  <a:pt x="5260925" y="0"/>
                </a:lnTo>
                <a:close/>
              </a:path>
            </a:pathLst>
          </a:custGeom>
          <a:solidFill>
            <a:srgbClr val="4F80BC"/>
          </a:solidFill>
        </p:spPr>
        <p:txBody>
          <a:bodyPr wrap="square" lIns="0" tIns="0" rIns="0" bIns="0" rtlCol="0"/>
          <a:lstStyle/>
          <a:p>
            <a:endParaRPr/>
          </a:p>
        </p:txBody>
      </p:sp>
      <p:sp>
        <p:nvSpPr>
          <p:cNvPr id="5" name="object 5"/>
          <p:cNvSpPr/>
          <p:nvPr/>
        </p:nvSpPr>
        <p:spPr>
          <a:xfrm>
            <a:off x="1514209" y="1833670"/>
            <a:ext cx="5404485" cy="733425"/>
          </a:xfrm>
          <a:custGeom>
            <a:avLst/>
            <a:gdLst/>
            <a:ahLst/>
            <a:cxnLst/>
            <a:rect l="l" t="t" r="r" b="b"/>
            <a:pathLst>
              <a:path w="5404484" h="733425">
                <a:moveTo>
                  <a:pt x="5286795" y="0"/>
                </a:moveTo>
                <a:lnTo>
                  <a:pt x="115657" y="0"/>
                </a:lnTo>
                <a:lnTo>
                  <a:pt x="91309" y="6098"/>
                </a:lnTo>
                <a:lnTo>
                  <a:pt x="56306" y="22870"/>
                </a:lnTo>
                <a:lnTo>
                  <a:pt x="21305" y="57938"/>
                </a:lnTo>
                <a:lnTo>
                  <a:pt x="4564" y="93007"/>
                </a:lnTo>
                <a:lnTo>
                  <a:pt x="0" y="117402"/>
                </a:lnTo>
                <a:lnTo>
                  <a:pt x="0" y="617505"/>
                </a:lnTo>
                <a:lnTo>
                  <a:pt x="1521" y="629704"/>
                </a:lnTo>
                <a:lnTo>
                  <a:pt x="6087" y="643426"/>
                </a:lnTo>
                <a:lnTo>
                  <a:pt x="10652" y="654099"/>
                </a:lnTo>
                <a:lnTo>
                  <a:pt x="15217" y="666296"/>
                </a:lnTo>
                <a:lnTo>
                  <a:pt x="47175" y="704414"/>
                </a:lnTo>
                <a:lnTo>
                  <a:pt x="80656" y="724235"/>
                </a:lnTo>
                <a:lnTo>
                  <a:pt x="117179" y="733383"/>
                </a:lnTo>
                <a:lnTo>
                  <a:pt x="5288318" y="733383"/>
                </a:lnTo>
                <a:lnTo>
                  <a:pt x="5300492" y="731859"/>
                </a:lnTo>
                <a:lnTo>
                  <a:pt x="5312666" y="727284"/>
                </a:lnTo>
                <a:lnTo>
                  <a:pt x="5324840" y="724235"/>
                </a:lnTo>
                <a:lnTo>
                  <a:pt x="5337016" y="718136"/>
                </a:lnTo>
                <a:lnTo>
                  <a:pt x="5347669" y="712038"/>
                </a:lnTo>
                <a:lnTo>
                  <a:pt x="5351320" y="708988"/>
                </a:lnTo>
                <a:lnTo>
                  <a:pt x="129354" y="708988"/>
                </a:lnTo>
                <a:lnTo>
                  <a:pt x="108049" y="705938"/>
                </a:lnTo>
                <a:lnTo>
                  <a:pt x="70003" y="690692"/>
                </a:lnTo>
                <a:lnTo>
                  <a:pt x="42611" y="661722"/>
                </a:lnTo>
                <a:lnTo>
                  <a:pt x="33479" y="643426"/>
                </a:lnTo>
                <a:lnTo>
                  <a:pt x="28914" y="634277"/>
                </a:lnTo>
                <a:lnTo>
                  <a:pt x="24348" y="602259"/>
                </a:lnTo>
                <a:lnTo>
                  <a:pt x="24348" y="131124"/>
                </a:lnTo>
                <a:lnTo>
                  <a:pt x="25869" y="118926"/>
                </a:lnTo>
                <a:lnTo>
                  <a:pt x="27392" y="108254"/>
                </a:lnTo>
                <a:lnTo>
                  <a:pt x="30435" y="99105"/>
                </a:lnTo>
                <a:lnTo>
                  <a:pt x="33479" y="88432"/>
                </a:lnTo>
                <a:lnTo>
                  <a:pt x="38045" y="79284"/>
                </a:lnTo>
                <a:lnTo>
                  <a:pt x="42611" y="71661"/>
                </a:lnTo>
                <a:lnTo>
                  <a:pt x="48698" y="62513"/>
                </a:lnTo>
                <a:lnTo>
                  <a:pt x="56306" y="56414"/>
                </a:lnTo>
                <a:lnTo>
                  <a:pt x="63915" y="48790"/>
                </a:lnTo>
                <a:lnTo>
                  <a:pt x="98917" y="30493"/>
                </a:lnTo>
                <a:lnTo>
                  <a:pt x="120223" y="25920"/>
                </a:lnTo>
                <a:lnTo>
                  <a:pt x="5352538" y="25920"/>
                </a:lnTo>
                <a:lnTo>
                  <a:pt x="5346146" y="21346"/>
                </a:lnTo>
                <a:lnTo>
                  <a:pt x="5335493" y="15247"/>
                </a:lnTo>
                <a:lnTo>
                  <a:pt x="5323319" y="10673"/>
                </a:lnTo>
                <a:lnTo>
                  <a:pt x="5312666" y="6098"/>
                </a:lnTo>
                <a:lnTo>
                  <a:pt x="5298970" y="3049"/>
                </a:lnTo>
                <a:lnTo>
                  <a:pt x="5286795" y="0"/>
                </a:lnTo>
                <a:close/>
              </a:path>
              <a:path w="5404484" h="733425">
                <a:moveTo>
                  <a:pt x="5352538" y="25920"/>
                </a:moveTo>
                <a:lnTo>
                  <a:pt x="5285273" y="25920"/>
                </a:lnTo>
                <a:lnTo>
                  <a:pt x="5295926" y="27444"/>
                </a:lnTo>
                <a:lnTo>
                  <a:pt x="5305057" y="30493"/>
                </a:lnTo>
                <a:lnTo>
                  <a:pt x="5349190" y="56414"/>
                </a:lnTo>
                <a:lnTo>
                  <a:pt x="5370495" y="89957"/>
                </a:lnTo>
                <a:lnTo>
                  <a:pt x="5379627" y="131124"/>
                </a:lnTo>
                <a:lnTo>
                  <a:pt x="5379627" y="603783"/>
                </a:lnTo>
                <a:lnTo>
                  <a:pt x="5370495" y="644950"/>
                </a:lnTo>
                <a:lnTo>
                  <a:pt x="5347669" y="678493"/>
                </a:lnTo>
                <a:lnTo>
                  <a:pt x="5314187" y="701365"/>
                </a:lnTo>
                <a:lnTo>
                  <a:pt x="5283752" y="708988"/>
                </a:lnTo>
                <a:lnTo>
                  <a:pt x="5351320" y="708988"/>
                </a:lnTo>
                <a:lnTo>
                  <a:pt x="5382670" y="675444"/>
                </a:lnTo>
                <a:lnTo>
                  <a:pt x="5402454" y="629704"/>
                </a:lnTo>
                <a:lnTo>
                  <a:pt x="5403975" y="615981"/>
                </a:lnTo>
                <a:lnTo>
                  <a:pt x="5403975" y="117402"/>
                </a:lnTo>
                <a:lnTo>
                  <a:pt x="5393322" y="79284"/>
                </a:lnTo>
                <a:lnTo>
                  <a:pt x="5365930" y="38117"/>
                </a:lnTo>
                <a:lnTo>
                  <a:pt x="5356799" y="28969"/>
                </a:lnTo>
                <a:lnTo>
                  <a:pt x="5352538" y="25920"/>
                </a:lnTo>
                <a:close/>
              </a:path>
            </a:pathLst>
          </a:custGeom>
          <a:solidFill>
            <a:srgbClr val="FFFFFF"/>
          </a:solidFill>
        </p:spPr>
        <p:txBody>
          <a:bodyPr wrap="square" lIns="0" tIns="0" rIns="0" bIns="0" rtlCol="0"/>
          <a:lstStyle/>
          <a:p>
            <a:endParaRPr/>
          </a:p>
        </p:txBody>
      </p:sp>
      <p:sp>
        <p:nvSpPr>
          <p:cNvPr id="6" name="object 6"/>
          <p:cNvSpPr txBox="1"/>
          <p:nvPr/>
        </p:nvSpPr>
        <p:spPr>
          <a:xfrm>
            <a:off x="1739198" y="2056760"/>
            <a:ext cx="6423660" cy="1363345"/>
          </a:xfrm>
          <a:prstGeom prst="rect">
            <a:avLst/>
          </a:prstGeom>
        </p:spPr>
        <p:txBody>
          <a:bodyPr vert="horz" wrap="square" lIns="0" tIns="0" rIns="0" bIns="0" rtlCol="0">
            <a:spAutoFit/>
          </a:bodyPr>
          <a:lstStyle/>
          <a:p>
            <a:pPr marL="25400">
              <a:lnSpc>
                <a:spcPts val="2280"/>
              </a:lnSpc>
            </a:pPr>
            <a:r>
              <a:rPr sz="2400" spc="-5" dirty="0">
                <a:solidFill>
                  <a:srgbClr val="FFFFFF"/>
                </a:solidFill>
                <a:latin typeface="Calibri"/>
                <a:cs typeface="Calibri"/>
              </a:rPr>
              <a:t>1. </a:t>
            </a:r>
            <a:r>
              <a:rPr sz="2400" spc="-10" dirty="0">
                <a:solidFill>
                  <a:srgbClr val="FFFFFF"/>
                </a:solidFill>
                <a:latin typeface="Calibri"/>
                <a:cs typeface="Calibri"/>
              </a:rPr>
              <a:t>Thông </a:t>
            </a:r>
            <a:r>
              <a:rPr sz="2400" spc="-5" dirty="0">
                <a:solidFill>
                  <a:srgbClr val="FFFFFF"/>
                </a:solidFill>
                <a:latin typeface="Calibri"/>
                <a:cs typeface="Calibri"/>
              </a:rPr>
              <a:t>tin </a:t>
            </a:r>
            <a:r>
              <a:rPr sz="2400" spc="-15" dirty="0">
                <a:solidFill>
                  <a:srgbClr val="FFFFFF"/>
                </a:solidFill>
                <a:latin typeface="Calibri"/>
                <a:cs typeface="Calibri"/>
              </a:rPr>
              <a:t>trạng</a:t>
            </a:r>
            <a:r>
              <a:rPr sz="2400" spc="5" dirty="0">
                <a:solidFill>
                  <a:srgbClr val="FFFFFF"/>
                </a:solidFill>
                <a:latin typeface="Calibri"/>
                <a:cs typeface="Calibri"/>
              </a:rPr>
              <a:t> </a:t>
            </a:r>
            <a:r>
              <a:rPr sz="2400" spc="-5" dirty="0">
                <a:solidFill>
                  <a:srgbClr val="FFFFFF"/>
                </a:solidFill>
                <a:latin typeface="Calibri"/>
                <a:cs typeface="Calibri"/>
              </a:rPr>
              <a:t>thái</a:t>
            </a:r>
            <a:endParaRPr sz="2400">
              <a:latin typeface="Calibri"/>
              <a:cs typeface="Calibri"/>
            </a:endParaRPr>
          </a:p>
          <a:p>
            <a:pPr>
              <a:lnSpc>
                <a:spcPct val="100000"/>
              </a:lnSpc>
              <a:spcBef>
                <a:spcPts val="15"/>
              </a:spcBef>
            </a:pPr>
            <a:endParaRPr sz="2050">
              <a:latin typeface="Times New Roman"/>
              <a:cs typeface="Times New Roman"/>
            </a:endParaRPr>
          </a:p>
          <a:p>
            <a:pPr>
              <a:lnSpc>
                <a:spcPct val="100000"/>
              </a:lnSpc>
              <a:spcBef>
                <a:spcPts val="5"/>
              </a:spcBef>
            </a:pPr>
            <a:r>
              <a:rPr sz="2400" dirty="0">
                <a:latin typeface="Calibri"/>
                <a:cs typeface="Calibri"/>
              </a:rPr>
              <a:t>• </a:t>
            </a:r>
            <a:r>
              <a:rPr sz="2400" spc="-10" dirty="0">
                <a:latin typeface="Calibri"/>
                <a:cs typeface="Calibri"/>
              </a:rPr>
              <a:t>Thông </a:t>
            </a:r>
            <a:r>
              <a:rPr sz="2400" spc="-5" dirty="0">
                <a:latin typeface="Calibri"/>
                <a:cs typeface="Calibri"/>
              </a:rPr>
              <a:t>báo người dùng biết hệ thống đang làm</a:t>
            </a:r>
            <a:r>
              <a:rPr sz="2400" spc="40" dirty="0">
                <a:latin typeface="Calibri"/>
                <a:cs typeface="Calibri"/>
              </a:rPr>
              <a:t> </a:t>
            </a:r>
            <a:r>
              <a:rPr sz="2400" spc="-5" dirty="0">
                <a:latin typeface="Calibri"/>
                <a:cs typeface="Calibri"/>
              </a:rPr>
              <a:t>gì</a:t>
            </a:r>
            <a:endParaRPr sz="2400">
              <a:latin typeface="Calibri"/>
              <a:cs typeface="Calibri"/>
            </a:endParaRPr>
          </a:p>
          <a:p>
            <a:pPr>
              <a:lnSpc>
                <a:spcPct val="100000"/>
              </a:lnSpc>
              <a:spcBef>
                <a:spcPts val="190"/>
              </a:spcBef>
            </a:pPr>
            <a:r>
              <a:rPr sz="2400" dirty="0">
                <a:latin typeface="Calibri"/>
                <a:cs typeface="Calibri"/>
              </a:rPr>
              <a:t>• </a:t>
            </a:r>
            <a:r>
              <a:rPr sz="2400" spc="-5" dirty="0">
                <a:latin typeface="Calibri"/>
                <a:cs typeface="Calibri"/>
              </a:rPr>
              <a:t>Hữu ích khi một thao </a:t>
            </a:r>
            <a:r>
              <a:rPr sz="2400" spc="-10" dirty="0">
                <a:latin typeface="Calibri"/>
                <a:cs typeface="Calibri"/>
              </a:rPr>
              <a:t>tác xử </a:t>
            </a:r>
            <a:r>
              <a:rPr sz="2400" spc="-5" dirty="0">
                <a:latin typeface="Calibri"/>
                <a:cs typeface="Calibri"/>
              </a:rPr>
              <a:t>lý </a:t>
            </a:r>
            <a:r>
              <a:rPr sz="2400" spc="-10" dirty="0">
                <a:latin typeface="Calibri"/>
                <a:cs typeface="Calibri"/>
              </a:rPr>
              <a:t>mất </a:t>
            </a:r>
            <a:r>
              <a:rPr sz="2400" spc="-5" dirty="0">
                <a:latin typeface="Calibri"/>
                <a:cs typeface="Calibri"/>
              </a:rPr>
              <a:t>nhiều thời</a:t>
            </a:r>
            <a:r>
              <a:rPr sz="2400" spc="-10" dirty="0">
                <a:latin typeface="Calibri"/>
                <a:cs typeface="Calibri"/>
              </a:rPr>
              <a:t> </a:t>
            </a:r>
            <a:r>
              <a:rPr sz="2400" spc="-5" dirty="0">
                <a:latin typeface="Calibri"/>
                <a:cs typeface="Calibri"/>
              </a:rPr>
              <a:t>gian</a:t>
            </a:r>
            <a:endParaRPr sz="2400">
              <a:latin typeface="Calibri"/>
              <a:cs typeface="Calibri"/>
            </a:endParaRPr>
          </a:p>
        </p:txBody>
      </p:sp>
      <p:sp>
        <p:nvSpPr>
          <p:cNvPr id="7" name="object 7"/>
          <p:cNvSpPr/>
          <p:nvPr/>
        </p:nvSpPr>
        <p:spPr>
          <a:xfrm>
            <a:off x="1129189" y="4071938"/>
            <a:ext cx="7711440" cy="1046480"/>
          </a:xfrm>
          <a:custGeom>
            <a:avLst/>
            <a:gdLst/>
            <a:ahLst/>
            <a:cxnLst/>
            <a:rect l="l" t="t" r="r" b="b"/>
            <a:pathLst>
              <a:path w="7711440" h="1046479">
                <a:moveTo>
                  <a:pt x="7704965" y="0"/>
                </a:moveTo>
                <a:lnTo>
                  <a:pt x="6087" y="0"/>
                </a:lnTo>
                <a:lnTo>
                  <a:pt x="0" y="4574"/>
                </a:lnTo>
                <a:lnTo>
                  <a:pt x="0" y="1039849"/>
                </a:lnTo>
                <a:lnTo>
                  <a:pt x="6087" y="1045947"/>
                </a:lnTo>
                <a:lnTo>
                  <a:pt x="7704965" y="1045947"/>
                </a:lnTo>
                <a:lnTo>
                  <a:pt x="7711052" y="1039849"/>
                </a:lnTo>
                <a:lnTo>
                  <a:pt x="7711052" y="1033750"/>
                </a:lnTo>
                <a:lnTo>
                  <a:pt x="25870" y="1033750"/>
                </a:lnTo>
                <a:lnTo>
                  <a:pt x="12174" y="1020028"/>
                </a:lnTo>
                <a:lnTo>
                  <a:pt x="25870" y="1020028"/>
                </a:lnTo>
                <a:lnTo>
                  <a:pt x="25870" y="24395"/>
                </a:lnTo>
                <a:lnTo>
                  <a:pt x="12174" y="24395"/>
                </a:lnTo>
                <a:lnTo>
                  <a:pt x="25870" y="12197"/>
                </a:lnTo>
                <a:lnTo>
                  <a:pt x="7711052" y="12197"/>
                </a:lnTo>
                <a:lnTo>
                  <a:pt x="7711052" y="4574"/>
                </a:lnTo>
                <a:lnTo>
                  <a:pt x="7704965" y="0"/>
                </a:lnTo>
                <a:close/>
              </a:path>
              <a:path w="7711440" h="1046479">
                <a:moveTo>
                  <a:pt x="25870" y="1020028"/>
                </a:moveTo>
                <a:lnTo>
                  <a:pt x="12174" y="1020028"/>
                </a:lnTo>
                <a:lnTo>
                  <a:pt x="25870" y="1033750"/>
                </a:lnTo>
                <a:lnTo>
                  <a:pt x="25870" y="1020028"/>
                </a:lnTo>
                <a:close/>
              </a:path>
              <a:path w="7711440" h="1046479">
                <a:moveTo>
                  <a:pt x="7685181" y="1020028"/>
                </a:moveTo>
                <a:lnTo>
                  <a:pt x="25870" y="1020028"/>
                </a:lnTo>
                <a:lnTo>
                  <a:pt x="25870" y="1033750"/>
                </a:lnTo>
                <a:lnTo>
                  <a:pt x="7685181" y="1033750"/>
                </a:lnTo>
                <a:lnTo>
                  <a:pt x="7685181" y="1020028"/>
                </a:lnTo>
                <a:close/>
              </a:path>
              <a:path w="7711440" h="1046479">
                <a:moveTo>
                  <a:pt x="7685181" y="12197"/>
                </a:moveTo>
                <a:lnTo>
                  <a:pt x="7685181" y="1033750"/>
                </a:lnTo>
                <a:lnTo>
                  <a:pt x="7697356" y="1020028"/>
                </a:lnTo>
                <a:lnTo>
                  <a:pt x="7711052" y="1020028"/>
                </a:lnTo>
                <a:lnTo>
                  <a:pt x="7711052" y="24395"/>
                </a:lnTo>
                <a:lnTo>
                  <a:pt x="7697356" y="24395"/>
                </a:lnTo>
                <a:lnTo>
                  <a:pt x="7685181" y="12197"/>
                </a:lnTo>
                <a:close/>
              </a:path>
              <a:path w="7711440" h="1046479">
                <a:moveTo>
                  <a:pt x="7711052" y="1020028"/>
                </a:moveTo>
                <a:lnTo>
                  <a:pt x="7697356" y="1020028"/>
                </a:lnTo>
                <a:lnTo>
                  <a:pt x="7685181" y="1033750"/>
                </a:lnTo>
                <a:lnTo>
                  <a:pt x="7711052" y="1033750"/>
                </a:lnTo>
                <a:lnTo>
                  <a:pt x="7711052" y="1020028"/>
                </a:lnTo>
                <a:close/>
              </a:path>
              <a:path w="7711440" h="1046479">
                <a:moveTo>
                  <a:pt x="25870" y="12197"/>
                </a:moveTo>
                <a:lnTo>
                  <a:pt x="12174" y="24395"/>
                </a:lnTo>
                <a:lnTo>
                  <a:pt x="25870" y="24395"/>
                </a:lnTo>
                <a:lnTo>
                  <a:pt x="25870" y="12197"/>
                </a:lnTo>
                <a:close/>
              </a:path>
              <a:path w="7711440" h="1046479">
                <a:moveTo>
                  <a:pt x="7685181" y="12197"/>
                </a:moveTo>
                <a:lnTo>
                  <a:pt x="25870" y="12197"/>
                </a:lnTo>
                <a:lnTo>
                  <a:pt x="25870" y="24395"/>
                </a:lnTo>
                <a:lnTo>
                  <a:pt x="7685181" y="24395"/>
                </a:lnTo>
                <a:lnTo>
                  <a:pt x="7685181" y="12197"/>
                </a:lnTo>
                <a:close/>
              </a:path>
              <a:path w="7711440" h="1046479">
                <a:moveTo>
                  <a:pt x="7711052" y="12197"/>
                </a:moveTo>
                <a:lnTo>
                  <a:pt x="7685181" y="12197"/>
                </a:lnTo>
                <a:lnTo>
                  <a:pt x="7697356" y="24395"/>
                </a:lnTo>
                <a:lnTo>
                  <a:pt x="7711052" y="24395"/>
                </a:lnTo>
                <a:lnTo>
                  <a:pt x="7711052" y="12197"/>
                </a:lnTo>
                <a:close/>
              </a:path>
            </a:pathLst>
          </a:custGeom>
          <a:solidFill>
            <a:srgbClr val="4F80BC"/>
          </a:solidFill>
        </p:spPr>
        <p:txBody>
          <a:bodyPr wrap="square" lIns="0" tIns="0" rIns="0" bIns="0" rtlCol="0"/>
          <a:lstStyle/>
          <a:p>
            <a:endParaRPr/>
          </a:p>
        </p:txBody>
      </p:sp>
      <p:sp>
        <p:nvSpPr>
          <p:cNvPr id="8" name="object 8"/>
          <p:cNvSpPr/>
          <p:nvPr/>
        </p:nvSpPr>
        <p:spPr>
          <a:xfrm>
            <a:off x="1526383" y="3728880"/>
            <a:ext cx="5379720" cy="709295"/>
          </a:xfrm>
          <a:custGeom>
            <a:avLst/>
            <a:gdLst/>
            <a:ahLst/>
            <a:cxnLst/>
            <a:rect l="l" t="t" r="r" b="b"/>
            <a:pathLst>
              <a:path w="5379720" h="709295">
                <a:moveTo>
                  <a:pt x="5260925" y="0"/>
                </a:moveTo>
                <a:lnTo>
                  <a:pt x="117180" y="0"/>
                </a:lnTo>
                <a:lnTo>
                  <a:pt x="71906" y="9362"/>
                </a:lnTo>
                <a:lnTo>
                  <a:pt x="34621" y="34877"/>
                </a:lnTo>
                <a:lnTo>
                  <a:pt x="9321" y="72685"/>
                </a:lnTo>
                <a:lnTo>
                  <a:pt x="0" y="118926"/>
                </a:lnTo>
                <a:lnTo>
                  <a:pt x="0" y="591586"/>
                </a:lnTo>
                <a:lnTo>
                  <a:pt x="9321" y="637588"/>
                </a:lnTo>
                <a:lnTo>
                  <a:pt x="34621" y="674872"/>
                </a:lnTo>
                <a:lnTo>
                  <a:pt x="71906" y="699863"/>
                </a:lnTo>
                <a:lnTo>
                  <a:pt x="117180" y="708987"/>
                </a:lnTo>
                <a:lnTo>
                  <a:pt x="5260925" y="708987"/>
                </a:lnTo>
                <a:lnTo>
                  <a:pt x="5307079" y="699863"/>
                </a:lnTo>
                <a:lnTo>
                  <a:pt x="5344815" y="674872"/>
                </a:lnTo>
                <a:lnTo>
                  <a:pt x="5370282" y="637588"/>
                </a:lnTo>
                <a:lnTo>
                  <a:pt x="5379627" y="591586"/>
                </a:lnTo>
                <a:lnTo>
                  <a:pt x="5379627" y="118926"/>
                </a:lnTo>
                <a:lnTo>
                  <a:pt x="5370282" y="72685"/>
                </a:lnTo>
                <a:lnTo>
                  <a:pt x="5344815" y="34877"/>
                </a:lnTo>
                <a:lnTo>
                  <a:pt x="5307079" y="9362"/>
                </a:lnTo>
                <a:lnTo>
                  <a:pt x="5260925" y="0"/>
                </a:lnTo>
                <a:close/>
              </a:path>
            </a:pathLst>
          </a:custGeom>
          <a:solidFill>
            <a:srgbClr val="4F80BC"/>
          </a:solidFill>
        </p:spPr>
        <p:txBody>
          <a:bodyPr wrap="square" lIns="0" tIns="0" rIns="0" bIns="0" rtlCol="0"/>
          <a:lstStyle/>
          <a:p>
            <a:endParaRPr/>
          </a:p>
        </p:txBody>
      </p:sp>
      <p:sp>
        <p:nvSpPr>
          <p:cNvPr id="9" name="object 9"/>
          <p:cNvSpPr/>
          <p:nvPr/>
        </p:nvSpPr>
        <p:spPr>
          <a:xfrm>
            <a:off x="1514209" y="3716681"/>
            <a:ext cx="5404485" cy="735330"/>
          </a:xfrm>
          <a:custGeom>
            <a:avLst/>
            <a:gdLst/>
            <a:ahLst/>
            <a:cxnLst/>
            <a:rect l="l" t="t" r="r" b="b"/>
            <a:pathLst>
              <a:path w="5404484" h="735329">
                <a:moveTo>
                  <a:pt x="5274621" y="0"/>
                </a:moveTo>
                <a:lnTo>
                  <a:pt x="129354" y="0"/>
                </a:lnTo>
                <a:lnTo>
                  <a:pt x="115657" y="1525"/>
                </a:lnTo>
                <a:lnTo>
                  <a:pt x="66959" y="16772"/>
                </a:lnTo>
                <a:lnTo>
                  <a:pt x="28914" y="48790"/>
                </a:lnTo>
                <a:lnTo>
                  <a:pt x="4564" y="93007"/>
                </a:lnTo>
                <a:lnTo>
                  <a:pt x="0" y="118927"/>
                </a:lnTo>
                <a:lnTo>
                  <a:pt x="0" y="617507"/>
                </a:lnTo>
                <a:lnTo>
                  <a:pt x="10652" y="655623"/>
                </a:lnTo>
                <a:lnTo>
                  <a:pt x="38045" y="696790"/>
                </a:lnTo>
                <a:lnTo>
                  <a:pt x="80656" y="724235"/>
                </a:lnTo>
                <a:lnTo>
                  <a:pt x="129354" y="734908"/>
                </a:lnTo>
                <a:lnTo>
                  <a:pt x="5274621" y="734908"/>
                </a:lnTo>
                <a:lnTo>
                  <a:pt x="5312666" y="728809"/>
                </a:lnTo>
                <a:lnTo>
                  <a:pt x="5347669" y="712038"/>
                </a:lnTo>
                <a:lnTo>
                  <a:pt x="5351320" y="708988"/>
                </a:lnTo>
                <a:lnTo>
                  <a:pt x="118701" y="708988"/>
                </a:lnTo>
                <a:lnTo>
                  <a:pt x="108049" y="707463"/>
                </a:lnTo>
                <a:lnTo>
                  <a:pt x="70003" y="690692"/>
                </a:lnTo>
                <a:lnTo>
                  <a:pt x="36522" y="652574"/>
                </a:lnTo>
                <a:lnTo>
                  <a:pt x="33479" y="643426"/>
                </a:lnTo>
                <a:lnTo>
                  <a:pt x="28914" y="634278"/>
                </a:lnTo>
                <a:lnTo>
                  <a:pt x="27392" y="623605"/>
                </a:lnTo>
                <a:lnTo>
                  <a:pt x="25869" y="614456"/>
                </a:lnTo>
                <a:lnTo>
                  <a:pt x="24348" y="602259"/>
                </a:lnTo>
                <a:lnTo>
                  <a:pt x="24348" y="131124"/>
                </a:lnTo>
                <a:lnTo>
                  <a:pt x="25869" y="118927"/>
                </a:lnTo>
                <a:lnTo>
                  <a:pt x="42611" y="71662"/>
                </a:lnTo>
                <a:lnTo>
                  <a:pt x="71525" y="42692"/>
                </a:lnTo>
                <a:lnTo>
                  <a:pt x="109570" y="27444"/>
                </a:lnTo>
                <a:lnTo>
                  <a:pt x="120223" y="25920"/>
                </a:lnTo>
                <a:lnTo>
                  <a:pt x="5351472" y="25920"/>
                </a:lnTo>
                <a:lnTo>
                  <a:pt x="5346146" y="22871"/>
                </a:lnTo>
                <a:lnTo>
                  <a:pt x="5335493" y="15247"/>
                </a:lnTo>
                <a:lnTo>
                  <a:pt x="5323319" y="10673"/>
                </a:lnTo>
                <a:lnTo>
                  <a:pt x="5312666" y="6099"/>
                </a:lnTo>
                <a:lnTo>
                  <a:pt x="5298970" y="3050"/>
                </a:lnTo>
                <a:lnTo>
                  <a:pt x="5274621" y="0"/>
                </a:lnTo>
                <a:close/>
              </a:path>
              <a:path w="5404484" h="735329">
                <a:moveTo>
                  <a:pt x="5351472" y="25920"/>
                </a:moveTo>
                <a:lnTo>
                  <a:pt x="5285273" y="25920"/>
                </a:lnTo>
                <a:lnTo>
                  <a:pt x="5295926" y="27444"/>
                </a:lnTo>
                <a:lnTo>
                  <a:pt x="5305057" y="30495"/>
                </a:lnTo>
                <a:lnTo>
                  <a:pt x="5349190" y="56414"/>
                </a:lnTo>
                <a:lnTo>
                  <a:pt x="5370495" y="89957"/>
                </a:lnTo>
                <a:lnTo>
                  <a:pt x="5379627" y="131124"/>
                </a:lnTo>
                <a:lnTo>
                  <a:pt x="5379627" y="603784"/>
                </a:lnTo>
                <a:lnTo>
                  <a:pt x="5370495" y="644951"/>
                </a:lnTo>
                <a:lnTo>
                  <a:pt x="5347669" y="678494"/>
                </a:lnTo>
                <a:lnTo>
                  <a:pt x="5314187" y="701365"/>
                </a:lnTo>
                <a:lnTo>
                  <a:pt x="5283752" y="708988"/>
                </a:lnTo>
                <a:lnTo>
                  <a:pt x="5351320" y="708988"/>
                </a:lnTo>
                <a:lnTo>
                  <a:pt x="5382670" y="675445"/>
                </a:lnTo>
                <a:lnTo>
                  <a:pt x="5402454" y="629704"/>
                </a:lnTo>
                <a:lnTo>
                  <a:pt x="5403975" y="615981"/>
                </a:lnTo>
                <a:lnTo>
                  <a:pt x="5403975" y="117402"/>
                </a:lnTo>
                <a:lnTo>
                  <a:pt x="5393322" y="79284"/>
                </a:lnTo>
                <a:lnTo>
                  <a:pt x="5365930" y="38117"/>
                </a:lnTo>
                <a:lnTo>
                  <a:pt x="5356799" y="28969"/>
                </a:lnTo>
                <a:lnTo>
                  <a:pt x="5351472" y="25920"/>
                </a:lnTo>
                <a:close/>
              </a:path>
            </a:pathLst>
          </a:custGeom>
          <a:solidFill>
            <a:srgbClr val="FFFFFF"/>
          </a:solidFill>
        </p:spPr>
        <p:txBody>
          <a:bodyPr wrap="square" lIns="0" tIns="0" rIns="0" bIns="0" rtlCol="0"/>
          <a:lstStyle/>
          <a:p>
            <a:endParaRPr/>
          </a:p>
        </p:txBody>
      </p:sp>
      <p:sp>
        <p:nvSpPr>
          <p:cNvPr id="10" name="object 10"/>
          <p:cNvSpPr txBox="1"/>
          <p:nvPr/>
        </p:nvSpPr>
        <p:spPr>
          <a:xfrm>
            <a:off x="1739198" y="3940073"/>
            <a:ext cx="3129280" cy="972819"/>
          </a:xfrm>
          <a:prstGeom prst="rect">
            <a:avLst/>
          </a:prstGeom>
        </p:spPr>
        <p:txBody>
          <a:bodyPr vert="horz" wrap="square" lIns="0" tIns="0" rIns="0" bIns="0" rtlCol="0">
            <a:spAutoFit/>
          </a:bodyPr>
          <a:lstStyle/>
          <a:p>
            <a:pPr marL="25400">
              <a:lnSpc>
                <a:spcPts val="2280"/>
              </a:lnSpc>
            </a:pPr>
            <a:r>
              <a:rPr sz="2400" spc="-5" dirty="0">
                <a:solidFill>
                  <a:srgbClr val="FFFFFF"/>
                </a:solidFill>
                <a:latin typeface="Calibri"/>
                <a:cs typeface="Calibri"/>
              </a:rPr>
              <a:t>2. Chỉ dẫn nhắc</a:t>
            </a:r>
            <a:r>
              <a:rPr sz="2400" spc="-15" dirty="0">
                <a:solidFill>
                  <a:srgbClr val="FFFFFF"/>
                </a:solidFill>
                <a:latin typeface="Calibri"/>
                <a:cs typeface="Calibri"/>
              </a:rPr>
              <a:t> </a:t>
            </a:r>
            <a:r>
              <a:rPr sz="2400" spc="-5" dirty="0">
                <a:solidFill>
                  <a:srgbClr val="FFFFFF"/>
                </a:solidFill>
                <a:latin typeface="Calibri"/>
                <a:cs typeface="Calibri"/>
              </a:rPr>
              <a:t>nhở</a:t>
            </a:r>
            <a:endParaRPr sz="2400">
              <a:latin typeface="Calibri"/>
              <a:cs typeface="Calibri"/>
            </a:endParaRPr>
          </a:p>
          <a:p>
            <a:pPr>
              <a:lnSpc>
                <a:spcPct val="100000"/>
              </a:lnSpc>
              <a:spcBef>
                <a:spcPts val="15"/>
              </a:spcBef>
            </a:pPr>
            <a:endParaRPr sz="2050">
              <a:latin typeface="Times New Roman"/>
              <a:cs typeface="Times New Roman"/>
            </a:endParaRPr>
          </a:p>
          <a:p>
            <a:pPr>
              <a:lnSpc>
                <a:spcPct val="100000"/>
              </a:lnSpc>
              <a:spcBef>
                <a:spcPts val="5"/>
              </a:spcBef>
            </a:pPr>
            <a:r>
              <a:rPr sz="2400" dirty="0">
                <a:latin typeface="Calibri"/>
                <a:cs typeface="Calibri"/>
              </a:rPr>
              <a:t>• </a:t>
            </a:r>
            <a:r>
              <a:rPr sz="2400" spc="-5" dirty="0">
                <a:latin typeface="Calibri"/>
                <a:cs typeface="Calibri"/>
              </a:rPr>
              <a:t>Đưa </a:t>
            </a:r>
            <a:r>
              <a:rPr sz="2400" spc="-25" dirty="0">
                <a:latin typeface="Calibri"/>
                <a:cs typeface="Calibri"/>
              </a:rPr>
              <a:t>ra </a:t>
            </a:r>
            <a:r>
              <a:rPr sz="2400" spc="-5" dirty="0">
                <a:latin typeface="Calibri"/>
                <a:cs typeface="Calibri"/>
              </a:rPr>
              <a:t>nhắc nhở </a:t>
            </a:r>
            <a:r>
              <a:rPr sz="2400" dirty="0">
                <a:latin typeface="Calibri"/>
                <a:cs typeface="Calibri"/>
              </a:rPr>
              <a:t>cụ </a:t>
            </a:r>
            <a:r>
              <a:rPr sz="2400" spc="-5" dirty="0">
                <a:latin typeface="Calibri"/>
                <a:cs typeface="Calibri"/>
              </a:rPr>
              <a:t>thể</a:t>
            </a:r>
            <a:endParaRPr sz="2400">
              <a:latin typeface="Calibri"/>
              <a:cs typeface="Calibri"/>
            </a:endParaRPr>
          </a:p>
        </p:txBody>
      </p:sp>
      <p:sp>
        <p:nvSpPr>
          <p:cNvPr id="11" name="object 11"/>
          <p:cNvSpPr/>
          <p:nvPr/>
        </p:nvSpPr>
        <p:spPr>
          <a:xfrm>
            <a:off x="1129189" y="5576823"/>
            <a:ext cx="7711440" cy="1046480"/>
          </a:xfrm>
          <a:custGeom>
            <a:avLst/>
            <a:gdLst/>
            <a:ahLst/>
            <a:cxnLst/>
            <a:rect l="l" t="t" r="r" b="b"/>
            <a:pathLst>
              <a:path w="7711440" h="1046479">
                <a:moveTo>
                  <a:pt x="7704965" y="0"/>
                </a:moveTo>
                <a:lnTo>
                  <a:pt x="6087" y="0"/>
                </a:lnTo>
                <a:lnTo>
                  <a:pt x="0" y="4573"/>
                </a:lnTo>
                <a:lnTo>
                  <a:pt x="0" y="1039848"/>
                </a:lnTo>
                <a:lnTo>
                  <a:pt x="6087" y="1045947"/>
                </a:lnTo>
                <a:lnTo>
                  <a:pt x="7704965" y="1045947"/>
                </a:lnTo>
                <a:lnTo>
                  <a:pt x="7711052" y="1039848"/>
                </a:lnTo>
                <a:lnTo>
                  <a:pt x="7711052" y="1033750"/>
                </a:lnTo>
                <a:lnTo>
                  <a:pt x="25870" y="1033750"/>
                </a:lnTo>
                <a:lnTo>
                  <a:pt x="12174" y="1020027"/>
                </a:lnTo>
                <a:lnTo>
                  <a:pt x="25870" y="1020027"/>
                </a:lnTo>
                <a:lnTo>
                  <a:pt x="25870" y="24394"/>
                </a:lnTo>
                <a:lnTo>
                  <a:pt x="12174" y="24394"/>
                </a:lnTo>
                <a:lnTo>
                  <a:pt x="25870" y="12197"/>
                </a:lnTo>
                <a:lnTo>
                  <a:pt x="7711052" y="12197"/>
                </a:lnTo>
                <a:lnTo>
                  <a:pt x="7711052" y="4573"/>
                </a:lnTo>
                <a:lnTo>
                  <a:pt x="7704965" y="0"/>
                </a:lnTo>
                <a:close/>
              </a:path>
              <a:path w="7711440" h="1046479">
                <a:moveTo>
                  <a:pt x="25870" y="1020027"/>
                </a:moveTo>
                <a:lnTo>
                  <a:pt x="12174" y="1020027"/>
                </a:lnTo>
                <a:lnTo>
                  <a:pt x="25870" y="1033750"/>
                </a:lnTo>
                <a:lnTo>
                  <a:pt x="25870" y="1020027"/>
                </a:lnTo>
                <a:close/>
              </a:path>
              <a:path w="7711440" h="1046479">
                <a:moveTo>
                  <a:pt x="7685181" y="1020027"/>
                </a:moveTo>
                <a:lnTo>
                  <a:pt x="25870" y="1020027"/>
                </a:lnTo>
                <a:lnTo>
                  <a:pt x="25870" y="1033750"/>
                </a:lnTo>
                <a:lnTo>
                  <a:pt x="7685181" y="1033750"/>
                </a:lnTo>
                <a:lnTo>
                  <a:pt x="7685181" y="1020027"/>
                </a:lnTo>
                <a:close/>
              </a:path>
              <a:path w="7711440" h="1046479">
                <a:moveTo>
                  <a:pt x="7685181" y="12197"/>
                </a:moveTo>
                <a:lnTo>
                  <a:pt x="7685181" y="1033750"/>
                </a:lnTo>
                <a:lnTo>
                  <a:pt x="7697356" y="1020027"/>
                </a:lnTo>
                <a:lnTo>
                  <a:pt x="7711052" y="1020027"/>
                </a:lnTo>
                <a:lnTo>
                  <a:pt x="7711052" y="24394"/>
                </a:lnTo>
                <a:lnTo>
                  <a:pt x="7697356" y="24394"/>
                </a:lnTo>
                <a:lnTo>
                  <a:pt x="7685181" y="12197"/>
                </a:lnTo>
                <a:close/>
              </a:path>
              <a:path w="7711440" h="1046479">
                <a:moveTo>
                  <a:pt x="7711052" y="1020027"/>
                </a:moveTo>
                <a:lnTo>
                  <a:pt x="7697356" y="1020027"/>
                </a:lnTo>
                <a:lnTo>
                  <a:pt x="7685181" y="1033750"/>
                </a:lnTo>
                <a:lnTo>
                  <a:pt x="7711052" y="1033750"/>
                </a:lnTo>
                <a:lnTo>
                  <a:pt x="7711052" y="1020027"/>
                </a:lnTo>
                <a:close/>
              </a:path>
              <a:path w="7711440" h="1046479">
                <a:moveTo>
                  <a:pt x="25870" y="12197"/>
                </a:moveTo>
                <a:lnTo>
                  <a:pt x="12174" y="24394"/>
                </a:lnTo>
                <a:lnTo>
                  <a:pt x="25870" y="24394"/>
                </a:lnTo>
                <a:lnTo>
                  <a:pt x="25870" y="12197"/>
                </a:lnTo>
                <a:close/>
              </a:path>
              <a:path w="7711440" h="1046479">
                <a:moveTo>
                  <a:pt x="7685181" y="12197"/>
                </a:moveTo>
                <a:lnTo>
                  <a:pt x="25870" y="12197"/>
                </a:lnTo>
                <a:lnTo>
                  <a:pt x="25870" y="24394"/>
                </a:lnTo>
                <a:lnTo>
                  <a:pt x="7685181" y="24394"/>
                </a:lnTo>
                <a:lnTo>
                  <a:pt x="7685181" y="12197"/>
                </a:lnTo>
                <a:close/>
              </a:path>
              <a:path w="7711440" h="1046479">
                <a:moveTo>
                  <a:pt x="7711052" y="12197"/>
                </a:moveTo>
                <a:lnTo>
                  <a:pt x="7685181" y="12197"/>
                </a:lnTo>
                <a:lnTo>
                  <a:pt x="7697356" y="24394"/>
                </a:lnTo>
                <a:lnTo>
                  <a:pt x="7711052" y="24394"/>
                </a:lnTo>
                <a:lnTo>
                  <a:pt x="7711052" y="12197"/>
                </a:lnTo>
                <a:close/>
              </a:path>
            </a:pathLst>
          </a:custGeom>
          <a:solidFill>
            <a:srgbClr val="4F80BC"/>
          </a:solidFill>
        </p:spPr>
        <p:txBody>
          <a:bodyPr wrap="square" lIns="0" tIns="0" rIns="0" bIns="0" rtlCol="0"/>
          <a:lstStyle/>
          <a:p>
            <a:endParaRPr/>
          </a:p>
        </p:txBody>
      </p:sp>
      <p:sp>
        <p:nvSpPr>
          <p:cNvPr id="12" name="object 12"/>
          <p:cNvSpPr/>
          <p:nvPr/>
        </p:nvSpPr>
        <p:spPr>
          <a:xfrm>
            <a:off x="1526383" y="5235289"/>
            <a:ext cx="5379720" cy="708025"/>
          </a:xfrm>
          <a:custGeom>
            <a:avLst/>
            <a:gdLst/>
            <a:ahLst/>
            <a:cxnLst/>
            <a:rect l="l" t="t" r="r" b="b"/>
            <a:pathLst>
              <a:path w="5379720" h="708025">
                <a:moveTo>
                  <a:pt x="5260925" y="0"/>
                </a:moveTo>
                <a:lnTo>
                  <a:pt x="117180" y="0"/>
                </a:lnTo>
                <a:lnTo>
                  <a:pt x="71906" y="9124"/>
                </a:lnTo>
                <a:lnTo>
                  <a:pt x="34621" y="34115"/>
                </a:lnTo>
                <a:lnTo>
                  <a:pt x="9321" y="71399"/>
                </a:lnTo>
                <a:lnTo>
                  <a:pt x="0" y="117402"/>
                </a:lnTo>
                <a:lnTo>
                  <a:pt x="0" y="590061"/>
                </a:lnTo>
                <a:lnTo>
                  <a:pt x="9321" y="636064"/>
                </a:lnTo>
                <a:lnTo>
                  <a:pt x="34621" y="673348"/>
                </a:lnTo>
                <a:lnTo>
                  <a:pt x="71906" y="698339"/>
                </a:lnTo>
                <a:lnTo>
                  <a:pt x="117180" y="707463"/>
                </a:lnTo>
                <a:lnTo>
                  <a:pt x="5260925" y="707463"/>
                </a:lnTo>
                <a:lnTo>
                  <a:pt x="5307079" y="698339"/>
                </a:lnTo>
                <a:lnTo>
                  <a:pt x="5344815" y="673348"/>
                </a:lnTo>
                <a:lnTo>
                  <a:pt x="5370282" y="636064"/>
                </a:lnTo>
                <a:lnTo>
                  <a:pt x="5379627" y="590061"/>
                </a:lnTo>
                <a:lnTo>
                  <a:pt x="5379627" y="117402"/>
                </a:lnTo>
                <a:lnTo>
                  <a:pt x="5370282" y="71399"/>
                </a:lnTo>
                <a:lnTo>
                  <a:pt x="5344815" y="34115"/>
                </a:lnTo>
                <a:lnTo>
                  <a:pt x="5307079" y="9124"/>
                </a:lnTo>
                <a:lnTo>
                  <a:pt x="5260925" y="0"/>
                </a:lnTo>
                <a:close/>
              </a:path>
            </a:pathLst>
          </a:custGeom>
          <a:solidFill>
            <a:srgbClr val="4F80BC"/>
          </a:solidFill>
        </p:spPr>
        <p:txBody>
          <a:bodyPr wrap="square" lIns="0" tIns="0" rIns="0" bIns="0" rtlCol="0"/>
          <a:lstStyle/>
          <a:p>
            <a:endParaRPr/>
          </a:p>
        </p:txBody>
      </p:sp>
      <p:sp>
        <p:nvSpPr>
          <p:cNvPr id="13" name="object 13"/>
          <p:cNvSpPr/>
          <p:nvPr/>
        </p:nvSpPr>
        <p:spPr>
          <a:xfrm>
            <a:off x="1514209" y="5221566"/>
            <a:ext cx="5404485" cy="735330"/>
          </a:xfrm>
          <a:custGeom>
            <a:avLst/>
            <a:gdLst/>
            <a:ahLst/>
            <a:cxnLst/>
            <a:rect l="l" t="t" r="r" b="b"/>
            <a:pathLst>
              <a:path w="5404484" h="735329">
                <a:moveTo>
                  <a:pt x="5274621" y="0"/>
                </a:moveTo>
                <a:lnTo>
                  <a:pt x="129354" y="0"/>
                </a:lnTo>
                <a:lnTo>
                  <a:pt x="115657" y="1525"/>
                </a:lnTo>
                <a:lnTo>
                  <a:pt x="66959" y="16771"/>
                </a:lnTo>
                <a:lnTo>
                  <a:pt x="28914" y="48790"/>
                </a:lnTo>
                <a:lnTo>
                  <a:pt x="15217" y="70137"/>
                </a:lnTo>
                <a:lnTo>
                  <a:pt x="9130" y="80808"/>
                </a:lnTo>
                <a:lnTo>
                  <a:pt x="4564" y="93007"/>
                </a:lnTo>
                <a:lnTo>
                  <a:pt x="1521" y="105204"/>
                </a:lnTo>
                <a:lnTo>
                  <a:pt x="0" y="118926"/>
                </a:lnTo>
                <a:lnTo>
                  <a:pt x="0" y="617505"/>
                </a:lnTo>
                <a:lnTo>
                  <a:pt x="10652" y="655623"/>
                </a:lnTo>
                <a:lnTo>
                  <a:pt x="38045" y="696790"/>
                </a:lnTo>
                <a:lnTo>
                  <a:pt x="80656" y="724235"/>
                </a:lnTo>
                <a:lnTo>
                  <a:pt x="91309" y="728809"/>
                </a:lnTo>
                <a:lnTo>
                  <a:pt x="105004" y="731859"/>
                </a:lnTo>
                <a:lnTo>
                  <a:pt x="129354" y="734908"/>
                </a:lnTo>
                <a:lnTo>
                  <a:pt x="5274621" y="734908"/>
                </a:lnTo>
                <a:lnTo>
                  <a:pt x="5312666" y="728809"/>
                </a:lnTo>
                <a:lnTo>
                  <a:pt x="5347669" y="712038"/>
                </a:lnTo>
                <a:lnTo>
                  <a:pt x="5351322" y="708987"/>
                </a:lnTo>
                <a:lnTo>
                  <a:pt x="118701" y="708987"/>
                </a:lnTo>
                <a:lnTo>
                  <a:pt x="108049" y="707463"/>
                </a:lnTo>
                <a:lnTo>
                  <a:pt x="98917" y="704414"/>
                </a:lnTo>
                <a:lnTo>
                  <a:pt x="88265" y="701365"/>
                </a:lnTo>
                <a:lnTo>
                  <a:pt x="79133" y="696790"/>
                </a:lnTo>
                <a:lnTo>
                  <a:pt x="70003" y="690692"/>
                </a:lnTo>
                <a:lnTo>
                  <a:pt x="54785" y="678493"/>
                </a:lnTo>
                <a:lnTo>
                  <a:pt x="48698" y="670871"/>
                </a:lnTo>
                <a:lnTo>
                  <a:pt x="42611" y="661722"/>
                </a:lnTo>
                <a:lnTo>
                  <a:pt x="36522" y="654098"/>
                </a:lnTo>
                <a:lnTo>
                  <a:pt x="33479" y="644950"/>
                </a:lnTo>
                <a:lnTo>
                  <a:pt x="28914" y="634277"/>
                </a:lnTo>
                <a:lnTo>
                  <a:pt x="27392" y="625129"/>
                </a:lnTo>
                <a:lnTo>
                  <a:pt x="24348" y="603783"/>
                </a:lnTo>
                <a:lnTo>
                  <a:pt x="24348" y="131124"/>
                </a:lnTo>
                <a:lnTo>
                  <a:pt x="33479" y="89957"/>
                </a:lnTo>
                <a:lnTo>
                  <a:pt x="63915" y="48790"/>
                </a:lnTo>
                <a:lnTo>
                  <a:pt x="71525" y="44216"/>
                </a:lnTo>
                <a:lnTo>
                  <a:pt x="80656" y="38117"/>
                </a:lnTo>
                <a:lnTo>
                  <a:pt x="89786" y="33543"/>
                </a:lnTo>
                <a:lnTo>
                  <a:pt x="98917" y="30493"/>
                </a:lnTo>
                <a:lnTo>
                  <a:pt x="109570" y="27444"/>
                </a:lnTo>
                <a:lnTo>
                  <a:pt x="120223" y="25919"/>
                </a:lnTo>
                <a:lnTo>
                  <a:pt x="5350406" y="25919"/>
                </a:lnTo>
                <a:lnTo>
                  <a:pt x="5335493" y="15247"/>
                </a:lnTo>
                <a:lnTo>
                  <a:pt x="5323319" y="10673"/>
                </a:lnTo>
                <a:lnTo>
                  <a:pt x="5312666" y="6098"/>
                </a:lnTo>
                <a:lnTo>
                  <a:pt x="5298970" y="3049"/>
                </a:lnTo>
                <a:lnTo>
                  <a:pt x="5274621" y="0"/>
                </a:lnTo>
                <a:close/>
              </a:path>
              <a:path w="5404484" h="735329">
                <a:moveTo>
                  <a:pt x="5350406" y="25919"/>
                </a:moveTo>
                <a:lnTo>
                  <a:pt x="5285273" y="25919"/>
                </a:lnTo>
                <a:lnTo>
                  <a:pt x="5295926" y="27444"/>
                </a:lnTo>
                <a:lnTo>
                  <a:pt x="5305057" y="30493"/>
                </a:lnTo>
                <a:lnTo>
                  <a:pt x="5349190" y="56414"/>
                </a:lnTo>
                <a:lnTo>
                  <a:pt x="5370495" y="91481"/>
                </a:lnTo>
                <a:lnTo>
                  <a:pt x="5375061" y="100630"/>
                </a:lnTo>
                <a:lnTo>
                  <a:pt x="5376583" y="111304"/>
                </a:lnTo>
                <a:lnTo>
                  <a:pt x="5378104" y="120451"/>
                </a:lnTo>
                <a:lnTo>
                  <a:pt x="5379627" y="131124"/>
                </a:lnTo>
                <a:lnTo>
                  <a:pt x="5379627" y="603783"/>
                </a:lnTo>
                <a:lnTo>
                  <a:pt x="5378104" y="615981"/>
                </a:lnTo>
                <a:lnTo>
                  <a:pt x="5361364" y="663247"/>
                </a:lnTo>
                <a:lnTo>
                  <a:pt x="5332450" y="692216"/>
                </a:lnTo>
                <a:lnTo>
                  <a:pt x="5294405" y="707463"/>
                </a:lnTo>
                <a:lnTo>
                  <a:pt x="5283752" y="708987"/>
                </a:lnTo>
                <a:lnTo>
                  <a:pt x="5351322" y="708987"/>
                </a:lnTo>
                <a:lnTo>
                  <a:pt x="5382670" y="676969"/>
                </a:lnTo>
                <a:lnTo>
                  <a:pt x="5399410" y="641901"/>
                </a:lnTo>
                <a:lnTo>
                  <a:pt x="5403975" y="615981"/>
                </a:lnTo>
                <a:lnTo>
                  <a:pt x="5403975" y="117402"/>
                </a:lnTo>
                <a:lnTo>
                  <a:pt x="5393322" y="79284"/>
                </a:lnTo>
                <a:lnTo>
                  <a:pt x="5365930" y="38117"/>
                </a:lnTo>
                <a:lnTo>
                  <a:pt x="5356799" y="30493"/>
                </a:lnTo>
                <a:lnTo>
                  <a:pt x="5350406" y="25919"/>
                </a:lnTo>
                <a:close/>
              </a:path>
            </a:pathLst>
          </a:custGeom>
          <a:solidFill>
            <a:srgbClr val="FFFFFF"/>
          </a:solidFill>
        </p:spPr>
        <p:txBody>
          <a:bodyPr wrap="square" lIns="0" tIns="0" rIns="0" bIns="0" rtlCol="0"/>
          <a:lstStyle/>
          <a:p>
            <a:endParaRPr/>
          </a:p>
        </p:txBody>
      </p:sp>
      <p:sp>
        <p:nvSpPr>
          <p:cNvPr id="14" name="object 14"/>
          <p:cNvSpPr txBox="1"/>
          <p:nvPr/>
        </p:nvSpPr>
        <p:spPr>
          <a:xfrm>
            <a:off x="1739198" y="5445211"/>
            <a:ext cx="3533140" cy="972819"/>
          </a:xfrm>
          <a:prstGeom prst="rect">
            <a:avLst/>
          </a:prstGeom>
        </p:spPr>
        <p:txBody>
          <a:bodyPr vert="horz" wrap="square" lIns="0" tIns="0" rIns="0" bIns="0" rtlCol="0">
            <a:spAutoFit/>
          </a:bodyPr>
          <a:lstStyle/>
          <a:p>
            <a:pPr marL="25400">
              <a:lnSpc>
                <a:spcPts val="2280"/>
              </a:lnSpc>
            </a:pPr>
            <a:r>
              <a:rPr sz="2400" spc="-5" dirty="0">
                <a:solidFill>
                  <a:srgbClr val="FFFFFF"/>
                </a:solidFill>
                <a:latin typeface="Calibri"/>
                <a:cs typeface="Calibri"/>
              </a:rPr>
              <a:t>3. Cảnh báo </a:t>
            </a:r>
            <a:r>
              <a:rPr sz="2400" spc="-25" dirty="0">
                <a:solidFill>
                  <a:srgbClr val="FFFFFF"/>
                </a:solidFill>
                <a:latin typeface="Calibri"/>
                <a:cs typeface="Calibri"/>
              </a:rPr>
              <a:t>và </a:t>
            </a:r>
            <a:r>
              <a:rPr sz="2400" spc="-5" dirty="0">
                <a:solidFill>
                  <a:srgbClr val="FFFFFF"/>
                </a:solidFill>
                <a:latin typeface="Calibri"/>
                <a:cs typeface="Calibri"/>
              </a:rPr>
              <a:t>thông báo</a:t>
            </a:r>
            <a:r>
              <a:rPr sz="2400" spc="-40" dirty="0">
                <a:solidFill>
                  <a:srgbClr val="FFFFFF"/>
                </a:solidFill>
                <a:latin typeface="Calibri"/>
                <a:cs typeface="Calibri"/>
              </a:rPr>
              <a:t> </a:t>
            </a:r>
            <a:r>
              <a:rPr sz="2400" spc="-5" dirty="0">
                <a:solidFill>
                  <a:srgbClr val="FFFFFF"/>
                </a:solidFill>
                <a:latin typeface="Calibri"/>
                <a:cs typeface="Calibri"/>
              </a:rPr>
              <a:t>lỗi</a:t>
            </a:r>
            <a:endParaRPr sz="2400">
              <a:latin typeface="Calibri"/>
              <a:cs typeface="Calibri"/>
            </a:endParaRPr>
          </a:p>
          <a:p>
            <a:pPr>
              <a:lnSpc>
                <a:spcPct val="100000"/>
              </a:lnSpc>
              <a:spcBef>
                <a:spcPts val="15"/>
              </a:spcBef>
            </a:pPr>
            <a:endParaRPr sz="2050">
              <a:latin typeface="Times New Roman"/>
              <a:cs typeface="Times New Roman"/>
            </a:endParaRPr>
          </a:p>
          <a:p>
            <a:pPr>
              <a:lnSpc>
                <a:spcPct val="100000"/>
              </a:lnSpc>
              <a:spcBef>
                <a:spcPts val="5"/>
              </a:spcBef>
            </a:pPr>
            <a:r>
              <a:rPr sz="2400" dirty="0">
                <a:latin typeface="Calibri"/>
                <a:cs typeface="Calibri"/>
              </a:rPr>
              <a:t>• </a:t>
            </a:r>
            <a:r>
              <a:rPr sz="2400" spc="-10" dirty="0">
                <a:latin typeface="Calibri"/>
                <a:cs typeface="Calibri"/>
              </a:rPr>
              <a:t>Thông </a:t>
            </a:r>
            <a:r>
              <a:rPr sz="2400" spc="-5" dirty="0">
                <a:latin typeface="Calibri"/>
                <a:cs typeface="Calibri"/>
              </a:rPr>
              <a:t>báo </a:t>
            </a:r>
            <a:r>
              <a:rPr sz="2400" dirty="0">
                <a:latin typeface="Calibri"/>
                <a:cs typeface="Calibri"/>
              </a:rPr>
              <a:t>cụ </a:t>
            </a:r>
            <a:r>
              <a:rPr sz="2400" spc="-5" dirty="0">
                <a:latin typeface="Calibri"/>
                <a:cs typeface="Calibri"/>
              </a:rPr>
              <a:t>thể, dễ</a:t>
            </a:r>
            <a:r>
              <a:rPr sz="2400" spc="15" dirty="0">
                <a:latin typeface="Calibri"/>
                <a:cs typeface="Calibri"/>
              </a:rPr>
              <a:t> </a:t>
            </a:r>
            <a:r>
              <a:rPr sz="2400" spc="-5" dirty="0">
                <a:latin typeface="Calibri"/>
                <a:cs typeface="Calibri"/>
              </a:rPr>
              <a:t>hiểu</a:t>
            </a:r>
            <a:endParaRPr sz="2400">
              <a:latin typeface="Calibri"/>
              <a:cs typeface="Calibri"/>
            </a:endParaRPr>
          </a:p>
        </p:txBody>
      </p:sp>
      <p:sp>
        <p:nvSpPr>
          <p:cNvPr id="15" name="object 15"/>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6" name="object 16"/>
          <p:cNvSpPr/>
          <p:nvPr/>
        </p:nvSpPr>
        <p:spPr>
          <a:xfrm>
            <a:off x="1129189" y="2188926"/>
            <a:ext cx="7709531" cy="1422551"/>
          </a:xfrm>
          <a:prstGeom prst="rect">
            <a:avLst/>
          </a:prstGeom>
          <a:blipFill>
            <a:blip r:embed="rId2" cstate="print"/>
            <a:stretch>
              <a:fillRect/>
            </a:stretch>
          </a:blipFill>
        </p:spPr>
        <p:txBody>
          <a:bodyPr wrap="square" lIns="0" tIns="0" rIns="0" bIns="0" rtlCol="0"/>
          <a:lstStyle/>
          <a:p>
            <a:endParaRPr/>
          </a:p>
        </p:txBody>
      </p:sp>
      <p:sp>
        <p:nvSpPr>
          <p:cNvPr id="17" name="object 17"/>
          <p:cNvSpPr/>
          <p:nvPr/>
        </p:nvSpPr>
        <p:spPr>
          <a:xfrm>
            <a:off x="1129189" y="4071938"/>
            <a:ext cx="7709531" cy="1045948"/>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1129189" y="5576823"/>
            <a:ext cx="7709531" cy="1045948"/>
          </a:xfrm>
          <a:prstGeom prst="rect">
            <a:avLst/>
          </a:prstGeom>
          <a:blipFill>
            <a:blip r:embed="rId4" cstate="print"/>
            <a:stretch>
              <a:fillRect/>
            </a:stretch>
          </a:blipFill>
        </p:spPr>
        <p:txBody>
          <a:bodyPr wrap="square" lIns="0" tIns="0" rIns="0" bIns="0" rtlCol="0"/>
          <a:lstStyle/>
          <a:p>
            <a:endParaRPr/>
          </a:p>
        </p:txBody>
      </p:sp>
      <p:sp>
        <p:nvSpPr>
          <p:cNvPr id="19" name="object 19"/>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20" name="object 20"/>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31</a:t>
            </a:fld>
            <a:endParaRPr spc="-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091143" y="2209129"/>
            <a:ext cx="121745" cy="128964"/>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512877" y="2607066"/>
            <a:ext cx="144382" cy="160971"/>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512877" y="3012730"/>
            <a:ext cx="144382" cy="154780"/>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1512877" y="3415482"/>
            <a:ext cx="144382" cy="155935"/>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1091143" y="3855811"/>
            <a:ext cx="121745" cy="128964"/>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093829" y="4290649"/>
            <a:ext cx="119059" cy="129854"/>
          </a:xfrm>
          <a:prstGeom prst="rect">
            <a:avLst/>
          </a:prstGeom>
          <a:blipFill>
            <a:blip r:embed="rId7" cstate="print"/>
            <a:stretch>
              <a:fillRect/>
            </a:stretch>
          </a:blipFill>
        </p:spPr>
        <p:txBody>
          <a:bodyPr wrap="square" lIns="0" tIns="0" rIns="0" bIns="0" rtlCol="0"/>
          <a:lstStyle/>
          <a:p>
            <a:endParaRPr/>
          </a:p>
        </p:txBody>
      </p:sp>
      <p:sp>
        <p:nvSpPr>
          <p:cNvPr id="9" name="object 9"/>
          <p:cNvSpPr/>
          <p:nvPr/>
        </p:nvSpPr>
        <p:spPr>
          <a:xfrm>
            <a:off x="1093829" y="4726715"/>
            <a:ext cx="119059" cy="136037"/>
          </a:xfrm>
          <a:prstGeom prst="rect">
            <a:avLst/>
          </a:prstGeom>
          <a:blipFill>
            <a:blip r:embed="rId8" cstate="print"/>
            <a:stretch>
              <a:fillRect/>
            </a:stretch>
          </a:blipFill>
        </p:spPr>
        <p:txBody>
          <a:bodyPr wrap="square" lIns="0" tIns="0" rIns="0" bIns="0" rtlCol="0"/>
          <a:lstStyle/>
          <a:p>
            <a:endParaRPr/>
          </a:p>
        </p:txBody>
      </p:sp>
      <p:sp>
        <p:nvSpPr>
          <p:cNvPr id="10" name="object 10"/>
          <p:cNvSpPr/>
          <p:nvPr/>
        </p:nvSpPr>
        <p:spPr>
          <a:xfrm>
            <a:off x="1512877" y="5502805"/>
            <a:ext cx="144382" cy="155935"/>
          </a:xfrm>
          <a:prstGeom prst="rect">
            <a:avLst/>
          </a:prstGeom>
          <a:blipFill>
            <a:blip r:embed="rId9" cstate="print"/>
            <a:stretch>
              <a:fillRect/>
            </a:stretch>
          </a:blipFill>
        </p:spPr>
        <p:txBody>
          <a:bodyPr wrap="square" lIns="0" tIns="0" rIns="0" bIns="0" rtlCol="0"/>
          <a:lstStyle/>
          <a:p>
            <a:endParaRPr/>
          </a:p>
        </p:txBody>
      </p:sp>
      <p:sp>
        <p:nvSpPr>
          <p:cNvPr id="11" name="object 11"/>
          <p:cNvSpPr txBox="1"/>
          <p:nvPr/>
        </p:nvSpPr>
        <p:spPr>
          <a:xfrm>
            <a:off x="1335488" y="1555633"/>
            <a:ext cx="7691755" cy="4196715"/>
          </a:xfrm>
          <a:prstGeom prst="rect">
            <a:avLst/>
          </a:prstGeom>
        </p:spPr>
        <p:txBody>
          <a:bodyPr vert="horz" wrap="square" lIns="0" tIns="12065" rIns="0" bIns="0" rtlCol="0">
            <a:spAutoFit/>
          </a:bodyPr>
          <a:lstStyle/>
          <a:p>
            <a:pPr marL="12700" marR="3324225">
              <a:lnSpc>
                <a:spcPct val="120100"/>
              </a:lnSpc>
              <a:spcBef>
                <a:spcPts val="95"/>
              </a:spcBef>
            </a:pPr>
            <a:r>
              <a:rPr sz="2400" spc="-5" dirty="0">
                <a:solidFill>
                  <a:srgbClr val="953634"/>
                </a:solidFill>
                <a:latin typeface="Tahoma"/>
                <a:cs typeface="Tahoma"/>
              </a:rPr>
              <a:t>Đặt vào vị trí của người sử dụng  </a:t>
            </a:r>
            <a:r>
              <a:rPr sz="2400" spc="-80" dirty="0">
                <a:solidFill>
                  <a:srgbClr val="953634"/>
                </a:solidFill>
                <a:latin typeface="Tahoma"/>
                <a:cs typeface="Tahoma"/>
              </a:rPr>
              <a:t>Trợ </a:t>
            </a:r>
            <a:r>
              <a:rPr sz="2400" spc="-5" dirty="0">
                <a:solidFill>
                  <a:srgbClr val="953634"/>
                </a:solidFill>
                <a:latin typeface="Tahoma"/>
                <a:cs typeface="Tahoma"/>
              </a:rPr>
              <a:t>giúp cần</a:t>
            </a:r>
            <a:r>
              <a:rPr sz="2400" spc="45" dirty="0">
                <a:solidFill>
                  <a:srgbClr val="953634"/>
                </a:solidFill>
                <a:latin typeface="Tahoma"/>
                <a:cs typeface="Tahoma"/>
              </a:rPr>
              <a:t> </a:t>
            </a:r>
            <a:r>
              <a:rPr sz="2400" spc="-5" dirty="0">
                <a:solidFill>
                  <a:srgbClr val="953634"/>
                </a:solidFill>
                <a:latin typeface="Tahoma"/>
                <a:cs typeface="Tahoma"/>
              </a:rPr>
              <a:t>phải</a:t>
            </a:r>
            <a:endParaRPr sz="2400">
              <a:latin typeface="Tahoma"/>
              <a:cs typeface="Tahoma"/>
            </a:endParaRPr>
          </a:p>
          <a:p>
            <a:pPr marL="412750" marR="5951855">
              <a:lnSpc>
                <a:spcPts val="3170"/>
              </a:lnSpc>
              <a:spcBef>
                <a:spcPts val="190"/>
              </a:spcBef>
            </a:pPr>
            <a:r>
              <a:rPr sz="2200" spc="-5" dirty="0">
                <a:latin typeface="Tahoma"/>
                <a:cs typeface="Tahoma"/>
              </a:rPr>
              <a:t>Đơn </a:t>
            </a:r>
            <a:r>
              <a:rPr sz="2200" spc="-10" dirty="0">
                <a:latin typeface="Tahoma"/>
                <a:cs typeface="Tahoma"/>
              </a:rPr>
              <a:t>giản  </a:t>
            </a:r>
            <a:r>
              <a:rPr sz="2200" spc="-5" dirty="0">
                <a:latin typeface="Tahoma"/>
                <a:cs typeface="Tahoma"/>
              </a:rPr>
              <a:t>Có </a:t>
            </a:r>
            <a:r>
              <a:rPr sz="2200" spc="-10" dirty="0">
                <a:latin typeface="Tahoma"/>
                <a:cs typeface="Tahoma"/>
              </a:rPr>
              <a:t>tổ</a:t>
            </a:r>
            <a:r>
              <a:rPr sz="2200" spc="-70" dirty="0">
                <a:latin typeface="Tahoma"/>
                <a:cs typeface="Tahoma"/>
              </a:rPr>
              <a:t> </a:t>
            </a:r>
            <a:r>
              <a:rPr sz="2200" spc="-10" dirty="0">
                <a:latin typeface="Tahoma"/>
                <a:cs typeface="Tahoma"/>
              </a:rPr>
              <a:t>chức  </a:t>
            </a:r>
            <a:r>
              <a:rPr sz="2200" spc="-60" dirty="0">
                <a:latin typeface="Tahoma"/>
                <a:cs typeface="Tahoma"/>
              </a:rPr>
              <a:t>Trực</a:t>
            </a:r>
            <a:r>
              <a:rPr sz="2200" spc="-40" dirty="0">
                <a:latin typeface="Tahoma"/>
                <a:cs typeface="Tahoma"/>
              </a:rPr>
              <a:t> </a:t>
            </a:r>
            <a:r>
              <a:rPr sz="2200" spc="-10" dirty="0">
                <a:latin typeface="Tahoma"/>
                <a:cs typeface="Tahoma"/>
              </a:rPr>
              <a:t>quan</a:t>
            </a:r>
            <a:endParaRPr sz="2200">
              <a:latin typeface="Tahoma"/>
              <a:cs typeface="Tahoma"/>
            </a:endParaRPr>
          </a:p>
          <a:p>
            <a:pPr marL="12700">
              <a:lnSpc>
                <a:spcPct val="100000"/>
              </a:lnSpc>
              <a:spcBef>
                <a:spcPts val="390"/>
              </a:spcBef>
            </a:pPr>
            <a:r>
              <a:rPr sz="2400" spc="-5" dirty="0">
                <a:solidFill>
                  <a:srgbClr val="953634"/>
                </a:solidFill>
                <a:latin typeface="Tahoma"/>
                <a:cs typeface="Tahoma"/>
              </a:rPr>
              <a:t>Cung cấp các trợ giúp ngữ</a:t>
            </a:r>
            <a:r>
              <a:rPr sz="2400" spc="-55" dirty="0">
                <a:solidFill>
                  <a:srgbClr val="953634"/>
                </a:solidFill>
                <a:latin typeface="Tahoma"/>
                <a:cs typeface="Tahoma"/>
              </a:rPr>
              <a:t> </a:t>
            </a:r>
            <a:r>
              <a:rPr sz="2400" spc="-5" dirty="0">
                <a:solidFill>
                  <a:srgbClr val="953634"/>
                </a:solidFill>
                <a:latin typeface="Tahoma"/>
                <a:cs typeface="Tahoma"/>
              </a:rPr>
              <a:t>cảnh</a:t>
            </a:r>
            <a:endParaRPr sz="2400">
              <a:latin typeface="Tahoma"/>
              <a:cs typeface="Tahoma"/>
            </a:endParaRPr>
          </a:p>
          <a:p>
            <a:pPr marL="12700">
              <a:lnSpc>
                <a:spcPct val="100000"/>
              </a:lnSpc>
              <a:spcBef>
                <a:spcPts val="575"/>
              </a:spcBef>
            </a:pPr>
            <a:r>
              <a:rPr sz="2400" spc="-5" dirty="0">
                <a:solidFill>
                  <a:srgbClr val="953634"/>
                </a:solidFill>
                <a:latin typeface="Tahoma"/>
                <a:cs typeface="Tahoma"/>
              </a:rPr>
              <a:t>Cần trả người dùng </a:t>
            </a:r>
            <a:r>
              <a:rPr sz="2400" dirty="0">
                <a:solidFill>
                  <a:srgbClr val="953634"/>
                </a:solidFill>
                <a:latin typeface="Tahoma"/>
                <a:cs typeface="Tahoma"/>
              </a:rPr>
              <a:t>về </a:t>
            </a:r>
            <a:r>
              <a:rPr sz="2400" spc="-5" dirty="0">
                <a:solidFill>
                  <a:srgbClr val="953634"/>
                </a:solidFill>
                <a:latin typeface="Tahoma"/>
                <a:cs typeface="Tahoma"/>
              </a:rPr>
              <a:t>lại vị trí cần trợ</a:t>
            </a:r>
            <a:r>
              <a:rPr sz="2400" spc="-75" dirty="0">
                <a:solidFill>
                  <a:srgbClr val="953634"/>
                </a:solidFill>
                <a:latin typeface="Tahoma"/>
                <a:cs typeface="Tahoma"/>
              </a:rPr>
              <a:t> </a:t>
            </a:r>
            <a:r>
              <a:rPr sz="2400" spc="-5" dirty="0">
                <a:solidFill>
                  <a:srgbClr val="953634"/>
                </a:solidFill>
                <a:latin typeface="Tahoma"/>
                <a:cs typeface="Tahoma"/>
              </a:rPr>
              <a:t>giúp</a:t>
            </a:r>
            <a:endParaRPr sz="2400">
              <a:latin typeface="Tahoma"/>
              <a:cs typeface="Tahoma"/>
            </a:endParaRPr>
          </a:p>
          <a:p>
            <a:pPr marL="12700" marR="5080">
              <a:lnSpc>
                <a:spcPct val="100000"/>
              </a:lnSpc>
              <a:spcBef>
                <a:spcPts val="580"/>
              </a:spcBef>
            </a:pPr>
            <a:r>
              <a:rPr sz="2400" spc="-5" dirty="0">
                <a:solidFill>
                  <a:srgbClr val="953634"/>
                </a:solidFill>
                <a:latin typeface="Tahoma"/>
                <a:cs typeface="Tahoma"/>
              </a:rPr>
              <a:t>Một số môi trường lập trình cung cấp công cụ </a:t>
            </a:r>
            <a:r>
              <a:rPr sz="2400" dirty="0">
                <a:solidFill>
                  <a:srgbClr val="953634"/>
                </a:solidFill>
                <a:latin typeface="Tahoma"/>
                <a:cs typeface="Tahoma"/>
              </a:rPr>
              <a:t>để </a:t>
            </a:r>
            <a:r>
              <a:rPr sz="2400" spc="-5" dirty="0">
                <a:solidFill>
                  <a:srgbClr val="953634"/>
                </a:solidFill>
                <a:latin typeface="Tahoma"/>
                <a:cs typeface="Tahoma"/>
              </a:rPr>
              <a:t>thiết</a:t>
            </a:r>
            <a:r>
              <a:rPr sz="2400" spc="-100" dirty="0">
                <a:solidFill>
                  <a:srgbClr val="953634"/>
                </a:solidFill>
                <a:latin typeface="Tahoma"/>
                <a:cs typeface="Tahoma"/>
              </a:rPr>
              <a:t> </a:t>
            </a:r>
            <a:r>
              <a:rPr sz="2400" dirty="0">
                <a:solidFill>
                  <a:srgbClr val="953634"/>
                </a:solidFill>
                <a:latin typeface="Tahoma"/>
                <a:cs typeface="Tahoma"/>
              </a:rPr>
              <a:t>kế  </a:t>
            </a:r>
            <a:r>
              <a:rPr sz="2400" spc="-5" dirty="0">
                <a:solidFill>
                  <a:srgbClr val="953634"/>
                </a:solidFill>
                <a:latin typeface="Tahoma"/>
                <a:cs typeface="Tahoma"/>
              </a:rPr>
              <a:t>tài liệu trợ</a:t>
            </a:r>
            <a:r>
              <a:rPr sz="2400" spc="-25" dirty="0">
                <a:solidFill>
                  <a:srgbClr val="953634"/>
                </a:solidFill>
                <a:latin typeface="Tahoma"/>
                <a:cs typeface="Tahoma"/>
              </a:rPr>
              <a:t> </a:t>
            </a:r>
            <a:r>
              <a:rPr sz="2400" spc="-5" dirty="0">
                <a:solidFill>
                  <a:srgbClr val="953634"/>
                </a:solidFill>
                <a:latin typeface="Tahoma"/>
                <a:cs typeface="Tahoma"/>
              </a:rPr>
              <a:t>giúp</a:t>
            </a:r>
            <a:endParaRPr sz="2400">
              <a:latin typeface="Tahoma"/>
              <a:cs typeface="Tahoma"/>
            </a:endParaRPr>
          </a:p>
          <a:p>
            <a:pPr marL="412750">
              <a:lnSpc>
                <a:spcPct val="100000"/>
              </a:lnSpc>
              <a:spcBef>
                <a:spcPts val="525"/>
              </a:spcBef>
            </a:pPr>
            <a:r>
              <a:rPr sz="2200" spc="-5" dirty="0">
                <a:latin typeface="Tahoma"/>
                <a:cs typeface="Tahoma"/>
              </a:rPr>
              <a:t>SDK </a:t>
            </a:r>
            <a:r>
              <a:rPr sz="2200" spc="-15" dirty="0">
                <a:latin typeface="Tahoma"/>
                <a:cs typeface="Tahoma"/>
              </a:rPr>
              <a:t>(Software </a:t>
            </a:r>
            <a:r>
              <a:rPr sz="2200" spc="-10" dirty="0">
                <a:latin typeface="Tahoma"/>
                <a:cs typeface="Tahoma"/>
              </a:rPr>
              <a:t>Development</a:t>
            </a:r>
            <a:r>
              <a:rPr sz="2200" spc="80" dirty="0">
                <a:latin typeface="Tahoma"/>
                <a:cs typeface="Tahoma"/>
              </a:rPr>
              <a:t> </a:t>
            </a:r>
            <a:r>
              <a:rPr sz="2200" spc="-5" dirty="0">
                <a:latin typeface="Tahoma"/>
                <a:cs typeface="Tahoma"/>
              </a:rPr>
              <a:t>Kit)</a:t>
            </a:r>
            <a:endParaRPr sz="2200">
              <a:latin typeface="Tahoma"/>
              <a:cs typeface="Tahoma"/>
            </a:endParaRPr>
          </a:p>
        </p:txBody>
      </p:sp>
      <p:sp>
        <p:nvSpPr>
          <p:cNvPr id="12" name="object 12"/>
          <p:cNvSpPr txBox="1">
            <a:spLocks noGrp="1"/>
          </p:cNvSpPr>
          <p:nvPr>
            <p:ph type="title" idx="4294967295"/>
          </p:nvPr>
        </p:nvSpPr>
        <p:spPr>
          <a:xfrm>
            <a:off x="3854098" y="835971"/>
            <a:ext cx="5195570" cy="452120"/>
          </a:xfrm>
          <a:prstGeom prst="rect">
            <a:avLst/>
          </a:prstGeom>
        </p:spPr>
        <p:txBody>
          <a:bodyPr vert="horz" wrap="square" lIns="0" tIns="12065" rIns="0" bIns="0" rtlCol="0">
            <a:spAutoFit/>
          </a:bodyPr>
          <a:lstStyle/>
          <a:p>
            <a:pPr marL="12700">
              <a:lnSpc>
                <a:spcPct val="100000"/>
              </a:lnSpc>
              <a:spcBef>
                <a:spcPts val="95"/>
              </a:spcBef>
            </a:pPr>
            <a:r>
              <a:rPr spc="-10" dirty="0"/>
              <a:t>Hướng dẫn </a:t>
            </a:r>
            <a:r>
              <a:rPr spc="-5" dirty="0"/>
              <a:t>cung </a:t>
            </a:r>
            <a:r>
              <a:rPr spc="-10" dirty="0"/>
              <a:t>cấp </a:t>
            </a:r>
            <a:r>
              <a:rPr spc="-5" dirty="0"/>
              <a:t>trợ</a:t>
            </a:r>
            <a:r>
              <a:rPr spc="-25" dirty="0"/>
              <a:t> </a:t>
            </a:r>
            <a:r>
              <a:rPr spc="-10" dirty="0"/>
              <a:t>giúp</a:t>
            </a:r>
          </a:p>
        </p:txBody>
      </p:sp>
      <p:sp>
        <p:nvSpPr>
          <p:cNvPr id="13" name="object 13"/>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4" name="object 14"/>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5" name="object 15"/>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32</a:t>
            </a:fld>
            <a:endParaRPr spc="-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856615" y="3075764"/>
            <a:ext cx="6487795" cy="757555"/>
          </a:xfrm>
          <a:prstGeom prst="rect">
            <a:avLst/>
          </a:prstGeom>
        </p:spPr>
        <p:txBody>
          <a:bodyPr vert="horz" wrap="square" lIns="0" tIns="12700" rIns="0" bIns="0" rtlCol="0">
            <a:spAutoFit/>
          </a:bodyPr>
          <a:lstStyle/>
          <a:p>
            <a:pPr marL="12700">
              <a:lnSpc>
                <a:spcPct val="100000"/>
              </a:lnSpc>
              <a:spcBef>
                <a:spcPts val="100"/>
              </a:spcBef>
            </a:pPr>
            <a:r>
              <a:rPr sz="4800" spc="-5" dirty="0">
                <a:solidFill>
                  <a:srgbClr val="702FA0"/>
                </a:solidFill>
              </a:rPr>
              <a:t>THIẾT </a:t>
            </a:r>
            <a:r>
              <a:rPr sz="4800" dirty="0">
                <a:solidFill>
                  <a:srgbClr val="702FA0"/>
                </a:solidFill>
              </a:rPr>
              <a:t>KẾ </a:t>
            </a:r>
            <a:r>
              <a:rPr sz="4800" spc="-5" dirty="0">
                <a:solidFill>
                  <a:srgbClr val="702FA0"/>
                </a:solidFill>
              </a:rPr>
              <a:t>HỘI</a:t>
            </a:r>
            <a:r>
              <a:rPr sz="4800" spc="-80" dirty="0">
                <a:solidFill>
                  <a:srgbClr val="702FA0"/>
                </a:solidFill>
              </a:rPr>
              <a:t> </a:t>
            </a:r>
            <a:r>
              <a:rPr sz="4800" spc="-5" dirty="0">
                <a:solidFill>
                  <a:srgbClr val="702FA0"/>
                </a:solidFill>
              </a:rPr>
              <a:t>THOẠI</a:t>
            </a:r>
            <a:endParaRPr sz="4800"/>
          </a:p>
        </p:txBody>
      </p:sp>
      <p:sp>
        <p:nvSpPr>
          <p:cNvPr id="3" name="object 3"/>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4" name="object 4"/>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5" name="object 5"/>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33</a:t>
            </a:fld>
            <a:endParaRPr spc="-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12877" y="2172617"/>
            <a:ext cx="144382" cy="15478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091143" y="2945181"/>
            <a:ext cx="121745" cy="128075"/>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512877" y="3349690"/>
            <a:ext cx="144382" cy="154780"/>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1091143" y="4122253"/>
            <a:ext cx="121745" cy="128075"/>
          </a:xfrm>
          <a:prstGeom prst="rect">
            <a:avLst/>
          </a:prstGeom>
          <a:blipFill>
            <a:blip r:embed="rId6" cstate="print"/>
            <a:stretch>
              <a:fillRect/>
            </a:stretch>
          </a:blipFill>
        </p:spPr>
        <p:txBody>
          <a:bodyPr wrap="square" lIns="0" tIns="0" rIns="0" bIns="0" rtlCol="0"/>
          <a:lstStyle/>
          <a:p>
            <a:endParaRPr/>
          </a:p>
        </p:txBody>
      </p:sp>
      <p:sp>
        <p:nvSpPr>
          <p:cNvPr id="7" name="object 7"/>
          <p:cNvSpPr txBox="1"/>
          <p:nvPr/>
        </p:nvSpPr>
        <p:spPr>
          <a:xfrm>
            <a:off x="1335488" y="1555500"/>
            <a:ext cx="7684770" cy="2819400"/>
          </a:xfrm>
          <a:prstGeom prst="rect">
            <a:avLst/>
          </a:prstGeom>
        </p:spPr>
        <p:txBody>
          <a:bodyPr vert="horz" wrap="square" lIns="0" tIns="85725" rIns="0" bIns="0" rtlCol="0">
            <a:spAutoFit/>
          </a:bodyPr>
          <a:lstStyle/>
          <a:p>
            <a:pPr marL="12700">
              <a:lnSpc>
                <a:spcPct val="100000"/>
              </a:lnSpc>
              <a:spcBef>
                <a:spcPts val="675"/>
              </a:spcBef>
            </a:pPr>
            <a:r>
              <a:rPr sz="2400" spc="-5" dirty="0">
                <a:solidFill>
                  <a:srgbClr val="953634"/>
                </a:solidFill>
                <a:latin typeface="Tahoma"/>
                <a:cs typeface="Tahoma"/>
              </a:rPr>
              <a:t>Hội</a:t>
            </a:r>
            <a:r>
              <a:rPr sz="2400" spc="-15" dirty="0">
                <a:solidFill>
                  <a:srgbClr val="953634"/>
                </a:solidFill>
                <a:latin typeface="Tahoma"/>
                <a:cs typeface="Tahoma"/>
              </a:rPr>
              <a:t> </a:t>
            </a:r>
            <a:r>
              <a:rPr sz="2400" spc="-5" dirty="0">
                <a:solidFill>
                  <a:srgbClr val="953634"/>
                </a:solidFill>
                <a:latin typeface="Tahoma"/>
                <a:cs typeface="Tahoma"/>
              </a:rPr>
              <a:t>thoại</a:t>
            </a:r>
            <a:endParaRPr sz="2400">
              <a:latin typeface="Tahoma"/>
              <a:cs typeface="Tahoma"/>
            </a:endParaRPr>
          </a:p>
          <a:p>
            <a:pPr marL="412750" marR="5080">
              <a:lnSpc>
                <a:spcPct val="100000"/>
              </a:lnSpc>
              <a:spcBef>
                <a:spcPts val="525"/>
              </a:spcBef>
            </a:pPr>
            <a:r>
              <a:rPr sz="2200" spc="-10" dirty="0">
                <a:latin typeface="Tahoma"/>
                <a:cs typeface="Tahoma"/>
              </a:rPr>
              <a:t>Một chuỗi hành động trong </a:t>
            </a:r>
            <a:r>
              <a:rPr sz="2200" spc="-5" dirty="0">
                <a:latin typeface="Tahoma"/>
                <a:cs typeface="Tahoma"/>
              </a:rPr>
              <a:t>đó hiển </a:t>
            </a:r>
            <a:r>
              <a:rPr sz="2200" spc="-10" dirty="0">
                <a:latin typeface="Tahoma"/>
                <a:cs typeface="Tahoma"/>
              </a:rPr>
              <a:t>thị thông </a:t>
            </a:r>
            <a:r>
              <a:rPr sz="2200" spc="-5" dirty="0">
                <a:latin typeface="Tahoma"/>
                <a:cs typeface="Tahoma"/>
              </a:rPr>
              <a:t>tin </a:t>
            </a:r>
            <a:r>
              <a:rPr sz="2200" spc="-10" dirty="0">
                <a:latin typeface="Tahoma"/>
                <a:cs typeface="Tahoma"/>
              </a:rPr>
              <a:t>cho người  dùng và nhận thông </a:t>
            </a:r>
            <a:r>
              <a:rPr sz="2200" spc="-5" dirty="0">
                <a:latin typeface="Tahoma"/>
                <a:cs typeface="Tahoma"/>
              </a:rPr>
              <a:t>tin từ </a:t>
            </a:r>
            <a:r>
              <a:rPr sz="2200" spc="-10" dirty="0">
                <a:latin typeface="Tahoma"/>
                <a:cs typeface="Tahoma"/>
              </a:rPr>
              <a:t>người</a:t>
            </a:r>
            <a:r>
              <a:rPr sz="2200" spc="40" dirty="0">
                <a:latin typeface="Tahoma"/>
                <a:cs typeface="Tahoma"/>
              </a:rPr>
              <a:t> </a:t>
            </a:r>
            <a:r>
              <a:rPr sz="2200" spc="-10" dirty="0">
                <a:latin typeface="Tahoma"/>
                <a:cs typeface="Tahoma"/>
              </a:rPr>
              <a:t>dùng</a:t>
            </a:r>
            <a:endParaRPr sz="2200">
              <a:latin typeface="Tahoma"/>
              <a:cs typeface="Tahoma"/>
            </a:endParaRPr>
          </a:p>
          <a:p>
            <a:pPr marL="12700">
              <a:lnSpc>
                <a:spcPct val="100000"/>
              </a:lnSpc>
              <a:spcBef>
                <a:spcPts val="585"/>
              </a:spcBef>
            </a:pPr>
            <a:r>
              <a:rPr sz="2400" spc="-5" dirty="0">
                <a:solidFill>
                  <a:srgbClr val="953634"/>
                </a:solidFill>
                <a:latin typeface="Tahoma"/>
                <a:cs typeface="Tahoma"/>
              </a:rPr>
              <a:t>Nguyên tắc thiết</a:t>
            </a:r>
            <a:r>
              <a:rPr sz="2400" spc="-30" dirty="0">
                <a:solidFill>
                  <a:srgbClr val="953634"/>
                </a:solidFill>
                <a:latin typeface="Tahoma"/>
                <a:cs typeface="Tahoma"/>
              </a:rPr>
              <a:t> </a:t>
            </a:r>
            <a:r>
              <a:rPr sz="2400" dirty="0">
                <a:solidFill>
                  <a:srgbClr val="953634"/>
                </a:solidFill>
                <a:latin typeface="Tahoma"/>
                <a:cs typeface="Tahoma"/>
              </a:rPr>
              <a:t>kế</a:t>
            </a:r>
            <a:endParaRPr sz="2400">
              <a:latin typeface="Tahoma"/>
              <a:cs typeface="Tahoma"/>
            </a:endParaRPr>
          </a:p>
          <a:p>
            <a:pPr marL="412750" marR="356870">
              <a:lnSpc>
                <a:spcPct val="100000"/>
              </a:lnSpc>
              <a:spcBef>
                <a:spcPts val="525"/>
              </a:spcBef>
            </a:pPr>
            <a:r>
              <a:rPr sz="2200" spc="-5" dirty="0">
                <a:latin typeface="Tahoma"/>
                <a:cs typeface="Tahoma"/>
              </a:rPr>
              <a:t>Sự </a:t>
            </a:r>
            <a:r>
              <a:rPr sz="2200" spc="-10" dirty="0">
                <a:latin typeface="Tahoma"/>
                <a:cs typeface="Tahoma"/>
              </a:rPr>
              <a:t>nhất quán của </a:t>
            </a:r>
            <a:r>
              <a:rPr sz="2200" spc="-5" dirty="0">
                <a:latin typeface="Tahoma"/>
                <a:cs typeface="Tahoma"/>
              </a:rPr>
              <a:t>trình tự </a:t>
            </a:r>
            <a:r>
              <a:rPr sz="2200" spc="-10" dirty="0">
                <a:latin typeface="Tahoma"/>
                <a:cs typeface="Tahoma"/>
              </a:rPr>
              <a:t>các hành động, phím bấm, </a:t>
            </a:r>
            <a:r>
              <a:rPr sz="2200" spc="-5" dirty="0">
                <a:latin typeface="Tahoma"/>
                <a:cs typeface="Tahoma"/>
              </a:rPr>
              <a:t>từ  </a:t>
            </a:r>
            <a:r>
              <a:rPr sz="2200" spc="-10" dirty="0">
                <a:latin typeface="Tahoma"/>
                <a:cs typeface="Tahoma"/>
              </a:rPr>
              <a:t>ngữ</a:t>
            </a:r>
            <a:endParaRPr sz="2200">
              <a:latin typeface="Tahoma"/>
              <a:cs typeface="Tahoma"/>
            </a:endParaRPr>
          </a:p>
          <a:p>
            <a:pPr marL="12700">
              <a:lnSpc>
                <a:spcPct val="100000"/>
              </a:lnSpc>
              <a:spcBef>
                <a:spcPts val="585"/>
              </a:spcBef>
            </a:pPr>
            <a:r>
              <a:rPr sz="2400" spc="-5" dirty="0">
                <a:solidFill>
                  <a:srgbClr val="953634"/>
                </a:solidFill>
                <a:latin typeface="Tahoma"/>
                <a:cs typeface="Tahoma"/>
              </a:rPr>
              <a:t>Quy trình thiết </a:t>
            </a:r>
            <a:r>
              <a:rPr sz="2400" dirty="0">
                <a:solidFill>
                  <a:srgbClr val="953634"/>
                </a:solidFill>
                <a:latin typeface="Tahoma"/>
                <a:cs typeface="Tahoma"/>
              </a:rPr>
              <a:t>kế </a:t>
            </a:r>
            <a:r>
              <a:rPr sz="2400" spc="-5" dirty="0">
                <a:solidFill>
                  <a:srgbClr val="953634"/>
                </a:solidFill>
                <a:latin typeface="Tahoma"/>
                <a:cs typeface="Tahoma"/>
              </a:rPr>
              <a:t>gồm 3</a:t>
            </a:r>
            <a:r>
              <a:rPr sz="2400" spc="-80" dirty="0">
                <a:solidFill>
                  <a:srgbClr val="953634"/>
                </a:solidFill>
                <a:latin typeface="Tahoma"/>
                <a:cs typeface="Tahoma"/>
              </a:rPr>
              <a:t> </a:t>
            </a:r>
            <a:r>
              <a:rPr sz="2400" spc="-5" dirty="0">
                <a:solidFill>
                  <a:srgbClr val="953634"/>
                </a:solidFill>
                <a:latin typeface="Tahoma"/>
                <a:cs typeface="Tahoma"/>
              </a:rPr>
              <a:t>bước</a:t>
            </a:r>
            <a:endParaRPr sz="2400">
              <a:latin typeface="Tahoma"/>
              <a:cs typeface="Tahoma"/>
            </a:endParaRPr>
          </a:p>
        </p:txBody>
      </p:sp>
      <p:sp>
        <p:nvSpPr>
          <p:cNvPr id="8" name="object 8"/>
          <p:cNvSpPr txBox="1">
            <a:spLocks noGrp="1"/>
          </p:cNvSpPr>
          <p:nvPr>
            <p:ph type="title" idx="4294967295"/>
          </p:nvPr>
        </p:nvSpPr>
        <p:spPr>
          <a:xfrm>
            <a:off x="5913117" y="835971"/>
            <a:ext cx="3138170" cy="452120"/>
          </a:xfrm>
          <a:prstGeom prst="rect">
            <a:avLst/>
          </a:prstGeom>
        </p:spPr>
        <p:txBody>
          <a:bodyPr vert="horz" wrap="square" lIns="0" tIns="12065" rIns="0" bIns="0" rtlCol="0">
            <a:spAutoFit/>
          </a:bodyPr>
          <a:lstStyle/>
          <a:p>
            <a:pPr marL="12700">
              <a:lnSpc>
                <a:spcPct val="100000"/>
              </a:lnSpc>
              <a:spcBef>
                <a:spcPts val="95"/>
              </a:spcBef>
            </a:pPr>
            <a:r>
              <a:rPr spc="-10" dirty="0"/>
              <a:t>Thiết kế </a:t>
            </a:r>
            <a:r>
              <a:rPr spc="-5" dirty="0"/>
              <a:t>hội</a:t>
            </a:r>
            <a:r>
              <a:rPr spc="-25" dirty="0"/>
              <a:t> </a:t>
            </a:r>
            <a:r>
              <a:rPr spc="-10" dirty="0"/>
              <a:t>thoại</a:t>
            </a:r>
          </a:p>
        </p:txBody>
      </p:sp>
      <p:sp>
        <p:nvSpPr>
          <p:cNvPr id="9" name="object 9"/>
          <p:cNvSpPr/>
          <p:nvPr/>
        </p:nvSpPr>
        <p:spPr>
          <a:xfrm>
            <a:off x="1757700" y="4863260"/>
            <a:ext cx="1858645" cy="1118235"/>
          </a:xfrm>
          <a:custGeom>
            <a:avLst/>
            <a:gdLst/>
            <a:ahLst/>
            <a:cxnLst/>
            <a:rect l="l" t="t" r="r" b="b"/>
            <a:pathLst>
              <a:path w="1858645" h="1118235">
                <a:moveTo>
                  <a:pt x="1747046" y="0"/>
                </a:moveTo>
                <a:lnTo>
                  <a:pt x="111091" y="0"/>
                </a:lnTo>
                <a:lnTo>
                  <a:pt x="67411" y="8838"/>
                </a:lnTo>
                <a:lnTo>
                  <a:pt x="32148" y="32972"/>
                </a:lnTo>
                <a:lnTo>
                  <a:pt x="8583" y="68826"/>
                </a:lnTo>
                <a:lnTo>
                  <a:pt x="0" y="112829"/>
                </a:lnTo>
                <a:lnTo>
                  <a:pt x="0" y="1006306"/>
                </a:lnTo>
                <a:lnTo>
                  <a:pt x="8583" y="1049426"/>
                </a:lnTo>
                <a:lnTo>
                  <a:pt x="32148" y="1084828"/>
                </a:lnTo>
                <a:lnTo>
                  <a:pt x="67411" y="1108795"/>
                </a:lnTo>
                <a:lnTo>
                  <a:pt x="111091" y="1117610"/>
                </a:lnTo>
                <a:lnTo>
                  <a:pt x="1747046" y="1117610"/>
                </a:lnTo>
                <a:lnTo>
                  <a:pt x="1790085" y="1108795"/>
                </a:lnTo>
                <a:lnTo>
                  <a:pt x="1825420" y="1084828"/>
                </a:lnTo>
                <a:lnTo>
                  <a:pt x="1849341" y="1049426"/>
                </a:lnTo>
                <a:lnTo>
                  <a:pt x="1858139" y="1006306"/>
                </a:lnTo>
                <a:lnTo>
                  <a:pt x="1858139" y="112829"/>
                </a:lnTo>
                <a:lnTo>
                  <a:pt x="1849341" y="68826"/>
                </a:lnTo>
                <a:lnTo>
                  <a:pt x="1825420" y="32972"/>
                </a:lnTo>
                <a:lnTo>
                  <a:pt x="1790085" y="8838"/>
                </a:lnTo>
                <a:lnTo>
                  <a:pt x="1747046" y="0"/>
                </a:lnTo>
                <a:close/>
              </a:path>
            </a:pathLst>
          </a:custGeom>
          <a:solidFill>
            <a:srgbClr val="4F80BC"/>
          </a:solidFill>
        </p:spPr>
        <p:txBody>
          <a:bodyPr wrap="square" lIns="0" tIns="0" rIns="0" bIns="0" rtlCol="0"/>
          <a:lstStyle/>
          <a:p>
            <a:endParaRPr/>
          </a:p>
        </p:txBody>
      </p:sp>
      <p:sp>
        <p:nvSpPr>
          <p:cNvPr id="10" name="object 10"/>
          <p:cNvSpPr/>
          <p:nvPr/>
        </p:nvSpPr>
        <p:spPr>
          <a:xfrm>
            <a:off x="1744003" y="4851063"/>
            <a:ext cx="1884045" cy="1143635"/>
          </a:xfrm>
          <a:custGeom>
            <a:avLst/>
            <a:gdLst/>
            <a:ahLst/>
            <a:cxnLst/>
            <a:rect l="l" t="t" r="r" b="b"/>
            <a:pathLst>
              <a:path w="1884045" h="1143635">
                <a:moveTo>
                  <a:pt x="1772918" y="0"/>
                </a:moveTo>
                <a:lnTo>
                  <a:pt x="111093" y="0"/>
                </a:lnTo>
                <a:lnTo>
                  <a:pt x="86743" y="6098"/>
                </a:lnTo>
                <a:lnTo>
                  <a:pt x="36523" y="36592"/>
                </a:lnTo>
                <a:lnTo>
                  <a:pt x="10652" y="76235"/>
                </a:lnTo>
                <a:lnTo>
                  <a:pt x="0" y="125026"/>
                </a:lnTo>
                <a:lnTo>
                  <a:pt x="0" y="1018503"/>
                </a:lnTo>
                <a:lnTo>
                  <a:pt x="6087" y="1056620"/>
                </a:lnTo>
                <a:lnTo>
                  <a:pt x="36523" y="1106935"/>
                </a:lnTo>
                <a:lnTo>
                  <a:pt x="77613" y="1132856"/>
                </a:lnTo>
                <a:lnTo>
                  <a:pt x="88266" y="1137431"/>
                </a:lnTo>
                <a:lnTo>
                  <a:pt x="100440" y="1140480"/>
                </a:lnTo>
                <a:lnTo>
                  <a:pt x="124788" y="1143529"/>
                </a:lnTo>
                <a:lnTo>
                  <a:pt x="1760743" y="1143529"/>
                </a:lnTo>
                <a:lnTo>
                  <a:pt x="1809442" y="1132856"/>
                </a:lnTo>
                <a:lnTo>
                  <a:pt x="1830746" y="1120658"/>
                </a:lnTo>
                <a:lnTo>
                  <a:pt x="1835312" y="1117608"/>
                </a:lnTo>
                <a:lnTo>
                  <a:pt x="114136" y="1117608"/>
                </a:lnTo>
                <a:lnTo>
                  <a:pt x="103483" y="1116084"/>
                </a:lnTo>
                <a:lnTo>
                  <a:pt x="85222" y="1109986"/>
                </a:lnTo>
                <a:lnTo>
                  <a:pt x="77613" y="1105411"/>
                </a:lnTo>
                <a:lnTo>
                  <a:pt x="68482" y="1100837"/>
                </a:lnTo>
                <a:lnTo>
                  <a:pt x="38045" y="1065768"/>
                </a:lnTo>
                <a:lnTo>
                  <a:pt x="25871" y="1027652"/>
                </a:lnTo>
                <a:lnTo>
                  <a:pt x="25871" y="114353"/>
                </a:lnTo>
                <a:lnTo>
                  <a:pt x="38045" y="76235"/>
                </a:lnTo>
                <a:lnTo>
                  <a:pt x="70003" y="41167"/>
                </a:lnTo>
                <a:lnTo>
                  <a:pt x="86743" y="33543"/>
                </a:lnTo>
                <a:lnTo>
                  <a:pt x="95874" y="28969"/>
                </a:lnTo>
                <a:lnTo>
                  <a:pt x="105006" y="27444"/>
                </a:lnTo>
                <a:lnTo>
                  <a:pt x="115658" y="25919"/>
                </a:lnTo>
                <a:lnTo>
                  <a:pt x="1836072" y="25919"/>
                </a:lnTo>
                <a:lnTo>
                  <a:pt x="1829225" y="21346"/>
                </a:lnTo>
                <a:lnTo>
                  <a:pt x="1807919" y="9147"/>
                </a:lnTo>
                <a:lnTo>
                  <a:pt x="1797267" y="6098"/>
                </a:lnTo>
                <a:lnTo>
                  <a:pt x="1772918" y="0"/>
                </a:lnTo>
                <a:close/>
              </a:path>
              <a:path w="1884045" h="1143635">
                <a:moveTo>
                  <a:pt x="1836072" y="25919"/>
                </a:moveTo>
                <a:lnTo>
                  <a:pt x="1771395" y="25919"/>
                </a:lnTo>
                <a:lnTo>
                  <a:pt x="1780527" y="27444"/>
                </a:lnTo>
                <a:lnTo>
                  <a:pt x="1791180" y="30493"/>
                </a:lnTo>
                <a:lnTo>
                  <a:pt x="1830746" y="54889"/>
                </a:lnTo>
                <a:lnTo>
                  <a:pt x="1852052" y="86908"/>
                </a:lnTo>
                <a:lnTo>
                  <a:pt x="1858140" y="105204"/>
                </a:lnTo>
                <a:lnTo>
                  <a:pt x="1858140" y="114353"/>
                </a:lnTo>
                <a:lnTo>
                  <a:pt x="1859662" y="125026"/>
                </a:lnTo>
                <a:lnTo>
                  <a:pt x="1859662" y="1018503"/>
                </a:lnTo>
                <a:lnTo>
                  <a:pt x="1858140" y="1029176"/>
                </a:lnTo>
                <a:lnTo>
                  <a:pt x="1856618" y="1038324"/>
                </a:lnTo>
                <a:lnTo>
                  <a:pt x="1855096" y="1048997"/>
                </a:lnTo>
                <a:lnTo>
                  <a:pt x="1852052" y="1058146"/>
                </a:lnTo>
                <a:lnTo>
                  <a:pt x="1847488" y="1065768"/>
                </a:lnTo>
                <a:lnTo>
                  <a:pt x="1841399" y="1074917"/>
                </a:lnTo>
                <a:lnTo>
                  <a:pt x="1836835" y="1082541"/>
                </a:lnTo>
                <a:lnTo>
                  <a:pt x="1829225" y="1088640"/>
                </a:lnTo>
                <a:lnTo>
                  <a:pt x="1823138" y="1094738"/>
                </a:lnTo>
                <a:lnTo>
                  <a:pt x="1815529" y="1100837"/>
                </a:lnTo>
                <a:lnTo>
                  <a:pt x="1806398" y="1105411"/>
                </a:lnTo>
                <a:lnTo>
                  <a:pt x="1798789" y="1109986"/>
                </a:lnTo>
                <a:lnTo>
                  <a:pt x="1780527" y="1116084"/>
                </a:lnTo>
                <a:lnTo>
                  <a:pt x="1769874" y="1117608"/>
                </a:lnTo>
                <a:lnTo>
                  <a:pt x="1835312" y="1117608"/>
                </a:lnTo>
                <a:lnTo>
                  <a:pt x="1864227" y="1087114"/>
                </a:lnTo>
                <a:lnTo>
                  <a:pt x="1874880" y="1065768"/>
                </a:lnTo>
                <a:lnTo>
                  <a:pt x="1879445" y="1055096"/>
                </a:lnTo>
                <a:lnTo>
                  <a:pt x="1882489" y="1042898"/>
                </a:lnTo>
                <a:lnTo>
                  <a:pt x="1884010" y="1030701"/>
                </a:lnTo>
                <a:lnTo>
                  <a:pt x="1884010" y="111304"/>
                </a:lnTo>
                <a:lnTo>
                  <a:pt x="1868793" y="64037"/>
                </a:lnTo>
                <a:lnTo>
                  <a:pt x="1862705" y="54889"/>
                </a:lnTo>
                <a:lnTo>
                  <a:pt x="1856618" y="44216"/>
                </a:lnTo>
                <a:lnTo>
                  <a:pt x="1847488" y="36592"/>
                </a:lnTo>
                <a:lnTo>
                  <a:pt x="1838356" y="27444"/>
                </a:lnTo>
                <a:lnTo>
                  <a:pt x="1836072" y="25919"/>
                </a:lnTo>
                <a:close/>
              </a:path>
            </a:pathLst>
          </a:custGeom>
          <a:solidFill>
            <a:srgbClr val="FFFFFF"/>
          </a:solidFill>
        </p:spPr>
        <p:txBody>
          <a:bodyPr wrap="square" lIns="0" tIns="0" rIns="0" bIns="0" rtlCol="0"/>
          <a:lstStyle/>
          <a:p>
            <a:endParaRPr/>
          </a:p>
        </p:txBody>
      </p:sp>
      <p:sp>
        <p:nvSpPr>
          <p:cNvPr id="11" name="object 11"/>
          <p:cNvSpPr txBox="1"/>
          <p:nvPr/>
        </p:nvSpPr>
        <p:spPr>
          <a:xfrm>
            <a:off x="1957878" y="5037680"/>
            <a:ext cx="1457325" cy="698500"/>
          </a:xfrm>
          <a:prstGeom prst="rect">
            <a:avLst/>
          </a:prstGeom>
        </p:spPr>
        <p:txBody>
          <a:bodyPr vert="horz" wrap="square" lIns="0" tIns="48260" rIns="0" bIns="0" rtlCol="0">
            <a:spAutoFit/>
          </a:bodyPr>
          <a:lstStyle/>
          <a:p>
            <a:pPr marL="33655" marR="5080" indent="-21590">
              <a:lnSpc>
                <a:spcPts val="2530"/>
              </a:lnSpc>
              <a:spcBef>
                <a:spcPts val="380"/>
              </a:spcBef>
            </a:pPr>
            <a:r>
              <a:rPr sz="2300" spc="-5" dirty="0">
                <a:solidFill>
                  <a:srgbClr val="FFFFFF"/>
                </a:solidFill>
                <a:latin typeface="Calibri"/>
                <a:cs typeface="Calibri"/>
              </a:rPr>
              <a:t>Thiết </a:t>
            </a:r>
            <a:r>
              <a:rPr sz="2300" spc="-40" dirty="0">
                <a:solidFill>
                  <a:srgbClr val="FFFFFF"/>
                </a:solidFill>
                <a:latin typeface="Calibri"/>
                <a:cs typeface="Calibri"/>
              </a:rPr>
              <a:t>kế</a:t>
            </a:r>
            <a:r>
              <a:rPr sz="2300" spc="-100" dirty="0">
                <a:solidFill>
                  <a:srgbClr val="FFFFFF"/>
                </a:solidFill>
                <a:latin typeface="Calibri"/>
                <a:cs typeface="Calibri"/>
              </a:rPr>
              <a:t> </a:t>
            </a:r>
            <a:r>
              <a:rPr sz="2300" spc="-5" dirty="0">
                <a:solidFill>
                  <a:srgbClr val="FFFFFF"/>
                </a:solidFill>
                <a:latin typeface="Calibri"/>
                <a:cs typeface="Calibri"/>
              </a:rPr>
              <a:t>thứ  tự hội</a:t>
            </a:r>
            <a:r>
              <a:rPr sz="2300" spc="-85" dirty="0">
                <a:solidFill>
                  <a:srgbClr val="FFFFFF"/>
                </a:solidFill>
                <a:latin typeface="Calibri"/>
                <a:cs typeface="Calibri"/>
              </a:rPr>
              <a:t> </a:t>
            </a:r>
            <a:r>
              <a:rPr sz="2300" spc="-5" dirty="0">
                <a:solidFill>
                  <a:srgbClr val="FFFFFF"/>
                </a:solidFill>
                <a:latin typeface="Calibri"/>
                <a:cs typeface="Calibri"/>
              </a:rPr>
              <a:t>thoại</a:t>
            </a:r>
            <a:endParaRPr sz="2300">
              <a:latin typeface="Calibri"/>
              <a:cs typeface="Calibri"/>
            </a:endParaRPr>
          </a:p>
        </p:txBody>
      </p:sp>
      <p:sp>
        <p:nvSpPr>
          <p:cNvPr id="12" name="object 12"/>
          <p:cNvSpPr/>
          <p:nvPr/>
        </p:nvSpPr>
        <p:spPr>
          <a:xfrm>
            <a:off x="3801501" y="5191073"/>
            <a:ext cx="394335" cy="462280"/>
          </a:xfrm>
          <a:custGeom>
            <a:avLst/>
            <a:gdLst/>
            <a:ahLst/>
            <a:cxnLst/>
            <a:rect l="l" t="t" r="r" b="b"/>
            <a:pathLst>
              <a:path w="394335" h="462279">
                <a:moveTo>
                  <a:pt x="197836" y="0"/>
                </a:moveTo>
                <a:lnTo>
                  <a:pt x="197836" y="93007"/>
                </a:lnTo>
                <a:lnTo>
                  <a:pt x="0" y="93007"/>
                </a:lnTo>
                <a:lnTo>
                  <a:pt x="0" y="370503"/>
                </a:lnTo>
                <a:lnTo>
                  <a:pt x="197836" y="370503"/>
                </a:lnTo>
                <a:lnTo>
                  <a:pt x="197836" y="461985"/>
                </a:lnTo>
                <a:lnTo>
                  <a:pt x="394152" y="231754"/>
                </a:lnTo>
                <a:lnTo>
                  <a:pt x="197836" y="0"/>
                </a:lnTo>
                <a:close/>
              </a:path>
            </a:pathLst>
          </a:custGeom>
          <a:solidFill>
            <a:srgbClr val="B1C1DB"/>
          </a:solidFill>
        </p:spPr>
        <p:txBody>
          <a:bodyPr wrap="square" lIns="0" tIns="0" rIns="0" bIns="0" rtlCol="0"/>
          <a:lstStyle/>
          <a:p>
            <a:endParaRPr/>
          </a:p>
        </p:txBody>
      </p:sp>
      <p:sp>
        <p:nvSpPr>
          <p:cNvPr id="13" name="object 13"/>
          <p:cNvSpPr/>
          <p:nvPr/>
        </p:nvSpPr>
        <p:spPr>
          <a:xfrm>
            <a:off x="4360009" y="4863260"/>
            <a:ext cx="1858645" cy="1118235"/>
          </a:xfrm>
          <a:custGeom>
            <a:avLst/>
            <a:gdLst/>
            <a:ahLst/>
            <a:cxnLst/>
            <a:rect l="l" t="t" r="r" b="b"/>
            <a:pathLst>
              <a:path w="1858645" h="1118235">
                <a:moveTo>
                  <a:pt x="1747047" y="0"/>
                </a:moveTo>
                <a:lnTo>
                  <a:pt x="111093" y="0"/>
                </a:lnTo>
                <a:lnTo>
                  <a:pt x="68053" y="8838"/>
                </a:lnTo>
                <a:lnTo>
                  <a:pt x="32719" y="32972"/>
                </a:lnTo>
                <a:lnTo>
                  <a:pt x="8797" y="68826"/>
                </a:lnTo>
                <a:lnTo>
                  <a:pt x="0" y="112829"/>
                </a:lnTo>
                <a:lnTo>
                  <a:pt x="0" y="1006306"/>
                </a:lnTo>
                <a:lnTo>
                  <a:pt x="8797" y="1049426"/>
                </a:lnTo>
                <a:lnTo>
                  <a:pt x="32719" y="1084828"/>
                </a:lnTo>
                <a:lnTo>
                  <a:pt x="68053" y="1108795"/>
                </a:lnTo>
                <a:lnTo>
                  <a:pt x="111093" y="1117610"/>
                </a:lnTo>
                <a:lnTo>
                  <a:pt x="1747047" y="1117610"/>
                </a:lnTo>
                <a:lnTo>
                  <a:pt x="1790086" y="1108795"/>
                </a:lnTo>
                <a:lnTo>
                  <a:pt x="1825420" y="1084828"/>
                </a:lnTo>
                <a:lnTo>
                  <a:pt x="1849341" y="1049426"/>
                </a:lnTo>
                <a:lnTo>
                  <a:pt x="1858139" y="1006306"/>
                </a:lnTo>
                <a:lnTo>
                  <a:pt x="1858139" y="112829"/>
                </a:lnTo>
                <a:lnTo>
                  <a:pt x="1849341" y="68826"/>
                </a:lnTo>
                <a:lnTo>
                  <a:pt x="1825420" y="32972"/>
                </a:lnTo>
                <a:lnTo>
                  <a:pt x="1790086" y="8838"/>
                </a:lnTo>
                <a:lnTo>
                  <a:pt x="1747047" y="0"/>
                </a:lnTo>
                <a:close/>
              </a:path>
            </a:pathLst>
          </a:custGeom>
          <a:solidFill>
            <a:srgbClr val="4F80BC"/>
          </a:solidFill>
        </p:spPr>
        <p:txBody>
          <a:bodyPr wrap="square" lIns="0" tIns="0" rIns="0" bIns="0" rtlCol="0"/>
          <a:lstStyle/>
          <a:p>
            <a:endParaRPr/>
          </a:p>
        </p:txBody>
      </p:sp>
      <p:sp>
        <p:nvSpPr>
          <p:cNvPr id="14" name="object 14"/>
          <p:cNvSpPr/>
          <p:nvPr/>
        </p:nvSpPr>
        <p:spPr>
          <a:xfrm>
            <a:off x="4346312" y="4851063"/>
            <a:ext cx="1885950" cy="1143635"/>
          </a:xfrm>
          <a:custGeom>
            <a:avLst/>
            <a:gdLst/>
            <a:ahLst/>
            <a:cxnLst/>
            <a:rect l="l" t="t" r="r" b="b"/>
            <a:pathLst>
              <a:path w="1885950" h="1143635">
                <a:moveTo>
                  <a:pt x="1772918" y="0"/>
                </a:moveTo>
                <a:lnTo>
                  <a:pt x="111093" y="0"/>
                </a:lnTo>
                <a:lnTo>
                  <a:pt x="86744" y="6098"/>
                </a:lnTo>
                <a:lnTo>
                  <a:pt x="36523" y="36592"/>
                </a:lnTo>
                <a:lnTo>
                  <a:pt x="10652" y="76235"/>
                </a:lnTo>
                <a:lnTo>
                  <a:pt x="0" y="125026"/>
                </a:lnTo>
                <a:lnTo>
                  <a:pt x="0" y="1018503"/>
                </a:lnTo>
                <a:lnTo>
                  <a:pt x="6088" y="1056620"/>
                </a:lnTo>
                <a:lnTo>
                  <a:pt x="22828" y="1088640"/>
                </a:lnTo>
                <a:lnTo>
                  <a:pt x="28915" y="1097788"/>
                </a:lnTo>
                <a:lnTo>
                  <a:pt x="45655" y="1114559"/>
                </a:lnTo>
                <a:lnTo>
                  <a:pt x="56307" y="1122183"/>
                </a:lnTo>
                <a:lnTo>
                  <a:pt x="65439" y="1128281"/>
                </a:lnTo>
                <a:lnTo>
                  <a:pt x="77613" y="1132856"/>
                </a:lnTo>
                <a:lnTo>
                  <a:pt x="88266" y="1137431"/>
                </a:lnTo>
                <a:lnTo>
                  <a:pt x="100440" y="1140480"/>
                </a:lnTo>
                <a:lnTo>
                  <a:pt x="124790" y="1143529"/>
                </a:lnTo>
                <a:lnTo>
                  <a:pt x="1760744" y="1143529"/>
                </a:lnTo>
                <a:lnTo>
                  <a:pt x="1798789" y="1137431"/>
                </a:lnTo>
                <a:lnTo>
                  <a:pt x="1830748" y="1120658"/>
                </a:lnTo>
                <a:lnTo>
                  <a:pt x="1835313" y="1117608"/>
                </a:lnTo>
                <a:lnTo>
                  <a:pt x="114137" y="1117608"/>
                </a:lnTo>
                <a:lnTo>
                  <a:pt x="105006" y="1116084"/>
                </a:lnTo>
                <a:lnTo>
                  <a:pt x="94353" y="1113035"/>
                </a:lnTo>
                <a:lnTo>
                  <a:pt x="85222" y="1109986"/>
                </a:lnTo>
                <a:lnTo>
                  <a:pt x="77613" y="1105411"/>
                </a:lnTo>
                <a:lnTo>
                  <a:pt x="68482" y="1100837"/>
                </a:lnTo>
                <a:lnTo>
                  <a:pt x="38045" y="1065768"/>
                </a:lnTo>
                <a:lnTo>
                  <a:pt x="25871" y="1027652"/>
                </a:lnTo>
                <a:lnTo>
                  <a:pt x="25871" y="114353"/>
                </a:lnTo>
                <a:lnTo>
                  <a:pt x="38045" y="76235"/>
                </a:lnTo>
                <a:lnTo>
                  <a:pt x="70003" y="41167"/>
                </a:lnTo>
                <a:lnTo>
                  <a:pt x="86744" y="33543"/>
                </a:lnTo>
                <a:lnTo>
                  <a:pt x="95874" y="28969"/>
                </a:lnTo>
                <a:lnTo>
                  <a:pt x="105006" y="27444"/>
                </a:lnTo>
                <a:lnTo>
                  <a:pt x="115658" y="25919"/>
                </a:lnTo>
                <a:lnTo>
                  <a:pt x="1837213" y="25919"/>
                </a:lnTo>
                <a:lnTo>
                  <a:pt x="1829225" y="21346"/>
                </a:lnTo>
                <a:lnTo>
                  <a:pt x="1820095" y="15247"/>
                </a:lnTo>
                <a:lnTo>
                  <a:pt x="1807919" y="9147"/>
                </a:lnTo>
                <a:lnTo>
                  <a:pt x="1797268" y="6098"/>
                </a:lnTo>
                <a:lnTo>
                  <a:pt x="1772918" y="0"/>
                </a:lnTo>
                <a:close/>
              </a:path>
              <a:path w="1885950" h="1143635">
                <a:moveTo>
                  <a:pt x="1837213" y="25919"/>
                </a:moveTo>
                <a:lnTo>
                  <a:pt x="1771397" y="25919"/>
                </a:lnTo>
                <a:lnTo>
                  <a:pt x="1780527" y="27444"/>
                </a:lnTo>
                <a:lnTo>
                  <a:pt x="1791180" y="30493"/>
                </a:lnTo>
                <a:lnTo>
                  <a:pt x="1800311" y="33543"/>
                </a:lnTo>
                <a:lnTo>
                  <a:pt x="1807919" y="38117"/>
                </a:lnTo>
                <a:lnTo>
                  <a:pt x="1817051" y="42692"/>
                </a:lnTo>
                <a:lnTo>
                  <a:pt x="1847488" y="77759"/>
                </a:lnTo>
                <a:lnTo>
                  <a:pt x="1859662" y="114353"/>
                </a:lnTo>
                <a:lnTo>
                  <a:pt x="1859662" y="1029176"/>
                </a:lnTo>
                <a:lnTo>
                  <a:pt x="1858140" y="1038324"/>
                </a:lnTo>
                <a:lnTo>
                  <a:pt x="1855096" y="1048997"/>
                </a:lnTo>
                <a:lnTo>
                  <a:pt x="1852053" y="1058146"/>
                </a:lnTo>
                <a:lnTo>
                  <a:pt x="1847488" y="1065768"/>
                </a:lnTo>
                <a:lnTo>
                  <a:pt x="1842922" y="1074917"/>
                </a:lnTo>
                <a:lnTo>
                  <a:pt x="1807919" y="1105411"/>
                </a:lnTo>
                <a:lnTo>
                  <a:pt x="1769874" y="1117608"/>
                </a:lnTo>
                <a:lnTo>
                  <a:pt x="1835313" y="1117608"/>
                </a:lnTo>
                <a:lnTo>
                  <a:pt x="1864227" y="1087114"/>
                </a:lnTo>
                <a:lnTo>
                  <a:pt x="1874880" y="1065768"/>
                </a:lnTo>
                <a:lnTo>
                  <a:pt x="1879446" y="1055096"/>
                </a:lnTo>
                <a:lnTo>
                  <a:pt x="1882489" y="1042898"/>
                </a:lnTo>
                <a:lnTo>
                  <a:pt x="1885533" y="1018503"/>
                </a:lnTo>
                <a:lnTo>
                  <a:pt x="1885533" y="123501"/>
                </a:lnTo>
                <a:lnTo>
                  <a:pt x="1874880" y="74710"/>
                </a:lnTo>
                <a:lnTo>
                  <a:pt x="1862706" y="54889"/>
                </a:lnTo>
                <a:lnTo>
                  <a:pt x="1856619" y="44216"/>
                </a:lnTo>
                <a:lnTo>
                  <a:pt x="1847488" y="36592"/>
                </a:lnTo>
                <a:lnTo>
                  <a:pt x="1839878" y="27444"/>
                </a:lnTo>
                <a:lnTo>
                  <a:pt x="1837213" y="25919"/>
                </a:lnTo>
                <a:close/>
              </a:path>
            </a:pathLst>
          </a:custGeom>
          <a:solidFill>
            <a:srgbClr val="FFFFFF"/>
          </a:solidFill>
        </p:spPr>
        <p:txBody>
          <a:bodyPr wrap="square" lIns="0" tIns="0" rIns="0" bIns="0" rtlCol="0"/>
          <a:lstStyle/>
          <a:p>
            <a:endParaRPr/>
          </a:p>
        </p:txBody>
      </p:sp>
      <p:sp>
        <p:nvSpPr>
          <p:cNvPr id="15" name="object 15"/>
          <p:cNvSpPr txBox="1"/>
          <p:nvPr/>
        </p:nvSpPr>
        <p:spPr>
          <a:xfrm>
            <a:off x="4724798" y="5037680"/>
            <a:ext cx="1130935" cy="698500"/>
          </a:xfrm>
          <a:prstGeom prst="rect">
            <a:avLst/>
          </a:prstGeom>
        </p:spPr>
        <p:txBody>
          <a:bodyPr vert="horz" wrap="square" lIns="0" tIns="48260" rIns="0" bIns="0" rtlCol="0">
            <a:spAutoFit/>
          </a:bodyPr>
          <a:lstStyle/>
          <a:p>
            <a:pPr marL="301625" marR="5080" indent="-289560">
              <a:lnSpc>
                <a:spcPts val="2530"/>
              </a:lnSpc>
              <a:spcBef>
                <a:spcPts val="380"/>
              </a:spcBef>
            </a:pPr>
            <a:r>
              <a:rPr sz="2300" spc="-20" dirty="0">
                <a:solidFill>
                  <a:srgbClr val="FFFFFF"/>
                </a:solidFill>
                <a:latin typeface="Calibri"/>
                <a:cs typeface="Calibri"/>
              </a:rPr>
              <a:t>Xây</a:t>
            </a:r>
            <a:r>
              <a:rPr sz="2300" spc="-85" dirty="0">
                <a:solidFill>
                  <a:srgbClr val="FFFFFF"/>
                </a:solidFill>
                <a:latin typeface="Calibri"/>
                <a:cs typeface="Calibri"/>
              </a:rPr>
              <a:t> </a:t>
            </a:r>
            <a:r>
              <a:rPr sz="2300" spc="-5" dirty="0">
                <a:solidFill>
                  <a:srgbClr val="FFFFFF"/>
                </a:solidFill>
                <a:latin typeface="Calibri"/>
                <a:cs typeface="Calibri"/>
              </a:rPr>
              <a:t>dựng  mẫu</a:t>
            </a:r>
            <a:endParaRPr sz="2300">
              <a:latin typeface="Calibri"/>
              <a:cs typeface="Calibri"/>
            </a:endParaRPr>
          </a:p>
        </p:txBody>
      </p:sp>
      <p:sp>
        <p:nvSpPr>
          <p:cNvPr id="16" name="object 16"/>
          <p:cNvSpPr/>
          <p:nvPr/>
        </p:nvSpPr>
        <p:spPr>
          <a:xfrm>
            <a:off x="6403811" y="5191073"/>
            <a:ext cx="394335" cy="462280"/>
          </a:xfrm>
          <a:custGeom>
            <a:avLst/>
            <a:gdLst/>
            <a:ahLst/>
            <a:cxnLst/>
            <a:rect l="l" t="t" r="r" b="b"/>
            <a:pathLst>
              <a:path w="394334" h="462279">
                <a:moveTo>
                  <a:pt x="197835" y="0"/>
                </a:moveTo>
                <a:lnTo>
                  <a:pt x="197835" y="93007"/>
                </a:lnTo>
                <a:lnTo>
                  <a:pt x="0" y="93007"/>
                </a:lnTo>
                <a:lnTo>
                  <a:pt x="0" y="370503"/>
                </a:lnTo>
                <a:lnTo>
                  <a:pt x="197835" y="370503"/>
                </a:lnTo>
                <a:lnTo>
                  <a:pt x="197835" y="461985"/>
                </a:lnTo>
                <a:lnTo>
                  <a:pt x="394150" y="231754"/>
                </a:lnTo>
                <a:lnTo>
                  <a:pt x="197835" y="0"/>
                </a:lnTo>
                <a:close/>
              </a:path>
            </a:pathLst>
          </a:custGeom>
          <a:solidFill>
            <a:srgbClr val="B1C1DB"/>
          </a:solidFill>
        </p:spPr>
        <p:txBody>
          <a:bodyPr wrap="square" lIns="0" tIns="0" rIns="0" bIns="0" rtlCol="0"/>
          <a:lstStyle/>
          <a:p>
            <a:endParaRPr/>
          </a:p>
        </p:txBody>
      </p:sp>
      <p:sp>
        <p:nvSpPr>
          <p:cNvPr id="17" name="object 17"/>
          <p:cNvSpPr/>
          <p:nvPr/>
        </p:nvSpPr>
        <p:spPr>
          <a:xfrm>
            <a:off x="6962317" y="4863260"/>
            <a:ext cx="1858645" cy="1118235"/>
          </a:xfrm>
          <a:custGeom>
            <a:avLst/>
            <a:gdLst/>
            <a:ahLst/>
            <a:cxnLst/>
            <a:rect l="l" t="t" r="r" b="b"/>
            <a:pathLst>
              <a:path w="1858645" h="1118235">
                <a:moveTo>
                  <a:pt x="1747047" y="0"/>
                </a:moveTo>
                <a:lnTo>
                  <a:pt x="111093" y="0"/>
                </a:lnTo>
                <a:lnTo>
                  <a:pt x="68054" y="8838"/>
                </a:lnTo>
                <a:lnTo>
                  <a:pt x="32719" y="32972"/>
                </a:lnTo>
                <a:lnTo>
                  <a:pt x="8798" y="68826"/>
                </a:lnTo>
                <a:lnTo>
                  <a:pt x="0" y="112829"/>
                </a:lnTo>
                <a:lnTo>
                  <a:pt x="0" y="1006306"/>
                </a:lnTo>
                <a:lnTo>
                  <a:pt x="8798" y="1049426"/>
                </a:lnTo>
                <a:lnTo>
                  <a:pt x="32719" y="1084828"/>
                </a:lnTo>
                <a:lnTo>
                  <a:pt x="68054" y="1108795"/>
                </a:lnTo>
                <a:lnTo>
                  <a:pt x="111093" y="1117610"/>
                </a:lnTo>
                <a:lnTo>
                  <a:pt x="1747047" y="1117610"/>
                </a:lnTo>
                <a:lnTo>
                  <a:pt x="1790728" y="1108795"/>
                </a:lnTo>
                <a:lnTo>
                  <a:pt x="1825992" y="1084828"/>
                </a:lnTo>
                <a:lnTo>
                  <a:pt x="1849556" y="1049426"/>
                </a:lnTo>
                <a:lnTo>
                  <a:pt x="1858140" y="1006306"/>
                </a:lnTo>
                <a:lnTo>
                  <a:pt x="1858140" y="112829"/>
                </a:lnTo>
                <a:lnTo>
                  <a:pt x="1849556" y="68826"/>
                </a:lnTo>
                <a:lnTo>
                  <a:pt x="1825992" y="32972"/>
                </a:lnTo>
                <a:lnTo>
                  <a:pt x="1790728" y="8838"/>
                </a:lnTo>
                <a:lnTo>
                  <a:pt x="1747047" y="0"/>
                </a:lnTo>
                <a:close/>
              </a:path>
            </a:pathLst>
          </a:custGeom>
          <a:solidFill>
            <a:srgbClr val="4F80BC"/>
          </a:solidFill>
        </p:spPr>
        <p:txBody>
          <a:bodyPr wrap="square" lIns="0" tIns="0" rIns="0" bIns="0" rtlCol="0"/>
          <a:lstStyle/>
          <a:p>
            <a:endParaRPr/>
          </a:p>
        </p:txBody>
      </p:sp>
      <p:sp>
        <p:nvSpPr>
          <p:cNvPr id="18" name="object 18"/>
          <p:cNvSpPr/>
          <p:nvPr/>
        </p:nvSpPr>
        <p:spPr>
          <a:xfrm>
            <a:off x="6950143" y="4851063"/>
            <a:ext cx="1884045" cy="1143635"/>
          </a:xfrm>
          <a:custGeom>
            <a:avLst/>
            <a:gdLst/>
            <a:ahLst/>
            <a:cxnLst/>
            <a:rect l="l" t="t" r="r" b="b"/>
            <a:pathLst>
              <a:path w="1884045" h="1143635">
                <a:moveTo>
                  <a:pt x="1771396" y="0"/>
                </a:moveTo>
                <a:lnTo>
                  <a:pt x="109570" y="0"/>
                </a:lnTo>
                <a:lnTo>
                  <a:pt x="97396" y="3049"/>
                </a:lnTo>
                <a:lnTo>
                  <a:pt x="53263" y="21346"/>
                </a:lnTo>
                <a:lnTo>
                  <a:pt x="19784" y="54889"/>
                </a:lnTo>
                <a:lnTo>
                  <a:pt x="1521" y="100630"/>
                </a:lnTo>
                <a:lnTo>
                  <a:pt x="0" y="112828"/>
                </a:lnTo>
                <a:lnTo>
                  <a:pt x="0" y="1032225"/>
                </a:lnTo>
                <a:lnTo>
                  <a:pt x="21305" y="1088640"/>
                </a:lnTo>
                <a:lnTo>
                  <a:pt x="54785" y="1122183"/>
                </a:lnTo>
                <a:lnTo>
                  <a:pt x="98917" y="1140480"/>
                </a:lnTo>
                <a:lnTo>
                  <a:pt x="123267" y="1143529"/>
                </a:lnTo>
                <a:lnTo>
                  <a:pt x="1760743" y="1143529"/>
                </a:lnTo>
                <a:lnTo>
                  <a:pt x="1785092" y="1140480"/>
                </a:lnTo>
                <a:lnTo>
                  <a:pt x="1797267" y="1137431"/>
                </a:lnTo>
                <a:lnTo>
                  <a:pt x="1818572" y="1128281"/>
                </a:lnTo>
                <a:lnTo>
                  <a:pt x="1829225" y="1120658"/>
                </a:lnTo>
                <a:lnTo>
                  <a:pt x="1833791" y="1117608"/>
                </a:lnTo>
                <a:lnTo>
                  <a:pt x="112614" y="1117608"/>
                </a:lnTo>
                <a:lnTo>
                  <a:pt x="103483" y="1116084"/>
                </a:lnTo>
                <a:lnTo>
                  <a:pt x="68482" y="1100837"/>
                </a:lnTo>
                <a:lnTo>
                  <a:pt x="41089" y="1073392"/>
                </a:lnTo>
                <a:lnTo>
                  <a:pt x="25871" y="1038324"/>
                </a:lnTo>
                <a:lnTo>
                  <a:pt x="25871" y="1027652"/>
                </a:lnTo>
                <a:lnTo>
                  <a:pt x="24348" y="1018503"/>
                </a:lnTo>
                <a:lnTo>
                  <a:pt x="24348" y="125026"/>
                </a:lnTo>
                <a:lnTo>
                  <a:pt x="27392" y="103680"/>
                </a:lnTo>
                <a:lnTo>
                  <a:pt x="28914" y="94531"/>
                </a:lnTo>
                <a:lnTo>
                  <a:pt x="31958" y="85383"/>
                </a:lnTo>
                <a:lnTo>
                  <a:pt x="36523" y="76235"/>
                </a:lnTo>
                <a:lnTo>
                  <a:pt x="42611" y="68611"/>
                </a:lnTo>
                <a:lnTo>
                  <a:pt x="47176" y="60987"/>
                </a:lnTo>
                <a:lnTo>
                  <a:pt x="60872" y="47265"/>
                </a:lnTo>
                <a:lnTo>
                  <a:pt x="68482" y="41167"/>
                </a:lnTo>
                <a:lnTo>
                  <a:pt x="77612" y="36592"/>
                </a:lnTo>
                <a:lnTo>
                  <a:pt x="85222" y="33543"/>
                </a:lnTo>
                <a:lnTo>
                  <a:pt x="94352" y="28969"/>
                </a:lnTo>
                <a:lnTo>
                  <a:pt x="103483" y="27444"/>
                </a:lnTo>
                <a:lnTo>
                  <a:pt x="114136" y="25919"/>
                </a:lnTo>
                <a:lnTo>
                  <a:pt x="1835692" y="25919"/>
                </a:lnTo>
                <a:lnTo>
                  <a:pt x="1827703" y="21346"/>
                </a:lnTo>
                <a:lnTo>
                  <a:pt x="1818572" y="15247"/>
                </a:lnTo>
                <a:lnTo>
                  <a:pt x="1806398" y="9147"/>
                </a:lnTo>
                <a:lnTo>
                  <a:pt x="1795745" y="6098"/>
                </a:lnTo>
                <a:lnTo>
                  <a:pt x="1771396" y="0"/>
                </a:lnTo>
                <a:close/>
              </a:path>
              <a:path w="1884045" h="1143635">
                <a:moveTo>
                  <a:pt x="1835692" y="25919"/>
                </a:moveTo>
                <a:lnTo>
                  <a:pt x="1769874" y="25919"/>
                </a:lnTo>
                <a:lnTo>
                  <a:pt x="1780527" y="27444"/>
                </a:lnTo>
                <a:lnTo>
                  <a:pt x="1798788" y="33543"/>
                </a:lnTo>
                <a:lnTo>
                  <a:pt x="1806398" y="38117"/>
                </a:lnTo>
                <a:lnTo>
                  <a:pt x="1815528" y="42692"/>
                </a:lnTo>
                <a:lnTo>
                  <a:pt x="1823138" y="48790"/>
                </a:lnTo>
                <a:lnTo>
                  <a:pt x="1850530" y="86908"/>
                </a:lnTo>
                <a:lnTo>
                  <a:pt x="1858139" y="114353"/>
                </a:lnTo>
                <a:lnTo>
                  <a:pt x="1858139" y="1029176"/>
                </a:lnTo>
                <a:lnTo>
                  <a:pt x="1856618" y="1038324"/>
                </a:lnTo>
                <a:lnTo>
                  <a:pt x="1853573" y="1048997"/>
                </a:lnTo>
                <a:lnTo>
                  <a:pt x="1850530" y="1058146"/>
                </a:lnTo>
                <a:lnTo>
                  <a:pt x="1845965" y="1065768"/>
                </a:lnTo>
                <a:lnTo>
                  <a:pt x="1841399" y="1074917"/>
                </a:lnTo>
                <a:lnTo>
                  <a:pt x="1806398" y="1105411"/>
                </a:lnTo>
                <a:lnTo>
                  <a:pt x="1768353" y="1117608"/>
                </a:lnTo>
                <a:lnTo>
                  <a:pt x="1833791" y="1117608"/>
                </a:lnTo>
                <a:lnTo>
                  <a:pt x="1862705" y="1087114"/>
                </a:lnTo>
                <a:lnTo>
                  <a:pt x="1873357" y="1065768"/>
                </a:lnTo>
                <a:lnTo>
                  <a:pt x="1877923" y="1055096"/>
                </a:lnTo>
                <a:lnTo>
                  <a:pt x="1880967" y="1042898"/>
                </a:lnTo>
                <a:lnTo>
                  <a:pt x="1884010" y="1018503"/>
                </a:lnTo>
                <a:lnTo>
                  <a:pt x="1884010" y="123501"/>
                </a:lnTo>
                <a:lnTo>
                  <a:pt x="1873357" y="74710"/>
                </a:lnTo>
                <a:lnTo>
                  <a:pt x="1845965" y="36592"/>
                </a:lnTo>
                <a:lnTo>
                  <a:pt x="1838356" y="27444"/>
                </a:lnTo>
                <a:lnTo>
                  <a:pt x="1835692" y="25919"/>
                </a:lnTo>
                <a:close/>
              </a:path>
            </a:pathLst>
          </a:custGeom>
          <a:solidFill>
            <a:srgbClr val="FFFFFF"/>
          </a:solidFill>
        </p:spPr>
        <p:txBody>
          <a:bodyPr wrap="square" lIns="0" tIns="0" rIns="0" bIns="0" rtlCol="0"/>
          <a:lstStyle/>
          <a:p>
            <a:endParaRPr/>
          </a:p>
        </p:txBody>
      </p:sp>
      <p:sp>
        <p:nvSpPr>
          <p:cNvPr id="19" name="object 19"/>
          <p:cNvSpPr txBox="1"/>
          <p:nvPr/>
        </p:nvSpPr>
        <p:spPr>
          <a:xfrm>
            <a:off x="7091448" y="5037680"/>
            <a:ext cx="1601470" cy="698500"/>
          </a:xfrm>
          <a:prstGeom prst="rect">
            <a:avLst/>
          </a:prstGeom>
        </p:spPr>
        <p:txBody>
          <a:bodyPr vert="horz" wrap="square" lIns="0" tIns="48260" rIns="0" bIns="0" rtlCol="0">
            <a:spAutoFit/>
          </a:bodyPr>
          <a:lstStyle/>
          <a:p>
            <a:pPr marL="236220" marR="5080" indent="-224154">
              <a:lnSpc>
                <a:spcPts val="2530"/>
              </a:lnSpc>
              <a:spcBef>
                <a:spcPts val="380"/>
              </a:spcBef>
            </a:pPr>
            <a:r>
              <a:rPr sz="2300" spc="-5" dirty="0">
                <a:solidFill>
                  <a:srgbClr val="FFFFFF"/>
                </a:solidFill>
                <a:latin typeface="Calibri"/>
                <a:cs typeface="Calibri"/>
              </a:rPr>
              <a:t>Đánh giá</a:t>
            </a:r>
            <a:r>
              <a:rPr sz="2300" spc="-90" dirty="0">
                <a:solidFill>
                  <a:srgbClr val="FFFFFF"/>
                </a:solidFill>
                <a:latin typeface="Calibri"/>
                <a:cs typeface="Calibri"/>
              </a:rPr>
              <a:t> </a:t>
            </a:r>
            <a:r>
              <a:rPr sz="2300" spc="-5" dirty="0">
                <a:solidFill>
                  <a:srgbClr val="FFFFFF"/>
                </a:solidFill>
                <a:latin typeface="Calibri"/>
                <a:cs typeface="Calibri"/>
              </a:rPr>
              <a:t>tính  tiện</a:t>
            </a:r>
            <a:r>
              <a:rPr sz="2300" spc="-30" dirty="0">
                <a:solidFill>
                  <a:srgbClr val="FFFFFF"/>
                </a:solidFill>
                <a:latin typeface="Calibri"/>
                <a:cs typeface="Calibri"/>
              </a:rPr>
              <a:t> </a:t>
            </a:r>
            <a:r>
              <a:rPr sz="2300" spc="-5" dirty="0">
                <a:solidFill>
                  <a:srgbClr val="FFFFFF"/>
                </a:solidFill>
                <a:latin typeface="Calibri"/>
                <a:cs typeface="Calibri"/>
              </a:rPr>
              <a:t>dụng</a:t>
            </a:r>
            <a:endParaRPr sz="2300">
              <a:latin typeface="Calibri"/>
              <a:cs typeface="Calibri"/>
            </a:endParaRPr>
          </a:p>
        </p:txBody>
      </p:sp>
      <p:sp>
        <p:nvSpPr>
          <p:cNvPr id="20" name="object 20"/>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21" name="object 21"/>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22" name="object 22"/>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34</a:t>
            </a:fld>
            <a:endParaRPr spc="-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091143" y="2575059"/>
            <a:ext cx="121745" cy="128964"/>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093829" y="3009896"/>
            <a:ext cx="119059" cy="129854"/>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512877" y="3415482"/>
            <a:ext cx="144382" cy="155935"/>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2000278" y="3819904"/>
            <a:ext cx="99830" cy="106271"/>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2000278" y="4185834"/>
            <a:ext cx="99830" cy="106271"/>
          </a:xfrm>
          <a:prstGeom prst="rect">
            <a:avLst/>
          </a:prstGeom>
          <a:blipFill>
            <a:blip r:embed="rId6" cstate="print"/>
            <a:stretch>
              <a:fillRect/>
            </a:stretch>
          </a:blipFill>
        </p:spPr>
        <p:txBody>
          <a:bodyPr wrap="square" lIns="0" tIns="0" rIns="0" bIns="0" rtlCol="0"/>
          <a:lstStyle/>
          <a:p>
            <a:endParaRPr/>
          </a:p>
        </p:txBody>
      </p:sp>
      <p:sp>
        <p:nvSpPr>
          <p:cNvPr id="8" name="object 8"/>
          <p:cNvSpPr/>
          <p:nvPr/>
        </p:nvSpPr>
        <p:spPr>
          <a:xfrm>
            <a:off x="2000278" y="4551763"/>
            <a:ext cx="99830" cy="106271"/>
          </a:xfrm>
          <a:prstGeom prst="rect">
            <a:avLst/>
          </a:prstGeom>
          <a:blipFill>
            <a:blip r:embed="rId6" cstate="print"/>
            <a:stretch>
              <a:fillRect/>
            </a:stretch>
          </a:blipFill>
        </p:spPr>
        <p:txBody>
          <a:bodyPr wrap="square" lIns="0" tIns="0" rIns="0" bIns="0" rtlCol="0"/>
          <a:lstStyle/>
          <a:p>
            <a:endParaRPr/>
          </a:p>
        </p:txBody>
      </p:sp>
      <p:sp>
        <p:nvSpPr>
          <p:cNvPr id="9" name="object 9"/>
          <p:cNvSpPr txBox="1">
            <a:spLocks noGrp="1"/>
          </p:cNvSpPr>
          <p:nvPr>
            <p:ph type="body" idx="1"/>
          </p:nvPr>
        </p:nvSpPr>
        <p:spPr>
          <a:prstGeom prst="rect">
            <a:avLst/>
          </a:prstGeom>
        </p:spPr>
        <p:txBody>
          <a:bodyPr vert="horz" wrap="square" lIns="0" tIns="12700" rIns="0" bIns="0" rtlCol="0">
            <a:spAutoFit/>
          </a:bodyPr>
          <a:lstStyle/>
          <a:p>
            <a:pPr marL="298450" marR="5080">
              <a:lnSpc>
                <a:spcPct val="100000"/>
              </a:lnSpc>
              <a:spcBef>
                <a:spcPts val="100"/>
              </a:spcBef>
            </a:pPr>
            <a:r>
              <a:rPr spc="-5" dirty="0"/>
              <a:t>Hiểu người dùng, công việc, </a:t>
            </a:r>
            <a:r>
              <a:rPr dirty="0"/>
              <a:t>kỹ </a:t>
            </a:r>
            <a:r>
              <a:rPr spc="-5" dirty="0"/>
              <a:t>thuật và các đặc tính của  môi</a:t>
            </a:r>
            <a:r>
              <a:rPr spc="-25" dirty="0"/>
              <a:t> </a:t>
            </a:r>
            <a:r>
              <a:rPr spc="-5" dirty="0"/>
              <a:t>trường</a:t>
            </a:r>
          </a:p>
          <a:p>
            <a:pPr marL="298450" marR="2165350">
              <a:lnSpc>
                <a:spcPct val="120100"/>
              </a:lnSpc>
            </a:pPr>
            <a:r>
              <a:rPr spc="-5" dirty="0"/>
              <a:t>Sử dụng biểu đồ hội thoại </a:t>
            </a:r>
            <a:r>
              <a:rPr dirty="0"/>
              <a:t>để </a:t>
            </a:r>
            <a:r>
              <a:rPr spc="-5" dirty="0"/>
              <a:t>biểu diễn  </a:t>
            </a:r>
            <a:r>
              <a:rPr spc="-5" dirty="0" err="1"/>
              <a:t>Biểu</a:t>
            </a:r>
            <a:r>
              <a:rPr spc="-5" dirty="0"/>
              <a:t> </a:t>
            </a:r>
            <a:r>
              <a:rPr spc="-5" dirty="0" err="1"/>
              <a:t>đồ</a:t>
            </a:r>
            <a:r>
              <a:rPr spc="-5" dirty="0"/>
              <a:t> hội thoại gồm hộp và đường</a:t>
            </a:r>
            <a:r>
              <a:rPr spc="-95" dirty="0"/>
              <a:t> </a:t>
            </a:r>
            <a:r>
              <a:rPr spc="-5" dirty="0"/>
              <a:t>nối</a:t>
            </a:r>
          </a:p>
          <a:p>
            <a:pPr marL="698500">
              <a:lnSpc>
                <a:spcPct val="100000"/>
              </a:lnSpc>
              <a:spcBef>
                <a:spcPts val="525"/>
              </a:spcBef>
            </a:pPr>
            <a:r>
              <a:rPr sz="2200" spc="-10" dirty="0">
                <a:solidFill>
                  <a:srgbClr val="000000"/>
                </a:solidFill>
              </a:rPr>
              <a:t>Hộp</a:t>
            </a:r>
            <a:endParaRPr sz="2200" dirty="0"/>
          </a:p>
          <a:p>
            <a:pPr marL="1097280">
              <a:lnSpc>
                <a:spcPct val="100000"/>
              </a:lnSpc>
              <a:spcBef>
                <a:spcPts val="490"/>
              </a:spcBef>
            </a:pPr>
            <a:r>
              <a:rPr sz="2000" dirty="0">
                <a:solidFill>
                  <a:srgbClr val="000000"/>
                </a:solidFill>
              </a:rPr>
              <a:t>Mã số </a:t>
            </a:r>
            <a:r>
              <a:rPr sz="2000" spc="-5" dirty="0">
                <a:solidFill>
                  <a:srgbClr val="000000"/>
                </a:solidFill>
              </a:rPr>
              <a:t>hộp thoại hiện</a:t>
            </a:r>
            <a:r>
              <a:rPr sz="2000" spc="-70" dirty="0">
                <a:solidFill>
                  <a:srgbClr val="000000"/>
                </a:solidFill>
              </a:rPr>
              <a:t> </a:t>
            </a:r>
            <a:r>
              <a:rPr sz="2000" dirty="0">
                <a:solidFill>
                  <a:srgbClr val="000000"/>
                </a:solidFill>
              </a:rPr>
              <a:t>tại</a:t>
            </a:r>
            <a:endParaRPr sz="2000" dirty="0"/>
          </a:p>
          <a:p>
            <a:pPr marL="948055" marR="2726055" indent="148590">
              <a:lnSpc>
                <a:spcPts val="2880"/>
              </a:lnSpc>
              <a:spcBef>
                <a:spcPts val="175"/>
              </a:spcBef>
            </a:pPr>
            <a:r>
              <a:rPr sz="2000" dirty="0">
                <a:solidFill>
                  <a:srgbClr val="000000"/>
                </a:solidFill>
              </a:rPr>
              <a:t>Tên </a:t>
            </a:r>
            <a:r>
              <a:rPr sz="2000" spc="-5" dirty="0">
                <a:solidFill>
                  <a:srgbClr val="000000"/>
                </a:solidFill>
              </a:rPr>
              <a:t>hoặc nội dung hộp thoại hiện</a:t>
            </a:r>
            <a:r>
              <a:rPr sz="2000" spc="-95" dirty="0">
                <a:solidFill>
                  <a:srgbClr val="000000"/>
                </a:solidFill>
              </a:rPr>
              <a:t> </a:t>
            </a:r>
            <a:r>
              <a:rPr sz="2000" dirty="0">
                <a:solidFill>
                  <a:srgbClr val="000000"/>
                </a:solidFill>
              </a:rPr>
              <a:t>tại  Mã số </a:t>
            </a:r>
            <a:r>
              <a:rPr sz="2000" spc="-5" dirty="0">
                <a:solidFill>
                  <a:srgbClr val="000000"/>
                </a:solidFill>
              </a:rPr>
              <a:t>của hộp thoại có thể truy cập  </a:t>
            </a:r>
            <a:r>
              <a:rPr sz="2000" dirty="0">
                <a:solidFill>
                  <a:srgbClr val="000000"/>
                </a:solidFill>
              </a:rPr>
              <a:t>đến từ </a:t>
            </a:r>
            <a:r>
              <a:rPr sz="2000" spc="-5" dirty="0">
                <a:solidFill>
                  <a:srgbClr val="000000"/>
                </a:solidFill>
              </a:rPr>
              <a:t>hộp thoại hiện</a:t>
            </a:r>
            <a:r>
              <a:rPr sz="2000" spc="-65" dirty="0">
                <a:solidFill>
                  <a:srgbClr val="000000"/>
                </a:solidFill>
              </a:rPr>
              <a:t> </a:t>
            </a:r>
            <a:r>
              <a:rPr sz="2000" dirty="0">
                <a:solidFill>
                  <a:srgbClr val="000000"/>
                </a:solidFill>
              </a:rPr>
              <a:t>tại</a:t>
            </a:r>
            <a:endParaRPr sz="2000" dirty="0"/>
          </a:p>
        </p:txBody>
      </p:sp>
      <p:sp>
        <p:nvSpPr>
          <p:cNvPr id="10" name="object 10"/>
          <p:cNvSpPr txBox="1">
            <a:spLocks noGrp="1"/>
          </p:cNvSpPr>
          <p:nvPr>
            <p:ph type="title" idx="4294967295"/>
          </p:nvPr>
        </p:nvSpPr>
        <p:spPr>
          <a:xfrm>
            <a:off x="3989539" y="835971"/>
            <a:ext cx="5059680" cy="452120"/>
          </a:xfrm>
          <a:prstGeom prst="rect">
            <a:avLst/>
          </a:prstGeom>
        </p:spPr>
        <p:txBody>
          <a:bodyPr vert="horz" wrap="square" lIns="0" tIns="12065" rIns="0" bIns="0" rtlCol="0">
            <a:spAutoFit/>
          </a:bodyPr>
          <a:lstStyle/>
          <a:p>
            <a:pPr marL="12700">
              <a:lnSpc>
                <a:spcPct val="100000"/>
              </a:lnSpc>
              <a:spcBef>
                <a:spcPts val="95"/>
              </a:spcBef>
            </a:pPr>
            <a:r>
              <a:rPr spc="-10" dirty="0"/>
              <a:t>B1. Thiết kế </a:t>
            </a:r>
            <a:r>
              <a:rPr spc="-5" dirty="0"/>
              <a:t>thứ tự hội</a:t>
            </a:r>
            <a:r>
              <a:rPr spc="10" dirty="0"/>
              <a:t> </a:t>
            </a:r>
            <a:r>
              <a:rPr spc="-10" dirty="0"/>
              <a:t>thoại</a:t>
            </a:r>
          </a:p>
        </p:txBody>
      </p:sp>
      <p:sp>
        <p:nvSpPr>
          <p:cNvPr id="11" name="object 11"/>
          <p:cNvSpPr/>
          <p:nvPr/>
        </p:nvSpPr>
        <p:spPr>
          <a:xfrm>
            <a:off x="6254672" y="3503223"/>
            <a:ext cx="3332782" cy="2483745"/>
          </a:xfrm>
          <a:prstGeom prst="rect">
            <a:avLst/>
          </a:prstGeom>
          <a:blipFill>
            <a:blip r:embed="rId7" cstate="print"/>
            <a:stretch>
              <a:fillRect/>
            </a:stretch>
          </a:blipFill>
        </p:spPr>
        <p:txBody>
          <a:bodyPr wrap="square" lIns="0" tIns="0" rIns="0" bIns="0" rtlCol="0"/>
          <a:lstStyle/>
          <a:p>
            <a:endParaRPr/>
          </a:p>
        </p:txBody>
      </p:sp>
      <p:sp>
        <p:nvSpPr>
          <p:cNvPr id="12" name="object 12"/>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3" name="object 13"/>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4" name="object 14"/>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35</a:t>
            </a:fld>
            <a:endParaRPr spc="-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691098" y="835971"/>
            <a:ext cx="4358640" cy="452120"/>
          </a:xfrm>
          <a:prstGeom prst="rect">
            <a:avLst/>
          </a:prstGeom>
        </p:spPr>
        <p:txBody>
          <a:bodyPr vert="horz" wrap="square" lIns="0" tIns="12065" rIns="0" bIns="0" rtlCol="0">
            <a:spAutoFit/>
          </a:bodyPr>
          <a:lstStyle/>
          <a:p>
            <a:pPr marL="12700">
              <a:lnSpc>
                <a:spcPct val="100000"/>
              </a:lnSpc>
              <a:spcBef>
                <a:spcPts val="95"/>
              </a:spcBef>
            </a:pPr>
            <a:r>
              <a:rPr spc="-10" dirty="0"/>
              <a:t>Ví </a:t>
            </a:r>
            <a:r>
              <a:rPr spc="-5" dirty="0"/>
              <a:t>dụ về thứ tự hội</a:t>
            </a:r>
            <a:r>
              <a:rPr spc="-30" dirty="0"/>
              <a:t> </a:t>
            </a:r>
            <a:r>
              <a:rPr spc="-10" dirty="0"/>
              <a:t>thoại</a:t>
            </a:r>
          </a:p>
        </p:txBody>
      </p:sp>
      <p:sp>
        <p:nvSpPr>
          <p:cNvPr id="3" name="object 3"/>
          <p:cNvSpPr/>
          <p:nvPr/>
        </p:nvSpPr>
        <p:spPr>
          <a:xfrm>
            <a:off x="3195817" y="1673576"/>
            <a:ext cx="3958249" cy="5260234"/>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36</a:t>
            </a:fld>
            <a:endParaRPr spc="-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091143" y="2209129"/>
            <a:ext cx="121745" cy="128964"/>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512877" y="2972995"/>
            <a:ext cx="144382" cy="160971"/>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512877" y="3378659"/>
            <a:ext cx="144382" cy="154780"/>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1512877" y="3781413"/>
            <a:ext cx="144382" cy="155935"/>
          </a:xfrm>
          <a:prstGeom prst="rect">
            <a:avLst/>
          </a:prstGeom>
          <a:blipFill>
            <a:blip r:embed="rId6" cstate="print"/>
            <a:stretch>
              <a:fillRect/>
            </a:stretch>
          </a:blipFill>
        </p:spPr>
        <p:txBody>
          <a:bodyPr wrap="square" lIns="0" tIns="0" rIns="0" bIns="0" rtlCol="0"/>
          <a:lstStyle/>
          <a:p>
            <a:endParaRPr/>
          </a:p>
        </p:txBody>
      </p:sp>
      <p:sp>
        <p:nvSpPr>
          <p:cNvPr id="7" name="object 7"/>
          <p:cNvSpPr txBox="1"/>
          <p:nvPr/>
        </p:nvSpPr>
        <p:spPr>
          <a:xfrm>
            <a:off x="1335488" y="1555633"/>
            <a:ext cx="7165340" cy="2477135"/>
          </a:xfrm>
          <a:prstGeom prst="rect">
            <a:avLst/>
          </a:prstGeom>
        </p:spPr>
        <p:txBody>
          <a:bodyPr vert="horz" wrap="square" lIns="0" tIns="85725" rIns="0" bIns="0" rtlCol="0">
            <a:spAutoFit/>
          </a:bodyPr>
          <a:lstStyle/>
          <a:p>
            <a:pPr marL="12700">
              <a:lnSpc>
                <a:spcPct val="100000"/>
              </a:lnSpc>
              <a:spcBef>
                <a:spcPts val="675"/>
              </a:spcBef>
            </a:pPr>
            <a:r>
              <a:rPr sz="2400" spc="-5" dirty="0">
                <a:solidFill>
                  <a:srgbClr val="953634"/>
                </a:solidFill>
                <a:latin typeface="Tahoma"/>
                <a:cs typeface="Tahoma"/>
              </a:rPr>
              <a:t>Bước này thường không bắt</a:t>
            </a:r>
            <a:r>
              <a:rPr sz="2400" spc="-80" dirty="0">
                <a:solidFill>
                  <a:srgbClr val="953634"/>
                </a:solidFill>
                <a:latin typeface="Tahoma"/>
                <a:cs typeface="Tahoma"/>
              </a:rPr>
              <a:t> </a:t>
            </a:r>
            <a:r>
              <a:rPr sz="2400" spc="-5" dirty="0">
                <a:solidFill>
                  <a:srgbClr val="953634"/>
                </a:solidFill>
                <a:latin typeface="Tahoma"/>
                <a:cs typeface="Tahoma"/>
              </a:rPr>
              <a:t>buộc</a:t>
            </a:r>
            <a:endParaRPr sz="2400">
              <a:latin typeface="Tahoma"/>
              <a:cs typeface="Tahoma"/>
            </a:endParaRPr>
          </a:p>
          <a:p>
            <a:pPr marL="12700" marR="5080">
              <a:lnSpc>
                <a:spcPct val="100000"/>
              </a:lnSpc>
              <a:spcBef>
                <a:spcPts val="580"/>
              </a:spcBef>
            </a:pPr>
            <a:r>
              <a:rPr sz="2400" spc="-5" dirty="0">
                <a:solidFill>
                  <a:srgbClr val="953634"/>
                </a:solidFill>
                <a:latin typeface="Tahoma"/>
                <a:cs typeface="Tahoma"/>
              </a:rPr>
              <a:t>Sử dụng các môi trường thiết </a:t>
            </a:r>
            <a:r>
              <a:rPr sz="2400" dirty="0">
                <a:solidFill>
                  <a:srgbClr val="953634"/>
                </a:solidFill>
                <a:latin typeface="Tahoma"/>
                <a:cs typeface="Tahoma"/>
              </a:rPr>
              <a:t>kế </a:t>
            </a:r>
            <a:r>
              <a:rPr sz="2400" spc="-5" dirty="0">
                <a:solidFill>
                  <a:srgbClr val="953634"/>
                </a:solidFill>
                <a:latin typeface="Tahoma"/>
                <a:cs typeface="Tahoma"/>
              </a:rPr>
              <a:t>đồ họa </a:t>
            </a:r>
            <a:r>
              <a:rPr sz="2400" dirty="0">
                <a:solidFill>
                  <a:srgbClr val="953634"/>
                </a:solidFill>
                <a:latin typeface="Tahoma"/>
                <a:cs typeface="Tahoma"/>
              </a:rPr>
              <a:t>để </a:t>
            </a:r>
            <a:r>
              <a:rPr sz="2400" spc="-5" dirty="0">
                <a:solidFill>
                  <a:srgbClr val="953634"/>
                </a:solidFill>
                <a:latin typeface="Tahoma"/>
                <a:cs typeface="Tahoma"/>
              </a:rPr>
              <a:t>xây</a:t>
            </a:r>
            <a:r>
              <a:rPr sz="2400" spc="-110" dirty="0">
                <a:solidFill>
                  <a:srgbClr val="953634"/>
                </a:solidFill>
                <a:latin typeface="Tahoma"/>
                <a:cs typeface="Tahoma"/>
              </a:rPr>
              <a:t> </a:t>
            </a:r>
            <a:r>
              <a:rPr sz="2400" spc="-5" dirty="0">
                <a:solidFill>
                  <a:srgbClr val="953634"/>
                </a:solidFill>
                <a:latin typeface="Tahoma"/>
                <a:cs typeface="Tahoma"/>
              </a:rPr>
              <a:t>dựng  nguyên mẫu nhanh</a:t>
            </a:r>
            <a:r>
              <a:rPr sz="2400" spc="-55" dirty="0">
                <a:solidFill>
                  <a:srgbClr val="953634"/>
                </a:solidFill>
                <a:latin typeface="Tahoma"/>
                <a:cs typeface="Tahoma"/>
              </a:rPr>
              <a:t> </a:t>
            </a:r>
            <a:r>
              <a:rPr sz="2400" spc="-5" dirty="0">
                <a:solidFill>
                  <a:srgbClr val="953634"/>
                </a:solidFill>
                <a:latin typeface="Tahoma"/>
                <a:cs typeface="Tahoma"/>
              </a:rPr>
              <a:t>chóng</a:t>
            </a:r>
            <a:endParaRPr sz="2400">
              <a:latin typeface="Tahoma"/>
              <a:cs typeface="Tahoma"/>
            </a:endParaRPr>
          </a:p>
          <a:p>
            <a:pPr marL="412750">
              <a:lnSpc>
                <a:spcPct val="100000"/>
              </a:lnSpc>
              <a:spcBef>
                <a:spcPts val="525"/>
              </a:spcBef>
            </a:pPr>
            <a:r>
              <a:rPr sz="2200" spc="-10" dirty="0">
                <a:latin typeface="Tahoma"/>
                <a:cs typeface="Tahoma"/>
              </a:rPr>
              <a:t>Visual </a:t>
            </a:r>
            <a:r>
              <a:rPr sz="2200" spc="-5" dirty="0">
                <a:latin typeface="Tahoma"/>
                <a:cs typeface="Tahoma"/>
              </a:rPr>
              <a:t>Basic.NET</a:t>
            </a:r>
            <a:endParaRPr sz="2200">
              <a:latin typeface="Tahoma"/>
              <a:cs typeface="Tahoma"/>
            </a:endParaRPr>
          </a:p>
          <a:p>
            <a:pPr marL="412750" marR="2952115">
              <a:lnSpc>
                <a:spcPts val="3170"/>
              </a:lnSpc>
              <a:spcBef>
                <a:spcPts val="195"/>
              </a:spcBef>
            </a:pPr>
            <a:r>
              <a:rPr sz="2200" spc="-10" dirty="0">
                <a:latin typeface="Tahoma"/>
                <a:cs typeface="Tahoma"/>
              </a:rPr>
              <a:t>Chương </a:t>
            </a:r>
            <a:r>
              <a:rPr sz="2200" spc="-5" dirty="0">
                <a:latin typeface="Tahoma"/>
                <a:cs typeface="Tahoma"/>
              </a:rPr>
              <a:t>trình </a:t>
            </a:r>
            <a:r>
              <a:rPr sz="2200" spc="-10" dirty="0">
                <a:latin typeface="Tahoma"/>
                <a:cs typeface="Tahoma"/>
              </a:rPr>
              <a:t>tạo nguyên mẫu  Chương </a:t>
            </a:r>
            <a:r>
              <a:rPr sz="2200" spc="-5" dirty="0">
                <a:latin typeface="Tahoma"/>
                <a:cs typeface="Tahoma"/>
              </a:rPr>
              <a:t>trình </a:t>
            </a:r>
            <a:r>
              <a:rPr sz="2200" spc="-10" dirty="0">
                <a:latin typeface="Tahoma"/>
                <a:cs typeface="Tahoma"/>
              </a:rPr>
              <a:t>tạo bản chạy</a:t>
            </a:r>
            <a:r>
              <a:rPr sz="2200" dirty="0">
                <a:latin typeface="Tahoma"/>
                <a:cs typeface="Tahoma"/>
              </a:rPr>
              <a:t> </a:t>
            </a:r>
            <a:r>
              <a:rPr sz="2200" spc="-10" dirty="0">
                <a:latin typeface="Tahoma"/>
                <a:cs typeface="Tahoma"/>
              </a:rPr>
              <a:t>thử</a:t>
            </a:r>
            <a:endParaRPr sz="2200">
              <a:latin typeface="Tahoma"/>
              <a:cs typeface="Tahoma"/>
            </a:endParaRPr>
          </a:p>
        </p:txBody>
      </p:sp>
      <p:sp>
        <p:nvSpPr>
          <p:cNvPr id="8" name="object 8"/>
          <p:cNvSpPr txBox="1">
            <a:spLocks noGrp="1"/>
          </p:cNvSpPr>
          <p:nvPr>
            <p:ph type="title" idx="4294967295"/>
          </p:nvPr>
        </p:nvSpPr>
        <p:spPr>
          <a:xfrm>
            <a:off x="4351732" y="622512"/>
            <a:ext cx="4698365" cy="878840"/>
          </a:xfrm>
          <a:prstGeom prst="rect">
            <a:avLst/>
          </a:prstGeom>
        </p:spPr>
        <p:txBody>
          <a:bodyPr vert="horz" wrap="square" lIns="0" tIns="12065" rIns="0" bIns="0" rtlCol="0">
            <a:spAutoFit/>
          </a:bodyPr>
          <a:lstStyle/>
          <a:p>
            <a:pPr marL="12700" marR="5080" indent="1416685">
              <a:lnSpc>
                <a:spcPct val="100000"/>
              </a:lnSpc>
              <a:spcBef>
                <a:spcPts val="95"/>
              </a:spcBef>
            </a:pPr>
            <a:r>
              <a:rPr spc="-10" dirty="0"/>
              <a:t>B2. Xây dựng mẫu  </a:t>
            </a:r>
            <a:r>
              <a:rPr spc="-5" dirty="0"/>
              <a:t>và </a:t>
            </a:r>
            <a:r>
              <a:rPr spc="-10" dirty="0"/>
              <a:t>đánh </a:t>
            </a:r>
            <a:r>
              <a:rPr spc="-5" dirty="0"/>
              <a:t>giá tính </a:t>
            </a:r>
            <a:r>
              <a:rPr spc="-10" dirty="0"/>
              <a:t>tiện</a:t>
            </a:r>
            <a:r>
              <a:rPr spc="-45" dirty="0"/>
              <a:t> </a:t>
            </a:r>
            <a:r>
              <a:rPr spc="-5" dirty="0"/>
              <a:t>dụng</a:t>
            </a:r>
          </a:p>
        </p:txBody>
      </p:sp>
      <p:sp>
        <p:nvSpPr>
          <p:cNvPr id="9" name="object 9"/>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0" name="object 10"/>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1" name="object 11"/>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37</a:t>
            </a:fld>
            <a:endParaRPr spc="-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
        <p:nvSpPr>
          <p:cNvPr id="10" name="object 10"/>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Thiết kế giao</a:t>
            </a:r>
            <a:r>
              <a:rPr spc="-55" dirty="0"/>
              <a:t> </a:t>
            </a:r>
            <a:r>
              <a:rPr spc="-5" dirty="0"/>
              <a:t>diện</a:t>
            </a:r>
          </a:p>
        </p:txBody>
      </p:sp>
      <p:sp>
        <p:nvSpPr>
          <p:cNvPr id="11" name="object 11"/>
          <p:cNvSpPr txBox="1">
            <a:spLocks noGrp="1"/>
          </p:cNvSpPr>
          <p:nvPr>
            <p:ph type="sldNum" sz="quarter" idx="7"/>
          </p:nvPr>
        </p:nvSpPr>
        <p:spPr>
          <a:prstGeom prst="rect">
            <a:avLst/>
          </a:prstGeom>
        </p:spPr>
        <p:txBody>
          <a:bodyPr vert="horz" wrap="square" lIns="0" tIns="12700" rIns="0" bIns="0" rtlCol="0">
            <a:spAutoFit/>
          </a:bodyPr>
          <a:lstStyle/>
          <a:p>
            <a:pPr marL="25400">
              <a:lnSpc>
                <a:spcPct val="100000"/>
              </a:lnSpc>
              <a:spcBef>
                <a:spcPts val="100"/>
              </a:spcBef>
            </a:pPr>
            <a:fld id="{81D60167-4931-47E6-BA6A-407CBD079E47}" type="slidenum">
              <a:rPr spc="-5" dirty="0"/>
              <a:t>38</a:t>
            </a:fld>
            <a:endParaRPr spc="-5" dirty="0"/>
          </a:p>
        </p:txBody>
      </p:sp>
      <p:pic>
        <p:nvPicPr>
          <p:cNvPr id="12" name="Picture 11"/>
          <p:cNvPicPr/>
          <p:nvPr/>
        </p:nvPicPr>
        <p:blipFill>
          <a:blip r:embed="rId3"/>
          <a:stretch>
            <a:fillRect/>
          </a:stretch>
        </p:blipFill>
        <p:spPr>
          <a:xfrm>
            <a:off x="456545" y="685800"/>
            <a:ext cx="8077855" cy="5181600"/>
          </a:xfrm>
          <a:prstGeom prst="rect">
            <a:avLst/>
          </a:prstGeom>
        </p:spPr>
      </p:pic>
      <p:sp>
        <p:nvSpPr>
          <p:cNvPr id="13" name="TextBox 12"/>
          <p:cNvSpPr txBox="1"/>
          <p:nvPr/>
        </p:nvSpPr>
        <p:spPr>
          <a:xfrm>
            <a:off x="1295400" y="6324600"/>
            <a:ext cx="1537600" cy="646331"/>
          </a:xfrm>
          <a:prstGeom prst="rect">
            <a:avLst/>
          </a:prstGeom>
          <a:noFill/>
        </p:spPr>
        <p:txBody>
          <a:bodyPr wrap="none" rtlCol="0">
            <a:spAutoFit/>
          </a:bodyPr>
          <a:lstStyle/>
          <a:p>
            <a:r>
              <a:rPr lang="en-US"/>
              <a:t>Sử dụng figma</a:t>
            </a:r>
          </a:p>
          <a:p>
            <a:endParaRPr lang="en-US"/>
          </a:p>
        </p:txBody>
      </p:sp>
    </p:spTree>
    <p:extLst>
      <p:ext uri="{BB962C8B-B14F-4D97-AF65-F5344CB8AC3E}">
        <p14:creationId xmlns:p14="http://schemas.microsoft.com/office/powerpoint/2010/main" val="22254525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91143" y="1768107"/>
            <a:ext cx="121745" cy="12807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12877" y="2172617"/>
            <a:ext cx="144382" cy="15478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512877" y="2575370"/>
            <a:ext cx="144382" cy="155935"/>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093829" y="3009896"/>
            <a:ext cx="119059" cy="129854"/>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1512877" y="3781413"/>
            <a:ext cx="144382" cy="155935"/>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1512877" y="4185229"/>
            <a:ext cx="144382" cy="15478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091143" y="4625788"/>
            <a:ext cx="121745" cy="128964"/>
          </a:xfrm>
          <a:prstGeom prst="rect">
            <a:avLst/>
          </a:prstGeom>
          <a:blipFill>
            <a:blip r:embed="rId7" cstate="print"/>
            <a:stretch>
              <a:fillRect/>
            </a:stretch>
          </a:blipFill>
        </p:spPr>
        <p:txBody>
          <a:bodyPr wrap="square" lIns="0" tIns="0" rIns="0" bIns="0" rtlCol="0"/>
          <a:lstStyle/>
          <a:p>
            <a:endParaRPr/>
          </a:p>
        </p:txBody>
      </p:sp>
      <p:sp>
        <p:nvSpPr>
          <p:cNvPr id="9" name="object 9"/>
          <p:cNvSpPr/>
          <p:nvPr/>
        </p:nvSpPr>
        <p:spPr>
          <a:xfrm>
            <a:off x="1091143" y="5427402"/>
            <a:ext cx="121745" cy="128075"/>
          </a:xfrm>
          <a:prstGeom prst="rect">
            <a:avLst/>
          </a:prstGeom>
          <a:blipFill>
            <a:blip r:embed="rId2" cstate="print"/>
            <a:stretch>
              <a:fillRect/>
            </a:stretch>
          </a:blipFill>
        </p:spPr>
        <p:txBody>
          <a:bodyPr wrap="square" lIns="0" tIns="0" rIns="0" bIns="0" rtlCol="0"/>
          <a:lstStyle/>
          <a:p>
            <a:endParaRPr/>
          </a:p>
        </p:txBody>
      </p:sp>
      <p:sp>
        <p:nvSpPr>
          <p:cNvPr id="10" name="object 10"/>
          <p:cNvSpPr txBox="1"/>
          <p:nvPr/>
        </p:nvSpPr>
        <p:spPr>
          <a:xfrm>
            <a:off x="1335488" y="1555500"/>
            <a:ext cx="7654925" cy="4490085"/>
          </a:xfrm>
          <a:prstGeom prst="rect">
            <a:avLst/>
          </a:prstGeom>
        </p:spPr>
        <p:txBody>
          <a:bodyPr vert="horz" wrap="square" lIns="0" tIns="85725" rIns="0" bIns="0" rtlCol="0">
            <a:spAutoFit/>
          </a:bodyPr>
          <a:lstStyle/>
          <a:p>
            <a:pPr marL="12700">
              <a:lnSpc>
                <a:spcPct val="100000"/>
              </a:lnSpc>
              <a:spcBef>
                <a:spcPts val="675"/>
              </a:spcBef>
            </a:pPr>
            <a:r>
              <a:rPr sz="2400" spc="-5" dirty="0">
                <a:solidFill>
                  <a:srgbClr val="953634"/>
                </a:solidFill>
                <a:latin typeface="Tahoma"/>
                <a:cs typeface="Tahoma"/>
              </a:rPr>
              <a:t>Thiết </a:t>
            </a:r>
            <a:r>
              <a:rPr sz="2400" dirty="0">
                <a:solidFill>
                  <a:srgbClr val="953634"/>
                </a:solidFill>
                <a:latin typeface="Tahoma"/>
                <a:cs typeface="Tahoma"/>
              </a:rPr>
              <a:t>kế </a:t>
            </a:r>
            <a:r>
              <a:rPr sz="2400" spc="-5" dirty="0">
                <a:solidFill>
                  <a:srgbClr val="953634"/>
                </a:solidFill>
                <a:latin typeface="Tahoma"/>
                <a:cs typeface="Tahoma"/>
              </a:rPr>
              <a:t>giao diện được phân thành hai công việc</a:t>
            </a:r>
            <a:r>
              <a:rPr sz="2400" spc="-80" dirty="0">
                <a:solidFill>
                  <a:srgbClr val="953634"/>
                </a:solidFill>
                <a:latin typeface="Tahoma"/>
                <a:cs typeface="Tahoma"/>
              </a:rPr>
              <a:t> </a:t>
            </a:r>
            <a:r>
              <a:rPr sz="2400" spc="-5" dirty="0">
                <a:solidFill>
                  <a:srgbClr val="953634"/>
                </a:solidFill>
                <a:latin typeface="Tahoma"/>
                <a:cs typeface="Tahoma"/>
              </a:rPr>
              <a:t>chính</a:t>
            </a:r>
            <a:endParaRPr sz="2400">
              <a:latin typeface="Tahoma"/>
              <a:cs typeface="Tahoma"/>
            </a:endParaRPr>
          </a:p>
          <a:p>
            <a:pPr marL="412750" marR="3505200">
              <a:lnSpc>
                <a:spcPts val="3170"/>
              </a:lnSpc>
              <a:spcBef>
                <a:spcPts val="190"/>
              </a:spcBef>
            </a:pPr>
            <a:r>
              <a:rPr sz="2200" spc="-5" dirty="0">
                <a:latin typeface="Tahoma"/>
                <a:cs typeface="Tahoma"/>
              </a:rPr>
              <a:t>Thiết kế </a:t>
            </a:r>
            <a:r>
              <a:rPr sz="2200" spc="-10" dirty="0">
                <a:latin typeface="Tahoma"/>
                <a:cs typeface="Tahoma"/>
              </a:rPr>
              <a:t>biểu mẫu và báo cáo  </a:t>
            </a:r>
            <a:r>
              <a:rPr sz="2200" spc="-5" dirty="0">
                <a:latin typeface="Tahoma"/>
                <a:cs typeface="Tahoma"/>
              </a:rPr>
              <a:t>Thiết kế </a:t>
            </a:r>
            <a:r>
              <a:rPr sz="2200" spc="-10" dirty="0">
                <a:latin typeface="Tahoma"/>
                <a:cs typeface="Tahoma"/>
              </a:rPr>
              <a:t>giao diện và hội</a:t>
            </a:r>
            <a:r>
              <a:rPr sz="2200" spc="15" dirty="0">
                <a:latin typeface="Tahoma"/>
                <a:cs typeface="Tahoma"/>
              </a:rPr>
              <a:t> </a:t>
            </a:r>
            <a:r>
              <a:rPr sz="2200" spc="-10" dirty="0">
                <a:latin typeface="Tahoma"/>
                <a:cs typeface="Tahoma"/>
              </a:rPr>
              <a:t>thoại</a:t>
            </a:r>
            <a:endParaRPr sz="2200">
              <a:latin typeface="Tahoma"/>
              <a:cs typeface="Tahoma"/>
            </a:endParaRPr>
          </a:p>
          <a:p>
            <a:pPr marL="12700" marR="708660">
              <a:lnSpc>
                <a:spcPct val="100000"/>
              </a:lnSpc>
              <a:spcBef>
                <a:spcPts val="390"/>
              </a:spcBef>
            </a:pPr>
            <a:r>
              <a:rPr sz="2400" spc="-5" dirty="0">
                <a:solidFill>
                  <a:srgbClr val="953634"/>
                </a:solidFill>
                <a:latin typeface="Tahoma"/>
                <a:cs typeface="Tahoma"/>
              </a:rPr>
              <a:t>Các quy trình thiết </a:t>
            </a:r>
            <a:r>
              <a:rPr sz="2400" dirty="0">
                <a:solidFill>
                  <a:srgbClr val="953634"/>
                </a:solidFill>
                <a:latin typeface="Tahoma"/>
                <a:cs typeface="Tahoma"/>
              </a:rPr>
              <a:t>kế </a:t>
            </a:r>
            <a:r>
              <a:rPr sz="2400" spc="-5" dirty="0">
                <a:solidFill>
                  <a:srgbClr val="953634"/>
                </a:solidFill>
                <a:latin typeface="Tahoma"/>
                <a:cs typeface="Tahoma"/>
              </a:rPr>
              <a:t>đều tuân theo nguyên tắc lấy  người dùng làm trọng</a:t>
            </a:r>
            <a:r>
              <a:rPr sz="2400" spc="-85" dirty="0">
                <a:solidFill>
                  <a:srgbClr val="953634"/>
                </a:solidFill>
                <a:latin typeface="Tahoma"/>
                <a:cs typeface="Tahoma"/>
              </a:rPr>
              <a:t> </a:t>
            </a:r>
            <a:r>
              <a:rPr sz="2400" spc="-5" dirty="0">
                <a:solidFill>
                  <a:srgbClr val="953634"/>
                </a:solidFill>
                <a:latin typeface="Tahoma"/>
                <a:cs typeface="Tahoma"/>
              </a:rPr>
              <a:t>tâm</a:t>
            </a:r>
            <a:endParaRPr sz="2400">
              <a:latin typeface="Tahoma"/>
              <a:cs typeface="Tahoma"/>
            </a:endParaRPr>
          </a:p>
          <a:p>
            <a:pPr marL="412750" marR="2534920">
              <a:lnSpc>
                <a:spcPts val="3170"/>
              </a:lnSpc>
              <a:spcBef>
                <a:spcPts val="190"/>
              </a:spcBef>
            </a:pPr>
            <a:r>
              <a:rPr sz="2200" spc="-5" dirty="0">
                <a:latin typeface="Tahoma"/>
                <a:cs typeface="Tahoma"/>
              </a:rPr>
              <a:t>Đầu tiên xác định </a:t>
            </a:r>
            <a:r>
              <a:rPr sz="2200" spc="-10" dirty="0">
                <a:latin typeface="Tahoma"/>
                <a:cs typeface="Tahoma"/>
              </a:rPr>
              <a:t>yêu cầu người dùng  </a:t>
            </a:r>
            <a:r>
              <a:rPr sz="2200" spc="-5" dirty="0">
                <a:latin typeface="Tahoma"/>
                <a:cs typeface="Tahoma"/>
              </a:rPr>
              <a:t>Sau đó </a:t>
            </a:r>
            <a:r>
              <a:rPr sz="2200" spc="-10" dirty="0">
                <a:latin typeface="Tahoma"/>
                <a:cs typeface="Tahoma"/>
              </a:rPr>
              <a:t>thiết </a:t>
            </a:r>
            <a:r>
              <a:rPr sz="2200" spc="-5" dirty="0">
                <a:latin typeface="Tahoma"/>
                <a:cs typeface="Tahoma"/>
              </a:rPr>
              <a:t>kế </a:t>
            </a:r>
            <a:r>
              <a:rPr sz="2200" spc="-10" dirty="0">
                <a:latin typeface="Tahoma"/>
                <a:cs typeface="Tahoma"/>
              </a:rPr>
              <a:t>các</a:t>
            </a:r>
            <a:r>
              <a:rPr sz="2200" spc="25" dirty="0">
                <a:latin typeface="Tahoma"/>
                <a:cs typeface="Tahoma"/>
              </a:rPr>
              <a:t> </a:t>
            </a:r>
            <a:r>
              <a:rPr sz="2200" spc="-10" dirty="0">
                <a:latin typeface="Tahoma"/>
                <a:cs typeface="Tahoma"/>
              </a:rPr>
              <a:t>mẫu</a:t>
            </a:r>
            <a:endParaRPr sz="2200">
              <a:latin typeface="Tahoma"/>
              <a:cs typeface="Tahoma"/>
            </a:endParaRPr>
          </a:p>
          <a:p>
            <a:pPr marL="12700" marR="92710">
              <a:lnSpc>
                <a:spcPct val="100000"/>
              </a:lnSpc>
              <a:spcBef>
                <a:spcPts val="385"/>
              </a:spcBef>
            </a:pPr>
            <a:r>
              <a:rPr sz="2400" spc="-5" dirty="0">
                <a:solidFill>
                  <a:srgbClr val="953634"/>
                </a:solidFill>
                <a:latin typeface="Tahoma"/>
                <a:cs typeface="Tahoma"/>
              </a:rPr>
              <a:t>Sản phẩm của quá trình thiết </a:t>
            </a:r>
            <a:r>
              <a:rPr sz="2400" dirty="0">
                <a:solidFill>
                  <a:srgbClr val="953634"/>
                </a:solidFill>
                <a:latin typeface="Tahoma"/>
                <a:cs typeface="Tahoma"/>
              </a:rPr>
              <a:t>kế </a:t>
            </a:r>
            <a:r>
              <a:rPr sz="2400" spc="-5" dirty="0">
                <a:solidFill>
                  <a:srgbClr val="953634"/>
                </a:solidFill>
                <a:latin typeface="Tahoma"/>
                <a:cs typeface="Tahoma"/>
              </a:rPr>
              <a:t>biểu mẫu và báo cáo là  tài liệu đặc tả thiết </a:t>
            </a:r>
            <a:r>
              <a:rPr sz="2400" dirty="0">
                <a:solidFill>
                  <a:srgbClr val="953634"/>
                </a:solidFill>
                <a:latin typeface="Tahoma"/>
                <a:cs typeface="Tahoma"/>
              </a:rPr>
              <a:t>kế </a:t>
            </a:r>
            <a:r>
              <a:rPr sz="2400" spc="-5" dirty="0">
                <a:solidFill>
                  <a:srgbClr val="953634"/>
                </a:solidFill>
                <a:latin typeface="Tahoma"/>
                <a:cs typeface="Tahoma"/>
              </a:rPr>
              <a:t>biểu mẫu và báo</a:t>
            </a:r>
            <a:r>
              <a:rPr sz="2400" spc="-70" dirty="0">
                <a:solidFill>
                  <a:srgbClr val="953634"/>
                </a:solidFill>
                <a:latin typeface="Tahoma"/>
                <a:cs typeface="Tahoma"/>
              </a:rPr>
              <a:t> </a:t>
            </a:r>
            <a:r>
              <a:rPr sz="2400" spc="-5" dirty="0">
                <a:solidFill>
                  <a:srgbClr val="953634"/>
                </a:solidFill>
                <a:latin typeface="Tahoma"/>
                <a:cs typeface="Tahoma"/>
              </a:rPr>
              <a:t>cáo</a:t>
            </a:r>
            <a:endParaRPr sz="2400">
              <a:latin typeface="Tahoma"/>
              <a:cs typeface="Tahoma"/>
            </a:endParaRPr>
          </a:p>
          <a:p>
            <a:pPr marL="12700" marR="5080">
              <a:lnSpc>
                <a:spcPct val="100000"/>
              </a:lnSpc>
              <a:spcBef>
                <a:spcPts val="580"/>
              </a:spcBef>
            </a:pPr>
            <a:r>
              <a:rPr sz="2400" spc="-5" dirty="0">
                <a:solidFill>
                  <a:srgbClr val="953634"/>
                </a:solidFill>
                <a:latin typeface="Tahoma"/>
                <a:cs typeface="Tahoma"/>
              </a:rPr>
              <a:t>Sản phẩm của quá trình thiết </a:t>
            </a:r>
            <a:r>
              <a:rPr sz="2400" dirty="0">
                <a:solidFill>
                  <a:srgbClr val="953634"/>
                </a:solidFill>
                <a:latin typeface="Tahoma"/>
                <a:cs typeface="Tahoma"/>
              </a:rPr>
              <a:t>kế </a:t>
            </a:r>
            <a:r>
              <a:rPr sz="2400" spc="-5" dirty="0">
                <a:solidFill>
                  <a:srgbClr val="953634"/>
                </a:solidFill>
                <a:latin typeface="Tahoma"/>
                <a:cs typeface="Tahoma"/>
              </a:rPr>
              <a:t>giao diện và hội thoại là  tài liệu đặc tả thiết </a:t>
            </a:r>
            <a:r>
              <a:rPr sz="2400" dirty="0">
                <a:solidFill>
                  <a:srgbClr val="953634"/>
                </a:solidFill>
                <a:latin typeface="Tahoma"/>
                <a:cs typeface="Tahoma"/>
              </a:rPr>
              <a:t>kế </a:t>
            </a:r>
            <a:r>
              <a:rPr sz="2400" spc="-5" dirty="0">
                <a:solidFill>
                  <a:srgbClr val="953634"/>
                </a:solidFill>
                <a:latin typeface="Tahoma"/>
                <a:cs typeface="Tahoma"/>
              </a:rPr>
              <a:t>giao diện và hội</a:t>
            </a:r>
            <a:r>
              <a:rPr sz="2400" spc="-75" dirty="0">
                <a:solidFill>
                  <a:srgbClr val="953634"/>
                </a:solidFill>
                <a:latin typeface="Tahoma"/>
                <a:cs typeface="Tahoma"/>
              </a:rPr>
              <a:t> </a:t>
            </a:r>
            <a:r>
              <a:rPr sz="2400" spc="-5" dirty="0">
                <a:solidFill>
                  <a:srgbClr val="953634"/>
                </a:solidFill>
                <a:latin typeface="Tahoma"/>
                <a:cs typeface="Tahoma"/>
              </a:rPr>
              <a:t>thoại</a:t>
            </a:r>
            <a:endParaRPr sz="2400">
              <a:latin typeface="Tahoma"/>
              <a:cs typeface="Tahoma"/>
            </a:endParaRPr>
          </a:p>
        </p:txBody>
      </p:sp>
      <p:sp>
        <p:nvSpPr>
          <p:cNvPr id="11" name="object 11"/>
          <p:cNvSpPr txBox="1">
            <a:spLocks noGrp="1"/>
          </p:cNvSpPr>
          <p:nvPr>
            <p:ph type="title" idx="4294967295"/>
          </p:nvPr>
        </p:nvSpPr>
        <p:spPr>
          <a:xfrm>
            <a:off x="6075951" y="835971"/>
            <a:ext cx="2974975" cy="452120"/>
          </a:xfrm>
          <a:prstGeom prst="rect">
            <a:avLst/>
          </a:prstGeom>
        </p:spPr>
        <p:txBody>
          <a:bodyPr vert="horz" wrap="square" lIns="0" tIns="12065" rIns="0" bIns="0" rtlCol="0">
            <a:spAutoFit/>
          </a:bodyPr>
          <a:lstStyle/>
          <a:p>
            <a:pPr marL="12700">
              <a:lnSpc>
                <a:spcPct val="100000"/>
              </a:lnSpc>
              <a:spcBef>
                <a:spcPts val="95"/>
              </a:spcBef>
            </a:pPr>
            <a:r>
              <a:rPr spc="-5" dirty="0"/>
              <a:t>Tổng </a:t>
            </a:r>
            <a:r>
              <a:rPr spc="-10" dirty="0"/>
              <a:t>kết </a:t>
            </a:r>
            <a:r>
              <a:rPr spc="-15" dirty="0"/>
              <a:t>bài</a:t>
            </a:r>
            <a:r>
              <a:rPr spc="-40" dirty="0"/>
              <a:t> </a:t>
            </a:r>
            <a:r>
              <a:rPr spc="-5" dirty="0"/>
              <a:t>học</a:t>
            </a:r>
          </a:p>
        </p:txBody>
      </p:sp>
      <p:sp>
        <p:nvSpPr>
          <p:cNvPr id="12" name="object 12"/>
          <p:cNvSpPr txBox="1"/>
          <p:nvPr/>
        </p:nvSpPr>
        <p:spPr>
          <a:xfrm>
            <a:off x="993079" y="6874124"/>
            <a:ext cx="1229360" cy="208915"/>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898989"/>
                </a:solidFill>
                <a:latin typeface="Tahoma"/>
                <a:cs typeface="Tahoma"/>
              </a:rPr>
              <a:t>Thiết kế giao</a:t>
            </a:r>
            <a:r>
              <a:rPr sz="1200" spc="-55" dirty="0">
                <a:solidFill>
                  <a:srgbClr val="898989"/>
                </a:solidFill>
                <a:latin typeface="Tahoma"/>
                <a:cs typeface="Tahoma"/>
              </a:rPr>
              <a:t> </a:t>
            </a:r>
            <a:r>
              <a:rPr sz="1200" spc="-5" dirty="0">
                <a:solidFill>
                  <a:srgbClr val="898989"/>
                </a:solidFill>
                <a:latin typeface="Tahoma"/>
                <a:cs typeface="Tahoma"/>
              </a:rPr>
              <a:t>diện</a:t>
            </a:r>
            <a:endParaRPr sz="1200">
              <a:latin typeface="Tahoma"/>
              <a:cs typeface="Tahoma"/>
            </a:endParaRPr>
          </a:p>
        </p:txBody>
      </p:sp>
      <p:sp>
        <p:nvSpPr>
          <p:cNvPr id="13" name="object 13"/>
          <p:cNvSpPr txBox="1"/>
          <p:nvPr/>
        </p:nvSpPr>
        <p:spPr>
          <a:xfrm>
            <a:off x="8935449" y="6890007"/>
            <a:ext cx="192405" cy="208915"/>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898989"/>
                </a:solidFill>
                <a:latin typeface="Tahoma"/>
                <a:cs typeface="Tahoma"/>
              </a:rPr>
              <a:t>42</a:t>
            </a:r>
            <a:endParaRPr sz="1200">
              <a:latin typeface="Tahoma"/>
              <a:cs typeface="Tahoma"/>
            </a:endParaRPr>
          </a:p>
        </p:txBody>
      </p:sp>
      <p:sp>
        <p:nvSpPr>
          <p:cNvPr id="14" name="object 14"/>
          <p:cNvSpPr/>
          <p:nvPr/>
        </p:nvSpPr>
        <p:spPr>
          <a:xfrm>
            <a:off x="456545" y="453812"/>
            <a:ext cx="9129395" cy="6859905"/>
          </a:xfrm>
          <a:custGeom>
            <a:avLst/>
            <a:gdLst/>
            <a:ahLst/>
            <a:cxnLst/>
            <a:rect l="l" t="t" r="r" b="b"/>
            <a:pathLst>
              <a:path w="9129395" h="6859905">
                <a:moveTo>
                  <a:pt x="0" y="6859651"/>
                </a:moveTo>
                <a:lnTo>
                  <a:pt x="9129387" y="6859651"/>
                </a:lnTo>
                <a:lnTo>
                  <a:pt x="9129387" y="0"/>
                </a:lnTo>
                <a:lnTo>
                  <a:pt x="0" y="0"/>
                </a:lnTo>
                <a:lnTo>
                  <a:pt x="0" y="6859651"/>
                </a:lnTo>
                <a:close/>
              </a:path>
            </a:pathLst>
          </a:custGeom>
          <a:ln w="12174">
            <a:solidFill>
              <a:srgbClr val="000000"/>
            </a:solidFill>
          </a:ln>
        </p:spPr>
        <p:txBody>
          <a:bodyPr wrap="square" lIns="0" tIns="0" rIns="0" bIns="0" rtlCol="0"/>
          <a:lstStyle/>
          <a:p>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62000"/>
            <a:ext cx="9601200" cy="5355312"/>
          </a:xfrm>
          <a:prstGeom prst="rect">
            <a:avLst/>
          </a:prstGeom>
        </p:spPr>
        <p:txBody>
          <a:bodyPr wrap="square">
            <a:spAutoFit/>
          </a:bodyPr>
          <a:lstStyle/>
          <a:p>
            <a:pPr>
              <a:lnSpc>
                <a:spcPct val="150000"/>
              </a:lnSpc>
            </a:pPr>
            <a:r>
              <a:rPr lang="vi-VN" sz="3200" b="1" dirty="0"/>
              <a:t>Bài tập</a:t>
            </a:r>
            <a:r>
              <a:rPr lang="en-US" sz="3200" b="1" dirty="0"/>
              <a:t> </a:t>
            </a:r>
            <a:r>
              <a:rPr lang="en-US" sz="3200" b="1" dirty="0" err="1"/>
              <a:t>thực</a:t>
            </a:r>
            <a:r>
              <a:rPr lang="en-US" sz="3200" b="1" dirty="0"/>
              <a:t> </a:t>
            </a:r>
            <a:r>
              <a:rPr lang="en-US" sz="3200" b="1" dirty="0" err="1"/>
              <a:t>hành</a:t>
            </a:r>
            <a:endParaRPr lang="en-US" sz="3200" b="1" dirty="0"/>
          </a:p>
          <a:p>
            <a:pPr>
              <a:lnSpc>
                <a:spcPct val="150000"/>
              </a:lnSpc>
            </a:pPr>
            <a:endParaRPr lang="en-US" sz="2800" b="1" dirty="0"/>
          </a:p>
          <a:p>
            <a:pPr>
              <a:lnSpc>
                <a:spcPct val="150000"/>
              </a:lnSpc>
            </a:pPr>
            <a:r>
              <a:rPr lang="vi-VN" sz="2800" dirty="0"/>
              <a:t> YÊU CẦU: Với mỗi bài tập sau hãy:</a:t>
            </a:r>
          </a:p>
          <a:p>
            <a:pPr marL="514350" indent="-514350">
              <a:lnSpc>
                <a:spcPct val="150000"/>
              </a:lnSpc>
              <a:buFont typeface="+mj-lt"/>
              <a:buAutoNum type="arabicPeriod"/>
            </a:pPr>
            <a:r>
              <a:rPr lang="vi-VN" sz="2800" b="1" dirty="0"/>
              <a:t>Xác định các thông tin cần thiết để thiết kế giao diện </a:t>
            </a:r>
          </a:p>
          <a:p>
            <a:pPr marL="514350" indent="-514350">
              <a:lnSpc>
                <a:spcPct val="150000"/>
              </a:lnSpc>
              <a:buFont typeface="+mj-lt"/>
              <a:buAutoNum type="arabicPeriod"/>
            </a:pPr>
            <a:r>
              <a:rPr lang="vi-VN" sz="2800" b="1" dirty="0"/>
              <a:t>Thiết kế giao diện </a:t>
            </a:r>
            <a:endParaRPr lang="en-US" sz="2800" b="1" dirty="0"/>
          </a:p>
          <a:p>
            <a:pPr marL="514350" indent="-514350">
              <a:lnSpc>
                <a:spcPct val="150000"/>
              </a:lnSpc>
              <a:buFont typeface="+mj-lt"/>
              <a:buAutoNum type="arabicPeriod"/>
            </a:pPr>
            <a:r>
              <a:rPr lang="vi-VN" sz="2800" b="1" dirty="0"/>
              <a:t>Phân tích hoạt động của người dùng và để tinh chỉnh giao diện sao cho tiện dụng với người dùng nhất</a:t>
            </a:r>
            <a:r>
              <a:rPr lang="en-US" sz="2800" b="1" dirty="0"/>
              <a:t>.</a:t>
            </a:r>
          </a:p>
        </p:txBody>
      </p:sp>
    </p:spTree>
    <p:extLst>
      <p:ext uri="{BB962C8B-B14F-4D97-AF65-F5344CB8AC3E}">
        <p14:creationId xmlns:p14="http://schemas.microsoft.com/office/powerpoint/2010/main" val="3523245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81000"/>
            <a:ext cx="9601200" cy="7038465"/>
          </a:xfrm>
          <a:prstGeom prst="rect">
            <a:avLst/>
          </a:prstGeom>
        </p:spPr>
        <p:txBody>
          <a:bodyPr wrap="square">
            <a:spAutoFit/>
          </a:bodyPr>
          <a:lstStyle/>
          <a:p>
            <a:pPr>
              <a:lnSpc>
                <a:spcPts val="3400"/>
              </a:lnSpc>
            </a:pPr>
            <a:r>
              <a:rPr lang="vi-VN" sz="2400" b="1" dirty="0"/>
              <a:t>Bài tập 1</a:t>
            </a:r>
          </a:p>
          <a:p>
            <a:pPr marL="342900" indent="-342900">
              <a:lnSpc>
                <a:spcPts val="3400"/>
              </a:lnSpc>
              <a:buFont typeface="Arial" panose="020B0604020202020204" pitchFamily="34" charset="0"/>
              <a:buChar char="•"/>
            </a:pPr>
            <a:r>
              <a:rPr lang="vi-VN" sz="2400" dirty="0"/>
              <a:t>Thiết kế giao diện nhập điểm thi kết thúc học phần cho phòng đào tạo HVNH</a:t>
            </a:r>
          </a:p>
          <a:p>
            <a:pPr marL="342900" indent="-342900">
              <a:lnSpc>
                <a:spcPts val="3400"/>
              </a:lnSpc>
              <a:buFont typeface="Arial" panose="020B0604020202020204" pitchFamily="34" charset="0"/>
              <a:buChar char="•"/>
            </a:pPr>
            <a:r>
              <a:rPr lang="vi-VN" sz="2400" dirty="0"/>
              <a:t>Người sử dụng: Nhân viên phòng đào tạo</a:t>
            </a:r>
            <a:r>
              <a:rPr lang="en-US" sz="2400" dirty="0"/>
              <a:t>, </a:t>
            </a:r>
            <a:r>
              <a:rPr lang="en-US" sz="2400" dirty="0" err="1"/>
              <a:t>trên</a:t>
            </a:r>
            <a:r>
              <a:rPr lang="en-US" sz="2400" dirty="0"/>
              <a:t> </a:t>
            </a:r>
            <a:r>
              <a:rPr lang="en-US" sz="2400" dirty="0" err="1"/>
              <a:t>máy</a:t>
            </a:r>
            <a:r>
              <a:rPr lang="en-US" sz="2400" dirty="0"/>
              <a:t> </a:t>
            </a:r>
            <a:r>
              <a:rPr lang="en-US" sz="2400" dirty="0" err="1"/>
              <a:t>tính</a:t>
            </a:r>
            <a:endParaRPr lang="vi-VN" sz="2400" dirty="0"/>
          </a:p>
          <a:p>
            <a:pPr marL="342900" indent="-342900">
              <a:lnSpc>
                <a:spcPts val="3400"/>
              </a:lnSpc>
              <a:buFont typeface="Arial" panose="020B0604020202020204" pitchFamily="34" charset="0"/>
              <a:buChar char="•"/>
            </a:pPr>
            <a:r>
              <a:rPr lang="vi-VN" sz="2400" dirty="0"/>
              <a:t>Một số lưu ý:</a:t>
            </a:r>
            <a:r>
              <a:rPr lang="en-US" sz="2400" dirty="0"/>
              <a:t> </a:t>
            </a:r>
            <a:r>
              <a:rPr lang="vi-VN" sz="2400" dirty="0"/>
              <a:t>Thường nhập điểm theo từng túi bài thi. Mỗi túi bài thi của một phòng thi. Mỗi môn thi sẽ được thi tại nhiều phòng với danh sách sinh viên tương ứng.</a:t>
            </a:r>
            <a:r>
              <a:rPr lang="en-US" sz="2400" dirty="0"/>
              <a:t> </a:t>
            </a:r>
            <a:r>
              <a:rPr lang="vi-VN" sz="2400" dirty="0"/>
              <a:t>HVNH</a:t>
            </a:r>
            <a:r>
              <a:rPr lang="en-US" sz="2400"/>
              <a:t> </a:t>
            </a:r>
            <a:r>
              <a:rPr lang="vi-VN" sz="2400"/>
              <a:t>có </a:t>
            </a:r>
            <a:r>
              <a:rPr lang="vi-VN" sz="2400" dirty="0"/>
              <a:t>khoảng 20000 sinh viên. Mỗi sinh viên trung bình học 6 môn.</a:t>
            </a:r>
          </a:p>
          <a:p>
            <a:pPr>
              <a:lnSpc>
                <a:spcPts val="3400"/>
              </a:lnSpc>
            </a:pPr>
            <a:r>
              <a:rPr lang="en-US" sz="2400" b="1" dirty="0" err="1"/>
              <a:t>Bài</a:t>
            </a:r>
            <a:r>
              <a:rPr lang="en-US" sz="2400" b="1" dirty="0"/>
              <a:t> </a:t>
            </a:r>
            <a:r>
              <a:rPr lang="en-US" sz="2400" b="1" dirty="0" err="1"/>
              <a:t>tập</a:t>
            </a:r>
            <a:r>
              <a:rPr lang="en-US" sz="2400" b="1" dirty="0"/>
              <a:t> 2</a:t>
            </a:r>
            <a:endParaRPr lang="vi-VN" sz="2400" b="1" dirty="0"/>
          </a:p>
          <a:p>
            <a:pPr marL="285750" indent="-285750">
              <a:lnSpc>
                <a:spcPts val="3400"/>
              </a:lnSpc>
              <a:buFont typeface="Arial" panose="020B0604020202020204" pitchFamily="34" charset="0"/>
              <a:buChar char="•"/>
            </a:pPr>
            <a:r>
              <a:rPr lang="vi-VN" sz="2400" dirty="0"/>
              <a:t>Thiết kế giao diện gọi món tại một quán Coffee</a:t>
            </a:r>
          </a:p>
          <a:p>
            <a:pPr marL="285750" indent="-285750">
              <a:lnSpc>
                <a:spcPts val="3400"/>
              </a:lnSpc>
              <a:buFont typeface="Arial" panose="020B0604020202020204" pitchFamily="34" charset="0"/>
              <a:buChar char="•"/>
            </a:pPr>
            <a:r>
              <a:rPr lang="vi-VN" sz="2400" dirty="0"/>
              <a:t>Người sử dụng: Nhân viên phục vụ sử dụng phần mềm trên thiết bị di động để thực hiện ghi nhận thông tin gọi món cho khách hàng.</a:t>
            </a:r>
          </a:p>
          <a:p>
            <a:pPr marL="285750" indent="-285750">
              <a:lnSpc>
                <a:spcPts val="3400"/>
              </a:lnSpc>
              <a:buFont typeface="Arial" panose="020B0604020202020204" pitchFamily="34" charset="0"/>
              <a:buChar char="•"/>
            </a:pPr>
            <a:r>
              <a:rPr lang="vi-VN" sz="2400" dirty="0"/>
              <a:t>Một số lưu ý</a:t>
            </a:r>
            <a:r>
              <a:rPr lang="en-US" sz="2400" dirty="0"/>
              <a:t>: </a:t>
            </a:r>
            <a:r>
              <a:rPr lang="vi-VN" sz="2400" dirty="0"/>
              <a:t>Khi khách hàng gọi món có thể gọi nhiều món cùng lúc, khách hàng có thể đưa thêm những yêu cầu đặc biệt (ví dụ: cà phê ít đường, nhiều đường, ...)</a:t>
            </a:r>
            <a:r>
              <a:rPr lang="en-US" sz="2400" dirty="0"/>
              <a:t>. </a:t>
            </a:r>
            <a:r>
              <a:rPr lang="vi-VN" sz="2400" dirty="0"/>
              <a:t> Khách hàng không cần cung cấp thông tin khách h</a:t>
            </a:r>
            <a:r>
              <a:rPr lang="en-US" sz="2400" dirty="0" err="1"/>
              <a:t>àng</a:t>
            </a:r>
            <a:r>
              <a:rPr lang="en-US" sz="2400" dirty="0"/>
              <a:t>.</a:t>
            </a:r>
          </a:p>
        </p:txBody>
      </p:sp>
    </p:spTree>
    <p:extLst>
      <p:ext uri="{BB962C8B-B14F-4D97-AF65-F5344CB8AC3E}">
        <p14:creationId xmlns:p14="http://schemas.microsoft.com/office/powerpoint/2010/main" val="15255089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0886"/>
            <a:ext cx="9753600" cy="7219925"/>
          </a:xfrm>
          <a:prstGeom prst="rect">
            <a:avLst/>
          </a:prstGeom>
        </p:spPr>
        <p:txBody>
          <a:bodyPr wrap="square">
            <a:spAutoFit/>
          </a:bodyPr>
          <a:lstStyle/>
          <a:p>
            <a:pPr>
              <a:lnSpc>
                <a:spcPts val="3500"/>
              </a:lnSpc>
            </a:pPr>
            <a:r>
              <a:rPr lang="vi-VN" sz="2200" b="1" dirty="0"/>
              <a:t>Bài tập 3</a:t>
            </a:r>
          </a:p>
          <a:p>
            <a:pPr marL="342900" indent="-342900">
              <a:spcAft>
                <a:spcPts val="600"/>
              </a:spcAft>
              <a:buFont typeface="Arial" panose="020B0604020202020204" pitchFamily="34" charset="0"/>
              <a:buChar char="•"/>
            </a:pPr>
            <a:r>
              <a:rPr lang="vi-VN" sz="2200" dirty="0"/>
              <a:t>Thiết kế giao diện lập hoá đơn bán hàng tại một siêu thị</a:t>
            </a:r>
            <a:r>
              <a:rPr lang="en-US" sz="2200" dirty="0"/>
              <a:t>, </a:t>
            </a:r>
            <a:r>
              <a:rPr lang="en-US" sz="2200" dirty="0" err="1"/>
              <a:t>trên</a:t>
            </a:r>
            <a:r>
              <a:rPr lang="en-US" sz="2200" dirty="0"/>
              <a:t> </a:t>
            </a:r>
            <a:r>
              <a:rPr lang="en-US" sz="2200" dirty="0" err="1"/>
              <a:t>máy</a:t>
            </a:r>
            <a:r>
              <a:rPr lang="en-US" sz="2200" dirty="0"/>
              <a:t> </a:t>
            </a:r>
            <a:r>
              <a:rPr lang="en-US" sz="2200" dirty="0" err="1"/>
              <a:t>tính,trên</a:t>
            </a:r>
            <a:r>
              <a:rPr lang="en-US" sz="2200" dirty="0"/>
              <a:t> smart phone</a:t>
            </a:r>
            <a:endParaRPr lang="vi-VN" sz="2200" dirty="0"/>
          </a:p>
          <a:p>
            <a:pPr>
              <a:spcAft>
                <a:spcPts val="600"/>
              </a:spcAft>
            </a:pPr>
            <a:r>
              <a:rPr lang="vi-VN" sz="2200" b="1" i="1" dirty="0"/>
              <a:t>Lưu ý:</a:t>
            </a:r>
          </a:p>
          <a:p>
            <a:pPr marL="342900" indent="-342900">
              <a:spcAft>
                <a:spcPts val="600"/>
              </a:spcAft>
              <a:buFont typeface="Arial" panose="020B0604020202020204" pitchFamily="34" charset="0"/>
              <a:buChar char="•"/>
            </a:pPr>
            <a:r>
              <a:rPr lang="vi-VN" sz="2200" dirty="0"/>
              <a:t> Một hoá đơn mua nhiều sản phẩm</a:t>
            </a:r>
          </a:p>
          <a:p>
            <a:pPr marL="342900" indent="-342900">
              <a:spcAft>
                <a:spcPts val="600"/>
              </a:spcAft>
              <a:buFont typeface="Arial" panose="020B0604020202020204" pitchFamily="34" charset="0"/>
              <a:buChar char="•"/>
            </a:pPr>
            <a:r>
              <a:rPr lang="vi-VN" sz="2200" dirty="0"/>
              <a:t> Nhân viên thường xuyên phải thối lại tiền thừa cho khách hàng </a:t>
            </a:r>
          </a:p>
          <a:p>
            <a:pPr marL="342900" indent="-342900">
              <a:spcAft>
                <a:spcPts val="600"/>
              </a:spcAft>
              <a:buFont typeface="Arial" panose="020B0604020202020204" pitchFamily="34" charset="0"/>
              <a:buChar char="•"/>
            </a:pPr>
            <a:r>
              <a:rPr lang="vi-VN" sz="2200" dirty="0"/>
              <a:t>Một ngày mỗi nhân viên có thể lập đến 200 hoá đơn.</a:t>
            </a:r>
          </a:p>
          <a:p>
            <a:pPr marL="342900" indent="-342900">
              <a:spcAft>
                <a:spcPts val="600"/>
              </a:spcAft>
              <a:buFont typeface="Arial" panose="020B0604020202020204" pitchFamily="34" charset="0"/>
              <a:buChar char="•"/>
            </a:pPr>
            <a:r>
              <a:rPr lang="vi-VN" sz="2200" dirty="0"/>
              <a:t>Nhân viên có thể thêm và xoá các sản phẩm (khi nhập sai hoặc cần thay đổi)</a:t>
            </a:r>
            <a:endParaRPr lang="en-US" sz="2200" dirty="0"/>
          </a:p>
          <a:p>
            <a:pPr>
              <a:spcAft>
                <a:spcPts val="600"/>
              </a:spcAft>
            </a:pPr>
            <a:r>
              <a:rPr lang="en-US" sz="2200" b="1" dirty="0" err="1"/>
              <a:t>Bài</a:t>
            </a:r>
            <a:r>
              <a:rPr lang="en-US" sz="2200" b="1" dirty="0"/>
              <a:t> </a:t>
            </a:r>
            <a:r>
              <a:rPr lang="en-US" sz="2200" b="1" dirty="0" err="1"/>
              <a:t>tập</a:t>
            </a:r>
            <a:r>
              <a:rPr lang="en-US" sz="2200" b="1" dirty="0"/>
              <a:t> 4</a:t>
            </a:r>
            <a:endParaRPr lang="vi-VN" sz="2200" b="1" dirty="0"/>
          </a:p>
          <a:p>
            <a:pPr marL="342900" indent="-342900">
              <a:spcAft>
                <a:spcPts val="600"/>
              </a:spcAft>
              <a:buFont typeface="Arial" panose="020B0604020202020204" pitchFamily="34" charset="0"/>
              <a:buChar char="•"/>
            </a:pPr>
            <a:r>
              <a:rPr lang="vi-VN" sz="2200" dirty="0"/>
              <a:t>Hãy thiết kế giao diện phân công nhiệm vụ cho nhân viên trong một dự án</a:t>
            </a:r>
          </a:p>
          <a:p>
            <a:pPr marL="342900" indent="-342900">
              <a:spcAft>
                <a:spcPts val="600"/>
              </a:spcAft>
              <a:buFont typeface="Arial" panose="020B0604020202020204" pitchFamily="34" charset="0"/>
              <a:buChar char="•"/>
            </a:pPr>
            <a:r>
              <a:rPr lang="vi-VN" sz="2200" dirty="0"/>
              <a:t>Việc phân công được thực hiện theo từng dự án</a:t>
            </a:r>
          </a:p>
          <a:p>
            <a:pPr marL="342900" indent="-342900">
              <a:spcAft>
                <a:spcPts val="600"/>
              </a:spcAft>
              <a:buFont typeface="Arial" panose="020B0604020202020204" pitchFamily="34" charset="0"/>
              <a:buChar char="•"/>
            </a:pPr>
            <a:r>
              <a:rPr lang="vi-VN" sz="2200" dirty="0"/>
              <a:t>Mỗi nhân viên không thực hiện quá 5 dự án và tổng thời gian của tất cả dự án mà nhân viên tham gia không quá 50 giờ</a:t>
            </a:r>
            <a:r>
              <a:rPr lang="en-US" sz="2200" dirty="0"/>
              <a:t>.</a:t>
            </a:r>
            <a:endParaRPr lang="vi-VN" sz="2200" dirty="0"/>
          </a:p>
          <a:p>
            <a:pPr marL="342900" indent="-342900">
              <a:spcAft>
                <a:spcPts val="600"/>
              </a:spcAft>
              <a:buFont typeface="Arial" panose="020B0604020202020204" pitchFamily="34" charset="0"/>
              <a:buChar char="•"/>
            </a:pPr>
            <a:r>
              <a:rPr lang="vi-VN" sz="2200" dirty="0"/>
              <a:t>Những dự án đã kết thúc rồi thì không phân công nữa</a:t>
            </a:r>
          </a:p>
          <a:p>
            <a:pPr marL="342900" indent="-342900">
              <a:spcAft>
                <a:spcPts val="600"/>
              </a:spcAft>
              <a:buFont typeface="Arial" panose="020B0604020202020204" pitchFamily="34" charset="0"/>
              <a:buChar char="•"/>
            </a:pPr>
            <a:r>
              <a:rPr lang="vi-VN" sz="2200" dirty="0"/>
              <a:t>Mỗi lần phân công có thể thực hiện phân công nhiều nhân viên</a:t>
            </a:r>
          </a:p>
          <a:p>
            <a:pPr marL="342900" indent="-342900">
              <a:spcAft>
                <a:spcPts val="600"/>
              </a:spcAft>
              <a:buFont typeface="Arial" panose="020B0604020202020204" pitchFamily="34" charset="0"/>
              <a:buChar char="•"/>
            </a:pPr>
            <a:r>
              <a:rPr lang="vi-VN" sz="2200" dirty="0"/>
              <a:t>Ưu tiên phân công cho các nhân viên cùng phòng với phòng chủ trì của đề án</a:t>
            </a:r>
          </a:p>
        </p:txBody>
      </p:sp>
    </p:spTree>
    <p:extLst>
      <p:ext uri="{BB962C8B-B14F-4D97-AF65-F5344CB8AC3E}">
        <p14:creationId xmlns:p14="http://schemas.microsoft.com/office/powerpoint/2010/main" val="1050973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189</TotalTime>
  <Words>1854</Words>
  <Application>Microsoft Office PowerPoint</Application>
  <PresentationFormat>Custom</PresentationFormat>
  <Paragraphs>296</Paragraphs>
  <Slides>42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Symbol</vt:lpstr>
      <vt:lpstr>Tahoma</vt:lpstr>
      <vt:lpstr>Times New Roman</vt:lpstr>
      <vt:lpstr>Wingdings</vt:lpstr>
      <vt:lpstr>Office Theme</vt:lpstr>
      <vt:lpstr>PowerPoint Presentation</vt:lpstr>
      <vt:lpstr>Mục tiêu chương</vt:lpstr>
      <vt:lpstr>THIẾT KẾ BIỂU MẪU  VÀ BÁO CÁO</vt:lpstr>
      <vt:lpstr>Định nghĩa</vt:lpstr>
      <vt:lpstr>Quy trình thiết kế</vt:lpstr>
      <vt:lpstr>Sản phẩm chuyển giao</vt:lpstr>
      <vt:lpstr>PowerPoint Presentation</vt:lpstr>
      <vt:lpstr>Quy tắc định dạng biểu mẫu và báo cáo</vt:lpstr>
      <vt:lpstr>Quy tắc chung về cách định dạng</vt:lpstr>
      <vt:lpstr>So sánh hai cách định dạng</vt:lpstr>
      <vt:lpstr>Làm nổi bật thông tin</vt:lpstr>
      <vt:lpstr>Ví dụ biểu mẫu  đã được làm nổi bật thông tin</vt:lpstr>
      <vt:lpstr>Làm nổi bật thông tin</vt:lpstr>
      <vt:lpstr>Quy tắc hiển thị văn bản</vt:lpstr>
      <vt:lpstr>Quy tắc hiển thị bảng và danh sách</vt:lpstr>
      <vt:lpstr>Ví dụ về báo cáo tuân theo nguyên tắc</vt:lpstr>
      <vt:lpstr>THIẾT KẾ GIAO DIỆN  VÀ HỘI THOẠI</vt:lpstr>
      <vt:lpstr>Thiết kế giao diện và hội thoại</vt:lpstr>
      <vt:lpstr>Quy trình thiết kế</vt:lpstr>
      <vt:lpstr>Sản phẩm chuyển giao</vt:lpstr>
      <vt:lpstr>THIẾT KẾ GIAO DIỆN</vt:lpstr>
      <vt:lpstr>Thiết kế giao diện</vt:lpstr>
      <vt:lpstr>Thiết kế bố cục</vt:lpstr>
      <vt:lpstr>Biểu mẫu giấy và trên máy tính</vt:lpstr>
      <vt:lpstr>Tiêu chí đánh giá tính tiện dụng</vt:lpstr>
      <vt:lpstr>Thiết kế trường nhập liệu</vt:lpstr>
      <vt:lpstr>Kiểm soát nhập dữ liệu</vt:lpstr>
      <vt:lpstr>Các lỗi thường gặp khi nhập dữ liệu</vt:lpstr>
      <vt:lpstr>Kỹ thuật kiểm tra lỗi nhập dữ liệu</vt:lpstr>
      <vt:lpstr>Kỹ thuật kiểm tra lỗi nhập dữ liệu</vt:lpstr>
      <vt:lpstr>Hướng dẫn cung cấp phản hồi</vt:lpstr>
      <vt:lpstr>Hướng dẫn cung cấp trợ giúp</vt:lpstr>
      <vt:lpstr>THIẾT KẾ HỘI THOẠI</vt:lpstr>
      <vt:lpstr>Thiết kế hội thoại</vt:lpstr>
      <vt:lpstr>B1. Thiết kế thứ tự hội thoại</vt:lpstr>
      <vt:lpstr>Ví dụ về thứ tự hội thoại</vt:lpstr>
      <vt:lpstr>B2. Xây dựng mẫu  và đánh giá tính tiện dụng</vt:lpstr>
      <vt:lpstr>PowerPoint Presentation</vt:lpstr>
      <vt:lpstr>Tổng kết bài học</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5</dc:title>
  <dc:subject>INF201_Phan tich thiet ke he thong thong tin</dc:subject>
  <dc:creator>FPT-Polytechnic</dc:creator>
  <cp:lastModifiedBy>NhungBH</cp:lastModifiedBy>
  <cp:revision>12</cp:revision>
  <dcterms:created xsi:type="dcterms:W3CDTF">2019-03-12T06:15:53Z</dcterms:created>
  <dcterms:modified xsi:type="dcterms:W3CDTF">2022-09-22T04:15:20Z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2012-04-28T00:00:00Z</vt:filetime>
  </property>
  <property fmtid="{D5CDD505-2E9C-101B-9397-08002B2CF9AE}" pid="3" name="Creator">
    <vt:lpwstr>Microsoft PowerPoint</vt:lpwstr>
  </property>
  <property fmtid="{D5CDD505-2E9C-101B-9397-08002B2CF9AE}" pid="4" name="LastSaved">
    <vt:filetime>2019-03-12T00:00:00Z</vt:filetime>
  </property>
</Properties>
</file>